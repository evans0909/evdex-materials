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A585667-4D5D-491F-8CEE-8AF8D598556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1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A94B9-B25A-BC18-28A6-2FA53DCECD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Introduction to C++</a:t>
            </a:r>
            <a:br>
              <a:rPr lang="en-GB" b="1" dirty="0"/>
            </a:br>
            <a:endParaRPr lang="en-ZM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94A0A5-2930-45EC-EF3C-0BCE865DCD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Learning by doing</a:t>
            </a: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827296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9596C-84EE-A5D8-16CF-205EE49F1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dirty="0"/>
              <a:t>Why Learn C++</a:t>
            </a:r>
            <a:endParaRPr lang="en-ZM" sz="6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61B21B-80EF-9EAC-EB28-85970D8C23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1" y="2737872"/>
            <a:ext cx="987552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History: Developed in 1980s by Bjarne </a:t>
            </a:r>
            <a:r>
              <a:rPr kumimoji="0" lang="en-ZM" altLang="en-ZM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Stroustrup</a:t>
            </a:r>
            <a:endParaRPr kumimoji="0" lang="en-ZM" altLang="en-ZM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Applications: Operating systems, game engines, embedded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Still relevant today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Speaker note: Emphasize C++ as foundation for many modern languages.</a:t>
            </a:r>
          </a:p>
        </p:txBody>
      </p:sp>
    </p:spTree>
    <p:extLst>
      <p:ext uri="{BB962C8B-B14F-4D97-AF65-F5344CB8AC3E}">
        <p14:creationId xmlns:p14="http://schemas.microsoft.com/office/powerpoint/2010/main" val="2522620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A6188-86C1-5A48-592C-CF5B97373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dirty="0"/>
              <a:t>Setting Up</a:t>
            </a:r>
            <a:endParaRPr lang="en-ZM" sz="6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03FC4C-57AE-4D2F-589C-0541CB618F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0" y="3384202"/>
            <a:ext cx="861479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Compiler options: GCC, Visual Studio, Code::Blocks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IDEs: Visual Studio Code, </a:t>
            </a:r>
            <a:r>
              <a:rPr kumimoji="0" lang="en-ZM" altLang="en-ZM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CLion</a:t>
            </a: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Dev-C++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Speaker note: Show how to run first program.</a:t>
            </a:r>
          </a:p>
        </p:txBody>
      </p:sp>
    </p:spTree>
    <p:extLst>
      <p:ext uri="{BB962C8B-B14F-4D97-AF65-F5344CB8AC3E}">
        <p14:creationId xmlns:p14="http://schemas.microsoft.com/office/powerpoint/2010/main" val="109944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27306-DDE3-FA2B-0271-846F641F8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dirty="0"/>
              <a:t>Basic Program Structure</a:t>
            </a:r>
            <a:endParaRPr lang="en-ZM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3E5BE-F9E0-AE5E-A698-3A20BBF1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" indent="0">
              <a:lnSpc>
                <a:spcPct val="100000"/>
              </a:lnSpc>
              <a:buNone/>
            </a:pPr>
            <a:r>
              <a:rPr lang="en-GB" sz="2800" dirty="0"/>
              <a:t>#include &lt;iostream&gt;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GB" sz="2800" dirty="0"/>
              <a:t>using namespace std;</a:t>
            </a:r>
          </a:p>
          <a:p>
            <a:pPr>
              <a:lnSpc>
                <a:spcPct val="100000"/>
              </a:lnSpc>
            </a:pPr>
            <a:endParaRPr lang="en-GB" sz="2800" dirty="0"/>
          </a:p>
          <a:p>
            <a:pPr marL="45720" indent="0">
              <a:lnSpc>
                <a:spcPct val="100000"/>
              </a:lnSpc>
              <a:buNone/>
            </a:pPr>
            <a:r>
              <a:rPr lang="en-GB" sz="2800" dirty="0"/>
              <a:t>int main() {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GB" sz="2800" dirty="0"/>
              <a:t>	</a:t>
            </a:r>
            <a:r>
              <a:rPr lang="en-GB" sz="2800" dirty="0" err="1"/>
              <a:t>cout</a:t>
            </a:r>
            <a:r>
              <a:rPr lang="en-GB" sz="2800" dirty="0"/>
              <a:t> &lt;&lt; "Hello, World!";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GB" sz="2800" dirty="0"/>
              <a:t>	return 0;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GB" sz="2800" dirty="0"/>
              <a:t>}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580152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2D4D8-9884-91DB-E37A-64BFFEB23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E5231-2C1C-8F78-B25B-D1E1F89A6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dirty="0"/>
              <a:t>Key Concepts</a:t>
            </a:r>
            <a:endParaRPr lang="en-ZM" sz="6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C600928-A2F7-256C-4092-7854A3D6D5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0" y="3384202"/>
            <a:ext cx="695094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#include &lt;iostream&gt;</a:t>
            </a: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input/output library</a:t>
            </a:r>
            <a:endParaRPr kumimoji="0" lang="en-ZM" altLang="en-ZM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main()</a:t>
            </a: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entry point</a:t>
            </a:r>
            <a:endParaRPr kumimoji="0" lang="en-ZM" altLang="en-ZM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cout</a:t>
            </a: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output stream</a:t>
            </a:r>
            <a:endParaRPr kumimoji="0" lang="en-ZM" altLang="en-ZM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037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B212-6410-5FF3-1F10-E7B0C5CE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FD964-999E-531E-F71B-38588FE4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dirty="0"/>
              <a:t>Practice Exercise</a:t>
            </a:r>
            <a:endParaRPr lang="en-ZM" sz="6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A5FB84-3E14-0BDC-0F94-321E0F8961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0" y="3815090"/>
            <a:ext cx="70328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Task: Write your own Hello World program</a:t>
            </a:r>
          </a:p>
        </p:txBody>
      </p:sp>
    </p:spTree>
    <p:extLst>
      <p:ext uri="{BB962C8B-B14F-4D97-AF65-F5344CB8AC3E}">
        <p14:creationId xmlns:p14="http://schemas.microsoft.com/office/powerpoint/2010/main" val="1190446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F6609-BC57-942A-A67C-75DD8B0B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F749-C110-38EE-C8B2-E6553502A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dirty="0"/>
              <a:t>Wrap-Up</a:t>
            </a:r>
            <a:endParaRPr lang="en-ZM" sz="6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3A74B8-4846-17B9-73DA-44FE21DB4A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0" y="3599646"/>
            <a:ext cx="932178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takeaway: C++ program structure is simple but strict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Preview: Variables next session</a:t>
            </a:r>
          </a:p>
        </p:txBody>
      </p:sp>
    </p:spTree>
    <p:extLst>
      <p:ext uri="{BB962C8B-B14F-4D97-AF65-F5344CB8AC3E}">
        <p14:creationId xmlns:p14="http://schemas.microsoft.com/office/powerpoint/2010/main" val="4271647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B82F3B-AD07-5D82-99F4-C8DE4D879474}"/>
              </a:ext>
            </a:extLst>
          </p:cNvPr>
          <p:cNvSpPr txBox="1"/>
          <p:nvPr/>
        </p:nvSpPr>
        <p:spPr>
          <a:xfrm>
            <a:off x="2954772" y="2921168"/>
            <a:ext cx="62824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Thanks for coming </a:t>
            </a:r>
            <a:endParaRPr lang="en-ZM" sz="6000" dirty="0"/>
          </a:p>
        </p:txBody>
      </p:sp>
    </p:spTree>
    <p:extLst>
      <p:ext uri="{BB962C8B-B14F-4D97-AF65-F5344CB8AC3E}">
        <p14:creationId xmlns:p14="http://schemas.microsoft.com/office/powerpoint/2010/main" val="3435253161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20</TotalTime>
  <Words>159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Unicode MS</vt:lpstr>
      <vt:lpstr>Corbel</vt:lpstr>
      <vt:lpstr>Basis</vt:lpstr>
      <vt:lpstr>Introduction to C++ </vt:lpstr>
      <vt:lpstr>Why Learn C++</vt:lpstr>
      <vt:lpstr>Setting Up</vt:lpstr>
      <vt:lpstr>Basic Program Structure</vt:lpstr>
      <vt:lpstr>Key Concepts</vt:lpstr>
      <vt:lpstr>Practice Exercise</vt:lpstr>
      <vt:lpstr>Wrap-Up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Alick Banda</dc:creator>
  <cp:lastModifiedBy>Alick Banda</cp:lastModifiedBy>
  <cp:revision>3</cp:revision>
  <dcterms:created xsi:type="dcterms:W3CDTF">2026-03-06T02:52:17Z</dcterms:created>
  <dcterms:modified xsi:type="dcterms:W3CDTF">2026-03-06T16:26:32Z</dcterms:modified>
</cp:coreProperties>
</file>