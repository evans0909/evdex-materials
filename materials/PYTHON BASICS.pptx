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8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8327" y="2262908"/>
            <a:ext cx="8904547" cy="184727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LESSONS</a:t>
            </a:r>
          </a:p>
        </p:txBody>
      </p:sp>
    </p:spTree>
    <p:extLst>
      <p:ext uri="{BB962C8B-B14F-4D97-AF65-F5344CB8AC3E}">
        <p14:creationId xmlns:p14="http://schemas.microsoft.com/office/powerpoint/2010/main" val="128270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TEACHING PLAN</a:t>
            </a:r>
            <a:endParaRPr lang="en-US" sz="40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79" y="1569461"/>
            <a:ext cx="8596668" cy="409243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Python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IDE (VS Code / PyCharm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Data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statements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(for, while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48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5498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(Classes &amp; Objects)</a:t>
            </a:r>
          </a:p>
        </p:txBody>
      </p:sp>
    </p:spTree>
    <p:extLst>
      <p:ext uri="{BB962C8B-B14F-4D97-AF65-F5344CB8AC3E}">
        <p14:creationId xmlns:p14="http://schemas.microsoft.com/office/powerpoint/2010/main" val="69508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high-level, interpreted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used to create software, automate tasks, build websites, analyze data, develop AI systems, and create cybersecurity tools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created by Guido van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Rossum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1991</a:t>
            </a:r>
            <a:r>
              <a:rPr lang="en-US" sz="3600" dirty="0"/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0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170" y="1717244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is the set of rules that define how code must be written.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syntax is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wrong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gives an error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is an example 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&gt; 2: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("Five is greater")</a:t>
            </a:r>
          </a:p>
          <a:p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75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87928"/>
            <a:ext cx="8596668" cy="1320800"/>
          </a:xfrm>
        </p:spPr>
        <p:txBody>
          <a:bodyPr/>
          <a:lstStyle/>
          <a:p>
            <a:r>
              <a:rPr lang="en-US" dirty="0" smtClean="0"/>
              <a:t> PYTHON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552" y="1440152"/>
            <a:ext cx="8596668" cy="3880773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named storage location used to store data in a program.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 programmer to save information that can be used later in the program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In simple terms you can say that a variable is a container that holds data.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Mary“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(name)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Name=variable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Mary=data stored in the variable</a:t>
            </a:r>
          </a:p>
        </p:txBody>
      </p:sp>
    </p:spTree>
    <p:extLst>
      <p:ext uri="{BB962C8B-B14F-4D97-AF65-F5344CB8AC3E}">
        <p14:creationId xmlns:p14="http://schemas.microsoft.com/office/powerpoint/2010/main" val="248844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VARIABLES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4" y="1634117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help programs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Without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variables, programs would not remember information.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a user's name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passwords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numbers for calculations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data from databases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=21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(“I am”, age,  “years old”)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6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VARIABLES IN PYTHON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3207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creating a variable is very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simple. You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need: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"John"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= 1.75</a:t>
            </a:r>
          </a:p>
        </p:txBody>
      </p:sp>
    </p:spTree>
    <p:extLst>
      <p:ext uri="{BB962C8B-B14F-4D97-AF65-F5344CB8AC3E}">
        <p14:creationId xmlns:p14="http://schemas.microsoft.com/office/powerpoint/2010/main" val="115334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NAMING VARIALBE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naming variables, Python has specific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Allowed(Variables)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start with a letter or underscore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letters, numbers, and underscores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student_name = "Mary"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age1 = 21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_total = 50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6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70" y="45462"/>
            <a:ext cx="8596668" cy="13208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770" y="705862"/>
            <a:ext cx="8596668" cy="6276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Allowed: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not start a variable with a number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1name = "John"   # Error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spaces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"Mary" #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special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name@ = "John"   # Error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749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CASE SENSITIVITY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treats uppercase and lowercase letters differently.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"Mary"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John“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Print(name)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Print(Name)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8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VARIABLES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97" y="1270000"/>
            <a:ext cx="8596668" cy="50661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allows assigning multiple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5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10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</a:t>
            </a:r>
            <a:r>
              <a:rPr lang="pl-PL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assign multiple variables in one line</a:t>
            </a:r>
          </a:p>
          <a:p>
            <a:pPr marL="0" indent="0">
              <a:buNone/>
            </a:pPr>
            <a:r>
              <a:rPr lang="pl-PL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y, z = 5, 10, </a:t>
            </a:r>
            <a:r>
              <a:rPr lang="pl-PL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assign one value to multiple variables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b = c = 100</a:t>
            </a:r>
          </a:p>
        </p:txBody>
      </p:sp>
    </p:spTree>
    <p:extLst>
      <p:ext uri="{BB962C8B-B14F-4D97-AF65-F5344CB8AC3E}">
        <p14:creationId xmlns:p14="http://schemas.microsoft.com/office/powerpoint/2010/main" val="145587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VARIABLES IN OUTPUTS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3443" y="1347789"/>
            <a:ext cx="8596668" cy="4877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can be printed using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"Mary"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combine text with variables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"Mary"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print("Hello", name)</a:t>
            </a:r>
          </a:p>
        </p:txBody>
      </p:sp>
    </p:spTree>
    <p:extLst>
      <p:ext uri="{BB962C8B-B14F-4D97-AF65-F5344CB8AC3E}">
        <p14:creationId xmlns:p14="http://schemas.microsoft.com/office/powerpoint/2010/main" val="377052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84735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1.Write a python program that prints the following output using \n: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Python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Class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that asks the user to enter their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displays the following output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Mary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22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4652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1079</TotalTime>
  <Words>461</Words>
  <Application>Microsoft Office PowerPoint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Facet</vt:lpstr>
      <vt:lpstr>PYTHON LESSONS</vt:lpstr>
      <vt:lpstr>PYTHON TEACHING PLAN</vt:lpstr>
      <vt:lpstr>CONT…..</vt:lpstr>
      <vt:lpstr>WHAT IS PYTHON</vt:lpstr>
      <vt:lpstr>PYTHON SYNTAX</vt:lpstr>
      <vt:lpstr> PYTHON VARIABLES</vt:lpstr>
      <vt:lpstr>WHY DO WE USE VARIABLES</vt:lpstr>
      <vt:lpstr>CREATING VARIABLES IN PYTHON</vt:lpstr>
      <vt:lpstr>RULES FOR NAMING VARIALBE</vt:lpstr>
      <vt:lpstr>CONT…..</vt:lpstr>
      <vt:lpstr>PYTHON CASE SENSITIVITY</vt:lpstr>
      <vt:lpstr>MULTIPLE VARIABLES</vt:lpstr>
      <vt:lpstr>USING VARIABLES IN OUTPUTS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LESSONS</dc:title>
  <dc:creator>MARY CHANDA</dc:creator>
  <cp:lastModifiedBy>MARY CHANDA</cp:lastModifiedBy>
  <cp:revision>23</cp:revision>
  <dcterms:created xsi:type="dcterms:W3CDTF">2026-03-04T21:38:12Z</dcterms:created>
  <dcterms:modified xsi:type="dcterms:W3CDTF">2026-03-05T15:37:33Z</dcterms:modified>
</cp:coreProperties>
</file>