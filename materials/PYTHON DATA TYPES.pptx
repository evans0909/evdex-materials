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9" name="Picture 8" descr="H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18" name="Picture 17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8" name="Picture 7" descr="H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LESSON 2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400" dirty="0" smtClean="0"/>
              <a:t>DATA TYPES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125965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data type tells the computer what kind of data a variable holds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proper storage, operations, and logic in programs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</a:t>
            </a:r>
          </a:p>
          <a:p>
            <a:pPr marL="0" indent="0" algn="just">
              <a:buNone/>
            </a:pP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= 10</a:t>
            </a:r>
          </a:p>
          <a:p>
            <a:pPr marL="0" indent="0" algn="just">
              <a:buNone/>
            </a:pP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= "Mary"</a:t>
            </a:r>
          </a:p>
        </p:txBody>
      </p:sp>
    </p:spTree>
    <p:extLst>
      <p:ext uri="{BB962C8B-B14F-4D97-AF65-F5344CB8AC3E}">
        <p14:creationId xmlns:p14="http://schemas.microsoft.com/office/powerpoint/2010/main" val="2125945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326350"/>
            <a:ext cx="9601196" cy="1303867"/>
          </a:xfrm>
        </p:spPr>
        <p:txBody>
          <a:bodyPr/>
          <a:lstStyle/>
          <a:p>
            <a:r>
              <a:rPr lang="en-US" dirty="0" smtClean="0"/>
              <a:t>TYPES OF DATA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390677"/>
            <a:ext cx="9601196" cy="331893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many different data types and some of which includes the following: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Integer (</a:t>
            </a:r>
            <a:r>
              <a:rPr lang="en-US" dirty="0" err="1"/>
              <a:t>int</a:t>
            </a:r>
            <a:r>
              <a:rPr lang="en-US" dirty="0"/>
              <a:t>): An integer is a whole number without decimals.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 = 22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 = 50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temperature = -5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print(age)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print(type(age)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75765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CONT….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a = 10</a:t>
            </a:r>
          </a:p>
          <a:p>
            <a:r>
              <a:rPr lang="en-US" dirty="0">
                <a:solidFill>
                  <a:srgbClr val="FF0000"/>
                </a:solidFill>
              </a:rPr>
              <a:t>b = 5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sum = a + b</a:t>
            </a:r>
          </a:p>
          <a:p>
            <a:r>
              <a:rPr lang="en-US" dirty="0">
                <a:solidFill>
                  <a:srgbClr val="FF0000"/>
                </a:solidFill>
              </a:rPr>
              <a:t>print(sum)</a:t>
            </a:r>
          </a:p>
        </p:txBody>
      </p:sp>
    </p:spTree>
    <p:extLst>
      <p:ext uri="{BB962C8B-B14F-4D97-AF65-F5344CB8AC3E}">
        <p14:creationId xmlns:p14="http://schemas.microsoft.com/office/powerpoint/2010/main" val="3445031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FLOAT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float is a number with a decimal point.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 = 3.14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height = 1.75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price = 10.50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print(pi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print(type(pi))</a:t>
            </a:r>
          </a:p>
        </p:txBody>
      </p:sp>
    </p:spTree>
    <p:extLst>
      <p:ext uri="{BB962C8B-B14F-4D97-AF65-F5344CB8AC3E}">
        <p14:creationId xmlns:p14="http://schemas.microsoft.com/office/powerpoint/2010/main" val="33544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a = 5.5</a:t>
            </a:r>
          </a:p>
          <a:p>
            <a:r>
              <a:rPr lang="en-US" dirty="0">
                <a:solidFill>
                  <a:srgbClr val="FF0000"/>
                </a:solidFill>
              </a:rPr>
              <a:t>b = 2.5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result = a + b</a:t>
            </a:r>
          </a:p>
          <a:p>
            <a:r>
              <a:rPr lang="en-US" dirty="0">
                <a:solidFill>
                  <a:srgbClr val="FF0000"/>
                </a:solidFill>
              </a:rPr>
              <a:t>print(result)</a:t>
            </a:r>
          </a:p>
        </p:txBody>
      </p:sp>
    </p:spTree>
    <p:extLst>
      <p:ext uri="{BB962C8B-B14F-4D97-AF65-F5344CB8AC3E}">
        <p14:creationId xmlns:p14="http://schemas.microsoft.com/office/powerpoint/2010/main" val="962001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 string is text or characters written inside quotes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EXAMPLE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name = "Mary"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course = "Cyber Security"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message = "Welcome to Python class"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print(name)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print(type(name))</a:t>
            </a:r>
            <a:r>
              <a:rPr lang="en-US" dirty="0" smtClean="0">
                <a:solidFill>
                  <a:srgbClr val="FF0000"/>
                </a:solidFill>
              </a:rPr>
              <a:t/>
            </a:r>
            <a:br>
              <a:rPr lang="en-US" dirty="0" smtClean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Quotes can be: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" "</a:t>
            </a:r>
            <a:endParaRPr kumimoji="0" lang="en-US" altLang="en-US" sz="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' '</a:t>
            </a:r>
            <a:endParaRPr kumimoji="0" lang="en-US" altLang="en-US" sz="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3629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CONT….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first = "Mary"</a:t>
            </a:r>
          </a:p>
          <a:p>
            <a:r>
              <a:rPr lang="en-US" dirty="0">
                <a:solidFill>
                  <a:srgbClr val="FF0000"/>
                </a:solidFill>
              </a:rPr>
              <a:t>last = "Chanda"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 err="1">
                <a:solidFill>
                  <a:srgbClr val="FF0000"/>
                </a:solidFill>
              </a:rPr>
              <a:t>full_name</a:t>
            </a:r>
            <a:r>
              <a:rPr lang="en-US" dirty="0">
                <a:solidFill>
                  <a:srgbClr val="FF0000"/>
                </a:solidFill>
              </a:rPr>
              <a:t> = first + " " + last</a:t>
            </a:r>
          </a:p>
          <a:p>
            <a:r>
              <a:rPr lang="en-US" dirty="0">
                <a:solidFill>
                  <a:srgbClr val="FF0000"/>
                </a:solidFill>
              </a:rPr>
              <a:t>print(</a:t>
            </a:r>
            <a:r>
              <a:rPr lang="en-US" dirty="0" err="1">
                <a:solidFill>
                  <a:srgbClr val="FF0000"/>
                </a:solidFill>
              </a:rPr>
              <a:t>full_name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99595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BOOLEAN(BOOL)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A </a:t>
            </a:r>
            <a:r>
              <a:rPr lang="en-US" b="1" dirty="0" err="1"/>
              <a:t>boolean</a:t>
            </a:r>
            <a:r>
              <a:rPr lang="en-US" dirty="0"/>
              <a:t> has only </a:t>
            </a:r>
            <a:r>
              <a:rPr lang="en-US" b="1" dirty="0"/>
              <a:t>two values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 smtClean="0"/>
              <a:t>TRUE OR FALSE</a:t>
            </a:r>
          </a:p>
          <a:p>
            <a:pPr marL="0" indent="0">
              <a:buNone/>
            </a:pPr>
            <a:r>
              <a:rPr lang="en-US" dirty="0"/>
              <a:t>It is used for decision making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EXAMPLE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is_student</a:t>
            </a:r>
            <a:r>
              <a:rPr lang="en-US" dirty="0">
                <a:solidFill>
                  <a:srgbClr val="FF0000"/>
                </a:solidFill>
              </a:rPr>
              <a:t> = True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is_graduated</a:t>
            </a:r>
            <a:r>
              <a:rPr lang="en-US" dirty="0">
                <a:solidFill>
                  <a:srgbClr val="FF0000"/>
                </a:solidFill>
              </a:rPr>
              <a:t> = False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print(</a:t>
            </a:r>
            <a:r>
              <a:rPr lang="en-US" dirty="0" err="1">
                <a:solidFill>
                  <a:srgbClr val="FF0000"/>
                </a:solidFill>
              </a:rPr>
              <a:t>is_student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print(type(</a:t>
            </a:r>
            <a:r>
              <a:rPr lang="en-US" dirty="0" err="1">
                <a:solidFill>
                  <a:srgbClr val="FF0000"/>
                </a:solidFill>
              </a:rPr>
              <a:t>is_student</a:t>
            </a:r>
            <a:r>
              <a:rPr lang="en-US" dirty="0">
                <a:solidFill>
                  <a:srgbClr val="FF0000"/>
                </a:solidFill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349699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list stores multiple items in one variable.</a:t>
            </a:r>
          </a:p>
          <a:p>
            <a:r>
              <a:rPr lang="en-US" dirty="0"/>
              <a:t>Lists use square brackets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EXAMPLE</a:t>
            </a:r>
          </a:p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</a:rPr>
              <a:t>fruits = ["</a:t>
            </a:r>
            <a:r>
              <a:rPr lang="fr-FR" dirty="0" err="1">
                <a:solidFill>
                  <a:srgbClr val="FF0000"/>
                </a:solidFill>
              </a:rPr>
              <a:t>apple</a:t>
            </a:r>
            <a:r>
              <a:rPr lang="fr-FR" dirty="0">
                <a:solidFill>
                  <a:srgbClr val="FF0000"/>
                </a:solidFill>
              </a:rPr>
              <a:t>", "banana", "</a:t>
            </a:r>
            <a:r>
              <a:rPr lang="fr-FR" dirty="0" err="1">
                <a:solidFill>
                  <a:srgbClr val="FF0000"/>
                </a:solidFill>
              </a:rPr>
              <a:t>mango</a:t>
            </a:r>
            <a:r>
              <a:rPr lang="fr-FR" dirty="0">
                <a:solidFill>
                  <a:srgbClr val="FF0000"/>
                </a:solidFill>
              </a:rPr>
              <a:t>"]</a:t>
            </a:r>
          </a:p>
          <a:p>
            <a:pPr marL="0" indent="0">
              <a:buNone/>
            </a:pPr>
            <a:endParaRPr lang="fr-FR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fr-FR" dirty="0" err="1">
                <a:solidFill>
                  <a:srgbClr val="FF0000"/>
                </a:solidFill>
              </a:rPr>
              <a:t>print</a:t>
            </a:r>
            <a:r>
              <a:rPr lang="fr-FR" dirty="0">
                <a:solidFill>
                  <a:srgbClr val="FF0000"/>
                </a:solidFill>
              </a:rPr>
              <a:t>(fruits)</a:t>
            </a:r>
          </a:p>
          <a:p>
            <a:pPr marL="0" indent="0">
              <a:buNone/>
            </a:pPr>
            <a:r>
              <a:rPr lang="fr-FR" dirty="0" err="1">
                <a:solidFill>
                  <a:srgbClr val="FF0000"/>
                </a:solidFill>
              </a:rPr>
              <a:t>print</a:t>
            </a:r>
            <a:r>
              <a:rPr lang="fr-FR" dirty="0">
                <a:solidFill>
                  <a:srgbClr val="FF0000"/>
                </a:solidFill>
              </a:rPr>
              <a:t>(type(fruits))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7622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519939" y="2846457"/>
            <a:ext cx="952401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variables of type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float,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bool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then print them and their types.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Make a list of 5 fruits, add another fruit, then print the list.</a:t>
            </a:r>
          </a:p>
        </p:txBody>
      </p:sp>
    </p:spTree>
    <p:extLst>
      <p:ext uri="{BB962C8B-B14F-4D97-AF65-F5344CB8AC3E}">
        <p14:creationId xmlns:p14="http://schemas.microsoft.com/office/powerpoint/2010/main" val="4035554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175</TotalTime>
  <Words>305</Words>
  <Application>Microsoft Office PowerPoint</Application>
  <PresentationFormat>Widescreen</PresentationFormat>
  <Paragraphs>77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 Unicode MS</vt:lpstr>
      <vt:lpstr>Arial</vt:lpstr>
      <vt:lpstr>Garamond</vt:lpstr>
      <vt:lpstr>Times New Roman</vt:lpstr>
      <vt:lpstr>Wingdings</vt:lpstr>
      <vt:lpstr>Organic</vt:lpstr>
      <vt:lpstr>LESSON 2</vt:lpstr>
      <vt:lpstr>INTRODUCTION</vt:lpstr>
      <vt:lpstr>TYPES OF DATA TYPES</vt:lpstr>
      <vt:lpstr>CONT….</vt:lpstr>
      <vt:lpstr>FLOAT</vt:lpstr>
      <vt:lpstr>CONT…</vt:lpstr>
      <vt:lpstr>STRING</vt:lpstr>
      <vt:lpstr>CONT….</vt:lpstr>
      <vt:lpstr>BOOLEAN(BOOL)</vt:lpstr>
      <vt:lpstr>LIST</vt:lpstr>
      <vt:lpstr>EXERCISE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2</dc:title>
  <dc:creator>MARY CHANDA</dc:creator>
  <cp:lastModifiedBy>MARY CHANDA</cp:lastModifiedBy>
  <cp:revision>6</cp:revision>
  <dcterms:created xsi:type="dcterms:W3CDTF">2026-03-06T10:13:26Z</dcterms:created>
  <dcterms:modified xsi:type="dcterms:W3CDTF">2026-03-14T07:54:16Z</dcterms:modified>
</cp:coreProperties>
</file>