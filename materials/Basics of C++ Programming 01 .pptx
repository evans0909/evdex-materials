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8" r:id="rId5"/>
    <p:sldId id="259" r:id="rId6"/>
    <p:sldId id="260" r:id="rId7"/>
    <p:sldId id="261" r:id="rId8"/>
    <p:sldId id="264" r:id="rId9"/>
  </p:sldIdLst>
  <p:sldSz cx="12192000" cy="6858000"/>
  <p:notesSz cx="6858000" cy="9144000"/>
  <p:defaultTextStyle>
    <a:defPPr>
      <a:defRPr lang="en-Z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54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1635-0677-060B-5456-C86AB1CAC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09BFA-3874-753B-7848-200313449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E97-F8E6-E09C-2D92-9E7FF9A4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96B83-48C8-8D36-F0A9-F868B80F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3E0F4-14FA-2FE5-45FD-E5D9B92A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0423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21F2-62A0-6233-1A57-B6749D24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4E33C-0E2F-7E1E-AAB3-C2FF83C30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B5F11-C64F-D32A-AEBB-EFAF766D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4B584-BC18-18F6-9E0E-806C438C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AB591-7476-152B-EB71-10C3E4B3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51300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63EA-A001-6A0C-DD39-BE72E025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82BB2-DE93-8C2A-7D8B-BF4C08EBE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D8816-3931-2515-8AAB-CB0492E3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1937-FC6B-6D96-D661-E0F3098A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36B64-1AA8-B952-3C93-E3ABC18C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45712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9946-C177-B60A-ACFC-EEB349AE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D8D6-257C-5A4B-E989-C752E33BA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EC1BD-7D54-878B-A556-A2A0D7949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A88DD-1A05-6BCB-0AB2-B7F6BEA8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0F67E-8FA0-C340-15A5-0EA281B8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C19BE-20A9-780C-0A67-1CBD22EC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878110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4BD6-82C4-1884-D6B8-21631EDB8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F0224-79FD-CE2D-303E-999F1EEB1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3832-40DC-E555-BC8E-DC00AFA19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16FE0-BB5E-0630-843F-408D3F028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C2359-B000-74D4-3FA5-79B7AEE66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BDD52-E516-7B6E-59C5-DBD56EDF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AC2DBD-6B72-8A31-157E-F1009141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F1E76-83B0-A594-4A42-DF3FED3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09647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856AB-6E1F-C38F-8A80-3ED619E6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5C51C-8E07-8839-B425-D71BE3253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22055-F469-0A99-3151-EDFCE001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5D1D1-5433-80D4-7CF5-3884BF66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46210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EAF09-3879-1D7C-093F-18A67330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90726-FAC1-587B-2D51-32397D30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3FB68-90AD-8BD9-10D0-AC9CA621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68339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F73B-95F0-727D-B631-C4212F73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A29B8-1106-9396-D7DD-4B29213C7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F9C58-4AD2-A44D-D9F4-669BB974D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27EE1-7548-8A42-2671-A30F7CF4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FBAD8-3DCC-71BE-BB7C-E2A88620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BE560-CB8E-2B94-A2AE-56417A08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74494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F1D1-DA61-DF75-F625-77C9AF63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C4095-A7A3-0FA1-7DD3-75791B21E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86D1-3E03-2584-DE63-2E1F397D2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40A39-FC80-5DB9-DD3C-2076A787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B9AF5-9AC5-4E90-C33D-F4C53012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827F0-E20B-05B7-2720-415295DD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91907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2822-9CA1-E9E4-3758-3D87C856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584C0-D24C-BCFB-17AD-D22D00E3C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93626-DA65-7DB6-1155-050CD2C7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4C15-EEA9-9903-D2FF-8E3901E6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B2408-73F9-9184-9B8E-8F2BA7FF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63083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C4538-CBDF-4F2E-B82E-0A55E4FBC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B5772-8118-53E7-FB68-CB9463AAA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D97B-94D0-8ED4-26F6-BB5E9F65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FD360-5698-A00D-629C-6D340484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39AB7-6614-7F5C-524B-4C110AE7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84073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4015A-2C4A-55FB-617F-2765ADE3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B4C95-3DE4-FA3C-811A-BAD97DF4C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03071-6909-3DBB-A1AD-909DA37C5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E9AE5-3A4B-4992-A40D-18E1DA2C69C3}" type="datetimeFigureOut">
              <a:rPr lang="en-ZM" smtClean="0"/>
              <a:t>07/03/2026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888B1-60D2-D73F-C875-A48D17382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D599-277B-0F96-2AF3-B0406688D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86013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Z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94B9-B25A-BC18-28A6-2FA53DCEC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Introduction to C++</a:t>
            </a:r>
            <a:br>
              <a:rPr lang="en-GB" b="1" dirty="0"/>
            </a:br>
            <a:endParaRPr lang="en-Z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4A0A5-2930-45EC-EF3C-0BCE865DCD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Learning by doing</a:t>
            </a:r>
            <a:endParaRPr lang="en-Z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57E2D-DF4B-686C-F6B9-33D7A311842A}"/>
              </a:ext>
            </a:extLst>
          </p:cNvPr>
          <p:cNvSpPr txBox="1"/>
          <p:nvPr/>
        </p:nvSpPr>
        <p:spPr>
          <a:xfrm>
            <a:off x="800100" y="5773737"/>
            <a:ext cx="300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Presented by: </a:t>
            </a:r>
            <a:r>
              <a:rPr lang="en-GB" sz="1400" dirty="0" err="1"/>
              <a:t>Shft</a:t>
            </a:r>
            <a:r>
              <a:rPr lang="en-GB" sz="1400" dirty="0"/>
              <a:t> (Alick)</a:t>
            </a:r>
            <a:endParaRPr lang="en-ZM" sz="1400" dirty="0"/>
          </a:p>
        </p:txBody>
      </p:sp>
    </p:spTree>
    <p:extLst>
      <p:ext uri="{BB962C8B-B14F-4D97-AF65-F5344CB8AC3E}">
        <p14:creationId xmlns:p14="http://schemas.microsoft.com/office/powerpoint/2010/main" val="282729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65092-ADB9-BA52-ED95-6B76A33A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FFE1-DCFA-6C82-58BC-5E2FE6D4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 &amp; Data Types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CD9DD9-744C-7752-7066-9CA4D2F2DB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38824" y="797510"/>
            <a:ext cx="37199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ZM" sz="2400" b="1" dirty="0">
                <a:latin typeface="Arial Unicode MS"/>
              </a:rPr>
              <a:t>Variable:</a:t>
            </a:r>
            <a:r>
              <a:rPr lang="en-GB" sz="2400" dirty="0"/>
              <a:t> named storage locations in memory that hold data values, such as numbers, characters, or text.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ZM" sz="2400" i="1" dirty="0">
                <a:latin typeface="Arial Unicode MS"/>
              </a:rPr>
              <a:t>They are containers for a values.</a:t>
            </a:r>
            <a:br>
              <a:rPr lang="en-GB" altLang="en-ZM" sz="2400" dirty="0">
                <a:latin typeface="Arial Unicode MS"/>
              </a:rPr>
            </a:br>
            <a:r>
              <a:rPr lang="en-GB" altLang="en-ZM" sz="2400" b="1" dirty="0">
                <a:latin typeface="Arial Unicode MS"/>
              </a:rPr>
              <a:t>Data type</a:t>
            </a:r>
            <a:r>
              <a:rPr lang="en-GB" altLang="en-ZM" sz="2400" i="1" dirty="0">
                <a:latin typeface="Arial Unicode MS"/>
              </a:rPr>
              <a:t>: </a:t>
            </a:r>
            <a:r>
              <a:rPr lang="en-GB" sz="2400" dirty="0"/>
              <a:t>defines the kind of value a variable can hold and how much memory it uses.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ZM" sz="2400" i="1" dirty="0">
                <a:latin typeface="Arial Unicode MS"/>
              </a:rPr>
              <a:t>The nature of a given value.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ZM" sz="2400" dirty="0">
              <a:latin typeface="Arial Unicode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B34521-96AD-0DF1-6B2F-D2AAB6D42909}"/>
              </a:ext>
            </a:extLst>
          </p:cNvPr>
          <p:cNvSpPr txBox="1"/>
          <p:nvPr/>
        </p:nvSpPr>
        <p:spPr>
          <a:xfrm>
            <a:off x="799765" y="2213908"/>
            <a:ext cx="670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Int : integers (whole number)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Float : stores numbers with one decimal place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Double : stores double-precision decimal numbers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Boolean : stores logical values; TRUE or FALSE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Char: stores single characters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Void </a:t>
            </a:r>
            <a:r>
              <a:rPr lang="en-GB" sz="2800" dirty="0"/>
              <a:t>represents "no value" (used in functions that don’t return anything)</a:t>
            </a:r>
            <a:endParaRPr lang="en-GB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384A9-73DC-DAFF-01CD-569EB89BD642}"/>
              </a:ext>
            </a:extLst>
          </p:cNvPr>
          <p:cNvSpPr txBox="1"/>
          <p:nvPr/>
        </p:nvSpPr>
        <p:spPr>
          <a:xfrm>
            <a:off x="799765" y="1690688"/>
            <a:ext cx="3638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Primitive Data Types</a:t>
            </a:r>
            <a:endParaRPr lang="en-ZM" sz="2800" b="1" dirty="0"/>
          </a:p>
        </p:txBody>
      </p:sp>
    </p:spTree>
    <p:extLst>
      <p:ext uri="{BB962C8B-B14F-4D97-AF65-F5344CB8AC3E}">
        <p14:creationId xmlns:p14="http://schemas.microsoft.com/office/powerpoint/2010/main" val="274625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59B0-2494-4399-0394-B2DE2F02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Declaration and Initialisation.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D76C5-A06C-23D2-D130-F411DDB8A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600" y="4757737"/>
            <a:ext cx="5257800" cy="879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>
                <a:solidFill>
                  <a:schemeClr val="accent3"/>
                </a:solidFill>
              </a:rPr>
              <a:t>DataType</a:t>
            </a:r>
            <a:r>
              <a:rPr lang="en-GB" sz="2400" i="1" dirty="0"/>
              <a:t> </a:t>
            </a:r>
            <a:r>
              <a:rPr lang="en-GB" sz="2400" i="1" dirty="0" err="1">
                <a:solidFill>
                  <a:schemeClr val="tx2"/>
                </a:solidFill>
              </a:rPr>
              <a:t>variableName</a:t>
            </a:r>
            <a:r>
              <a:rPr lang="en-GB" sz="2400" i="1" dirty="0"/>
              <a:t> </a:t>
            </a:r>
            <a:r>
              <a:rPr lang="en-GB" sz="2400" dirty="0"/>
              <a:t>= </a:t>
            </a:r>
            <a:r>
              <a:rPr lang="en-GB" sz="2400" dirty="0">
                <a:solidFill>
                  <a:schemeClr val="accent4"/>
                </a:solidFill>
              </a:rPr>
              <a:t>value;</a:t>
            </a:r>
            <a:endParaRPr lang="en-ZM" sz="2400" dirty="0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23FD4-6DF3-EEE2-7FAB-76D3F771CC9D}"/>
              </a:ext>
            </a:extLst>
          </p:cNvPr>
          <p:cNvSpPr txBox="1"/>
          <p:nvPr/>
        </p:nvSpPr>
        <p:spPr>
          <a:xfrm>
            <a:off x="838200" y="1690688"/>
            <a:ext cx="525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Declaration</a:t>
            </a:r>
            <a:r>
              <a:rPr lang="en-GB" sz="2400" dirty="0"/>
              <a:t>: </a:t>
            </a:r>
            <a:r>
              <a:rPr lang="en-GB" sz="2400" i="1" dirty="0"/>
              <a:t>Telling the compiler that a variable exists, what its name is, and what type of data it will hold.</a:t>
            </a:r>
          </a:p>
          <a:p>
            <a:endParaRPr lang="en-ZM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3E3F5-F36B-080E-EE57-C11C3082F7DF}"/>
              </a:ext>
            </a:extLst>
          </p:cNvPr>
          <p:cNvSpPr txBox="1"/>
          <p:nvPr/>
        </p:nvSpPr>
        <p:spPr>
          <a:xfrm>
            <a:off x="838200" y="3260348"/>
            <a:ext cx="391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chemeClr val="accent3"/>
                </a:solidFill>
              </a:rPr>
              <a:t>DataType</a:t>
            </a:r>
            <a:r>
              <a:rPr lang="en-GB" sz="2400" dirty="0"/>
              <a:t> </a:t>
            </a:r>
            <a:r>
              <a:rPr lang="en-GB" sz="2400" dirty="0" err="1">
                <a:solidFill>
                  <a:schemeClr val="tx2"/>
                </a:solidFill>
              </a:rPr>
              <a:t>VariableName</a:t>
            </a:r>
            <a:r>
              <a:rPr lang="en-GB" sz="2400" dirty="0">
                <a:solidFill>
                  <a:schemeClr val="tx2"/>
                </a:solidFill>
              </a:rPr>
              <a:t>;</a:t>
            </a:r>
            <a:endParaRPr lang="en-ZM" sz="24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CF52E-1F7C-5C49-2F64-C3A9D420D0FE}"/>
              </a:ext>
            </a:extLst>
          </p:cNvPr>
          <p:cNvSpPr txBox="1"/>
          <p:nvPr/>
        </p:nvSpPr>
        <p:spPr>
          <a:xfrm>
            <a:off x="6451600" y="3260348"/>
            <a:ext cx="4902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Initialisation: </a:t>
            </a:r>
            <a:r>
              <a:rPr lang="en-GB" sz="2400" i="1" dirty="0"/>
              <a:t>Assigning an initial value to a variable at the time of declaration.</a:t>
            </a:r>
            <a:endParaRPr lang="en-ZM" sz="2400" i="1" dirty="0"/>
          </a:p>
        </p:txBody>
      </p:sp>
    </p:spTree>
    <p:extLst>
      <p:ext uri="{BB962C8B-B14F-4D97-AF65-F5344CB8AC3E}">
        <p14:creationId xmlns:p14="http://schemas.microsoft.com/office/powerpoint/2010/main" val="3188670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E201-B2B4-2265-B3C4-C890965D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CC5DEB-B7EC-4EE0-8D8E-BB4EDB623C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60652"/>
            <a:ext cx="56007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B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mathematical calculations: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B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 addition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B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subtraction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B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multiplication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B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  division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B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modulus (remainder)</a:t>
            </a:r>
            <a:endParaRPr kumimoji="0" lang="en-ZM" altLang="en-ZM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95A59-2B1C-0E8B-E1D7-9F96AC75035A}"/>
              </a:ext>
            </a:extLst>
          </p:cNvPr>
          <p:cNvSpPr txBox="1"/>
          <p:nvPr/>
        </p:nvSpPr>
        <p:spPr>
          <a:xfrm>
            <a:off x="7543800" y="3429000"/>
            <a:ext cx="381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Arithmetic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Relational(comparison)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Logical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Assignment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Increment/Decrement, ……</a:t>
            </a:r>
            <a:endParaRPr lang="en-ZM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9C1212-7691-65D3-7FEA-82C89151A184}"/>
              </a:ext>
            </a:extLst>
          </p:cNvPr>
          <p:cNvSpPr txBox="1"/>
          <p:nvPr/>
        </p:nvSpPr>
        <p:spPr>
          <a:xfrm>
            <a:off x="6743700" y="752328"/>
            <a:ext cx="4610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 dirty="0"/>
              <a:t>operators</a:t>
            </a:r>
            <a:r>
              <a:rPr lang="en-GB" sz="2400" i="1" dirty="0"/>
              <a:t> are special symbols that perform operations on variables and values. They’re the tools you use to manipulate data, compare values, and control logic in your programs.</a:t>
            </a:r>
            <a:endParaRPr lang="en-ZM" sz="24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32BA3-C1EF-4A1D-735E-84C987D58BE0}"/>
              </a:ext>
            </a:extLst>
          </p:cNvPr>
          <p:cNvSpPr txBox="1"/>
          <p:nvPr/>
        </p:nvSpPr>
        <p:spPr>
          <a:xfrm>
            <a:off x="596899" y="2150744"/>
            <a:ext cx="35655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/>
              <a:t>Arithmetic Operators</a:t>
            </a:r>
            <a:endParaRPr lang="en-ZM" sz="2600" b="1" dirty="0"/>
          </a:p>
        </p:txBody>
      </p:sp>
    </p:spTree>
    <p:extLst>
      <p:ext uri="{BB962C8B-B14F-4D97-AF65-F5344CB8AC3E}">
        <p14:creationId xmlns:p14="http://schemas.microsoft.com/office/powerpoint/2010/main" val="409677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9F69-1F30-1856-ABBC-0353008A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4EB0-A88F-DC0D-344A-9BD9F908C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Input/Output</a:t>
            </a:r>
            <a:endParaRPr lang="en-ZM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BC9EB48-762B-1518-C88F-F600919A02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27815" y="1469057"/>
            <a:ext cx="525137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ZM" sz="2400" dirty="0" err="1">
                <a:latin typeface="Arial Unicode MS"/>
              </a:rPr>
              <a:t>cin</a:t>
            </a:r>
            <a:r>
              <a:rPr lang="en-GB" altLang="en-ZM" sz="2400" dirty="0">
                <a:latin typeface="Arial Unicode MS"/>
              </a:rPr>
              <a:t> :Console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i="1" dirty="0"/>
              <a:t>Comes from the word “character input</a:t>
            </a:r>
            <a:endParaRPr kumimoji="0" lang="en-ZM" altLang="en-ZM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6D49B-150A-9571-E334-2711C6E12010}"/>
              </a:ext>
            </a:extLst>
          </p:cNvPr>
          <p:cNvSpPr txBox="1"/>
          <p:nvPr/>
        </p:nvSpPr>
        <p:spPr>
          <a:xfrm>
            <a:off x="507998" y="1583859"/>
            <a:ext cx="4775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cout</a:t>
            </a:r>
            <a:r>
              <a:rPr lang="en-GB" sz="2400" dirty="0"/>
              <a:t> : Console Output</a:t>
            </a:r>
          </a:p>
          <a:p>
            <a:r>
              <a:rPr lang="en-GB" sz="2400" dirty="0"/>
              <a:t>Comes from the word “character output”</a:t>
            </a:r>
            <a:endParaRPr lang="en-ZM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F3FCC-A6D2-F2DB-3628-57990C21CCBB}"/>
              </a:ext>
            </a:extLst>
          </p:cNvPr>
          <p:cNvSpPr txBox="1"/>
          <p:nvPr/>
        </p:nvSpPr>
        <p:spPr>
          <a:xfrm>
            <a:off x="838199" y="2909422"/>
            <a:ext cx="5029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 &lt;iostream&gt;</a:t>
            </a:r>
          </a:p>
          <a:p>
            <a:r>
              <a:rPr lang="en-GB" dirty="0"/>
              <a:t>Using namespace std;</a:t>
            </a:r>
          </a:p>
          <a:p>
            <a:r>
              <a:rPr lang="en-GB" dirty="0"/>
              <a:t>Int main(){</a:t>
            </a:r>
          </a:p>
          <a:p>
            <a:pPr lvl="1"/>
            <a:r>
              <a:rPr lang="en-GB" dirty="0"/>
              <a:t>Int year = 2026</a:t>
            </a:r>
          </a:p>
          <a:p>
            <a:pPr lvl="1"/>
            <a:r>
              <a:rPr lang="en-GB" dirty="0"/>
              <a:t>string txt; “ this is ”</a:t>
            </a:r>
          </a:p>
          <a:p>
            <a:pPr lvl="1"/>
            <a:endParaRPr lang="en-GB" dirty="0"/>
          </a:p>
          <a:p>
            <a:pPr lvl="1"/>
            <a:r>
              <a:rPr lang="en-GB" dirty="0" err="1"/>
              <a:t>cout</a:t>
            </a:r>
            <a:r>
              <a:rPr lang="en-GB" dirty="0"/>
              <a:t> &lt;&lt; “Hello world”;</a:t>
            </a:r>
          </a:p>
          <a:p>
            <a:pPr lvl="1"/>
            <a:r>
              <a:rPr lang="en-GB" dirty="0" err="1"/>
              <a:t>cout</a:t>
            </a:r>
            <a:r>
              <a:rPr lang="en-GB" dirty="0"/>
              <a:t> &lt;&lt; year;</a:t>
            </a:r>
          </a:p>
          <a:p>
            <a:pPr lvl="1"/>
            <a:r>
              <a:rPr lang="en-GB" dirty="0" err="1"/>
              <a:t>cout</a:t>
            </a:r>
            <a:r>
              <a:rPr lang="en-GB" dirty="0"/>
              <a:t> &lt;&lt; “Hello world”&lt;&lt; txt &lt;&lt; year&lt;&lt;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endParaRPr lang="en-GB" dirty="0"/>
          </a:p>
          <a:p>
            <a:r>
              <a:rPr lang="en-GB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B24DB-EC72-803E-4089-C8911AF315AE}"/>
              </a:ext>
            </a:extLst>
          </p:cNvPr>
          <p:cNvSpPr txBox="1"/>
          <p:nvPr/>
        </p:nvSpPr>
        <p:spPr>
          <a:xfrm>
            <a:off x="6908802" y="2784188"/>
            <a:ext cx="4089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 &lt;iostream&gt;</a:t>
            </a:r>
          </a:p>
          <a:p>
            <a:r>
              <a:rPr lang="en-GB" dirty="0"/>
              <a:t>using namespace std;</a:t>
            </a:r>
          </a:p>
          <a:p>
            <a:endParaRPr lang="en-GB" dirty="0"/>
          </a:p>
          <a:p>
            <a:r>
              <a:rPr lang="en-GB" dirty="0"/>
              <a:t>int main() {</a:t>
            </a:r>
          </a:p>
          <a:p>
            <a:r>
              <a:rPr lang="en-GB" dirty="0"/>
              <a:t>    int age;</a:t>
            </a:r>
          </a:p>
          <a:p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"Enter your age: ";</a:t>
            </a:r>
          </a:p>
          <a:p>
            <a:r>
              <a:rPr lang="en-GB" dirty="0"/>
              <a:t>    </a:t>
            </a:r>
            <a:r>
              <a:rPr lang="en-GB" dirty="0" err="1"/>
              <a:t>cin</a:t>
            </a:r>
            <a:r>
              <a:rPr lang="en-GB" dirty="0"/>
              <a:t> &gt;&gt; age;   // user types a number</a:t>
            </a:r>
          </a:p>
          <a:p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"You entered: " &lt;&lt; age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r>
              <a:rPr lang="en-GB" dirty="0"/>
              <a:t>    return 0;</a:t>
            </a:r>
          </a:p>
          <a:p>
            <a:r>
              <a:rPr lang="en-GB" dirty="0"/>
              <a:t>}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037830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3180-6770-36DA-D996-88FEE46D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470C-4F2B-7093-813E-E7698D05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E9F303-F23B-42CE-754B-8F8618775A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01607"/>
            <a:ext cx="3643562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errors:</a:t>
            </a:r>
            <a:endParaRPr kumimoji="0" lang="en-GB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missing</a:t>
            </a:r>
            <a:endParaRPr kumimoji="0" lang="en-GB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ZM" dirty="0">
                <a:latin typeface="Arial" panose="020B0604020202020204" pitchFamily="34" charset="0"/>
              </a:rPr>
              <a:t> </a:t>
            </a: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semicolon</a:t>
            </a:r>
            <a:endParaRPr kumimoji="0" lang="en-GB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wrong </a:t>
            </a:r>
            <a:r>
              <a:rPr kumimoji="0" lang="en-GB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endParaRPr kumimoji="0" lang="en-GB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ZM" dirty="0">
                <a:latin typeface="Arial" panose="020B0604020202020204" pitchFamily="34" charset="0"/>
              </a:rPr>
              <a:t>Variable not declared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Functionality not wo</a:t>
            </a:r>
            <a:endParaRPr kumimoji="0" lang="en-ZM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33DFD-10EB-7CFD-F5B5-FA9ED879CE04}"/>
              </a:ext>
            </a:extLst>
          </p:cNvPr>
          <p:cNvSpPr txBox="1"/>
          <p:nvPr/>
        </p:nvSpPr>
        <p:spPr>
          <a:xfrm>
            <a:off x="838200" y="1962834"/>
            <a:ext cx="881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dirty="0">
                <a:effectLst/>
                <a:latin typeface="Roboto" panose="02000000000000000000" pitchFamily="2" charset="0"/>
              </a:rPr>
              <a:t>The process through which a user can find and fix errors in a program.</a:t>
            </a:r>
          </a:p>
          <a:p>
            <a:endParaRPr lang="en-ZM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0D1B3-31E2-F6C1-F0DC-C561DE249AA7}"/>
              </a:ext>
            </a:extLst>
          </p:cNvPr>
          <p:cNvSpPr txBox="1"/>
          <p:nvPr/>
        </p:nvSpPr>
        <p:spPr>
          <a:xfrm>
            <a:off x="7086600" y="3429000"/>
            <a:ext cx="3644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/>
              <a:t>Sometimes it is done when the program is running but not functioning as intended</a:t>
            </a:r>
            <a:endParaRPr lang="en-ZM" b="1" i="1" dirty="0"/>
          </a:p>
        </p:txBody>
      </p:sp>
    </p:spTree>
    <p:extLst>
      <p:ext uri="{BB962C8B-B14F-4D97-AF65-F5344CB8AC3E}">
        <p14:creationId xmlns:p14="http://schemas.microsoft.com/office/powerpoint/2010/main" val="267868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C878-9C6E-FB86-B9C9-55591BE0B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774F-A735-4BCC-8785-B5BF3055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Challenge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A9BF-28EB-8E45-5023-DA31478E9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 a mini calculator (sum, difference, product, quotient, remainder)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01248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9E753-BD72-C821-A426-918792ECB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1450" y="2767806"/>
            <a:ext cx="6769100" cy="1322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6000" dirty="0"/>
              <a:t>Thanks for coming</a:t>
            </a:r>
            <a:endParaRPr lang="en-ZM" sz="6000" dirty="0"/>
          </a:p>
        </p:txBody>
      </p:sp>
    </p:spTree>
    <p:extLst>
      <p:ext uri="{BB962C8B-B14F-4D97-AF65-F5344CB8AC3E}">
        <p14:creationId xmlns:p14="http://schemas.microsoft.com/office/powerpoint/2010/main" val="30119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435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Arial Unicode MS</vt:lpstr>
      <vt:lpstr>Roboto</vt:lpstr>
      <vt:lpstr>Office Theme</vt:lpstr>
      <vt:lpstr>Introduction to C++ </vt:lpstr>
      <vt:lpstr>Variables &amp; Data Types</vt:lpstr>
      <vt:lpstr>Declaration and Initialisation.</vt:lpstr>
      <vt:lpstr>Operators</vt:lpstr>
      <vt:lpstr>Input/Output</vt:lpstr>
      <vt:lpstr>Debugging</vt:lpstr>
      <vt:lpstr>Practice Challenge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Alick Banda</dc:creator>
  <cp:lastModifiedBy>Alick Banda</cp:lastModifiedBy>
  <cp:revision>2</cp:revision>
  <dcterms:created xsi:type="dcterms:W3CDTF">2026-03-06T03:17:54Z</dcterms:created>
  <dcterms:modified xsi:type="dcterms:W3CDTF">2026-03-07T19:34:15Z</dcterms:modified>
</cp:coreProperties>
</file>