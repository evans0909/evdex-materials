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64" r:id="rId5"/>
    <p:sldId id="265" r:id="rId6"/>
    <p:sldId id="259" r:id="rId7"/>
    <p:sldId id="258" r:id="rId8"/>
    <p:sldId id="260" r:id="rId9"/>
    <p:sldId id="261"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F6665-4E84-5AEA-AE83-52FB6E6FE8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260A7FC-4379-0FC8-A337-96900A02B3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6734034-F2B3-E482-DE2D-29ABCBE7297A}"/>
              </a:ext>
            </a:extLst>
          </p:cNvPr>
          <p:cNvSpPr>
            <a:spLocks noGrp="1"/>
          </p:cNvSpPr>
          <p:nvPr>
            <p:ph type="dt" sz="half" idx="10"/>
          </p:nvPr>
        </p:nvSpPr>
        <p:spPr/>
        <p:txBody>
          <a:bodyPr/>
          <a:lstStyle/>
          <a:p>
            <a:fld id="{F2EF1E32-02D3-40FA-94EF-39DE4EDF6BC2}" type="datetimeFigureOut">
              <a:rPr lang="en-GB" smtClean="0"/>
              <a:t>11/09/2025</a:t>
            </a:fld>
            <a:endParaRPr lang="en-GB"/>
          </a:p>
        </p:txBody>
      </p:sp>
      <p:sp>
        <p:nvSpPr>
          <p:cNvPr id="5" name="Footer Placeholder 4">
            <a:extLst>
              <a:ext uri="{FF2B5EF4-FFF2-40B4-BE49-F238E27FC236}">
                <a16:creationId xmlns:a16="http://schemas.microsoft.com/office/drawing/2014/main" id="{EB58CA0E-9125-B67E-C993-A58A6F24B89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2B49FD3-4B5F-0BCF-2E59-AC3ADA10E321}"/>
              </a:ext>
            </a:extLst>
          </p:cNvPr>
          <p:cNvSpPr>
            <a:spLocks noGrp="1"/>
          </p:cNvSpPr>
          <p:nvPr>
            <p:ph type="sldNum" sz="quarter" idx="12"/>
          </p:nvPr>
        </p:nvSpPr>
        <p:spPr/>
        <p:txBody>
          <a:bodyPr/>
          <a:lstStyle/>
          <a:p>
            <a:fld id="{AC35E757-962D-4F59-A2E8-AB6A22DAE8B7}" type="slidenum">
              <a:rPr lang="en-GB" smtClean="0"/>
              <a:t>‹#›</a:t>
            </a:fld>
            <a:endParaRPr lang="en-GB"/>
          </a:p>
        </p:txBody>
      </p:sp>
    </p:spTree>
    <p:extLst>
      <p:ext uri="{BB962C8B-B14F-4D97-AF65-F5344CB8AC3E}">
        <p14:creationId xmlns:p14="http://schemas.microsoft.com/office/powerpoint/2010/main" val="834737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AC275-B8A6-9F4F-6BA2-2698F3E8DDB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CEDF682-96A1-A33E-CBE4-4A9451682B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AED86DA-ED64-64BA-F3CF-DC742525A41F}"/>
              </a:ext>
            </a:extLst>
          </p:cNvPr>
          <p:cNvSpPr>
            <a:spLocks noGrp="1"/>
          </p:cNvSpPr>
          <p:nvPr>
            <p:ph type="dt" sz="half" idx="10"/>
          </p:nvPr>
        </p:nvSpPr>
        <p:spPr/>
        <p:txBody>
          <a:bodyPr/>
          <a:lstStyle/>
          <a:p>
            <a:fld id="{F2EF1E32-02D3-40FA-94EF-39DE4EDF6BC2}" type="datetimeFigureOut">
              <a:rPr lang="en-GB" smtClean="0"/>
              <a:t>11/09/2025</a:t>
            </a:fld>
            <a:endParaRPr lang="en-GB"/>
          </a:p>
        </p:txBody>
      </p:sp>
      <p:sp>
        <p:nvSpPr>
          <p:cNvPr id="5" name="Footer Placeholder 4">
            <a:extLst>
              <a:ext uri="{FF2B5EF4-FFF2-40B4-BE49-F238E27FC236}">
                <a16:creationId xmlns:a16="http://schemas.microsoft.com/office/drawing/2014/main" id="{C8E22DCB-8ECE-41AD-431E-613F3605182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69DE2B0-44E2-6959-82B9-D18CB7CC3AC3}"/>
              </a:ext>
            </a:extLst>
          </p:cNvPr>
          <p:cNvSpPr>
            <a:spLocks noGrp="1"/>
          </p:cNvSpPr>
          <p:nvPr>
            <p:ph type="sldNum" sz="quarter" idx="12"/>
          </p:nvPr>
        </p:nvSpPr>
        <p:spPr/>
        <p:txBody>
          <a:bodyPr/>
          <a:lstStyle/>
          <a:p>
            <a:fld id="{AC35E757-962D-4F59-A2E8-AB6A22DAE8B7}" type="slidenum">
              <a:rPr lang="en-GB" smtClean="0"/>
              <a:t>‹#›</a:t>
            </a:fld>
            <a:endParaRPr lang="en-GB"/>
          </a:p>
        </p:txBody>
      </p:sp>
    </p:spTree>
    <p:extLst>
      <p:ext uri="{BB962C8B-B14F-4D97-AF65-F5344CB8AC3E}">
        <p14:creationId xmlns:p14="http://schemas.microsoft.com/office/powerpoint/2010/main" val="2259322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717C5-8762-C859-6868-A12F161171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1BBE0B7-9980-8828-10B9-5E6433E685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78EFC4-7A66-E500-A962-421ED9B01448}"/>
              </a:ext>
            </a:extLst>
          </p:cNvPr>
          <p:cNvSpPr>
            <a:spLocks noGrp="1"/>
          </p:cNvSpPr>
          <p:nvPr>
            <p:ph type="dt" sz="half" idx="10"/>
          </p:nvPr>
        </p:nvSpPr>
        <p:spPr/>
        <p:txBody>
          <a:bodyPr/>
          <a:lstStyle/>
          <a:p>
            <a:fld id="{F2EF1E32-02D3-40FA-94EF-39DE4EDF6BC2}" type="datetimeFigureOut">
              <a:rPr lang="en-GB" smtClean="0"/>
              <a:t>11/09/2025</a:t>
            </a:fld>
            <a:endParaRPr lang="en-GB"/>
          </a:p>
        </p:txBody>
      </p:sp>
      <p:sp>
        <p:nvSpPr>
          <p:cNvPr id="5" name="Footer Placeholder 4">
            <a:extLst>
              <a:ext uri="{FF2B5EF4-FFF2-40B4-BE49-F238E27FC236}">
                <a16:creationId xmlns:a16="http://schemas.microsoft.com/office/drawing/2014/main" id="{DD656BD8-663D-8619-A691-D25F83E195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ECF462-EC26-18CE-5650-B6E704287488}"/>
              </a:ext>
            </a:extLst>
          </p:cNvPr>
          <p:cNvSpPr>
            <a:spLocks noGrp="1"/>
          </p:cNvSpPr>
          <p:nvPr>
            <p:ph type="sldNum" sz="quarter" idx="12"/>
          </p:nvPr>
        </p:nvSpPr>
        <p:spPr/>
        <p:txBody>
          <a:bodyPr/>
          <a:lstStyle/>
          <a:p>
            <a:fld id="{AC35E757-962D-4F59-A2E8-AB6A22DAE8B7}" type="slidenum">
              <a:rPr lang="en-GB" smtClean="0"/>
              <a:t>‹#›</a:t>
            </a:fld>
            <a:endParaRPr lang="en-GB"/>
          </a:p>
        </p:txBody>
      </p:sp>
    </p:spTree>
    <p:extLst>
      <p:ext uri="{BB962C8B-B14F-4D97-AF65-F5344CB8AC3E}">
        <p14:creationId xmlns:p14="http://schemas.microsoft.com/office/powerpoint/2010/main" val="2753407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74DDA-BC34-D19F-F3AA-2BD1B558B25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1EE85D7-60CE-DBB1-34D9-AE1AFA2944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9042C13-EC4B-43C5-BD54-3538926DED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5F7EADB-8CC1-09EF-4A92-CF38EFE7BF86}"/>
              </a:ext>
            </a:extLst>
          </p:cNvPr>
          <p:cNvSpPr>
            <a:spLocks noGrp="1"/>
          </p:cNvSpPr>
          <p:nvPr>
            <p:ph type="dt" sz="half" idx="10"/>
          </p:nvPr>
        </p:nvSpPr>
        <p:spPr/>
        <p:txBody>
          <a:bodyPr/>
          <a:lstStyle/>
          <a:p>
            <a:fld id="{F2EF1E32-02D3-40FA-94EF-39DE4EDF6BC2}" type="datetimeFigureOut">
              <a:rPr lang="en-GB" smtClean="0"/>
              <a:t>11/09/2025</a:t>
            </a:fld>
            <a:endParaRPr lang="en-GB"/>
          </a:p>
        </p:txBody>
      </p:sp>
      <p:sp>
        <p:nvSpPr>
          <p:cNvPr id="6" name="Footer Placeholder 5">
            <a:extLst>
              <a:ext uri="{FF2B5EF4-FFF2-40B4-BE49-F238E27FC236}">
                <a16:creationId xmlns:a16="http://schemas.microsoft.com/office/drawing/2014/main" id="{F68C6451-839D-76F8-4E42-C3F9EDC0D17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D2A02DD-205A-EE09-42A1-403EDB030C92}"/>
              </a:ext>
            </a:extLst>
          </p:cNvPr>
          <p:cNvSpPr>
            <a:spLocks noGrp="1"/>
          </p:cNvSpPr>
          <p:nvPr>
            <p:ph type="sldNum" sz="quarter" idx="12"/>
          </p:nvPr>
        </p:nvSpPr>
        <p:spPr/>
        <p:txBody>
          <a:bodyPr/>
          <a:lstStyle/>
          <a:p>
            <a:fld id="{AC35E757-962D-4F59-A2E8-AB6A22DAE8B7}" type="slidenum">
              <a:rPr lang="en-GB" smtClean="0"/>
              <a:t>‹#›</a:t>
            </a:fld>
            <a:endParaRPr lang="en-GB"/>
          </a:p>
        </p:txBody>
      </p:sp>
    </p:spTree>
    <p:extLst>
      <p:ext uri="{BB962C8B-B14F-4D97-AF65-F5344CB8AC3E}">
        <p14:creationId xmlns:p14="http://schemas.microsoft.com/office/powerpoint/2010/main" val="333467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9B68-3FB2-6846-6B5A-00641DF791A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96E94C2-6AC0-B35C-0E0F-8A015E0CCD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44A7E5-0F1E-577A-7209-6B2A970D52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566FA5B-87B7-6986-73CE-0DA4C46FB9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0C894A-2FE1-3E8A-CC0A-B3606BB58F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9E8767E-21B9-AE45-F5B0-321C22237316}"/>
              </a:ext>
            </a:extLst>
          </p:cNvPr>
          <p:cNvSpPr>
            <a:spLocks noGrp="1"/>
          </p:cNvSpPr>
          <p:nvPr>
            <p:ph type="dt" sz="half" idx="10"/>
          </p:nvPr>
        </p:nvSpPr>
        <p:spPr/>
        <p:txBody>
          <a:bodyPr/>
          <a:lstStyle/>
          <a:p>
            <a:fld id="{F2EF1E32-02D3-40FA-94EF-39DE4EDF6BC2}" type="datetimeFigureOut">
              <a:rPr lang="en-GB" smtClean="0"/>
              <a:t>11/09/2025</a:t>
            </a:fld>
            <a:endParaRPr lang="en-GB"/>
          </a:p>
        </p:txBody>
      </p:sp>
      <p:sp>
        <p:nvSpPr>
          <p:cNvPr id="8" name="Footer Placeholder 7">
            <a:extLst>
              <a:ext uri="{FF2B5EF4-FFF2-40B4-BE49-F238E27FC236}">
                <a16:creationId xmlns:a16="http://schemas.microsoft.com/office/drawing/2014/main" id="{DF1EBA5B-7FC1-77A5-04E5-0D7BC3278F2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243C59E-1570-4567-3279-3656AE72476E}"/>
              </a:ext>
            </a:extLst>
          </p:cNvPr>
          <p:cNvSpPr>
            <a:spLocks noGrp="1"/>
          </p:cNvSpPr>
          <p:nvPr>
            <p:ph type="sldNum" sz="quarter" idx="12"/>
          </p:nvPr>
        </p:nvSpPr>
        <p:spPr/>
        <p:txBody>
          <a:bodyPr/>
          <a:lstStyle/>
          <a:p>
            <a:fld id="{AC35E757-962D-4F59-A2E8-AB6A22DAE8B7}" type="slidenum">
              <a:rPr lang="en-GB" smtClean="0"/>
              <a:t>‹#›</a:t>
            </a:fld>
            <a:endParaRPr lang="en-GB"/>
          </a:p>
        </p:txBody>
      </p:sp>
    </p:spTree>
    <p:extLst>
      <p:ext uri="{BB962C8B-B14F-4D97-AF65-F5344CB8AC3E}">
        <p14:creationId xmlns:p14="http://schemas.microsoft.com/office/powerpoint/2010/main" val="1930080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B27BE-138C-23B7-0BB1-4F75EDD4E6D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2417A95-54DE-F9B3-7774-97BCCD3690C2}"/>
              </a:ext>
            </a:extLst>
          </p:cNvPr>
          <p:cNvSpPr>
            <a:spLocks noGrp="1"/>
          </p:cNvSpPr>
          <p:nvPr>
            <p:ph type="dt" sz="half" idx="10"/>
          </p:nvPr>
        </p:nvSpPr>
        <p:spPr/>
        <p:txBody>
          <a:bodyPr/>
          <a:lstStyle/>
          <a:p>
            <a:fld id="{F2EF1E32-02D3-40FA-94EF-39DE4EDF6BC2}" type="datetimeFigureOut">
              <a:rPr lang="en-GB" smtClean="0"/>
              <a:t>11/09/2025</a:t>
            </a:fld>
            <a:endParaRPr lang="en-GB"/>
          </a:p>
        </p:txBody>
      </p:sp>
      <p:sp>
        <p:nvSpPr>
          <p:cNvPr id="4" name="Footer Placeholder 3">
            <a:extLst>
              <a:ext uri="{FF2B5EF4-FFF2-40B4-BE49-F238E27FC236}">
                <a16:creationId xmlns:a16="http://schemas.microsoft.com/office/drawing/2014/main" id="{1CAAAA0E-80E9-0EF8-5EDC-DA1084635A3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29653B9-8F7D-9720-A9FB-9885DCF22BD9}"/>
              </a:ext>
            </a:extLst>
          </p:cNvPr>
          <p:cNvSpPr>
            <a:spLocks noGrp="1"/>
          </p:cNvSpPr>
          <p:nvPr>
            <p:ph type="sldNum" sz="quarter" idx="12"/>
          </p:nvPr>
        </p:nvSpPr>
        <p:spPr/>
        <p:txBody>
          <a:bodyPr/>
          <a:lstStyle/>
          <a:p>
            <a:fld id="{AC35E757-962D-4F59-A2E8-AB6A22DAE8B7}" type="slidenum">
              <a:rPr lang="en-GB" smtClean="0"/>
              <a:t>‹#›</a:t>
            </a:fld>
            <a:endParaRPr lang="en-GB"/>
          </a:p>
        </p:txBody>
      </p:sp>
    </p:spTree>
    <p:extLst>
      <p:ext uri="{BB962C8B-B14F-4D97-AF65-F5344CB8AC3E}">
        <p14:creationId xmlns:p14="http://schemas.microsoft.com/office/powerpoint/2010/main" val="193250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92D97B-3CB0-EC8E-0834-DC260D0C7628}"/>
              </a:ext>
            </a:extLst>
          </p:cNvPr>
          <p:cNvSpPr>
            <a:spLocks noGrp="1"/>
          </p:cNvSpPr>
          <p:nvPr>
            <p:ph type="dt" sz="half" idx="10"/>
          </p:nvPr>
        </p:nvSpPr>
        <p:spPr/>
        <p:txBody>
          <a:bodyPr/>
          <a:lstStyle/>
          <a:p>
            <a:fld id="{F2EF1E32-02D3-40FA-94EF-39DE4EDF6BC2}" type="datetimeFigureOut">
              <a:rPr lang="en-GB" smtClean="0"/>
              <a:t>11/09/2025</a:t>
            </a:fld>
            <a:endParaRPr lang="en-GB"/>
          </a:p>
        </p:txBody>
      </p:sp>
      <p:sp>
        <p:nvSpPr>
          <p:cNvPr id="3" name="Footer Placeholder 2">
            <a:extLst>
              <a:ext uri="{FF2B5EF4-FFF2-40B4-BE49-F238E27FC236}">
                <a16:creationId xmlns:a16="http://schemas.microsoft.com/office/drawing/2014/main" id="{7438F95C-1D16-4CC2-57A2-17BC0C1B150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9972AD5-372A-DB6D-F8E9-CEE26B88CD13}"/>
              </a:ext>
            </a:extLst>
          </p:cNvPr>
          <p:cNvSpPr>
            <a:spLocks noGrp="1"/>
          </p:cNvSpPr>
          <p:nvPr>
            <p:ph type="sldNum" sz="quarter" idx="12"/>
          </p:nvPr>
        </p:nvSpPr>
        <p:spPr/>
        <p:txBody>
          <a:bodyPr/>
          <a:lstStyle/>
          <a:p>
            <a:fld id="{AC35E757-962D-4F59-A2E8-AB6A22DAE8B7}" type="slidenum">
              <a:rPr lang="en-GB" smtClean="0"/>
              <a:t>‹#›</a:t>
            </a:fld>
            <a:endParaRPr lang="en-GB"/>
          </a:p>
        </p:txBody>
      </p:sp>
    </p:spTree>
    <p:extLst>
      <p:ext uri="{BB962C8B-B14F-4D97-AF65-F5344CB8AC3E}">
        <p14:creationId xmlns:p14="http://schemas.microsoft.com/office/powerpoint/2010/main" val="1273986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79221-7FC8-821B-BD70-51BC0DB20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A236E78-6A72-F56E-8E59-18FE5FC238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6F47088-D50E-1105-E727-298A4E06FB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926E15-C605-D06C-DB9B-B7FAC073F680}"/>
              </a:ext>
            </a:extLst>
          </p:cNvPr>
          <p:cNvSpPr>
            <a:spLocks noGrp="1"/>
          </p:cNvSpPr>
          <p:nvPr>
            <p:ph type="dt" sz="half" idx="10"/>
          </p:nvPr>
        </p:nvSpPr>
        <p:spPr/>
        <p:txBody>
          <a:bodyPr/>
          <a:lstStyle/>
          <a:p>
            <a:fld id="{F2EF1E32-02D3-40FA-94EF-39DE4EDF6BC2}" type="datetimeFigureOut">
              <a:rPr lang="en-GB" smtClean="0"/>
              <a:t>11/09/2025</a:t>
            </a:fld>
            <a:endParaRPr lang="en-GB"/>
          </a:p>
        </p:txBody>
      </p:sp>
      <p:sp>
        <p:nvSpPr>
          <p:cNvPr id="6" name="Footer Placeholder 5">
            <a:extLst>
              <a:ext uri="{FF2B5EF4-FFF2-40B4-BE49-F238E27FC236}">
                <a16:creationId xmlns:a16="http://schemas.microsoft.com/office/drawing/2014/main" id="{DB58FD61-242F-F56F-3C32-7A68B763AA5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0DD154E-F1F0-4DCC-31DA-A205FC538824}"/>
              </a:ext>
            </a:extLst>
          </p:cNvPr>
          <p:cNvSpPr>
            <a:spLocks noGrp="1"/>
          </p:cNvSpPr>
          <p:nvPr>
            <p:ph type="sldNum" sz="quarter" idx="12"/>
          </p:nvPr>
        </p:nvSpPr>
        <p:spPr/>
        <p:txBody>
          <a:bodyPr/>
          <a:lstStyle/>
          <a:p>
            <a:fld id="{AC35E757-962D-4F59-A2E8-AB6A22DAE8B7}" type="slidenum">
              <a:rPr lang="en-GB" smtClean="0"/>
              <a:t>‹#›</a:t>
            </a:fld>
            <a:endParaRPr lang="en-GB"/>
          </a:p>
        </p:txBody>
      </p:sp>
    </p:spTree>
    <p:extLst>
      <p:ext uri="{BB962C8B-B14F-4D97-AF65-F5344CB8AC3E}">
        <p14:creationId xmlns:p14="http://schemas.microsoft.com/office/powerpoint/2010/main" val="782134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09B07-72E6-BC1C-FE26-5E13057600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F339DAD-DAEB-1072-61E6-72452CAA36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F7A2197-3DB9-76C8-D5D0-1B7E66EB67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4AD105-A0A4-A498-FBF6-9430FD778CA5}"/>
              </a:ext>
            </a:extLst>
          </p:cNvPr>
          <p:cNvSpPr>
            <a:spLocks noGrp="1"/>
          </p:cNvSpPr>
          <p:nvPr>
            <p:ph type="dt" sz="half" idx="10"/>
          </p:nvPr>
        </p:nvSpPr>
        <p:spPr/>
        <p:txBody>
          <a:bodyPr/>
          <a:lstStyle/>
          <a:p>
            <a:fld id="{F2EF1E32-02D3-40FA-94EF-39DE4EDF6BC2}" type="datetimeFigureOut">
              <a:rPr lang="en-GB" smtClean="0"/>
              <a:t>11/09/2025</a:t>
            </a:fld>
            <a:endParaRPr lang="en-GB"/>
          </a:p>
        </p:txBody>
      </p:sp>
      <p:sp>
        <p:nvSpPr>
          <p:cNvPr id="6" name="Footer Placeholder 5">
            <a:extLst>
              <a:ext uri="{FF2B5EF4-FFF2-40B4-BE49-F238E27FC236}">
                <a16:creationId xmlns:a16="http://schemas.microsoft.com/office/drawing/2014/main" id="{E25C1EA7-E02E-3475-0E7F-26D34725D46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D73CA18-A3EF-ECA2-DB5C-950815C86013}"/>
              </a:ext>
            </a:extLst>
          </p:cNvPr>
          <p:cNvSpPr>
            <a:spLocks noGrp="1"/>
          </p:cNvSpPr>
          <p:nvPr>
            <p:ph type="sldNum" sz="quarter" idx="12"/>
          </p:nvPr>
        </p:nvSpPr>
        <p:spPr/>
        <p:txBody>
          <a:bodyPr/>
          <a:lstStyle/>
          <a:p>
            <a:fld id="{AC35E757-962D-4F59-A2E8-AB6A22DAE8B7}" type="slidenum">
              <a:rPr lang="en-GB" smtClean="0"/>
              <a:t>‹#›</a:t>
            </a:fld>
            <a:endParaRPr lang="en-GB"/>
          </a:p>
        </p:txBody>
      </p:sp>
    </p:spTree>
    <p:extLst>
      <p:ext uri="{BB962C8B-B14F-4D97-AF65-F5344CB8AC3E}">
        <p14:creationId xmlns:p14="http://schemas.microsoft.com/office/powerpoint/2010/main" val="724169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351E6-BFA2-3D08-1359-4E5F1493BB7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410A294-F9F1-5714-B6F6-DE47CFC76C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B95360F-B8AF-FD44-6BAA-1B6EED1211CE}"/>
              </a:ext>
            </a:extLst>
          </p:cNvPr>
          <p:cNvSpPr>
            <a:spLocks noGrp="1"/>
          </p:cNvSpPr>
          <p:nvPr>
            <p:ph type="dt" sz="half" idx="10"/>
          </p:nvPr>
        </p:nvSpPr>
        <p:spPr/>
        <p:txBody>
          <a:bodyPr/>
          <a:lstStyle/>
          <a:p>
            <a:fld id="{F2EF1E32-02D3-40FA-94EF-39DE4EDF6BC2}" type="datetimeFigureOut">
              <a:rPr lang="en-GB" smtClean="0"/>
              <a:t>11/09/2025</a:t>
            </a:fld>
            <a:endParaRPr lang="en-GB"/>
          </a:p>
        </p:txBody>
      </p:sp>
      <p:sp>
        <p:nvSpPr>
          <p:cNvPr id="5" name="Footer Placeholder 4">
            <a:extLst>
              <a:ext uri="{FF2B5EF4-FFF2-40B4-BE49-F238E27FC236}">
                <a16:creationId xmlns:a16="http://schemas.microsoft.com/office/drawing/2014/main" id="{D7542362-6338-BAC6-F295-3A76BAB3D1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E92948C-2855-9362-F502-3ABCD4630775}"/>
              </a:ext>
            </a:extLst>
          </p:cNvPr>
          <p:cNvSpPr>
            <a:spLocks noGrp="1"/>
          </p:cNvSpPr>
          <p:nvPr>
            <p:ph type="sldNum" sz="quarter" idx="12"/>
          </p:nvPr>
        </p:nvSpPr>
        <p:spPr/>
        <p:txBody>
          <a:bodyPr/>
          <a:lstStyle/>
          <a:p>
            <a:fld id="{AC35E757-962D-4F59-A2E8-AB6A22DAE8B7}" type="slidenum">
              <a:rPr lang="en-GB" smtClean="0"/>
              <a:t>‹#›</a:t>
            </a:fld>
            <a:endParaRPr lang="en-GB"/>
          </a:p>
        </p:txBody>
      </p:sp>
    </p:spTree>
    <p:extLst>
      <p:ext uri="{BB962C8B-B14F-4D97-AF65-F5344CB8AC3E}">
        <p14:creationId xmlns:p14="http://schemas.microsoft.com/office/powerpoint/2010/main" val="1569464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AD58D1-011B-BB80-F396-5D9E28D574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764AA3B-7ACF-2991-4B34-4D5C757A2D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23480D-1DBF-A9AA-01AB-54AA494CDAE6}"/>
              </a:ext>
            </a:extLst>
          </p:cNvPr>
          <p:cNvSpPr>
            <a:spLocks noGrp="1"/>
          </p:cNvSpPr>
          <p:nvPr>
            <p:ph type="dt" sz="half" idx="10"/>
          </p:nvPr>
        </p:nvSpPr>
        <p:spPr/>
        <p:txBody>
          <a:bodyPr/>
          <a:lstStyle/>
          <a:p>
            <a:fld id="{F2EF1E32-02D3-40FA-94EF-39DE4EDF6BC2}" type="datetimeFigureOut">
              <a:rPr lang="en-GB" smtClean="0"/>
              <a:t>11/09/2025</a:t>
            </a:fld>
            <a:endParaRPr lang="en-GB"/>
          </a:p>
        </p:txBody>
      </p:sp>
      <p:sp>
        <p:nvSpPr>
          <p:cNvPr id="5" name="Footer Placeholder 4">
            <a:extLst>
              <a:ext uri="{FF2B5EF4-FFF2-40B4-BE49-F238E27FC236}">
                <a16:creationId xmlns:a16="http://schemas.microsoft.com/office/drawing/2014/main" id="{360D5875-E787-D9B2-7457-7592981BABF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1B98F91-A641-D349-1D98-1A5C8B10ABBF}"/>
              </a:ext>
            </a:extLst>
          </p:cNvPr>
          <p:cNvSpPr>
            <a:spLocks noGrp="1"/>
          </p:cNvSpPr>
          <p:nvPr>
            <p:ph type="sldNum" sz="quarter" idx="12"/>
          </p:nvPr>
        </p:nvSpPr>
        <p:spPr/>
        <p:txBody>
          <a:bodyPr/>
          <a:lstStyle/>
          <a:p>
            <a:fld id="{AC35E757-962D-4F59-A2E8-AB6A22DAE8B7}" type="slidenum">
              <a:rPr lang="en-GB" smtClean="0"/>
              <a:t>‹#›</a:t>
            </a:fld>
            <a:endParaRPr lang="en-GB"/>
          </a:p>
        </p:txBody>
      </p:sp>
    </p:spTree>
    <p:extLst>
      <p:ext uri="{BB962C8B-B14F-4D97-AF65-F5344CB8AC3E}">
        <p14:creationId xmlns:p14="http://schemas.microsoft.com/office/powerpoint/2010/main" val="3742461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DE1938-8DC0-05CB-7ABE-51C2B00D62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F75008E-A7FC-F2A2-59C3-B6D39FF23B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9977FC-CDBF-1542-F0B9-E0BC748117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EF1E32-02D3-40FA-94EF-39DE4EDF6BC2}" type="datetimeFigureOut">
              <a:rPr lang="en-GB" smtClean="0"/>
              <a:t>11/09/2025</a:t>
            </a:fld>
            <a:endParaRPr lang="en-GB"/>
          </a:p>
        </p:txBody>
      </p:sp>
      <p:sp>
        <p:nvSpPr>
          <p:cNvPr id="5" name="Footer Placeholder 4">
            <a:extLst>
              <a:ext uri="{FF2B5EF4-FFF2-40B4-BE49-F238E27FC236}">
                <a16:creationId xmlns:a16="http://schemas.microsoft.com/office/drawing/2014/main" id="{CA31A1E7-A3AE-B6D2-E72A-A227C61D89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9CCB379-FBB8-8D79-DCE2-65FAD2980E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5E757-962D-4F59-A2E8-AB6A22DAE8B7}" type="slidenum">
              <a:rPr lang="en-GB" smtClean="0"/>
              <a:t>‹#›</a:t>
            </a:fld>
            <a:endParaRPr lang="en-GB"/>
          </a:p>
        </p:txBody>
      </p:sp>
    </p:spTree>
    <p:extLst>
      <p:ext uri="{BB962C8B-B14F-4D97-AF65-F5344CB8AC3E}">
        <p14:creationId xmlns:p14="http://schemas.microsoft.com/office/powerpoint/2010/main" val="2732885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04258-5888-A981-4C0D-42AE6624F202}"/>
              </a:ext>
            </a:extLst>
          </p:cNvPr>
          <p:cNvSpPr>
            <a:spLocks noGrp="1"/>
          </p:cNvSpPr>
          <p:nvPr>
            <p:ph type="ctrTitle"/>
          </p:nvPr>
        </p:nvSpPr>
        <p:spPr/>
        <p:txBody>
          <a:bodyPr/>
          <a:lstStyle/>
          <a:p>
            <a:r>
              <a:rPr lang="en-GB" dirty="0"/>
              <a:t>Mobile and Social Media Strategy for </a:t>
            </a:r>
            <a:r>
              <a:rPr lang="en-GB" dirty="0" err="1"/>
              <a:t>StyleCart</a:t>
            </a:r>
            <a:endParaRPr lang="en-GB" dirty="0"/>
          </a:p>
        </p:txBody>
      </p:sp>
      <p:sp>
        <p:nvSpPr>
          <p:cNvPr id="3" name="Subtitle 2">
            <a:extLst>
              <a:ext uri="{FF2B5EF4-FFF2-40B4-BE49-F238E27FC236}">
                <a16:creationId xmlns:a16="http://schemas.microsoft.com/office/drawing/2014/main" id="{5D78AD09-FEE3-CF50-976A-7A7F56C4E99F}"/>
              </a:ext>
            </a:extLst>
          </p:cNvPr>
          <p:cNvSpPr>
            <a:spLocks noGrp="1"/>
          </p:cNvSpPr>
          <p:nvPr>
            <p:ph type="subTitle" idx="1"/>
          </p:nvPr>
        </p:nvSpPr>
        <p:spPr>
          <a:xfrm>
            <a:off x="1524000" y="3602038"/>
            <a:ext cx="9144000" cy="558482"/>
          </a:xfrm>
        </p:spPr>
        <p:txBody>
          <a:bodyPr/>
          <a:lstStyle/>
          <a:p>
            <a:r>
              <a:rPr lang="en-GB" dirty="0"/>
              <a:t>Presented by group three members</a:t>
            </a:r>
          </a:p>
          <a:p>
            <a:pPr marL="457200" indent="-457200">
              <a:buAutoNum type="arabicPeriod"/>
            </a:pPr>
            <a:endParaRPr lang="en-GB" dirty="0"/>
          </a:p>
        </p:txBody>
      </p:sp>
    </p:spTree>
    <p:extLst>
      <p:ext uri="{BB962C8B-B14F-4D97-AF65-F5344CB8AC3E}">
        <p14:creationId xmlns:p14="http://schemas.microsoft.com/office/powerpoint/2010/main" val="2442089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DCC04-3092-55E0-EAEB-BFE65650B0BA}"/>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6E262ADC-5026-3305-82A8-E38B5B6F719F}"/>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686343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965EC-A760-BA5E-0721-FC2BEE0DD458}"/>
              </a:ext>
            </a:extLst>
          </p:cNvPr>
          <p:cNvSpPr>
            <a:spLocks noGrp="1"/>
          </p:cNvSpPr>
          <p:nvPr>
            <p:ph type="title"/>
          </p:nvPr>
        </p:nvSpPr>
        <p:spPr/>
        <p:txBody>
          <a:bodyPr/>
          <a:lstStyle/>
          <a:p>
            <a:r>
              <a:rPr lang="en-GB" dirty="0"/>
              <a:t>Cross-platform user experience</a:t>
            </a:r>
          </a:p>
        </p:txBody>
      </p:sp>
      <p:sp>
        <p:nvSpPr>
          <p:cNvPr id="3" name="Content Placeholder 2">
            <a:extLst>
              <a:ext uri="{FF2B5EF4-FFF2-40B4-BE49-F238E27FC236}">
                <a16:creationId xmlns:a16="http://schemas.microsoft.com/office/drawing/2014/main" id="{462379CD-DC4D-A390-13E2-F8565E9D5BE1}"/>
              </a:ext>
            </a:extLst>
          </p:cNvPr>
          <p:cNvSpPr>
            <a:spLocks noGrp="1"/>
          </p:cNvSpPr>
          <p:nvPr>
            <p:ph idx="1"/>
          </p:nvPr>
        </p:nvSpPr>
        <p:spPr/>
        <p:txBody>
          <a:bodyPr/>
          <a:lstStyle/>
          <a:p>
            <a:endParaRPr lang="en-GB" dirty="0"/>
          </a:p>
          <a:p>
            <a:r>
              <a:rPr lang="en-GB" sz="4000" dirty="0"/>
              <a:t>Ensures consistent design and features across devices, it works on all platforms and it is built-in support for adaptive user interface elements such as dark mode screen size etc.</a:t>
            </a:r>
          </a:p>
        </p:txBody>
      </p:sp>
    </p:spTree>
    <p:extLst>
      <p:ext uri="{BB962C8B-B14F-4D97-AF65-F5344CB8AC3E}">
        <p14:creationId xmlns:p14="http://schemas.microsoft.com/office/powerpoint/2010/main" val="4267601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2089C-7D4D-2DD6-B51A-29757631395B}"/>
              </a:ext>
            </a:extLst>
          </p:cNvPr>
          <p:cNvSpPr>
            <a:spLocks noGrp="1"/>
          </p:cNvSpPr>
          <p:nvPr>
            <p:ph type="title"/>
          </p:nvPr>
        </p:nvSpPr>
        <p:spPr/>
        <p:txBody>
          <a:bodyPr/>
          <a:lstStyle/>
          <a:p>
            <a:r>
              <a:rPr lang="en-GB" dirty="0"/>
              <a:t>Cost efficient</a:t>
            </a:r>
            <a:br>
              <a:rPr lang="en-GB" dirty="0"/>
            </a:br>
            <a:endParaRPr lang="en-GB" dirty="0"/>
          </a:p>
        </p:txBody>
      </p:sp>
      <p:sp>
        <p:nvSpPr>
          <p:cNvPr id="3" name="Content Placeholder 2">
            <a:extLst>
              <a:ext uri="{FF2B5EF4-FFF2-40B4-BE49-F238E27FC236}">
                <a16:creationId xmlns:a16="http://schemas.microsoft.com/office/drawing/2014/main" id="{75C0433E-931A-FA7D-A2D0-29B286F9EAD6}"/>
              </a:ext>
            </a:extLst>
          </p:cNvPr>
          <p:cNvSpPr>
            <a:spLocks noGrp="1"/>
          </p:cNvSpPr>
          <p:nvPr>
            <p:ph idx="1"/>
          </p:nvPr>
        </p:nvSpPr>
        <p:spPr/>
        <p:txBody>
          <a:bodyPr>
            <a:normAutofit/>
          </a:bodyPr>
          <a:lstStyle/>
          <a:p>
            <a:r>
              <a:rPr lang="en-GB" sz="4000" dirty="0"/>
              <a:t>The second point why </a:t>
            </a:r>
            <a:r>
              <a:rPr lang="en-GB" sz="4000" dirty="0" err="1"/>
              <a:t>Stylecart</a:t>
            </a:r>
            <a:r>
              <a:rPr lang="en-GB" sz="4000" dirty="0"/>
              <a:t> should implement flutter it is because it is cheap for example, single codebase works on both iOS and android which saves 40%-50% development cost.</a:t>
            </a:r>
          </a:p>
        </p:txBody>
      </p:sp>
    </p:spTree>
    <p:extLst>
      <p:ext uri="{BB962C8B-B14F-4D97-AF65-F5344CB8AC3E}">
        <p14:creationId xmlns:p14="http://schemas.microsoft.com/office/powerpoint/2010/main" val="2940494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D98B5-E4E8-9ECF-A059-C777E5ED756C}"/>
              </a:ext>
            </a:extLst>
          </p:cNvPr>
          <p:cNvSpPr>
            <a:spLocks noGrp="1"/>
          </p:cNvSpPr>
          <p:nvPr>
            <p:ph type="title"/>
          </p:nvPr>
        </p:nvSpPr>
        <p:spPr/>
        <p:txBody>
          <a:bodyPr/>
          <a:lstStyle/>
          <a:p>
            <a:r>
              <a:rPr lang="en-GB" dirty="0"/>
              <a:t>Shorter development time and scalability</a:t>
            </a:r>
            <a:br>
              <a:rPr lang="en-GB" dirty="0"/>
            </a:br>
            <a:endParaRPr lang="en-GB" dirty="0"/>
          </a:p>
        </p:txBody>
      </p:sp>
      <p:sp>
        <p:nvSpPr>
          <p:cNvPr id="3" name="Content Placeholder 2">
            <a:extLst>
              <a:ext uri="{FF2B5EF4-FFF2-40B4-BE49-F238E27FC236}">
                <a16:creationId xmlns:a16="http://schemas.microsoft.com/office/drawing/2014/main" id="{E0583E18-EC4E-75D2-D95B-1E815823DA0C}"/>
              </a:ext>
            </a:extLst>
          </p:cNvPr>
          <p:cNvSpPr>
            <a:spLocks noGrp="1"/>
          </p:cNvSpPr>
          <p:nvPr>
            <p:ph idx="1"/>
          </p:nvPr>
        </p:nvSpPr>
        <p:spPr/>
        <p:txBody>
          <a:bodyPr/>
          <a:lstStyle/>
          <a:p>
            <a:r>
              <a:rPr lang="en-GB" dirty="0"/>
              <a:t>Using the same codebase reduces time of deployment of the mobile app as it will not be created for each platform and this will help in releasing the App into customers hands quickly and keep up with the shifting fashion trends.</a:t>
            </a:r>
          </a:p>
          <a:p>
            <a:endParaRPr lang="en-GB" dirty="0"/>
          </a:p>
          <a:p>
            <a:endParaRPr lang="en-GB" dirty="0"/>
          </a:p>
          <a:p>
            <a:endParaRPr lang="en-GB" dirty="0"/>
          </a:p>
        </p:txBody>
      </p:sp>
    </p:spTree>
    <p:extLst>
      <p:ext uri="{BB962C8B-B14F-4D97-AF65-F5344CB8AC3E}">
        <p14:creationId xmlns:p14="http://schemas.microsoft.com/office/powerpoint/2010/main" val="3712090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E0E64-6DE4-7CCE-4FB2-9C952AEADEE9}"/>
              </a:ext>
            </a:extLst>
          </p:cNvPr>
          <p:cNvSpPr>
            <a:spLocks noGrp="1"/>
          </p:cNvSpPr>
          <p:nvPr>
            <p:ph type="title"/>
          </p:nvPr>
        </p:nvSpPr>
        <p:spPr/>
        <p:txBody>
          <a:bodyPr/>
          <a:lstStyle/>
          <a:p>
            <a:r>
              <a:rPr lang="en-GB" dirty="0"/>
              <a:t>Security features</a:t>
            </a:r>
          </a:p>
        </p:txBody>
      </p:sp>
      <p:sp>
        <p:nvSpPr>
          <p:cNvPr id="3" name="Content Placeholder 2">
            <a:extLst>
              <a:ext uri="{FF2B5EF4-FFF2-40B4-BE49-F238E27FC236}">
                <a16:creationId xmlns:a16="http://schemas.microsoft.com/office/drawing/2014/main" id="{ED448010-2E39-1479-4F19-92FABFE03013}"/>
              </a:ext>
            </a:extLst>
          </p:cNvPr>
          <p:cNvSpPr>
            <a:spLocks noGrp="1"/>
          </p:cNvSpPr>
          <p:nvPr>
            <p:ph idx="1"/>
          </p:nvPr>
        </p:nvSpPr>
        <p:spPr/>
        <p:txBody>
          <a:bodyPr/>
          <a:lstStyle/>
          <a:p>
            <a:r>
              <a:rPr lang="en-GB" dirty="0"/>
              <a:t>Data encryption(protect customers personal data and defence from cyber attacks)</a:t>
            </a:r>
          </a:p>
          <a:p>
            <a:r>
              <a:rPr lang="en-GB" dirty="0"/>
              <a:t>Two factor authentication. To prevent identity theft.</a:t>
            </a:r>
          </a:p>
          <a:p>
            <a:r>
              <a:rPr lang="en-GB" dirty="0"/>
              <a:t>Making use of biometrics for faster and secure login(using the users phone Face ID, fingerprints)</a:t>
            </a:r>
          </a:p>
          <a:p>
            <a:r>
              <a:rPr lang="en-GB" dirty="0"/>
              <a:t>Tamper detection: detect suspicious activity(when someone is trying to use your device to make purchases)</a:t>
            </a:r>
          </a:p>
          <a:p>
            <a:endParaRPr lang="en-GB" dirty="0"/>
          </a:p>
        </p:txBody>
      </p:sp>
    </p:spTree>
    <p:extLst>
      <p:ext uri="{BB962C8B-B14F-4D97-AF65-F5344CB8AC3E}">
        <p14:creationId xmlns:p14="http://schemas.microsoft.com/office/powerpoint/2010/main" val="4086538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A4582-ADA2-E10C-6122-B96F38E783C1}"/>
              </a:ext>
            </a:extLst>
          </p:cNvPr>
          <p:cNvSpPr>
            <a:spLocks noGrp="1"/>
          </p:cNvSpPr>
          <p:nvPr>
            <p:ph type="title"/>
          </p:nvPr>
        </p:nvSpPr>
        <p:spPr/>
        <p:txBody>
          <a:bodyPr/>
          <a:lstStyle/>
          <a:p>
            <a:r>
              <a:rPr lang="en-GB" dirty="0"/>
              <a:t>Social Media integration</a:t>
            </a:r>
          </a:p>
        </p:txBody>
      </p:sp>
      <p:sp>
        <p:nvSpPr>
          <p:cNvPr id="3" name="Content Placeholder 2">
            <a:extLst>
              <a:ext uri="{FF2B5EF4-FFF2-40B4-BE49-F238E27FC236}">
                <a16:creationId xmlns:a16="http://schemas.microsoft.com/office/drawing/2014/main" id="{ABE6C109-61BA-2CCE-367F-E796BBFF7B8D}"/>
              </a:ext>
            </a:extLst>
          </p:cNvPr>
          <p:cNvSpPr>
            <a:spLocks noGrp="1"/>
          </p:cNvSpPr>
          <p:nvPr>
            <p:ph idx="1"/>
          </p:nvPr>
        </p:nvSpPr>
        <p:spPr/>
        <p:txBody>
          <a:bodyPr/>
          <a:lstStyle/>
          <a:p>
            <a:r>
              <a:rPr lang="en-GB" dirty="0"/>
              <a:t>Leveraging social media ads to advertise</a:t>
            </a:r>
          </a:p>
          <a:p>
            <a:r>
              <a:rPr lang="en-GB" dirty="0"/>
              <a:t>Using analytical data from social media platforms to provide personalised products and trends</a:t>
            </a:r>
          </a:p>
          <a:p>
            <a:r>
              <a:rPr lang="en-GB" dirty="0"/>
              <a:t>Login verification(make login in to your </a:t>
            </a:r>
            <a:r>
              <a:rPr lang="en-GB" dirty="0" err="1"/>
              <a:t>StyleCart</a:t>
            </a:r>
            <a:r>
              <a:rPr lang="en-GB" dirty="0"/>
              <a:t> easier)</a:t>
            </a:r>
          </a:p>
          <a:p>
            <a:r>
              <a:rPr lang="en-GB" dirty="0"/>
              <a:t>Utilising Augmented Reality(AR)/AI to let the customer see how the product looks on them</a:t>
            </a:r>
          </a:p>
          <a:p>
            <a:r>
              <a:rPr lang="en-GB" dirty="0"/>
              <a:t>Track metrics like conversation rate, customer acquisition, lifetime value</a:t>
            </a:r>
          </a:p>
          <a:p>
            <a:r>
              <a:rPr lang="en-GB" dirty="0"/>
              <a:t>Provides a platform for risk management(addressing disasters)</a:t>
            </a:r>
          </a:p>
        </p:txBody>
      </p:sp>
    </p:spTree>
    <p:extLst>
      <p:ext uri="{BB962C8B-B14F-4D97-AF65-F5344CB8AC3E}">
        <p14:creationId xmlns:p14="http://schemas.microsoft.com/office/powerpoint/2010/main" val="2502934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A533E-77E0-B09A-6E88-7A5178E72278}"/>
              </a:ext>
            </a:extLst>
          </p:cNvPr>
          <p:cNvSpPr>
            <a:spLocks noGrp="1"/>
          </p:cNvSpPr>
          <p:nvPr>
            <p:ph type="title"/>
          </p:nvPr>
        </p:nvSpPr>
        <p:spPr/>
        <p:txBody>
          <a:bodyPr/>
          <a:lstStyle/>
          <a:p>
            <a:r>
              <a:rPr lang="en-GB" dirty="0"/>
              <a:t>Payment solution</a:t>
            </a:r>
          </a:p>
        </p:txBody>
      </p:sp>
      <p:sp>
        <p:nvSpPr>
          <p:cNvPr id="3" name="Content Placeholder 2">
            <a:extLst>
              <a:ext uri="{FF2B5EF4-FFF2-40B4-BE49-F238E27FC236}">
                <a16:creationId xmlns:a16="http://schemas.microsoft.com/office/drawing/2014/main" id="{E8FE3703-453D-4136-09EF-C8810EECD05F}"/>
              </a:ext>
            </a:extLst>
          </p:cNvPr>
          <p:cNvSpPr>
            <a:spLocks noGrp="1"/>
          </p:cNvSpPr>
          <p:nvPr>
            <p:ph idx="1"/>
          </p:nvPr>
        </p:nvSpPr>
        <p:spPr/>
        <p:txBody>
          <a:bodyPr/>
          <a:lstStyle/>
          <a:p>
            <a:r>
              <a:rPr lang="en-GB" dirty="0"/>
              <a:t>using solutions which are readily available on mobile devices; digital wallets like google pay, Apple pay and Samsung pay </a:t>
            </a:r>
          </a:p>
          <a:p>
            <a:r>
              <a:rPr lang="en-GB" dirty="0"/>
              <a:t>using global payment solutions like </a:t>
            </a:r>
            <a:r>
              <a:rPr lang="en-GB" dirty="0" err="1"/>
              <a:t>Paypal</a:t>
            </a:r>
            <a:endParaRPr lang="en-GB" dirty="0"/>
          </a:p>
          <a:p>
            <a:r>
              <a:rPr lang="en-GB" dirty="0"/>
              <a:t>using regional solutions ;in Zambia, MTN </a:t>
            </a:r>
            <a:r>
              <a:rPr lang="en-GB" dirty="0" err="1"/>
              <a:t>MoMo</a:t>
            </a:r>
            <a:r>
              <a:rPr lang="en-GB" dirty="0"/>
              <a:t>, Airtel Money, Zamtel Kwacha</a:t>
            </a:r>
          </a:p>
          <a:p>
            <a:r>
              <a:rPr lang="en-GB" dirty="0"/>
              <a:t>secure card payments</a:t>
            </a:r>
          </a:p>
          <a:p>
            <a:r>
              <a:rPr lang="en-GB" dirty="0"/>
              <a:t>Payment Card Industry Data Security Standard(PCI DSS)</a:t>
            </a:r>
          </a:p>
          <a:p>
            <a:pPr marL="0" indent="0">
              <a:buNone/>
            </a:pPr>
            <a:endParaRPr lang="en-GB" dirty="0"/>
          </a:p>
        </p:txBody>
      </p:sp>
    </p:spTree>
    <p:extLst>
      <p:ext uri="{BB962C8B-B14F-4D97-AF65-F5344CB8AC3E}">
        <p14:creationId xmlns:p14="http://schemas.microsoft.com/office/powerpoint/2010/main" val="884752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FC836-FA2D-5CA1-73D6-1C7F16766656}"/>
              </a:ext>
            </a:extLst>
          </p:cNvPr>
          <p:cNvSpPr>
            <a:spLocks noGrp="1"/>
          </p:cNvSpPr>
          <p:nvPr>
            <p:ph type="title"/>
          </p:nvPr>
        </p:nvSpPr>
        <p:spPr/>
        <p:txBody>
          <a:bodyPr/>
          <a:lstStyle/>
          <a:p>
            <a:r>
              <a:rPr lang="en-GB" dirty="0"/>
              <a:t>Conclusion</a:t>
            </a:r>
          </a:p>
        </p:txBody>
      </p:sp>
      <p:sp>
        <p:nvSpPr>
          <p:cNvPr id="3" name="Content Placeholder 2">
            <a:extLst>
              <a:ext uri="{FF2B5EF4-FFF2-40B4-BE49-F238E27FC236}">
                <a16:creationId xmlns:a16="http://schemas.microsoft.com/office/drawing/2014/main" id="{D961956B-3E7A-43A2-38FA-DDD519DC1766}"/>
              </a:ext>
            </a:extLst>
          </p:cNvPr>
          <p:cNvSpPr>
            <a:spLocks noGrp="1"/>
          </p:cNvSpPr>
          <p:nvPr>
            <p:ph idx="1"/>
          </p:nvPr>
        </p:nvSpPr>
        <p:spPr/>
        <p:txBody>
          <a:bodyPr/>
          <a:lstStyle/>
          <a:p>
            <a:pPr marL="0" indent="0">
              <a:buNone/>
            </a:pPr>
            <a:r>
              <a:rPr lang="en-GB" dirty="0"/>
              <a:t>By implementing a hybrid app, social commerce strategy, robust security, and localised payment systems which will improve UX convert social media engagement sales, minimize fraud risks and reduce cart abandonment globally</a:t>
            </a:r>
          </a:p>
        </p:txBody>
      </p:sp>
    </p:spTree>
    <p:extLst>
      <p:ext uri="{BB962C8B-B14F-4D97-AF65-F5344CB8AC3E}">
        <p14:creationId xmlns:p14="http://schemas.microsoft.com/office/powerpoint/2010/main" val="740928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rallelogram 3">
            <a:extLst>
              <a:ext uri="{FF2B5EF4-FFF2-40B4-BE49-F238E27FC236}">
                <a16:creationId xmlns:a16="http://schemas.microsoft.com/office/drawing/2014/main" id="{F4475089-BA19-7BAA-96D0-3C77FEF6B41F}"/>
              </a:ext>
            </a:extLst>
          </p:cNvPr>
          <p:cNvSpPr/>
          <p:nvPr/>
        </p:nvSpPr>
        <p:spPr>
          <a:xfrm>
            <a:off x="9615055" y="2757054"/>
            <a:ext cx="471055" cy="671945"/>
          </a:xfrm>
          <a:prstGeom prst="parallelogram">
            <a:avLst>
              <a:gd name="adj" fmla="val 7901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arallelogram 5">
            <a:extLst>
              <a:ext uri="{FF2B5EF4-FFF2-40B4-BE49-F238E27FC236}">
                <a16:creationId xmlns:a16="http://schemas.microsoft.com/office/drawing/2014/main" id="{19F7127C-6354-D710-D8F6-3D86B9CAF1BB}"/>
              </a:ext>
            </a:extLst>
          </p:cNvPr>
          <p:cNvSpPr/>
          <p:nvPr/>
        </p:nvSpPr>
        <p:spPr>
          <a:xfrm>
            <a:off x="9850582" y="2757054"/>
            <a:ext cx="471055" cy="671945"/>
          </a:xfrm>
          <a:prstGeom prst="parallelogram">
            <a:avLst>
              <a:gd name="adj" fmla="val 7901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578309F0-3DE0-529A-A103-462F5452CC30}"/>
              </a:ext>
            </a:extLst>
          </p:cNvPr>
          <p:cNvSpPr/>
          <p:nvPr/>
        </p:nvSpPr>
        <p:spPr>
          <a:xfrm>
            <a:off x="4516581" y="3304309"/>
            <a:ext cx="5444837" cy="1246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844159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302</TotalTime>
  <Words>358</Words>
  <Application>Microsoft Office PowerPoint</Application>
  <PresentationFormat>Widescreen</PresentationFormat>
  <Paragraphs>30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Mobile and Social Media Strategy for StyleCart</vt:lpstr>
      <vt:lpstr>PowerPoint Presentation</vt:lpstr>
      <vt:lpstr>Cross-platform user experience</vt:lpstr>
      <vt:lpstr>Cost efficient </vt:lpstr>
      <vt:lpstr>Shorter development time and scalability </vt:lpstr>
      <vt:lpstr>Security features</vt:lpstr>
      <vt:lpstr>Social Media integration</vt:lpstr>
      <vt:lpstr>Payment solution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Alick Banda</dc:creator>
  <cp:lastModifiedBy>Alick Banda</cp:lastModifiedBy>
  <cp:revision>3</cp:revision>
  <dcterms:created xsi:type="dcterms:W3CDTF">2025-09-11T09:42:17Z</dcterms:created>
  <dcterms:modified xsi:type="dcterms:W3CDTF">2025-09-11T18:45:26Z</dcterms:modified>
</cp:coreProperties>
</file>