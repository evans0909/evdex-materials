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ls" ContentType="application/vnd.ms-exce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7" r:id="rId2"/>
    <p:sldId id="258" r:id="rId3"/>
    <p:sldId id="274" r:id="rId4"/>
    <p:sldId id="284" r:id="rId5"/>
    <p:sldId id="259" r:id="rId6"/>
    <p:sldId id="280" r:id="rId7"/>
    <p:sldId id="279" r:id="rId8"/>
    <p:sldId id="287" r:id="rId9"/>
    <p:sldId id="262" r:id="rId10"/>
    <p:sldId id="278" r:id="rId11"/>
    <p:sldId id="288" r:id="rId12"/>
    <p:sldId id="294" r:id="rId13"/>
    <p:sldId id="295" r:id="rId14"/>
    <p:sldId id="261" r:id="rId15"/>
    <p:sldId id="293" r:id="rId16"/>
    <p:sldId id="266" r:id="rId17"/>
    <p:sldId id="267" r:id="rId18"/>
    <p:sldId id="296" r:id="rId19"/>
    <p:sldId id="301" r:id="rId20"/>
    <p:sldId id="263" r:id="rId21"/>
    <p:sldId id="281" r:id="rId22"/>
    <p:sldId id="291" r:id="rId23"/>
    <p:sldId id="282" r:id="rId24"/>
    <p:sldId id="292" r:id="rId25"/>
    <p:sldId id="283" r:id="rId26"/>
    <p:sldId id="275" r:id="rId27"/>
    <p:sldId id="276" r:id="rId28"/>
    <p:sldId id="277" r:id="rId29"/>
    <p:sldId id="271" r:id="rId30"/>
    <p:sldId id="285" r:id="rId31"/>
    <p:sldId id="286" r:id="rId32"/>
    <p:sldId id="298" r:id="rId33"/>
    <p:sldId id="299" r:id="rId34"/>
    <p:sldId id="272" r:id="rId35"/>
    <p:sldId id="27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519FF0-6787-46AF-90DA-24FDFDBC4CC2}" type="doc">
      <dgm:prSet loTypeId="urn:microsoft.com/office/officeart/2005/8/layout/pyramid3" loCatId="pyramid" qsTypeId="urn:microsoft.com/office/officeart/2005/8/quickstyle/simple1" qsCatId="simple" csTypeId="urn:microsoft.com/office/officeart/2005/8/colors/accent1_2" csCatId="accent1" phldr="1"/>
      <dgm:spPr/>
    </dgm:pt>
    <dgm:pt modelId="{6699525C-ADE7-4462-B9C5-7052956C7F79}">
      <dgm:prSet phldrT="[Text]" custT="1"/>
      <dgm:spPr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</dgm:spPr>
      <dgm:t>
        <a:bodyPr>
          <a:scene3d>
            <a:camera prst="orthographicFront"/>
            <a:lightRig rig="threePt" dir="t"/>
          </a:scene3d>
          <a:flatTx/>
        </a:bodyPr>
        <a:lstStyle/>
        <a:p>
          <a:pPr rtl="0"/>
          <a:r>
            <a:rPr kumimoji="0" lang="en-US" sz="18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Face to Face</a:t>
          </a:r>
          <a:endParaRPr lang="en-IN" sz="1800" b="1" dirty="0">
            <a:solidFill>
              <a:schemeClr val="tx1"/>
            </a:solidFill>
          </a:endParaRPr>
        </a:p>
      </dgm:t>
    </dgm:pt>
    <dgm:pt modelId="{A5F665AB-1B77-40E0-8708-8AEE3915A312}" type="parTrans" cxnId="{0F0D700F-B911-42DB-A967-26270D196EF1}">
      <dgm:prSet/>
      <dgm:spPr/>
      <dgm:t>
        <a:bodyPr/>
        <a:lstStyle/>
        <a:p>
          <a:endParaRPr lang="en-IN"/>
        </a:p>
      </dgm:t>
    </dgm:pt>
    <dgm:pt modelId="{81787A90-B7AF-4779-AE18-0D23988857FF}" type="sibTrans" cxnId="{0F0D700F-B911-42DB-A967-26270D196EF1}">
      <dgm:prSet/>
      <dgm:spPr/>
      <dgm:t>
        <a:bodyPr/>
        <a:lstStyle/>
        <a:p>
          <a:endParaRPr lang="en-IN"/>
        </a:p>
      </dgm:t>
    </dgm:pt>
    <dgm:pt modelId="{E3E84E27-BF81-416F-9CC3-267E121383FA}">
      <dgm:prSet phldrT="[Text]" custT="1"/>
      <dgm:spPr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</dgm:spPr>
      <dgm:t>
        <a:bodyPr>
          <a:scene3d>
            <a:camera prst="orthographicFront"/>
            <a:lightRig rig="threePt" dir="t"/>
          </a:scene3d>
          <a:flatTx/>
        </a:bodyPr>
        <a:lstStyle/>
        <a:p>
          <a:r>
            <a:rPr kumimoji="0" lang="en-US" sz="18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Interactive TV - high speed connections (two way)</a:t>
          </a:r>
          <a:endParaRPr lang="en-IN" sz="1800" b="1" dirty="0">
            <a:solidFill>
              <a:schemeClr val="tx1"/>
            </a:solidFill>
          </a:endParaRPr>
        </a:p>
      </dgm:t>
    </dgm:pt>
    <dgm:pt modelId="{367BF3F9-E590-4DE5-A657-28F9D8F01582}" type="parTrans" cxnId="{676443AB-D8DB-4E34-924B-E1CDD28DFE51}">
      <dgm:prSet/>
      <dgm:spPr/>
      <dgm:t>
        <a:bodyPr/>
        <a:lstStyle/>
        <a:p>
          <a:endParaRPr lang="en-IN"/>
        </a:p>
      </dgm:t>
    </dgm:pt>
    <dgm:pt modelId="{14BF7429-4515-4904-93C9-A98CB4D306DD}" type="sibTrans" cxnId="{676443AB-D8DB-4E34-924B-E1CDD28DFE51}">
      <dgm:prSet/>
      <dgm:spPr/>
      <dgm:t>
        <a:bodyPr/>
        <a:lstStyle/>
        <a:p>
          <a:endParaRPr lang="en-IN"/>
        </a:p>
      </dgm:t>
    </dgm:pt>
    <dgm:pt modelId="{B3CEC292-5507-4D40-99A1-73B7607D96F2}">
      <dgm:prSet phldrT="[Text]" custT="1"/>
      <dgm:spPr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</dgm:spPr>
      <dgm:t>
        <a:bodyPr>
          <a:scene3d>
            <a:camera prst="orthographicFront"/>
            <a:lightRig rig="threePt" dir="t"/>
          </a:scene3d>
          <a:flatTx/>
        </a:bodyPr>
        <a:lstStyle/>
        <a:p>
          <a:pPr rtl="0"/>
          <a:r>
            <a:rPr kumimoji="0" lang="en-US" sz="18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Video-Voice / Data Channel (one way) </a:t>
          </a:r>
          <a:endParaRPr lang="en-IN" sz="1800" b="1" dirty="0">
            <a:solidFill>
              <a:schemeClr val="tx1"/>
            </a:solidFill>
          </a:endParaRPr>
        </a:p>
      </dgm:t>
    </dgm:pt>
    <dgm:pt modelId="{51241821-6EFD-4667-94C1-CEF06A9AA410}" type="parTrans" cxnId="{0B2934F7-A021-4AF5-8910-D18956F37A5F}">
      <dgm:prSet/>
      <dgm:spPr/>
      <dgm:t>
        <a:bodyPr/>
        <a:lstStyle/>
        <a:p>
          <a:endParaRPr lang="en-IN"/>
        </a:p>
      </dgm:t>
    </dgm:pt>
    <dgm:pt modelId="{BCDEEFC1-DBDE-4F34-816F-95EE6B61DA8F}" type="sibTrans" cxnId="{0B2934F7-A021-4AF5-8910-D18956F37A5F}">
      <dgm:prSet/>
      <dgm:spPr/>
      <dgm:t>
        <a:bodyPr/>
        <a:lstStyle/>
        <a:p>
          <a:endParaRPr lang="en-IN"/>
        </a:p>
      </dgm:t>
    </dgm:pt>
    <dgm:pt modelId="{3295BF09-C582-4754-B07E-CBD288984915}">
      <dgm:prSet phldrT="[Text]" custT="1"/>
      <dgm:spPr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</dgm:spPr>
      <dgm:t>
        <a:bodyPr>
          <a:scene3d>
            <a:camera prst="orthographicFront"/>
            <a:lightRig rig="threePt" dir="t"/>
          </a:scene3d>
          <a:flatTx/>
        </a:bodyPr>
        <a:lstStyle/>
        <a:p>
          <a:pPr rtl="0"/>
          <a:r>
            <a:rPr kumimoji="0" lang="en-US" sz="18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Telephone </a:t>
          </a:r>
          <a:endParaRPr lang="en-IN" sz="1800" b="1" dirty="0">
            <a:solidFill>
              <a:schemeClr val="tx1"/>
            </a:solidFill>
          </a:endParaRPr>
        </a:p>
      </dgm:t>
    </dgm:pt>
    <dgm:pt modelId="{D296204E-B8CE-49D7-A07F-7A7681103BAD}" type="parTrans" cxnId="{C1F1A712-5D09-4BB0-84B8-3DA15B8CD41A}">
      <dgm:prSet/>
      <dgm:spPr/>
      <dgm:t>
        <a:bodyPr/>
        <a:lstStyle/>
        <a:p>
          <a:endParaRPr lang="en-IN"/>
        </a:p>
      </dgm:t>
    </dgm:pt>
    <dgm:pt modelId="{00F91693-5AAC-439E-BEFC-26E0378A61A2}" type="sibTrans" cxnId="{C1F1A712-5D09-4BB0-84B8-3DA15B8CD41A}">
      <dgm:prSet/>
      <dgm:spPr/>
      <dgm:t>
        <a:bodyPr/>
        <a:lstStyle/>
        <a:p>
          <a:endParaRPr lang="en-IN"/>
        </a:p>
      </dgm:t>
    </dgm:pt>
    <dgm:pt modelId="{6DAE6357-B0DA-4D9C-AA5D-7B286E6F8521}">
      <dgm:prSet phldrT="[Text]" custT="1"/>
      <dgm:spPr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</dgm:spPr>
      <dgm:t>
        <a:bodyPr>
          <a:scene3d>
            <a:camera prst="orthographicFront"/>
            <a:lightRig rig="threePt" dir="t"/>
          </a:scene3d>
          <a:flatTx/>
        </a:bodyPr>
        <a:lstStyle/>
        <a:p>
          <a:pPr rtl="0"/>
          <a:r>
            <a:rPr kumimoji="0" lang="en-US" sz="18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E-mail </a:t>
          </a:r>
          <a:endParaRPr lang="en-IN" sz="1800" b="1" dirty="0">
            <a:solidFill>
              <a:schemeClr val="tx1"/>
            </a:solidFill>
          </a:endParaRPr>
        </a:p>
      </dgm:t>
    </dgm:pt>
    <dgm:pt modelId="{EE565681-1C2A-476B-959E-641BFE864D0F}" type="parTrans" cxnId="{547E3D60-F0D9-425B-9D77-A2CDF9120EEE}">
      <dgm:prSet/>
      <dgm:spPr/>
      <dgm:t>
        <a:bodyPr/>
        <a:lstStyle/>
        <a:p>
          <a:endParaRPr lang="en-IN"/>
        </a:p>
      </dgm:t>
    </dgm:pt>
    <dgm:pt modelId="{D13BA9C0-A873-4616-926F-736C7360A6D7}" type="sibTrans" cxnId="{547E3D60-F0D9-425B-9D77-A2CDF9120EEE}">
      <dgm:prSet/>
      <dgm:spPr/>
      <dgm:t>
        <a:bodyPr/>
        <a:lstStyle/>
        <a:p>
          <a:endParaRPr lang="en-IN"/>
        </a:p>
      </dgm:t>
    </dgm:pt>
    <dgm:pt modelId="{47A0A4FA-D176-4054-8825-DF536154F760}">
      <dgm:prSet phldrT="[Text]" custT="1"/>
      <dgm:spPr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</dgm:spPr>
      <dgm:t>
        <a:bodyPr>
          <a:scene3d>
            <a:camera prst="orthographicFront"/>
            <a:lightRig rig="threePt" dir="t"/>
          </a:scene3d>
          <a:flatTx/>
        </a:bodyPr>
        <a:lstStyle/>
        <a:p>
          <a:pPr rtl="0"/>
          <a:r>
            <a:rPr kumimoji="0" lang="en-US" sz="18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Personal written correspondence </a:t>
          </a:r>
          <a:endParaRPr lang="en-IN" sz="1800" b="1" dirty="0">
            <a:solidFill>
              <a:schemeClr val="tx1"/>
            </a:solidFill>
          </a:endParaRPr>
        </a:p>
      </dgm:t>
    </dgm:pt>
    <dgm:pt modelId="{DCA163B7-28FC-4AAF-AF3C-2C6CA2E70F53}" type="parTrans" cxnId="{F96FA12C-7F4D-4501-B0DA-E0EC9BA1C8A2}">
      <dgm:prSet/>
      <dgm:spPr/>
      <dgm:t>
        <a:bodyPr/>
        <a:lstStyle/>
        <a:p>
          <a:endParaRPr lang="en-IN"/>
        </a:p>
      </dgm:t>
    </dgm:pt>
    <dgm:pt modelId="{AB467C6F-DAF7-45BC-9E41-0045E96F12FA}" type="sibTrans" cxnId="{F96FA12C-7F4D-4501-B0DA-E0EC9BA1C8A2}">
      <dgm:prSet/>
      <dgm:spPr/>
      <dgm:t>
        <a:bodyPr/>
        <a:lstStyle/>
        <a:p>
          <a:endParaRPr lang="en-IN"/>
        </a:p>
      </dgm:t>
    </dgm:pt>
    <dgm:pt modelId="{12B9A066-0F5A-4AF2-95F5-499FBA88E74B}">
      <dgm:prSet phldrT="[Text]" custT="1"/>
      <dgm:spPr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</dgm:spPr>
      <dgm:t>
        <a:bodyPr>
          <a:scene3d>
            <a:camera prst="orthographicFront"/>
            <a:lightRig rig="threePt" dir="t"/>
          </a:scene3d>
          <a:flatTx/>
        </a:bodyPr>
        <a:lstStyle/>
        <a:p>
          <a:pPr rtl="0"/>
          <a:r>
            <a:rPr kumimoji="0" lang="en-US" sz="18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Formal written message </a:t>
          </a:r>
          <a:endParaRPr lang="en-IN" sz="1800" b="1" dirty="0">
            <a:solidFill>
              <a:schemeClr val="tx1"/>
            </a:solidFill>
          </a:endParaRPr>
        </a:p>
      </dgm:t>
    </dgm:pt>
    <dgm:pt modelId="{8EDFA17E-D32B-4D86-A0A5-C3B12AA80A5A}" type="parTrans" cxnId="{F8343EEC-486D-4DEB-9F1D-83F218CE4B5A}">
      <dgm:prSet/>
      <dgm:spPr/>
      <dgm:t>
        <a:bodyPr/>
        <a:lstStyle/>
        <a:p>
          <a:endParaRPr lang="en-IN"/>
        </a:p>
      </dgm:t>
    </dgm:pt>
    <dgm:pt modelId="{B6F85D1C-5492-4D93-9191-1EAE59EDEE6D}" type="sibTrans" cxnId="{F8343EEC-486D-4DEB-9F1D-83F218CE4B5A}">
      <dgm:prSet/>
      <dgm:spPr/>
      <dgm:t>
        <a:bodyPr/>
        <a:lstStyle/>
        <a:p>
          <a:endParaRPr lang="en-IN"/>
        </a:p>
      </dgm:t>
    </dgm:pt>
    <dgm:pt modelId="{4DD9AAFC-2821-4071-B6AD-1312C54F0619}">
      <dgm:prSet phldrT="[Text]" custT="1"/>
      <dgm:spPr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</dgm:spPr>
      <dgm:t>
        <a:bodyPr>
          <a:scene3d>
            <a:camera prst="orthographicFront"/>
            <a:lightRig rig="threePt" dir="t"/>
          </a:scene3d>
          <a:flatTx/>
        </a:bodyPr>
        <a:lstStyle/>
        <a:p>
          <a:pPr rtl="0"/>
          <a:r>
            <a:rPr kumimoji="0" lang="en-US" sz="18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Public speaking </a:t>
          </a:r>
          <a:endParaRPr lang="en-IN" sz="1800" b="1" dirty="0">
            <a:solidFill>
              <a:schemeClr val="tx1"/>
            </a:solidFill>
          </a:endParaRPr>
        </a:p>
      </dgm:t>
    </dgm:pt>
    <dgm:pt modelId="{6EE283D2-B011-4541-BE9C-AC02B8B6C3D4}" type="parTrans" cxnId="{BA5E2AE4-5E5C-477A-BAF2-9188DED64C91}">
      <dgm:prSet/>
      <dgm:spPr/>
      <dgm:t>
        <a:bodyPr/>
        <a:lstStyle/>
        <a:p>
          <a:endParaRPr lang="en-IN"/>
        </a:p>
      </dgm:t>
    </dgm:pt>
    <dgm:pt modelId="{F1530332-C9D5-4B46-8981-BE9CBBEEBB6F}" type="sibTrans" cxnId="{BA5E2AE4-5E5C-477A-BAF2-9188DED64C91}">
      <dgm:prSet/>
      <dgm:spPr/>
      <dgm:t>
        <a:bodyPr/>
        <a:lstStyle/>
        <a:p>
          <a:endParaRPr lang="en-IN"/>
        </a:p>
      </dgm:t>
    </dgm:pt>
    <dgm:pt modelId="{8BBCD979-DD70-4ABB-9BE0-4655D29C936C}">
      <dgm:prSet phldrT="[Text]" custT="1"/>
      <dgm:spPr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</dgm:spPr>
      <dgm:t>
        <a:bodyPr>
          <a:scene3d>
            <a:camera prst="orthographicFront"/>
            <a:lightRig rig="threePt" dir="t"/>
          </a:scene3d>
          <a:flatTx/>
        </a:bodyPr>
        <a:lstStyle/>
        <a:p>
          <a:pPr algn="l" rtl="0"/>
          <a:r>
            <a:rPr kumimoji="0" lang="en-US" sz="1800" b="1" i="0" u="none" strike="noStrike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DataReports</a:t>
          </a:r>
          <a:r>
            <a:rPr kumimoji="0" lang="en-US" sz="18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 </a:t>
          </a:r>
          <a:endParaRPr lang="en-IN" sz="1800" b="1" dirty="0">
            <a:solidFill>
              <a:schemeClr val="tx1"/>
            </a:solidFill>
          </a:endParaRPr>
        </a:p>
      </dgm:t>
    </dgm:pt>
    <dgm:pt modelId="{BFD23ED9-8AF5-4205-8361-278D154CF8DC}" type="parTrans" cxnId="{39D920FD-DE3E-477C-942F-2BE608C46D43}">
      <dgm:prSet/>
      <dgm:spPr/>
      <dgm:t>
        <a:bodyPr/>
        <a:lstStyle/>
        <a:p>
          <a:endParaRPr lang="en-IN"/>
        </a:p>
      </dgm:t>
    </dgm:pt>
    <dgm:pt modelId="{C76A8C56-09A2-487E-BE1C-0E750C1B267C}" type="sibTrans" cxnId="{39D920FD-DE3E-477C-942F-2BE608C46D43}">
      <dgm:prSet/>
      <dgm:spPr/>
      <dgm:t>
        <a:bodyPr/>
        <a:lstStyle/>
        <a:p>
          <a:endParaRPr lang="en-IN"/>
        </a:p>
      </dgm:t>
    </dgm:pt>
    <dgm:pt modelId="{DEC52EA0-2810-4940-BF85-C6CCB830E213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accent1">
            <a:lumMod val="20000"/>
            <a:lumOff val="80000"/>
          </a:schemeClr>
        </a:solidFill>
      </dgm:spPr>
      <dgm:t>
        <a:bodyPr>
          <a:scene3d>
            <a:camera prst="orthographicFront"/>
            <a:lightRig rig="threePt" dir="t"/>
          </a:scene3d>
        </a:bodyPr>
        <a:lstStyle/>
        <a:p>
          <a:pPr rtl="0">
            <a:lnSpc>
              <a:spcPct val="100000"/>
            </a:lnSpc>
          </a:pPr>
          <a:endParaRPr lang="en-IN" sz="1800" b="1" strike="noStrike" spc="0" baseline="0" dirty="0">
            <a:solidFill>
              <a:schemeClr val="tx1"/>
            </a:solidFill>
            <a:effectLst/>
            <a:latin typeface="Calibri" pitchFamily="34" charset="0"/>
            <a:cs typeface="Calibri" pitchFamily="34" charset="0"/>
          </a:endParaRPr>
        </a:p>
      </dgm:t>
    </dgm:pt>
    <dgm:pt modelId="{D211E2FD-123F-4A92-9EDC-88B83FF5BA3B}" type="parTrans" cxnId="{C4D62B64-6DF3-445B-8CF0-CF96FA18B1AA}">
      <dgm:prSet/>
      <dgm:spPr/>
      <dgm:t>
        <a:bodyPr/>
        <a:lstStyle/>
        <a:p>
          <a:endParaRPr lang="en-IN"/>
        </a:p>
      </dgm:t>
    </dgm:pt>
    <dgm:pt modelId="{0B81B3E7-02ED-4309-9A42-BB21B8ACEA4D}" type="sibTrans" cxnId="{C4D62B64-6DF3-445B-8CF0-CF96FA18B1AA}">
      <dgm:prSet/>
      <dgm:spPr/>
      <dgm:t>
        <a:bodyPr/>
        <a:lstStyle/>
        <a:p>
          <a:endParaRPr lang="en-IN"/>
        </a:p>
      </dgm:t>
    </dgm:pt>
    <dgm:pt modelId="{3E7D7220-A7FB-4507-965F-E7D254A32985}" type="pres">
      <dgm:prSet presAssocID="{23519FF0-6787-46AF-90DA-24FDFDBC4CC2}" presName="Name0" presStyleCnt="0">
        <dgm:presLayoutVars>
          <dgm:dir/>
          <dgm:animLvl val="lvl"/>
          <dgm:resizeHandles val="exact"/>
        </dgm:presLayoutVars>
      </dgm:prSet>
      <dgm:spPr/>
    </dgm:pt>
    <dgm:pt modelId="{9E8EEC07-8A31-46C2-9E0F-9CA5996A88C6}" type="pres">
      <dgm:prSet presAssocID="{6699525C-ADE7-4462-B9C5-7052956C7F79}" presName="Name8" presStyleCnt="0"/>
      <dgm:spPr/>
    </dgm:pt>
    <dgm:pt modelId="{8288D235-CA2F-41DE-8AF2-A968376EC465}" type="pres">
      <dgm:prSet presAssocID="{6699525C-ADE7-4462-B9C5-7052956C7F79}" presName="level" presStyleLbl="node1" presStyleIdx="0" presStyleCnt="10">
        <dgm:presLayoutVars>
          <dgm:chMax val="1"/>
          <dgm:bulletEnabled val="1"/>
        </dgm:presLayoutVars>
      </dgm:prSet>
      <dgm:spPr/>
    </dgm:pt>
    <dgm:pt modelId="{268DE402-79D9-4D57-9C93-A93CCA15C1A4}" type="pres">
      <dgm:prSet presAssocID="{6699525C-ADE7-4462-B9C5-7052956C7F7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D29C562-3783-4C45-B8A0-1D5B01CFB461}" type="pres">
      <dgm:prSet presAssocID="{E3E84E27-BF81-416F-9CC3-267E121383FA}" presName="Name8" presStyleCnt="0"/>
      <dgm:spPr/>
    </dgm:pt>
    <dgm:pt modelId="{960C858D-FC94-4519-A530-D1B9A50BA173}" type="pres">
      <dgm:prSet presAssocID="{E3E84E27-BF81-416F-9CC3-267E121383FA}" presName="level" presStyleLbl="node1" presStyleIdx="1" presStyleCnt="10" custAng="0">
        <dgm:presLayoutVars>
          <dgm:chMax val="1"/>
          <dgm:bulletEnabled val="1"/>
        </dgm:presLayoutVars>
      </dgm:prSet>
      <dgm:spPr/>
    </dgm:pt>
    <dgm:pt modelId="{6E9F0FEC-42F7-4C8C-85AE-6610150A3172}" type="pres">
      <dgm:prSet presAssocID="{E3E84E27-BF81-416F-9CC3-267E121383F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85C3E5E-61B7-4FC5-8824-8BE78FCB1A66}" type="pres">
      <dgm:prSet presAssocID="{B3CEC292-5507-4D40-99A1-73B7607D96F2}" presName="Name8" presStyleCnt="0"/>
      <dgm:spPr/>
    </dgm:pt>
    <dgm:pt modelId="{018DEC3B-D95B-4E9D-84B7-7BD9F8618BC8}" type="pres">
      <dgm:prSet presAssocID="{B3CEC292-5507-4D40-99A1-73B7607D96F2}" presName="level" presStyleLbl="node1" presStyleIdx="2" presStyleCnt="10">
        <dgm:presLayoutVars>
          <dgm:chMax val="1"/>
          <dgm:bulletEnabled val="1"/>
        </dgm:presLayoutVars>
      </dgm:prSet>
      <dgm:spPr/>
    </dgm:pt>
    <dgm:pt modelId="{EF56DCD7-4585-4488-B5AD-64686C0401B4}" type="pres">
      <dgm:prSet presAssocID="{B3CEC292-5507-4D40-99A1-73B7607D96F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8E24177-E309-4295-BE92-801C8C4337C8}" type="pres">
      <dgm:prSet presAssocID="{3295BF09-C582-4754-B07E-CBD288984915}" presName="Name8" presStyleCnt="0"/>
      <dgm:spPr/>
    </dgm:pt>
    <dgm:pt modelId="{DAC2CDBF-9D75-4837-8E99-A84283A6691B}" type="pres">
      <dgm:prSet presAssocID="{3295BF09-C582-4754-B07E-CBD288984915}" presName="level" presStyleLbl="node1" presStyleIdx="3" presStyleCnt="10" custLinFactNeighborX="-417" custLinFactNeighborY="-6667">
        <dgm:presLayoutVars>
          <dgm:chMax val="1"/>
          <dgm:bulletEnabled val="1"/>
        </dgm:presLayoutVars>
      </dgm:prSet>
      <dgm:spPr/>
    </dgm:pt>
    <dgm:pt modelId="{1E89903B-8190-4ECD-B9B6-43BCAAA404E9}" type="pres">
      <dgm:prSet presAssocID="{3295BF09-C582-4754-B07E-CBD28898491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8076843-1BC7-4D00-B288-FF2DAE90713D}" type="pres">
      <dgm:prSet presAssocID="{6DAE6357-B0DA-4D9C-AA5D-7B286E6F8521}" presName="Name8" presStyleCnt="0"/>
      <dgm:spPr/>
    </dgm:pt>
    <dgm:pt modelId="{9362F49A-02B8-44C4-AE50-52AE4B484FCF}" type="pres">
      <dgm:prSet presAssocID="{6DAE6357-B0DA-4D9C-AA5D-7B286E6F8521}" presName="level" presStyleLbl="node1" presStyleIdx="4" presStyleCnt="10" custLinFactNeighborX="-803" custLinFactNeighborY="-16438">
        <dgm:presLayoutVars>
          <dgm:chMax val="1"/>
          <dgm:bulletEnabled val="1"/>
        </dgm:presLayoutVars>
      </dgm:prSet>
      <dgm:spPr/>
    </dgm:pt>
    <dgm:pt modelId="{D942D147-36F8-411E-BB28-109EE876F471}" type="pres">
      <dgm:prSet presAssocID="{6DAE6357-B0DA-4D9C-AA5D-7B286E6F852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549A8F7-9913-4F81-BFD9-F57F96A2F42C}" type="pres">
      <dgm:prSet presAssocID="{47A0A4FA-D176-4054-8825-DF536154F760}" presName="Name8" presStyleCnt="0"/>
      <dgm:spPr/>
    </dgm:pt>
    <dgm:pt modelId="{59FB7579-66FB-4AE8-A3DC-11C9E1CA4B2C}" type="pres">
      <dgm:prSet presAssocID="{47A0A4FA-D176-4054-8825-DF536154F760}" presName="level" presStyleLbl="node1" presStyleIdx="5" presStyleCnt="10" custLinFactNeighborY="-20548">
        <dgm:presLayoutVars>
          <dgm:chMax val="1"/>
          <dgm:bulletEnabled val="1"/>
        </dgm:presLayoutVars>
      </dgm:prSet>
      <dgm:spPr/>
    </dgm:pt>
    <dgm:pt modelId="{46CB5F1C-095D-4ADF-8F47-E4F56E96BF87}" type="pres">
      <dgm:prSet presAssocID="{47A0A4FA-D176-4054-8825-DF536154F76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8161C32-A4A4-4F18-9A04-4C9626DB78EC}" type="pres">
      <dgm:prSet presAssocID="{12B9A066-0F5A-4AF2-95F5-499FBA88E74B}" presName="Name8" presStyleCnt="0"/>
      <dgm:spPr/>
    </dgm:pt>
    <dgm:pt modelId="{C2327F0C-0E26-4648-9014-25CC70038451}" type="pres">
      <dgm:prSet presAssocID="{12B9A066-0F5A-4AF2-95F5-499FBA88E74B}" presName="level" presStyleLbl="node1" presStyleIdx="6" presStyleCnt="10" custLinFactNeighborY="-24657">
        <dgm:presLayoutVars>
          <dgm:chMax val="1"/>
          <dgm:bulletEnabled val="1"/>
        </dgm:presLayoutVars>
      </dgm:prSet>
      <dgm:spPr/>
    </dgm:pt>
    <dgm:pt modelId="{F8B40EB2-1A9C-4889-B15B-76FC6ABF26FD}" type="pres">
      <dgm:prSet presAssocID="{12B9A066-0F5A-4AF2-95F5-499FBA88E74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813BB41-A5AC-4BBA-882C-C2466200144B}" type="pres">
      <dgm:prSet presAssocID="{4DD9AAFC-2821-4071-B6AD-1312C54F0619}" presName="Name8" presStyleCnt="0"/>
      <dgm:spPr/>
    </dgm:pt>
    <dgm:pt modelId="{6A8A9E78-68DD-4DA5-9296-CE20A84DE0CC}" type="pres">
      <dgm:prSet presAssocID="{4DD9AAFC-2821-4071-B6AD-1312C54F0619}" presName="level" presStyleLbl="node1" presStyleIdx="7" presStyleCnt="10" custLinFactNeighborY="-28767">
        <dgm:presLayoutVars>
          <dgm:chMax val="1"/>
          <dgm:bulletEnabled val="1"/>
        </dgm:presLayoutVars>
      </dgm:prSet>
      <dgm:spPr/>
    </dgm:pt>
    <dgm:pt modelId="{7658FFB0-0527-40D4-A47F-F2B63C39D88A}" type="pres">
      <dgm:prSet presAssocID="{4DD9AAFC-2821-4071-B6AD-1312C54F061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0349BEB-6B9C-45F5-A670-D3E524B0CF41}" type="pres">
      <dgm:prSet presAssocID="{8BBCD979-DD70-4ABB-9BE0-4655D29C936C}" presName="Name8" presStyleCnt="0"/>
      <dgm:spPr/>
    </dgm:pt>
    <dgm:pt modelId="{54107653-6031-41EF-9C01-E43CA000CA38}" type="pres">
      <dgm:prSet presAssocID="{8BBCD979-DD70-4ABB-9BE0-4655D29C936C}" presName="level" presStyleLbl="node1" presStyleIdx="8" presStyleCnt="10" custLinFactNeighborY="-32877">
        <dgm:presLayoutVars>
          <dgm:chMax val="1"/>
          <dgm:bulletEnabled val="1"/>
        </dgm:presLayoutVars>
      </dgm:prSet>
      <dgm:spPr/>
    </dgm:pt>
    <dgm:pt modelId="{A014A139-7FD4-45DD-8195-3B2715C042F8}" type="pres">
      <dgm:prSet presAssocID="{8BBCD979-DD70-4ABB-9BE0-4655D29C936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CC0AE1D-4587-40CF-B5E0-11ED73F59D9D}" type="pres">
      <dgm:prSet presAssocID="{DEC52EA0-2810-4940-BF85-C6CCB830E213}" presName="Name8" presStyleCnt="0"/>
      <dgm:spPr/>
    </dgm:pt>
    <dgm:pt modelId="{AE9D27D5-F868-4D89-9DF1-68F234DA03F6}" type="pres">
      <dgm:prSet presAssocID="{DEC52EA0-2810-4940-BF85-C6CCB830E213}" presName="level" presStyleLbl="node1" presStyleIdx="9" presStyleCnt="10" custLinFactNeighborY="-50685">
        <dgm:presLayoutVars>
          <dgm:chMax val="1"/>
          <dgm:bulletEnabled val="1"/>
        </dgm:presLayoutVars>
      </dgm:prSet>
      <dgm:spPr/>
    </dgm:pt>
    <dgm:pt modelId="{A80C42B5-2F3C-4563-A240-6A48713A7EC4}" type="pres">
      <dgm:prSet presAssocID="{DEC52EA0-2810-4940-BF85-C6CCB830E213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0F0D700F-B911-42DB-A967-26270D196EF1}" srcId="{23519FF0-6787-46AF-90DA-24FDFDBC4CC2}" destId="{6699525C-ADE7-4462-B9C5-7052956C7F79}" srcOrd="0" destOrd="0" parTransId="{A5F665AB-1B77-40E0-8708-8AEE3915A312}" sibTransId="{81787A90-B7AF-4779-AE18-0D23988857FF}"/>
    <dgm:cxn modelId="{C1F1A712-5D09-4BB0-84B8-3DA15B8CD41A}" srcId="{23519FF0-6787-46AF-90DA-24FDFDBC4CC2}" destId="{3295BF09-C582-4754-B07E-CBD288984915}" srcOrd="3" destOrd="0" parTransId="{D296204E-B8CE-49D7-A07F-7A7681103BAD}" sibTransId="{00F91693-5AAC-439E-BEFC-26E0378A61A2}"/>
    <dgm:cxn modelId="{6B49FA1D-7A34-4108-8E7C-33DC79C26A40}" type="presOf" srcId="{12B9A066-0F5A-4AF2-95F5-499FBA88E74B}" destId="{F8B40EB2-1A9C-4889-B15B-76FC6ABF26FD}" srcOrd="1" destOrd="0" presId="urn:microsoft.com/office/officeart/2005/8/layout/pyramid3"/>
    <dgm:cxn modelId="{2464FB1E-8705-45F2-A2EE-3E9DCD3EEA0C}" type="presOf" srcId="{12B9A066-0F5A-4AF2-95F5-499FBA88E74B}" destId="{C2327F0C-0E26-4648-9014-25CC70038451}" srcOrd="0" destOrd="0" presId="urn:microsoft.com/office/officeart/2005/8/layout/pyramid3"/>
    <dgm:cxn modelId="{F96FA12C-7F4D-4501-B0DA-E0EC9BA1C8A2}" srcId="{23519FF0-6787-46AF-90DA-24FDFDBC4CC2}" destId="{47A0A4FA-D176-4054-8825-DF536154F760}" srcOrd="5" destOrd="0" parTransId="{DCA163B7-28FC-4AAF-AF3C-2C6CA2E70F53}" sibTransId="{AB467C6F-DAF7-45BC-9E41-0045E96F12FA}"/>
    <dgm:cxn modelId="{D8C4D02C-136F-499B-9E37-1B38F73B4BBA}" type="presOf" srcId="{3295BF09-C582-4754-B07E-CBD288984915}" destId="{1E89903B-8190-4ECD-B9B6-43BCAAA404E9}" srcOrd="1" destOrd="0" presId="urn:microsoft.com/office/officeart/2005/8/layout/pyramid3"/>
    <dgm:cxn modelId="{0FBC2637-D100-4587-B15D-E5483D037EF1}" type="presOf" srcId="{E3E84E27-BF81-416F-9CC3-267E121383FA}" destId="{960C858D-FC94-4519-A530-D1B9A50BA173}" srcOrd="0" destOrd="0" presId="urn:microsoft.com/office/officeart/2005/8/layout/pyramid3"/>
    <dgm:cxn modelId="{547E3D60-F0D9-425B-9D77-A2CDF9120EEE}" srcId="{23519FF0-6787-46AF-90DA-24FDFDBC4CC2}" destId="{6DAE6357-B0DA-4D9C-AA5D-7B286E6F8521}" srcOrd="4" destOrd="0" parTransId="{EE565681-1C2A-476B-959E-641BFE864D0F}" sibTransId="{D13BA9C0-A873-4616-926F-736C7360A6D7}"/>
    <dgm:cxn modelId="{C4D62B64-6DF3-445B-8CF0-CF96FA18B1AA}" srcId="{23519FF0-6787-46AF-90DA-24FDFDBC4CC2}" destId="{DEC52EA0-2810-4940-BF85-C6CCB830E213}" srcOrd="9" destOrd="0" parTransId="{D211E2FD-123F-4A92-9EDC-88B83FF5BA3B}" sibTransId="{0B81B3E7-02ED-4309-9A42-BB21B8ACEA4D}"/>
    <dgm:cxn modelId="{70605266-0BAB-4F61-96BC-73793F8A90C9}" type="presOf" srcId="{4DD9AAFC-2821-4071-B6AD-1312C54F0619}" destId="{6A8A9E78-68DD-4DA5-9296-CE20A84DE0CC}" srcOrd="0" destOrd="0" presId="urn:microsoft.com/office/officeart/2005/8/layout/pyramid3"/>
    <dgm:cxn modelId="{D0791E67-5100-4360-98A1-2560A9FA6903}" type="presOf" srcId="{3295BF09-C582-4754-B07E-CBD288984915}" destId="{DAC2CDBF-9D75-4837-8E99-A84283A6691B}" srcOrd="0" destOrd="0" presId="urn:microsoft.com/office/officeart/2005/8/layout/pyramid3"/>
    <dgm:cxn modelId="{27290F4A-4EDE-49FB-BB84-F1E3163A65E8}" type="presOf" srcId="{B3CEC292-5507-4D40-99A1-73B7607D96F2}" destId="{EF56DCD7-4585-4488-B5AD-64686C0401B4}" srcOrd="1" destOrd="0" presId="urn:microsoft.com/office/officeart/2005/8/layout/pyramid3"/>
    <dgm:cxn modelId="{5345386D-B8E3-48B0-A57D-44983C0605BF}" type="presOf" srcId="{B3CEC292-5507-4D40-99A1-73B7607D96F2}" destId="{018DEC3B-D95B-4E9D-84B7-7BD9F8618BC8}" srcOrd="0" destOrd="0" presId="urn:microsoft.com/office/officeart/2005/8/layout/pyramid3"/>
    <dgm:cxn modelId="{25E3676E-D718-45F4-8C2B-8061FDDFBE47}" type="presOf" srcId="{23519FF0-6787-46AF-90DA-24FDFDBC4CC2}" destId="{3E7D7220-A7FB-4507-965F-E7D254A32985}" srcOrd="0" destOrd="0" presId="urn:microsoft.com/office/officeart/2005/8/layout/pyramid3"/>
    <dgm:cxn modelId="{7A605B70-AEF4-4077-ACD7-A97845125E82}" type="presOf" srcId="{47A0A4FA-D176-4054-8825-DF536154F760}" destId="{59FB7579-66FB-4AE8-A3DC-11C9E1CA4B2C}" srcOrd="0" destOrd="0" presId="urn:microsoft.com/office/officeart/2005/8/layout/pyramid3"/>
    <dgm:cxn modelId="{F3948655-05E2-4A68-A3F6-D6B1B379E67A}" type="presOf" srcId="{6DAE6357-B0DA-4D9C-AA5D-7B286E6F8521}" destId="{D942D147-36F8-411E-BB28-109EE876F471}" srcOrd="1" destOrd="0" presId="urn:microsoft.com/office/officeart/2005/8/layout/pyramid3"/>
    <dgm:cxn modelId="{93E9B056-4672-4171-8D32-6FA23C211BCC}" type="presOf" srcId="{6DAE6357-B0DA-4D9C-AA5D-7B286E6F8521}" destId="{9362F49A-02B8-44C4-AE50-52AE4B484FCF}" srcOrd="0" destOrd="0" presId="urn:microsoft.com/office/officeart/2005/8/layout/pyramid3"/>
    <dgm:cxn modelId="{6F633BA5-9FF9-46B6-BC2A-BC6C86FEE617}" type="presOf" srcId="{DEC52EA0-2810-4940-BF85-C6CCB830E213}" destId="{A80C42B5-2F3C-4563-A240-6A48713A7EC4}" srcOrd="1" destOrd="0" presId="urn:microsoft.com/office/officeart/2005/8/layout/pyramid3"/>
    <dgm:cxn modelId="{676443AB-D8DB-4E34-924B-E1CDD28DFE51}" srcId="{23519FF0-6787-46AF-90DA-24FDFDBC4CC2}" destId="{E3E84E27-BF81-416F-9CC3-267E121383FA}" srcOrd="1" destOrd="0" parTransId="{367BF3F9-E590-4DE5-A657-28F9D8F01582}" sibTransId="{14BF7429-4515-4904-93C9-A98CB4D306DD}"/>
    <dgm:cxn modelId="{480B19AE-C864-428B-95D5-428197F74C6D}" type="presOf" srcId="{8BBCD979-DD70-4ABB-9BE0-4655D29C936C}" destId="{54107653-6031-41EF-9C01-E43CA000CA38}" srcOrd="0" destOrd="0" presId="urn:microsoft.com/office/officeart/2005/8/layout/pyramid3"/>
    <dgm:cxn modelId="{DBCDAFB6-DBE3-42B9-8BDD-25BD7EE994BF}" type="presOf" srcId="{E3E84E27-BF81-416F-9CC3-267E121383FA}" destId="{6E9F0FEC-42F7-4C8C-85AE-6610150A3172}" srcOrd="1" destOrd="0" presId="urn:microsoft.com/office/officeart/2005/8/layout/pyramid3"/>
    <dgm:cxn modelId="{7DBFC2BF-4A1B-4B9D-B044-B3C5F7A95593}" type="presOf" srcId="{47A0A4FA-D176-4054-8825-DF536154F760}" destId="{46CB5F1C-095D-4ADF-8F47-E4F56E96BF87}" srcOrd="1" destOrd="0" presId="urn:microsoft.com/office/officeart/2005/8/layout/pyramid3"/>
    <dgm:cxn modelId="{FAB20FC2-A48B-461D-9F5F-31DA6737E73D}" type="presOf" srcId="{8BBCD979-DD70-4ABB-9BE0-4655D29C936C}" destId="{A014A139-7FD4-45DD-8195-3B2715C042F8}" srcOrd="1" destOrd="0" presId="urn:microsoft.com/office/officeart/2005/8/layout/pyramid3"/>
    <dgm:cxn modelId="{4E1D91C9-60FA-4748-B0E6-4813886403BA}" type="presOf" srcId="{6699525C-ADE7-4462-B9C5-7052956C7F79}" destId="{268DE402-79D9-4D57-9C93-A93CCA15C1A4}" srcOrd="1" destOrd="0" presId="urn:microsoft.com/office/officeart/2005/8/layout/pyramid3"/>
    <dgm:cxn modelId="{010714E3-B125-4279-8CAB-99CD6F39EBC1}" type="presOf" srcId="{DEC52EA0-2810-4940-BF85-C6CCB830E213}" destId="{AE9D27D5-F868-4D89-9DF1-68F234DA03F6}" srcOrd="0" destOrd="0" presId="urn:microsoft.com/office/officeart/2005/8/layout/pyramid3"/>
    <dgm:cxn modelId="{BA5E2AE4-5E5C-477A-BAF2-9188DED64C91}" srcId="{23519FF0-6787-46AF-90DA-24FDFDBC4CC2}" destId="{4DD9AAFC-2821-4071-B6AD-1312C54F0619}" srcOrd="7" destOrd="0" parTransId="{6EE283D2-B011-4541-BE9C-AC02B8B6C3D4}" sibTransId="{F1530332-C9D5-4B46-8981-BE9CBBEEBB6F}"/>
    <dgm:cxn modelId="{F8343EEC-486D-4DEB-9F1D-83F218CE4B5A}" srcId="{23519FF0-6787-46AF-90DA-24FDFDBC4CC2}" destId="{12B9A066-0F5A-4AF2-95F5-499FBA88E74B}" srcOrd="6" destOrd="0" parTransId="{8EDFA17E-D32B-4D86-A0A5-C3B12AA80A5A}" sibTransId="{B6F85D1C-5492-4D93-9191-1EAE59EDEE6D}"/>
    <dgm:cxn modelId="{CC15F4F6-C2C1-4AA3-A710-C54F02118816}" type="presOf" srcId="{4DD9AAFC-2821-4071-B6AD-1312C54F0619}" destId="{7658FFB0-0527-40D4-A47F-F2B63C39D88A}" srcOrd="1" destOrd="0" presId="urn:microsoft.com/office/officeart/2005/8/layout/pyramid3"/>
    <dgm:cxn modelId="{0B2934F7-A021-4AF5-8910-D18956F37A5F}" srcId="{23519FF0-6787-46AF-90DA-24FDFDBC4CC2}" destId="{B3CEC292-5507-4D40-99A1-73B7607D96F2}" srcOrd="2" destOrd="0" parTransId="{51241821-6EFD-4667-94C1-CEF06A9AA410}" sibTransId="{BCDEEFC1-DBDE-4F34-816F-95EE6B61DA8F}"/>
    <dgm:cxn modelId="{23F4B3F9-6676-4D3C-B067-68E2AD48DE59}" type="presOf" srcId="{6699525C-ADE7-4462-B9C5-7052956C7F79}" destId="{8288D235-CA2F-41DE-8AF2-A968376EC465}" srcOrd="0" destOrd="0" presId="urn:microsoft.com/office/officeart/2005/8/layout/pyramid3"/>
    <dgm:cxn modelId="{39D920FD-DE3E-477C-942F-2BE608C46D43}" srcId="{23519FF0-6787-46AF-90DA-24FDFDBC4CC2}" destId="{8BBCD979-DD70-4ABB-9BE0-4655D29C936C}" srcOrd="8" destOrd="0" parTransId="{BFD23ED9-8AF5-4205-8361-278D154CF8DC}" sibTransId="{C76A8C56-09A2-487E-BE1C-0E750C1B267C}"/>
    <dgm:cxn modelId="{A9F502D5-2C8E-463B-B0B1-34D1A2D1E122}" type="presParOf" srcId="{3E7D7220-A7FB-4507-965F-E7D254A32985}" destId="{9E8EEC07-8A31-46C2-9E0F-9CA5996A88C6}" srcOrd="0" destOrd="0" presId="urn:microsoft.com/office/officeart/2005/8/layout/pyramid3"/>
    <dgm:cxn modelId="{EEB02BBE-2632-408B-B038-6B2E0F1A8B2F}" type="presParOf" srcId="{9E8EEC07-8A31-46C2-9E0F-9CA5996A88C6}" destId="{8288D235-CA2F-41DE-8AF2-A968376EC465}" srcOrd="0" destOrd="0" presId="urn:microsoft.com/office/officeart/2005/8/layout/pyramid3"/>
    <dgm:cxn modelId="{77D50C6C-AAD2-4559-9B28-D71428BD6455}" type="presParOf" srcId="{9E8EEC07-8A31-46C2-9E0F-9CA5996A88C6}" destId="{268DE402-79D9-4D57-9C93-A93CCA15C1A4}" srcOrd="1" destOrd="0" presId="urn:microsoft.com/office/officeart/2005/8/layout/pyramid3"/>
    <dgm:cxn modelId="{76A4F364-558F-497F-A508-F130B387E883}" type="presParOf" srcId="{3E7D7220-A7FB-4507-965F-E7D254A32985}" destId="{CD29C562-3783-4C45-B8A0-1D5B01CFB461}" srcOrd="1" destOrd="0" presId="urn:microsoft.com/office/officeart/2005/8/layout/pyramid3"/>
    <dgm:cxn modelId="{B52AEC03-6F48-4579-B756-F2685E6F6D8E}" type="presParOf" srcId="{CD29C562-3783-4C45-B8A0-1D5B01CFB461}" destId="{960C858D-FC94-4519-A530-D1B9A50BA173}" srcOrd="0" destOrd="0" presId="urn:microsoft.com/office/officeart/2005/8/layout/pyramid3"/>
    <dgm:cxn modelId="{133D970A-4D70-435D-8277-86C13AA39044}" type="presParOf" srcId="{CD29C562-3783-4C45-B8A0-1D5B01CFB461}" destId="{6E9F0FEC-42F7-4C8C-85AE-6610150A3172}" srcOrd="1" destOrd="0" presId="urn:microsoft.com/office/officeart/2005/8/layout/pyramid3"/>
    <dgm:cxn modelId="{335B474C-6EA0-4123-AE6B-759E18CE5E37}" type="presParOf" srcId="{3E7D7220-A7FB-4507-965F-E7D254A32985}" destId="{B85C3E5E-61B7-4FC5-8824-8BE78FCB1A66}" srcOrd="2" destOrd="0" presId="urn:microsoft.com/office/officeart/2005/8/layout/pyramid3"/>
    <dgm:cxn modelId="{BFD55CFF-6B6D-4B6E-8EEF-5E8CA76B4A56}" type="presParOf" srcId="{B85C3E5E-61B7-4FC5-8824-8BE78FCB1A66}" destId="{018DEC3B-D95B-4E9D-84B7-7BD9F8618BC8}" srcOrd="0" destOrd="0" presId="urn:microsoft.com/office/officeart/2005/8/layout/pyramid3"/>
    <dgm:cxn modelId="{EFDAE172-DCC8-4355-A051-32D736DD1FF0}" type="presParOf" srcId="{B85C3E5E-61B7-4FC5-8824-8BE78FCB1A66}" destId="{EF56DCD7-4585-4488-B5AD-64686C0401B4}" srcOrd="1" destOrd="0" presId="urn:microsoft.com/office/officeart/2005/8/layout/pyramid3"/>
    <dgm:cxn modelId="{CAB63553-BB0C-4309-A023-A82223008968}" type="presParOf" srcId="{3E7D7220-A7FB-4507-965F-E7D254A32985}" destId="{D8E24177-E309-4295-BE92-801C8C4337C8}" srcOrd="3" destOrd="0" presId="urn:microsoft.com/office/officeart/2005/8/layout/pyramid3"/>
    <dgm:cxn modelId="{906C6CCC-F95B-416B-A098-29DD9D7E3368}" type="presParOf" srcId="{D8E24177-E309-4295-BE92-801C8C4337C8}" destId="{DAC2CDBF-9D75-4837-8E99-A84283A6691B}" srcOrd="0" destOrd="0" presId="urn:microsoft.com/office/officeart/2005/8/layout/pyramid3"/>
    <dgm:cxn modelId="{DABAD799-13AF-420D-B71E-17F48823EDC2}" type="presParOf" srcId="{D8E24177-E309-4295-BE92-801C8C4337C8}" destId="{1E89903B-8190-4ECD-B9B6-43BCAAA404E9}" srcOrd="1" destOrd="0" presId="urn:microsoft.com/office/officeart/2005/8/layout/pyramid3"/>
    <dgm:cxn modelId="{DF6048F0-DE46-4015-8462-D112E25B5B65}" type="presParOf" srcId="{3E7D7220-A7FB-4507-965F-E7D254A32985}" destId="{E8076843-1BC7-4D00-B288-FF2DAE90713D}" srcOrd="4" destOrd="0" presId="urn:microsoft.com/office/officeart/2005/8/layout/pyramid3"/>
    <dgm:cxn modelId="{BB6D4CC6-B649-4C6B-852E-50B15C0D689D}" type="presParOf" srcId="{E8076843-1BC7-4D00-B288-FF2DAE90713D}" destId="{9362F49A-02B8-44C4-AE50-52AE4B484FCF}" srcOrd="0" destOrd="0" presId="urn:microsoft.com/office/officeart/2005/8/layout/pyramid3"/>
    <dgm:cxn modelId="{1A24A740-58C6-4ADF-8712-88B5B1CE43DD}" type="presParOf" srcId="{E8076843-1BC7-4D00-B288-FF2DAE90713D}" destId="{D942D147-36F8-411E-BB28-109EE876F471}" srcOrd="1" destOrd="0" presId="urn:microsoft.com/office/officeart/2005/8/layout/pyramid3"/>
    <dgm:cxn modelId="{BB1410F9-4D60-4454-B764-DD97DFCD4654}" type="presParOf" srcId="{3E7D7220-A7FB-4507-965F-E7D254A32985}" destId="{2549A8F7-9913-4F81-BFD9-F57F96A2F42C}" srcOrd="5" destOrd="0" presId="urn:microsoft.com/office/officeart/2005/8/layout/pyramid3"/>
    <dgm:cxn modelId="{B596BB0F-873C-4B09-BA60-522E6BE06769}" type="presParOf" srcId="{2549A8F7-9913-4F81-BFD9-F57F96A2F42C}" destId="{59FB7579-66FB-4AE8-A3DC-11C9E1CA4B2C}" srcOrd="0" destOrd="0" presId="urn:microsoft.com/office/officeart/2005/8/layout/pyramid3"/>
    <dgm:cxn modelId="{2937D2D3-BFDA-42EF-B3CA-B3A6ED3BB7BD}" type="presParOf" srcId="{2549A8F7-9913-4F81-BFD9-F57F96A2F42C}" destId="{46CB5F1C-095D-4ADF-8F47-E4F56E96BF87}" srcOrd="1" destOrd="0" presId="urn:microsoft.com/office/officeart/2005/8/layout/pyramid3"/>
    <dgm:cxn modelId="{92D94D76-DB12-418D-ACFF-F904964720F2}" type="presParOf" srcId="{3E7D7220-A7FB-4507-965F-E7D254A32985}" destId="{B8161C32-A4A4-4F18-9A04-4C9626DB78EC}" srcOrd="6" destOrd="0" presId="urn:microsoft.com/office/officeart/2005/8/layout/pyramid3"/>
    <dgm:cxn modelId="{EEC5BF53-8AAC-4181-8B91-BCE1F8709A4E}" type="presParOf" srcId="{B8161C32-A4A4-4F18-9A04-4C9626DB78EC}" destId="{C2327F0C-0E26-4648-9014-25CC70038451}" srcOrd="0" destOrd="0" presId="urn:microsoft.com/office/officeart/2005/8/layout/pyramid3"/>
    <dgm:cxn modelId="{2FE9F385-2328-4C68-A76E-27E7F26E41A8}" type="presParOf" srcId="{B8161C32-A4A4-4F18-9A04-4C9626DB78EC}" destId="{F8B40EB2-1A9C-4889-B15B-76FC6ABF26FD}" srcOrd="1" destOrd="0" presId="urn:microsoft.com/office/officeart/2005/8/layout/pyramid3"/>
    <dgm:cxn modelId="{B2903444-CFA2-4ED4-8D60-3D5D9F24B367}" type="presParOf" srcId="{3E7D7220-A7FB-4507-965F-E7D254A32985}" destId="{2813BB41-A5AC-4BBA-882C-C2466200144B}" srcOrd="7" destOrd="0" presId="urn:microsoft.com/office/officeart/2005/8/layout/pyramid3"/>
    <dgm:cxn modelId="{D572E414-4051-4EF7-B3B5-A2769C05C875}" type="presParOf" srcId="{2813BB41-A5AC-4BBA-882C-C2466200144B}" destId="{6A8A9E78-68DD-4DA5-9296-CE20A84DE0CC}" srcOrd="0" destOrd="0" presId="urn:microsoft.com/office/officeart/2005/8/layout/pyramid3"/>
    <dgm:cxn modelId="{78862098-9D58-4559-9E53-CFF8DFE5993D}" type="presParOf" srcId="{2813BB41-A5AC-4BBA-882C-C2466200144B}" destId="{7658FFB0-0527-40D4-A47F-F2B63C39D88A}" srcOrd="1" destOrd="0" presId="urn:microsoft.com/office/officeart/2005/8/layout/pyramid3"/>
    <dgm:cxn modelId="{7CE8EB88-C5B4-4E48-B11C-63E397FBC1B3}" type="presParOf" srcId="{3E7D7220-A7FB-4507-965F-E7D254A32985}" destId="{50349BEB-6B9C-45F5-A670-D3E524B0CF41}" srcOrd="8" destOrd="0" presId="urn:microsoft.com/office/officeart/2005/8/layout/pyramid3"/>
    <dgm:cxn modelId="{63AD2AD6-C6E6-43A3-BE96-0B1C978F40B9}" type="presParOf" srcId="{50349BEB-6B9C-45F5-A670-D3E524B0CF41}" destId="{54107653-6031-41EF-9C01-E43CA000CA38}" srcOrd="0" destOrd="0" presId="urn:microsoft.com/office/officeart/2005/8/layout/pyramid3"/>
    <dgm:cxn modelId="{5257165A-E1A6-4DDA-B67E-F3F4D7F18134}" type="presParOf" srcId="{50349BEB-6B9C-45F5-A670-D3E524B0CF41}" destId="{A014A139-7FD4-45DD-8195-3B2715C042F8}" srcOrd="1" destOrd="0" presId="urn:microsoft.com/office/officeart/2005/8/layout/pyramid3"/>
    <dgm:cxn modelId="{8D1BF7BD-94A3-4DFD-8B8D-BD8B32546461}" type="presParOf" srcId="{3E7D7220-A7FB-4507-965F-E7D254A32985}" destId="{9CC0AE1D-4587-40CF-B5E0-11ED73F59D9D}" srcOrd="9" destOrd="0" presId="urn:microsoft.com/office/officeart/2005/8/layout/pyramid3"/>
    <dgm:cxn modelId="{C67A41FD-2362-4A97-B452-ADECE7ADF59A}" type="presParOf" srcId="{9CC0AE1D-4587-40CF-B5E0-11ED73F59D9D}" destId="{AE9D27D5-F868-4D89-9DF1-68F234DA03F6}" srcOrd="0" destOrd="0" presId="urn:microsoft.com/office/officeart/2005/8/layout/pyramid3"/>
    <dgm:cxn modelId="{A3C81921-8CE4-4E02-BAE3-AC7D894A63BE}" type="presParOf" srcId="{9CC0AE1D-4587-40CF-B5E0-11ED73F59D9D}" destId="{A80C42B5-2F3C-4563-A240-6A48713A7EC4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88D235-CA2F-41DE-8AF2-A968376EC465}">
      <dsp:nvSpPr>
        <dsp:cNvPr id="0" name=""/>
        <dsp:cNvSpPr/>
      </dsp:nvSpPr>
      <dsp:spPr>
        <a:xfrm rot="10800000">
          <a:off x="0" y="0"/>
          <a:ext cx="9486899" cy="556260"/>
        </a:xfrm>
        <a:prstGeom prst="trapezoid">
          <a:avLst>
            <a:gd name="adj" fmla="val 85274"/>
          </a:avLst>
        </a:prstGeom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  <a:scene3d>
            <a:camera prst="orthographicFront"/>
            <a:lightRig rig="threePt" dir="t"/>
          </a:scene3d>
          <a:flatTx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Face to Face</a:t>
          </a:r>
          <a:endParaRPr lang="en-IN" sz="1800" b="1" kern="1200" dirty="0">
            <a:solidFill>
              <a:schemeClr val="tx1"/>
            </a:solidFill>
          </a:endParaRPr>
        </a:p>
      </dsp:txBody>
      <dsp:txXfrm rot="-10800000">
        <a:off x="1660207" y="0"/>
        <a:ext cx="6166485" cy="556260"/>
      </dsp:txXfrm>
    </dsp:sp>
    <dsp:sp modelId="{960C858D-FC94-4519-A530-D1B9A50BA173}">
      <dsp:nvSpPr>
        <dsp:cNvPr id="0" name=""/>
        <dsp:cNvSpPr/>
      </dsp:nvSpPr>
      <dsp:spPr>
        <a:xfrm rot="10800000">
          <a:off x="474345" y="556260"/>
          <a:ext cx="8538209" cy="556260"/>
        </a:xfrm>
        <a:prstGeom prst="trapezoid">
          <a:avLst>
            <a:gd name="adj" fmla="val 85274"/>
          </a:avLst>
        </a:prstGeom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  <a:scene3d>
            <a:camera prst="orthographicFront"/>
            <a:lightRig rig="threePt" dir="t"/>
          </a:scene3d>
          <a:flatTx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Interactive TV - high speed connections (two way)</a:t>
          </a:r>
          <a:endParaRPr lang="en-IN" sz="1800" b="1" kern="1200" dirty="0">
            <a:solidFill>
              <a:schemeClr val="tx1"/>
            </a:solidFill>
          </a:endParaRPr>
        </a:p>
      </dsp:txBody>
      <dsp:txXfrm rot="-10800000">
        <a:off x="1968531" y="556260"/>
        <a:ext cx="5549836" cy="556260"/>
      </dsp:txXfrm>
    </dsp:sp>
    <dsp:sp modelId="{018DEC3B-D95B-4E9D-84B7-7BD9F8618BC8}">
      <dsp:nvSpPr>
        <dsp:cNvPr id="0" name=""/>
        <dsp:cNvSpPr/>
      </dsp:nvSpPr>
      <dsp:spPr>
        <a:xfrm rot="10800000">
          <a:off x="948689" y="1112519"/>
          <a:ext cx="7589520" cy="556260"/>
        </a:xfrm>
        <a:prstGeom prst="trapezoid">
          <a:avLst>
            <a:gd name="adj" fmla="val 85274"/>
          </a:avLst>
        </a:prstGeom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  <a:scene3d>
            <a:camera prst="orthographicFront"/>
            <a:lightRig rig="threePt" dir="t"/>
          </a:scene3d>
          <a:flatTx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Video-Voice / Data Channel (one way) </a:t>
          </a:r>
          <a:endParaRPr lang="en-IN" sz="1800" b="1" kern="1200" dirty="0">
            <a:solidFill>
              <a:schemeClr val="tx1"/>
            </a:solidFill>
          </a:endParaRPr>
        </a:p>
      </dsp:txBody>
      <dsp:txXfrm rot="-10800000">
        <a:off x="2276855" y="1112519"/>
        <a:ext cx="4933188" cy="556260"/>
      </dsp:txXfrm>
    </dsp:sp>
    <dsp:sp modelId="{DAC2CDBF-9D75-4837-8E99-A84283A6691B}">
      <dsp:nvSpPr>
        <dsp:cNvPr id="0" name=""/>
        <dsp:cNvSpPr/>
      </dsp:nvSpPr>
      <dsp:spPr>
        <a:xfrm rot="10800000">
          <a:off x="1395342" y="1631694"/>
          <a:ext cx="6640829" cy="556260"/>
        </a:xfrm>
        <a:prstGeom prst="trapezoid">
          <a:avLst>
            <a:gd name="adj" fmla="val 85274"/>
          </a:avLst>
        </a:prstGeom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  <a:scene3d>
            <a:camera prst="orthographicFront"/>
            <a:lightRig rig="threePt" dir="t"/>
          </a:scene3d>
          <a:flatTx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Telephone </a:t>
          </a:r>
          <a:endParaRPr lang="en-IN" sz="1800" b="1" kern="1200" dirty="0">
            <a:solidFill>
              <a:schemeClr val="tx1"/>
            </a:solidFill>
          </a:endParaRPr>
        </a:p>
      </dsp:txBody>
      <dsp:txXfrm rot="-10800000">
        <a:off x="2557487" y="1631694"/>
        <a:ext cx="4316539" cy="556260"/>
      </dsp:txXfrm>
    </dsp:sp>
    <dsp:sp modelId="{9362F49A-02B8-44C4-AE50-52AE4B484FCF}">
      <dsp:nvSpPr>
        <dsp:cNvPr id="0" name=""/>
        <dsp:cNvSpPr/>
      </dsp:nvSpPr>
      <dsp:spPr>
        <a:xfrm rot="10800000">
          <a:off x="1851672" y="2133601"/>
          <a:ext cx="5692139" cy="556260"/>
        </a:xfrm>
        <a:prstGeom prst="trapezoid">
          <a:avLst>
            <a:gd name="adj" fmla="val 85274"/>
          </a:avLst>
        </a:prstGeom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  <a:scene3d>
            <a:camera prst="orthographicFront"/>
            <a:lightRig rig="threePt" dir="t"/>
          </a:scene3d>
          <a:flatTx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E-mail </a:t>
          </a:r>
          <a:endParaRPr lang="en-IN" sz="1800" b="1" kern="1200" dirty="0">
            <a:solidFill>
              <a:schemeClr val="tx1"/>
            </a:solidFill>
          </a:endParaRPr>
        </a:p>
      </dsp:txBody>
      <dsp:txXfrm rot="-10800000">
        <a:off x="2847796" y="2133601"/>
        <a:ext cx="3699891" cy="556260"/>
      </dsp:txXfrm>
    </dsp:sp>
    <dsp:sp modelId="{59FB7579-66FB-4AE8-A3DC-11C9E1CA4B2C}">
      <dsp:nvSpPr>
        <dsp:cNvPr id="0" name=""/>
        <dsp:cNvSpPr/>
      </dsp:nvSpPr>
      <dsp:spPr>
        <a:xfrm rot="10800000">
          <a:off x="2371724" y="2666999"/>
          <a:ext cx="4743449" cy="556260"/>
        </a:xfrm>
        <a:prstGeom prst="trapezoid">
          <a:avLst>
            <a:gd name="adj" fmla="val 85274"/>
          </a:avLst>
        </a:prstGeom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  <a:scene3d>
            <a:camera prst="orthographicFront"/>
            <a:lightRig rig="threePt" dir="t"/>
          </a:scene3d>
          <a:flatTx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Personal written correspondence </a:t>
          </a:r>
          <a:endParaRPr lang="en-IN" sz="1800" b="1" kern="1200" dirty="0">
            <a:solidFill>
              <a:schemeClr val="tx1"/>
            </a:solidFill>
          </a:endParaRPr>
        </a:p>
      </dsp:txBody>
      <dsp:txXfrm rot="-10800000">
        <a:off x="3201828" y="2666999"/>
        <a:ext cx="3083242" cy="556260"/>
      </dsp:txXfrm>
    </dsp:sp>
    <dsp:sp modelId="{C2327F0C-0E26-4648-9014-25CC70038451}">
      <dsp:nvSpPr>
        <dsp:cNvPr id="0" name=""/>
        <dsp:cNvSpPr/>
      </dsp:nvSpPr>
      <dsp:spPr>
        <a:xfrm rot="10800000">
          <a:off x="2846069" y="3200402"/>
          <a:ext cx="3794760" cy="556260"/>
        </a:xfrm>
        <a:prstGeom prst="trapezoid">
          <a:avLst>
            <a:gd name="adj" fmla="val 85274"/>
          </a:avLst>
        </a:prstGeom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  <a:scene3d>
            <a:camera prst="orthographicFront"/>
            <a:lightRig rig="threePt" dir="t"/>
          </a:scene3d>
          <a:flatTx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Formal written message </a:t>
          </a:r>
          <a:endParaRPr lang="en-IN" sz="1800" b="1" kern="1200" dirty="0">
            <a:solidFill>
              <a:schemeClr val="tx1"/>
            </a:solidFill>
          </a:endParaRPr>
        </a:p>
      </dsp:txBody>
      <dsp:txXfrm rot="-10800000">
        <a:off x="3510152" y="3200402"/>
        <a:ext cx="2466594" cy="556260"/>
      </dsp:txXfrm>
    </dsp:sp>
    <dsp:sp modelId="{6A8A9E78-68DD-4DA5-9296-CE20A84DE0CC}">
      <dsp:nvSpPr>
        <dsp:cNvPr id="0" name=""/>
        <dsp:cNvSpPr/>
      </dsp:nvSpPr>
      <dsp:spPr>
        <a:xfrm rot="10800000">
          <a:off x="3320414" y="3733800"/>
          <a:ext cx="2846069" cy="556260"/>
        </a:xfrm>
        <a:prstGeom prst="trapezoid">
          <a:avLst>
            <a:gd name="adj" fmla="val 85274"/>
          </a:avLst>
        </a:prstGeom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  <a:scene3d>
            <a:camera prst="orthographicFront"/>
            <a:lightRig rig="threePt" dir="t"/>
          </a:scene3d>
          <a:flatTx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Public speaking </a:t>
          </a:r>
          <a:endParaRPr lang="en-IN" sz="1800" b="1" kern="1200" dirty="0">
            <a:solidFill>
              <a:schemeClr val="tx1"/>
            </a:solidFill>
          </a:endParaRPr>
        </a:p>
      </dsp:txBody>
      <dsp:txXfrm rot="-10800000">
        <a:off x="3818477" y="3733800"/>
        <a:ext cx="1849945" cy="556260"/>
      </dsp:txXfrm>
    </dsp:sp>
    <dsp:sp modelId="{54107653-6031-41EF-9C01-E43CA000CA38}">
      <dsp:nvSpPr>
        <dsp:cNvPr id="0" name=""/>
        <dsp:cNvSpPr/>
      </dsp:nvSpPr>
      <dsp:spPr>
        <a:xfrm rot="10800000">
          <a:off x="3794760" y="4267198"/>
          <a:ext cx="1897380" cy="556260"/>
        </a:xfrm>
        <a:prstGeom prst="trapezoid">
          <a:avLst>
            <a:gd name="adj" fmla="val 85274"/>
          </a:avLst>
        </a:prstGeom>
        <a:gradFill flip="none" rotWithShape="0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  <a:scene3d>
            <a:camera prst="orthographicFront"/>
            <a:lightRig rig="threePt" dir="t"/>
          </a:scene3d>
          <a:flatTx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8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DataReports</a:t>
          </a:r>
          <a:r>
            <a: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rPr>
            <a:t> </a:t>
          </a:r>
          <a:endParaRPr lang="en-IN" sz="1800" b="1" kern="1200" dirty="0">
            <a:solidFill>
              <a:schemeClr val="tx1"/>
            </a:solidFill>
          </a:endParaRPr>
        </a:p>
      </dsp:txBody>
      <dsp:txXfrm rot="-10800000">
        <a:off x="4126801" y="4267198"/>
        <a:ext cx="1233297" cy="556260"/>
      </dsp:txXfrm>
    </dsp:sp>
    <dsp:sp modelId="{AE9D27D5-F868-4D89-9DF1-68F234DA03F6}">
      <dsp:nvSpPr>
        <dsp:cNvPr id="0" name=""/>
        <dsp:cNvSpPr/>
      </dsp:nvSpPr>
      <dsp:spPr>
        <a:xfrm rot="10800000">
          <a:off x="4269105" y="4724399"/>
          <a:ext cx="948690" cy="556260"/>
        </a:xfrm>
        <a:prstGeom prst="trapezoid">
          <a:avLst>
            <a:gd name="adj" fmla="val 85274"/>
          </a:avLst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  <a:scene3d>
            <a:camera prst="orthographicFront"/>
            <a:lightRig rig="threePt" dir="t"/>
          </a:scene3d>
        </a:bodyPr>
        <a:lstStyle/>
        <a:p>
          <a:pPr marL="0" lvl="0" indent="0" algn="ctr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b="1" strike="noStrike" kern="1200" spc="0" baseline="0" dirty="0">
            <a:solidFill>
              <a:schemeClr val="tx1"/>
            </a:solidFill>
            <a:effectLst/>
            <a:latin typeface="Calibri" pitchFamily="34" charset="0"/>
            <a:cs typeface="Calibri" pitchFamily="34" charset="0"/>
          </a:endParaRPr>
        </a:p>
      </dsp:txBody>
      <dsp:txXfrm rot="-10800000">
        <a:off x="4269105" y="4724399"/>
        <a:ext cx="948690" cy="556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25FEA-FBCF-491F-B7CE-6258D2FACBD0}" type="datetimeFigureOut">
              <a:rPr lang="en-GB" smtClean="0"/>
              <a:t>11/04/2022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509F1-BCAD-492E-AF38-5FDF45A82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033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9E786C8F-C558-4E70-8E19-B182043F7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A2955247-DB5B-47FC-827F-F162DBD38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sz="1200"/>
              <a:t>1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4698CA58-48EB-4B5D-B6E0-90DC28F41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E30B95B8-3841-413E-AD95-9EAB46BF8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D6BDDB0D-A564-4BA0-B41A-1D8F9B9E8F3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866775" y="692150"/>
            <a:ext cx="5124450" cy="3416300"/>
          </a:xfrm>
          <a:ln cap="flat"/>
        </p:spPr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16D27CD0-B89A-4D98-B04B-569864728E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1944BF2D-15E2-4798-B680-EC26071608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AC30AD20-8E83-4F78-91B5-B7F5AD292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E222BC32-1317-4CE7-9677-7BB597A9EF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A5112A85-F62D-49BA-930A-B9B2660BD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560A71F0-7F45-4349-B468-CCC0282412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9B46B87-E4CC-4F0D-A9E4-0945E5770727}" type="slidenum">
              <a:rPr lang="en-US" altLang="en-US">
                <a:latin typeface="Arial" panose="020B0604020202020204" pitchFamily="34" charset="0"/>
              </a:rPr>
              <a:pPr/>
              <a:t>32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B29451A4-8EBC-447E-BB92-DFE5528C25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5763" y="687388"/>
            <a:ext cx="6091237" cy="3427412"/>
          </a:xfrm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7D890EC-E0A2-453B-91E1-2BDADB3F0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5988" y="4341813"/>
            <a:ext cx="5026025" cy="41148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CEED-A42F-4E3A-9459-D2C22271FF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DFBEB-A4CC-437B-A89E-373EAEC84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134EC-19A8-4908-876E-C84F4392C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D89A9-4A88-446B-B4A7-A1B606579ED4}" type="datetimeFigureOut">
              <a:rPr lang="en-GB" smtClean="0"/>
              <a:t>11/04/2022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C8E94-61BA-444E-940C-441CD2AEB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B8D76-154D-4961-82BA-0CA590B9F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F25B-EA75-4B35-8898-8FBBBC550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671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90B77-F11D-443A-8580-7FC11571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68552-3C94-49C4-B23B-ED80A358E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016E1-B9CF-4E01-BC05-5CA37EE49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D89A9-4A88-446B-B4A7-A1B606579ED4}" type="datetimeFigureOut">
              <a:rPr lang="en-GB" smtClean="0"/>
              <a:t>11/04/2022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8DCFC-0487-4B52-8ECB-BEB72D1E9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5EF10-9F2B-48BD-84CE-3392CCE0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F25B-EA75-4B35-8898-8FBBBC550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42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1BD84-7509-49AB-A1A2-47F2F6DA2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DD2C5-F0F4-4C56-97C7-37D1D2FE6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22F7E-13F8-41BA-93F2-E7A5146C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D89A9-4A88-446B-B4A7-A1B606579ED4}" type="datetimeFigureOut">
              <a:rPr lang="en-GB" smtClean="0"/>
              <a:t>11/04/2022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A718E-E408-489A-8815-4D5F499CC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C5D4C-5461-4F8F-A895-D881257A1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F25B-EA75-4B35-8898-8FBBBC550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19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70611-5729-4302-AF96-E75C0A71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4579B-B604-430C-8E4B-CD9EC47D9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7B151-5BAE-4400-BCD6-E06FC7844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10803-1CE2-4AC6-98A9-F2501239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D89A9-4A88-446B-B4A7-A1B606579ED4}" type="datetimeFigureOut">
              <a:rPr lang="en-GB" smtClean="0"/>
              <a:t>11/04/2022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8D490-EE44-4D33-9C09-29E1622E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C3F96-870C-4A74-A9ED-5C0FC73E7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F25B-EA75-4B35-8898-8FBBBC550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40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E09F1-32E0-4FC4-9592-BACE12856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72223-758E-4A06-868F-3F40791F1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617F74-116A-4F03-B90A-CB120E59C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E3D9E-2B93-4573-A5D8-2321E3D1A3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C3D674-020D-4A1F-89F5-AC4FCE4B0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2F95C6-9F4A-47CE-8CCB-407D92866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D89A9-4A88-446B-B4A7-A1B606579ED4}" type="datetimeFigureOut">
              <a:rPr lang="en-GB" smtClean="0"/>
              <a:t>11/04/2022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41874-DD6C-46AA-AF34-C523C893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815955-3435-4736-A11E-7F3F01662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F25B-EA75-4B35-8898-8FBBBC550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1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513D5-65D7-4D99-908A-B5254EDCC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89A80-6230-4B32-A690-7098945D4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D89A9-4A88-446B-B4A7-A1B606579ED4}" type="datetimeFigureOut">
              <a:rPr lang="en-GB" smtClean="0"/>
              <a:t>11/04/2022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553CA-CA38-4C93-AA9A-7C6BB6ADC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120BF2-784C-40D7-82A5-F24F61203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F25B-EA75-4B35-8898-8FBBBC550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2222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82C4C2-228E-46BD-9630-961089AF9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D89A9-4A88-446B-B4A7-A1B606579ED4}" type="datetimeFigureOut">
              <a:rPr lang="en-GB" smtClean="0"/>
              <a:t>11/04/2022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455703-A650-45F8-AE36-43926E86A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43747-2785-4091-ADC8-C87C2BF8B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F25B-EA75-4B35-8898-8FBBBC550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409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73D-9B93-4D8B-A306-647E3A443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D49F2-63F7-41FF-AE92-2E915055D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D3988-C181-41E0-BEF6-C34390768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06372-8DFE-49E2-91FE-129818D30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D89A9-4A88-446B-B4A7-A1B606579ED4}" type="datetimeFigureOut">
              <a:rPr lang="en-GB" smtClean="0"/>
              <a:t>11/04/2022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D0B43-E235-4CFA-941E-BAA4D19FE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536C4-B2CE-4F98-B393-60C59CC3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F25B-EA75-4B35-8898-8FBBBC550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51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304CE-BFA2-491B-99C0-00FB4C4D3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56135E-776C-4AE7-B5A4-C276FADAF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5447D-62CA-46DC-BA57-EDB932F52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E4B51-878A-4F1E-B77A-CB57451BA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D89A9-4A88-446B-B4A7-A1B606579ED4}" type="datetimeFigureOut">
              <a:rPr lang="en-GB" smtClean="0"/>
              <a:t>11/04/2022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1275E-7BB2-483B-BFC0-EAD3DA7EC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DD929-29D4-438E-9DD3-EA7E7AF1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F25B-EA75-4B35-8898-8FBBBC550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760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AF0B-E54E-4458-8375-C72FD1B8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6E68D-9C9B-4D5B-8C88-979DF5B40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745A2-4C22-442D-8D7C-ED282ADD4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D89A9-4A88-446B-B4A7-A1B606579ED4}" type="datetimeFigureOut">
              <a:rPr lang="en-GB" smtClean="0"/>
              <a:t>11/04/2022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9A43A-B1A8-411B-83B1-DDA45E0AC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37138-29F9-4C54-9EAB-D5259EAA3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F25B-EA75-4B35-8898-8FBBBC550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2585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6C11C8-12BF-469C-8DAB-DBFAA3043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A69A34-4FA7-4E2D-AD04-BD3E700CF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676A7-5634-4621-A071-A54C049CC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D89A9-4A88-446B-B4A7-A1B606579ED4}" type="datetimeFigureOut">
              <a:rPr lang="en-GB" smtClean="0"/>
              <a:t>11/04/2022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D2012-A8A2-4030-9B13-531B4F26E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62AB9-97C8-4E3B-B1E0-6F3C3C55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F25B-EA75-4B35-8898-8FBBBC550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812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92FD04-0199-43FE-990C-377184D31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41011-0518-46F5-999D-4477FA28D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8B7E0-A481-4BBD-9922-F37A7B102B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D89A9-4A88-446B-B4A7-A1B606579ED4}" type="datetimeFigureOut">
              <a:rPr lang="en-GB" smtClean="0"/>
              <a:t>11/04/2022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AC609-A11C-4226-AB3F-306E36A36E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3EE87-CC23-43CC-80B0-8935CF80D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4F25B-EA75-4B35-8898-8FBBBC550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60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Chart.xls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Relationship Id="rId9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hyperlink" Target="http://images.google.com/imgres?imgurl=http://www.aperfectworld.org/clipart/communications/transmitter.gif&amp;imgrefurl=http://www.aperfectworld.org/communications.htm&amp;h=184&amp;w=158&amp;sz=10&amp;tbnid=0fM59eH1DFUJ:&amp;tbnh=96&amp;tbnw=82&amp;hl=en&amp;start=8&amp;prev=/images?q=transmitter&amp;hl=en&amp;lr=&amp;sa=N" TargetMode="External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707BA14-A079-4451-925F-49FE02B90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026" y="6248400"/>
            <a:ext cx="2143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CB75A59-4A30-4B12-B4CB-B9C35DF99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8675" y="6248400"/>
            <a:ext cx="3257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C13C69-6ABE-49AD-AACB-CA8D849CB002}"/>
              </a:ext>
            </a:extLst>
          </p:cNvPr>
          <p:cNvSpPr/>
          <p:nvPr/>
        </p:nvSpPr>
        <p:spPr>
          <a:xfrm>
            <a:off x="2587637" y="2438400"/>
            <a:ext cx="7138621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5400" b="1" cap="all" dirty="0">
                <a:ln/>
                <a:solidFill>
                  <a:schemeClr val="bg1">
                    <a:lumMod val="50000"/>
                  </a:schemeClr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ea typeface="ＭＳ Ｐゴシック" pitchFamily="-111" charset="-128"/>
              </a:rPr>
              <a:t>Communication Skill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6BF488B8-B95E-4168-946E-1F12A3A84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7200"/>
            <a:ext cx="89392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Learning Outcome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C9B35B98-A2F4-4FD9-BDD4-B86A6293C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676401"/>
            <a:ext cx="8610600" cy="472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Define and understand communication and the communication process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List and overcome the filters/barriers in a communication process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Practice active listening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Tips to improve communication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endParaRPr lang="en-US" altLang="en-US" sz="120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1ED1AFB4-AC13-49FD-B07D-DA9115BA0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228600"/>
            <a:ext cx="10287000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 b="1" dirty="0">
                <a:latin typeface="Arial" panose="020B0604020202020204" pitchFamily="34" charset="0"/>
              </a:rPr>
              <a:t>What is Communication?</a:t>
            </a:r>
          </a:p>
          <a:p>
            <a:pPr eaLnBrk="1" hangingPunct="1"/>
            <a:endParaRPr lang="en-US" altLang="en-US" sz="3200" i="1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F1C70F79-E895-4B77-A8A4-B5989D9B1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1752600"/>
            <a:ext cx="9982200" cy="281615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dirty="0">
                <a:solidFill>
                  <a:schemeClr val="bg2"/>
                </a:solidFill>
                <a:latin typeface="Calibri" pitchFamily="34" charset="0"/>
                <a:ea typeface="ＭＳ Ｐゴシック" pitchFamily="-111" charset="-128"/>
                <a:cs typeface="Calibri" pitchFamily="34" charset="0"/>
              </a:rPr>
              <a:t> </a:t>
            </a:r>
            <a:r>
              <a:rPr lang="en-US" dirty="0">
                <a:latin typeface="Calibri" pitchFamily="34" charset="0"/>
                <a:ea typeface="ＭＳ Ｐゴシック" pitchFamily="-111" charset="-128"/>
                <a:cs typeface="Calibri" pitchFamily="34" charset="0"/>
              </a:rPr>
              <a:t>Communication is the art of transmitting information, Ideas and attitudes from one person to another.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sz="2600" b="1" dirty="0">
                <a:latin typeface="Calibri" pitchFamily="34" charset="0"/>
                <a:ea typeface="ＭＳ Ｐゴシック" pitchFamily="-111" charset="-128"/>
                <a:cs typeface="Calibri" pitchFamily="34" charset="0"/>
              </a:rPr>
              <a:t>Communication  </a:t>
            </a:r>
            <a:r>
              <a:rPr lang="en-US" sz="2600" dirty="0">
                <a:latin typeface="Calibri" pitchFamily="34" charset="0"/>
                <a:ea typeface="ＭＳ Ｐゴシック" pitchFamily="-111" charset="-128"/>
                <a:cs typeface="Calibri" pitchFamily="34" charset="0"/>
              </a:rPr>
              <a:t>:</a:t>
            </a:r>
          </a:p>
          <a:p>
            <a:pPr marL="457200" indent="-457200">
              <a:spcBef>
                <a:spcPct val="50000"/>
              </a:spcBef>
              <a:buClr>
                <a:schemeClr val="tx2"/>
              </a:buClr>
              <a:buSzPct val="95000"/>
              <a:buFont typeface="Wingdings" pitchFamily="2" charset="2"/>
              <a:buChar char="Ø"/>
              <a:defRPr/>
            </a:pPr>
            <a:r>
              <a:rPr lang="en-US" sz="2000" dirty="0">
                <a:latin typeface="Calibri" pitchFamily="34" charset="0"/>
                <a:ea typeface="ＭＳ Ｐゴシック" pitchFamily="-111" charset="-128"/>
                <a:cs typeface="Calibri" pitchFamily="34" charset="0"/>
              </a:rPr>
              <a:t>The Personal Process</a:t>
            </a:r>
          </a:p>
          <a:p>
            <a:pPr marL="457200" indent="-457200">
              <a:spcBef>
                <a:spcPct val="50000"/>
              </a:spcBef>
              <a:buClr>
                <a:schemeClr val="tx2"/>
              </a:buClr>
              <a:buSzPct val="95000"/>
              <a:buFont typeface="Wingdings" pitchFamily="2" charset="2"/>
              <a:buChar char="Ø"/>
              <a:defRPr/>
            </a:pPr>
            <a:r>
              <a:rPr lang="en-US" sz="2000" dirty="0">
                <a:latin typeface="Calibri" pitchFamily="34" charset="0"/>
                <a:ea typeface="ＭＳ Ｐゴシック" pitchFamily="-111" charset="-128"/>
                <a:cs typeface="Calibri" pitchFamily="34" charset="0"/>
              </a:rPr>
              <a:t>Involves change in Behavior</a:t>
            </a:r>
          </a:p>
          <a:p>
            <a:pPr marL="457200" indent="-457200">
              <a:spcBef>
                <a:spcPct val="50000"/>
              </a:spcBef>
              <a:buClr>
                <a:schemeClr val="tx2"/>
              </a:buClr>
              <a:buSzPct val="95000"/>
              <a:buFont typeface="Wingdings" pitchFamily="2" charset="2"/>
              <a:buChar char="Ø"/>
              <a:defRPr/>
            </a:pPr>
            <a:r>
              <a:rPr lang="en-US" sz="2000" dirty="0">
                <a:latin typeface="Calibri" pitchFamily="34" charset="0"/>
                <a:ea typeface="ＭＳ Ｐゴシック" pitchFamily="-111" charset="-128"/>
                <a:cs typeface="Calibri" pitchFamily="34" charset="0"/>
              </a:rPr>
              <a:t>Means to influence others</a:t>
            </a:r>
          </a:p>
          <a:p>
            <a:pPr marL="457200" indent="-457200">
              <a:spcBef>
                <a:spcPct val="50000"/>
              </a:spcBef>
              <a:buClr>
                <a:schemeClr val="tx2"/>
              </a:buClr>
              <a:buSzPct val="95000"/>
              <a:buFont typeface="Wingdings" pitchFamily="2" charset="2"/>
              <a:buChar char="Ø"/>
              <a:defRPr/>
            </a:pPr>
            <a:r>
              <a:rPr lang="en-US" sz="2000" dirty="0">
                <a:latin typeface="Calibri" pitchFamily="34" charset="0"/>
                <a:ea typeface="ＭＳ Ｐゴシック" pitchFamily="-111" charset="-128"/>
                <a:cs typeface="Calibri" pitchFamily="34" charset="0"/>
              </a:rPr>
              <a:t>Expression of  thoughts and emotions through Words and actions .</a:t>
            </a:r>
          </a:p>
        </p:txBody>
      </p:sp>
      <p:pic>
        <p:nvPicPr>
          <p:cNvPr id="7172" name="Picture 6" descr="people_talking">
            <a:extLst>
              <a:ext uri="{FF2B5EF4-FFF2-40B4-BE49-F238E27FC236}">
                <a16:creationId xmlns:a16="http://schemas.microsoft.com/office/drawing/2014/main" id="{78FB6637-C3DE-4145-9F47-FB45AF1AB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9701" y="2819401"/>
            <a:ext cx="1712913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693E58-CC25-42C7-9964-596434110A31}"/>
              </a:ext>
            </a:extLst>
          </p:cNvPr>
          <p:cNvSpPr txBox="1"/>
          <p:nvPr/>
        </p:nvSpPr>
        <p:spPr>
          <a:xfrm>
            <a:off x="952500" y="6027738"/>
            <a:ext cx="10287000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ＭＳ Ｐゴシック" pitchFamily="-111" charset="-128"/>
                <a:cs typeface="Calibri" pitchFamily="34" charset="0"/>
              </a:rPr>
              <a:t>Quote: The quality of your Life is the quality of your communication both with yourself and others.</a:t>
            </a:r>
            <a:endParaRPr lang="en-IN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ea typeface="ＭＳ Ｐゴシック" pitchFamily="-111" charset="-128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7155D86E-AF77-4A37-9B6C-3AA2F2B6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Communication</a:t>
            </a:r>
            <a:endParaRPr lang="en-IN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71FBDF71-23EA-4C88-B3AE-47FD80084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7675" indent="-382588">
              <a:buFont typeface="Wingdings 2" panose="05020102010507070707" pitchFamily="18" charset="2"/>
              <a:buChar char=""/>
            </a:pPr>
            <a:r>
              <a:rPr lang="en-US" altLang="en-US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7% WORDS</a:t>
            </a:r>
            <a:endParaRPr lang="en-US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pPr marL="822325" lvl="1">
              <a:buFont typeface="Verdana" panose="020B0604030504040204" pitchFamily="34" charset="0"/>
              <a:buChar char="›"/>
            </a:pP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Words are only labels and the listeners put their own interpretation on speakers words</a:t>
            </a:r>
          </a:p>
          <a:p>
            <a:pPr marL="447675" indent="-382588">
              <a:buFont typeface="Wingdings 2" panose="05020102010507070707" pitchFamily="18" charset="2"/>
              <a:buChar char=""/>
            </a:pPr>
            <a:r>
              <a:rPr lang="en-US" altLang="en-US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38% PARALINGUISTIC</a:t>
            </a:r>
            <a:endParaRPr lang="en-US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pPr marL="822325" lvl="1">
              <a:buFont typeface="Verdana" panose="020B0604030504040204" pitchFamily="34" charset="0"/>
              <a:buChar char="›"/>
            </a:pP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The way in which something is said - the accent, tone and voice modulation is important to the listener.</a:t>
            </a:r>
          </a:p>
          <a:p>
            <a:pPr marL="447675" indent="-382588">
              <a:buFont typeface="Wingdings 2" panose="05020102010507070707" pitchFamily="18" charset="2"/>
              <a:buChar char=""/>
            </a:pPr>
            <a:r>
              <a:rPr lang="en-US" altLang="en-US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55% BODY LANGUAGE</a:t>
            </a:r>
            <a:endParaRPr lang="en-US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pPr marL="822325" lvl="1">
              <a:buFont typeface="Verdana" panose="020B0604030504040204" pitchFamily="34" charset="0"/>
              <a:buChar char="›"/>
            </a:pP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What a speaker looks like while delivering a message affects the listener’s understanding most.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6C040974-952F-485C-9C0B-D8F414E78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228601"/>
            <a:ext cx="102870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400" b="1" dirty="0">
                <a:latin typeface="Calibri" panose="020F0502020204030204" pitchFamily="34" charset="0"/>
                <a:cs typeface="Calibri" panose="020F0502020204030204" pitchFamily="34" charset="0"/>
              </a:rPr>
              <a:t>What are the most common ways we communicate</a:t>
            </a:r>
            <a:r>
              <a:rPr lang="en-US" altLang="en-US" sz="34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9219" name="AutoShape 5">
            <a:extLst>
              <a:ext uri="{FF2B5EF4-FFF2-40B4-BE49-F238E27FC236}">
                <a16:creationId xmlns:a16="http://schemas.microsoft.com/office/drawing/2014/main" id="{FA5E51EA-3E63-492A-BD3C-B0B46B32133F}"/>
              </a:ext>
            </a:extLst>
          </p:cNvPr>
          <p:cNvSpPr>
            <a:spLocks noChangeArrowheads="1"/>
          </p:cNvSpPr>
          <p:nvPr/>
        </p:nvSpPr>
        <p:spPr bwMode="auto">
          <a:xfrm rot="20879958">
            <a:off x="2495550" y="1981200"/>
            <a:ext cx="3257550" cy="1752600"/>
          </a:xfrm>
          <a:prstGeom prst="rightArrow">
            <a:avLst>
              <a:gd name="adj1" fmla="val 50000"/>
              <a:gd name="adj2" fmla="val 46467"/>
            </a:avLst>
          </a:prstGeom>
          <a:solidFill>
            <a:srgbClr val="99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latin typeface="Verdana" panose="020B0604030504040204" pitchFamily="34" charset="0"/>
              </a:rPr>
              <a:t>Spoken Word</a:t>
            </a:r>
          </a:p>
        </p:txBody>
      </p:sp>
      <p:sp>
        <p:nvSpPr>
          <p:cNvPr id="9220" name="AutoShape 6">
            <a:extLst>
              <a:ext uri="{FF2B5EF4-FFF2-40B4-BE49-F238E27FC236}">
                <a16:creationId xmlns:a16="http://schemas.microsoft.com/office/drawing/2014/main" id="{E1B0144F-DB46-4836-8C78-4FFE5B7CD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9" y="3835400"/>
            <a:ext cx="3000375" cy="1828800"/>
          </a:xfrm>
          <a:prstGeom prst="rightArrow">
            <a:avLst>
              <a:gd name="adj1" fmla="val 50000"/>
              <a:gd name="adj2" fmla="val 41016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latin typeface="Verdana" panose="020B0604030504040204" pitchFamily="34" charset="0"/>
              </a:rPr>
              <a:t>Written Word</a:t>
            </a:r>
          </a:p>
        </p:txBody>
      </p:sp>
      <p:sp>
        <p:nvSpPr>
          <p:cNvPr id="9221" name="AutoShape 7">
            <a:extLst>
              <a:ext uri="{FF2B5EF4-FFF2-40B4-BE49-F238E27FC236}">
                <a16:creationId xmlns:a16="http://schemas.microsoft.com/office/drawing/2014/main" id="{AAE35481-FB95-4EE9-9D72-83226CD9373B}"/>
              </a:ext>
            </a:extLst>
          </p:cNvPr>
          <p:cNvSpPr>
            <a:spLocks noChangeArrowheads="1"/>
          </p:cNvSpPr>
          <p:nvPr/>
        </p:nvSpPr>
        <p:spPr bwMode="auto">
          <a:xfrm rot="20784271">
            <a:off x="6296026" y="1587500"/>
            <a:ext cx="3171825" cy="1828800"/>
          </a:xfrm>
          <a:prstGeom prst="leftArrow">
            <a:avLst>
              <a:gd name="adj1" fmla="val 50000"/>
              <a:gd name="adj2" fmla="val 43359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latin typeface="Verdana" panose="020B0604030504040204" pitchFamily="34" charset="0"/>
              </a:rPr>
              <a:t>Visual Images</a:t>
            </a:r>
          </a:p>
        </p:txBody>
      </p:sp>
      <p:sp>
        <p:nvSpPr>
          <p:cNvPr id="9222" name="AutoShape 8">
            <a:extLst>
              <a:ext uri="{FF2B5EF4-FFF2-40B4-BE49-F238E27FC236}">
                <a16:creationId xmlns:a16="http://schemas.microsoft.com/office/drawing/2014/main" id="{F72F9A1D-6E93-4838-A519-45B92CF2D58F}"/>
              </a:ext>
            </a:extLst>
          </p:cNvPr>
          <p:cNvSpPr>
            <a:spLocks noChangeArrowheads="1"/>
          </p:cNvSpPr>
          <p:nvPr/>
        </p:nvSpPr>
        <p:spPr bwMode="auto">
          <a:xfrm rot="987601">
            <a:off x="6296025" y="3873500"/>
            <a:ext cx="3257550" cy="1600200"/>
          </a:xfrm>
          <a:prstGeom prst="leftArrow">
            <a:avLst>
              <a:gd name="adj1" fmla="val 50000"/>
              <a:gd name="adj2" fmla="val 50893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latin typeface="Verdana" panose="020B0604030504040204" pitchFamily="34" charset="0"/>
              </a:rPr>
              <a:t>Body Language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>
            <a:extLst>
              <a:ext uri="{FF2B5EF4-FFF2-40B4-BE49-F238E27FC236}">
                <a16:creationId xmlns:a16="http://schemas.microsoft.com/office/drawing/2014/main" id="{CB3E6E1B-28AC-4DA7-BACB-D1121D20C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TOTAL COMMUNICATION PROCESS</a:t>
            </a:r>
            <a:endParaRPr lang="en-IN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aphicFrame>
        <p:nvGraphicFramePr>
          <p:cNvPr id="1026" name="Object 0">
            <a:extLst>
              <a:ext uri="{FF2B5EF4-FFF2-40B4-BE49-F238E27FC236}">
                <a16:creationId xmlns:a16="http://schemas.microsoft.com/office/drawing/2014/main" id="{436CADF8-D275-4388-ACFE-D52D674239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947185"/>
              </p:ext>
            </p:extLst>
          </p:nvPr>
        </p:nvGraphicFramePr>
        <p:xfrm>
          <a:off x="2209800" y="1585913"/>
          <a:ext cx="6629400" cy="479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Chart" r:id="rId3" imgW="6629613" imgH="4792783" progId="Excel.Chart.8">
                  <p:embed/>
                </p:oleObj>
              </mc:Choice>
              <mc:Fallback>
                <p:oleObj name="Chart" r:id="rId3" imgW="6629613" imgH="4792783" progId="Excel.Chart.8">
                  <p:embed/>
                  <p:pic>
                    <p:nvPicPr>
                      <p:cNvPr id="1026" name="Object 0">
                        <a:extLst>
                          <a:ext uri="{FF2B5EF4-FFF2-40B4-BE49-F238E27FC236}">
                            <a16:creationId xmlns:a16="http://schemas.microsoft.com/office/drawing/2014/main" id="{436CADF8-D275-4388-ACFE-D52D674239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585913"/>
                        <a:ext cx="6629400" cy="4794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90">
            <a:extLst>
              <a:ext uri="{FF2B5EF4-FFF2-40B4-BE49-F238E27FC236}">
                <a16:creationId xmlns:a16="http://schemas.microsoft.com/office/drawing/2014/main" id="{02D38562-0E94-4D75-AE3E-A4B8B7072F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84188"/>
            <a:r>
              <a:rPr lang="en-US" altLang="en-US" sz="3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Communication is a Series of Experiences of</a:t>
            </a:r>
          </a:p>
        </p:txBody>
      </p:sp>
      <p:grpSp>
        <p:nvGrpSpPr>
          <p:cNvPr id="2054" name="Group 77">
            <a:extLst>
              <a:ext uri="{FF2B5EF4-FFF2-40B4-BE49-F238E27FC236}">
                <a16:creationId xmlns:a16="http://schemas.microsoft.com/office/drawing/2014/main" id="{549D7ECA-9B0B-4BA7-AF6D-3D09A804C595}"/>
              </a:ext>
            </a:extLst>
          </p:cNvPr>
          <p:cNvGrpSpPr>
            <a:grpSpLocks/>
          </p:cNvGrpSpPr>
          <p:nvPr/>
        </p:nvGrpSpPr>
        <p:grpSpPr bwMode="auto">
          <a:xfrm>
            <a:off x="4076701" y="3124200"/>
            <a:ext cx="3065463" cy="2362200"/>
            <a:chOff x="3685" y="1056"/>
            <a:chExt cx="1931" cy="1488"/>
          </a:xfrm>
        </p:grpSpPr>
        <p:graphicFrame>
          <p:nvGraphicFramePr>
            <p:cNvPr id="2052" name="Object 78">
              <a:extLst>
                <a:ext uri="{FF2B5EF4-FFF2-40B4-BE49-F238E27FC236}">
                  <a16:creationId xmlns:a16="http://schemas.microsoft.com/office/drawing/2014/main" id="{5113C096-5F91-4474-BFDD-C5CD7B18AB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85" y="1056"/>
            <a:ext cx="1275" cy="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1" name="Clip" r:id="rId3" imgW="3025440" imgH="3252600" progId="MS_ClipArt_Gallery.5">
                    <p:embed/>
                  </p:oleObj>
                </mc:Choice>
                <mc:Fallback>
                  <p:oleObj name="Clip" r:id="rId3" imgW="3025440" imgH="3252600" progId="MS_ClipArt_Gallery.5">
                    <p:embed/>
                    <p:pic>
                      <p:nvPicPr>
                        <p:cNvPr id="2052" name="Object 78">
                          <a:extLst>
                            <a:ext uri="{FF2B5EF4-FFF2-40B4-BE49-F238E27FC236}">
                              <a16:creationId xmlns:a16="http://schemas.microsoft.com/office/drawing/2014/main" id="{5113C096-5F91-4474-BFDD-C5CD7B18AB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5" y="1056"/>
                          <a:ext cx="1275" cy="1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36" name="Rectangle 79">
              <a:extLst>
                <a:ext uri="{FF2B5EF4-FFF2-40B4-BE49-F238E27FC236}">
                  <a16:creationId xmlns:a16="http://schemas.microsoft.com/office/drawing/2014/main" id="{84D0B0F5-DB48-43FC-8115-01579B0BC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" y="1651"/>
              <a:ext cx="82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 typeface="Wingdings 2" panose="05020102010507070707" pitchFamily="18" charset="2"/>
                <a:buNone/>
              </a:pPr>
              <a:r>
                <a:rPr lang="en-US" altLang="en-US" sz="3200" b="1" i="1" dirty="0"/>
                <a:t>Seeing</a:t>
              </a:r>
            </a:p>
          </p:txBody>
        </p:sp>
      </p:grpSp>
      <p:grpSp>
        <p:nvGrpSpPr>
          <p:cNvPr id="2055" name="Group 80">
            <a:extLst>
              <a:ext uri="{FF2B5EF4-FFF2-40B4-BE49-F238E27FC236}">
                <a16:creationId xmlns:a16="http://schemas.microsoft.com/office/drawing/2014/main" id="{68A8C776-17CB-408B-A1DF-DAF35B43DBFA}"/>
              </a:ext>
            </a:extLst>
          </p:cNvPr>
          <p:cNvGrpSpPr>
            <a:grpSpLocks/>
          </p:cNvGrpSpPr>
          <p:nvPr/>
        </p:nvGrpSpPr>
        <p:grpSpPr bwMode="auto">
          <a:xfrm>
            <a:off x="6854825" y="1692275"/>
            <a:ext cx="2971800" cy="1874838"/>
            <a:chOff x="1728" y="2035"/>
            <a:chExt cx="1872" cy="1181"/>
          </a:xfrm>
        </p:grpSpPr>
        <p:sp>
          <p:nvSpPr>
            <p:cNvPr id="2135" name="Rectangle 81">
              <a:extLst>
                <a:ext uri="{FF2B5EF4-FFF2-40B4-BE49-F238E27FC236}">
                  <a16:creationId xmlns:a16="http://schemas.microsoft.com/office/drawing/2014/main" id="{899F35C0-2E5F-4A74-8BC6-94218CD02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227"/>
              <a:ext cx="71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 typeface="Wingdings 2" panose="05020102010507070707" pitchFamily="18" charset="2"/>
                <a:buNone/>
              </a:pPr>
              <a:r>
                <a:rPr lang="en-US" altLang="en-US" sz="3200" b="1" i="1" dirty="0"/>
                <a:t>Smell</a:t>
              </a:r>
            </a:p>
          </p:txBody>
        </p:sp>
        <p:graphicFrame>
          <p:nvGraphicFramePr>
            <p:cNvPr id="2051" name="Object 82">
              <a:extLst>
                <a:ext uri="{FF2B5EF4-FFF2-40B4-BE49-F238E27FC236}">
                  <a16:creationId xmlns:a16="http://schemas.microsoft.com/office/drawing/2014/main" id="{9E101E40-F91E-4683-9AF9-005D258AC5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08" y="2035"/>
            <a:ext cx="1392" cy="1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2" name="Clip" r:id="rId5" imgW="3276360" imgH="3458880" progId="MS_ClipArt_Gallery.5">
                    <p:embed/>
                  </p:oleObj>
                </mc:Choice>
                <mc:Fallback>
                  <p:oleObj name="Clip" r:id="rId5" imgW="3276360" imgH="3458880" progId="MS_ClipArt_Gallery.5">
                    <p:embed/>
                    <p:pic>
                      <p:nvPicPr>
                        <p:cNvPr id="2051" name="Object 82">
                          <a:extLst>
                            <a:ext uri="{FF2B5EF4-FFF2-40B4-BE49-F238E27FC236}">
                              <a16:creationId xmlns:a16="http://schemas.microsoft.com/office/drawing/2014/main" id="{9E101E40-F91E-4683-9AF9-005D258AC5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2035"/>
                          <a:ext cx="1392" cy="1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6" name="Group 83">
            <a:extLst>
              <a:ext uri="{FF2B5EF4-FFF2-40B4-BE49-F238E27FC236}">
                <a16:creationId xmlns:a16="http://schemas.microsoft.com/office/drawing/2014/main" id="{AD682CEC-7FAF-4A57-94AC-8452BC05776B}"/>
              </a:ext>
            </a:extLst>
          </p:cNvPr>
          <p:cNvGrpSpPr>
            <a:grpSpLocks/>
          </p:cNvGrpSpPr>
          <p:nvPr/>
        </p:nvGrpSpPr>
        <p:grpSpPr bwMode="auto">
          <a:xfrm>
            <a:off x="6854825" y="4491038"/>
            <a:ext cx="3068638" cy="2173287"/>
            <a:chOff x="3574" y="2803"/>
            <a:chExt cx="1933" cy="1369"/>
          </a:xfrm>
        </p:grpSpPr>
        <p:sp>
          <p:nvSpPr>
            <p:cNvPr id="2134" name="Rectangle 84">
              <a:extLst>
                <a:ext uri="{FF2B5EF4-FFF2-40B4-BE49-F238E27FC236}">
                  <a16:creationId xmlns:a16="http://schemas.microsoft.com/office/drawing/2014/main" id="{9097756F-A5B6-4D01-9EF8-B3B104F80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803"/>
              <a:ext cx="79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 typeface="Wingdings 2" panose="05020102010507070707" pitchFamily="18" charset="2"/>
                <a:buNone/>
              </a:pPr>
              <a:r>
                <a:rPr lang="en-US" altLang="en-US" sz="3200" b="1" i="1">
                  <a:solidFill>
                    <a:schemeClr val="bg2"/>
                  </a:solidFill>
                </a:rPr>
                <a:t>Touch</a:t>
              </a:r>
            </a:p>
          </p:txBody>
        </p:sp>
        <p:graphicFrame>
          <p:nvGraphicFramePr>
            <p:cNvPr id="2050" name="Object 85">
              <a:extLst>
                <a:ext uri="{FF2B5EF4-FFF2-40B4-BE49-F238E27FC236}">
                  <a16:creationId xmlns:a16="http://schemas.microsoft.com/office/drawing/2014/main" id="{0A0635AC-5120-41BD-AFC2-52DF359B3B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9218294"/>
                </p:ext>
              </p:extLst>
            </p:nvPr>
          </p:nvGraphicFramePr>
          <p:xfrm>
            <a:off x="3574" y="2902"/>
            <a:ext cx="1933" cy="1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3" name="Clip" r:id="rId7" imgW="6057720" imgH="5059080" progId="MS_ClipArt_Gallery.5">
                    <p:embed/>
                  </p:oleObj>
                </mc:Choice>
                <mc:Fallback>
                  <p:oleObj name="Clip" r:id="rId7" imgW="6057720" imgH="5059080" progId="MS_ClipArt_Gallery.5">
                    <p:embed/>
                    <p:pic>
                      <p:nvPicPr>
                        <p:cNvPr id="2050" name="Object 85">
                          <a:extLst>
                            <a:ext uri="{FF2B5EF4-FFF2-40B4-BE49-F238E27FC236}">
                              <a16:creationId xmlns:a16="http://schemas.microsoft.com/office/drawing/2014/main" id="{0A0635AC-5120-41BD-AFC2-52DF359B3B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4" y="2902"/>
                          <a:ext cx="1933" cy="1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7" name="Group 3">
            <a:extLst>
              <a:ext uri="{FF2B5EF4-FFF2-40B4-BE49-F238E27FC236}">
                <a16:creationId xmlns:a16="http://schemas.microsoft.com/office/drawing/2014/main" id="{22A601F5-D822-4466-A83B-122E5BDCD62C}"/>
              </a:ext>
            </a:extLst>
          </p:cNvPr>
          <p:cNvGrpSpPr>
            <a:grpSpLocks/>
          </p:cNvGrpSpPr>
          <p:nvPr/>
        </p:nvGrpSpPr>
        <p:grpSpPr bwMode="auto">
          <a:xfrm>
            <a:off x="1257301" y="1835150"/>
            <a:ext cx="2803525" cy="1447800"/>
            <a:chOff x="240" y="1104"/>
            <a:chExt cx="1766" cy="912"/>
          </a:xfrm>
        </p:grpSpPr>
        <p:grpSp>
          <p:nvGrpSpPr>
            <p:cNvPr id="2061" name="Group 4">
              <a:extLst>
                <a:ext uri="{FF2B5EF4-FFF2-40B4-BE49-F238E27FC236}">
                  <a16:creationId xmlns:a16="http://schemas.microsoft.com/office/drawing/2014/main" id="{6BF82F5D-0467-4497-ABB3-A6D33FB0B1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0" y="1107"/>
              <a:ext cx="1201" cy="912"/>
              <a:chOff x="3948" y="1395"/>
              <a:chExt cx="1135" cy="1029"/>
            </a:xfrm>
          </p:grpSpPr>
          <p:grpSp>
            <p:nvGrpSpPr>
              <p:cNvPr id="2063" name="Group 5">
                <a:extLst>
                  <a:ext uri="{FF2B5EF4-FFF2-40B4-BE49-F238E27FC236}">
                    <a16:creationId xmlns:a16="http://schemas.microsoft.com/office/drawing/2014/main" id="{F58C45EA-81D2-42CD-AE04-C7910F9447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97" y="1395"/>
                <a:ext cx="586" cy="658"/>
                <a:chOff x="4497" y="1395"/>
                <a:chExt cx="586" cy="658"/>
              </a:xfrm>
            </p:grpSpPr>
            <p:grpSp>
              <p:nvGrpSpPr>
                <p:cNvPr id="2099" name="Group 6">
                  <a:extLst>
                    <a:ext uri="{FF2B5EF4-FFF2-40B4-BE49-F238E27FC236}">
                      <a16:creationId xmlns:a16="http://schemas.microsoft.com/office/drawing/2014/main" id="{600C799A-9599-4465-B72C-9F169953B5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97" y="1395"/>
                  <a:ext cx="586" cy="658"/>
                  <a:chOff x="4497" y="1395"/>
                  <a:chExt cx="586" cy="658"/>
                </a:xfrm>
              </p:grpSpPr>
              <p:grpSp>
                <p:nvGrpSpPr>
                  <p:cNvPr id="2106" name="Group 7">
                    <a:extLst>
                      <a:ext uri="{FF2B5EF4-FFF2-40B4-BE49-F238E27FC236}">
                        <a16:creationId xmlns:a16="http://schemas.microsoft.com/office/drawing/2014/main" id="{64249C2D-53F4-4B5D-B0C3-C991DD50D8E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497" y="1395"/>
                    <a:ext cx="577" cy="658"/>
                    <a:chOff x="4497" y="1395"/>
                    <a:chExt cx="577" cy="658"/>
                  </a:xfrm>
                </p:grpSpPr>
                <p:grpSp>
                  <p:nvGrpSpPr>
                    <p:cNvPr id="2111" name="Group 8">
                      <a:extLst>
                        <a:ext uri="{FF2B5EF4-FFF2-40B4-BE49-F238E27FC236}">
                          <a16:creationId xmlns:a16="http://schemas.microsoft.com/office/drawing/2014/main" id="{4C767400-6EC0-4CA3-8F51-F8773EDB910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97" y="1395"/>
                      <a:ext cx="577" cy="658"/>
                      <a:chOff x="4497" y="1395"/>
                      <a:chExt cx="577" cy="658"/>
                    </a:xfrm>
                  </p:grpSpPr>
                  <p:sp>
                    <p:nvSpPr>
                      <p:cNvPr id="2132" name="Freeform 9">
                        <a:extLst>
                          <a:ext uri="{FF2B5EF4-FFF2-40B4-BE49-F238E27FC236}">
                            <a16:creationId xmlns:a16="http://schemas.microsoft.com/office/drawing/2014/main" id="{F382BA1F-5A96-436D-84C3-842382F57F7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497" y="1395"/>
                        <a:ext cx="577" cy="658"/>
                      </a:xfrm>
                      <a:custGeom>
                        <a:avLst/>
                        <a:gdLst>
                          <a:gd name="T0" fmla="*/ 0 w 1729"/>
                          <a:gd name="T1" fmla="*/ 2 h 1973"/>
                          <a:gd name="T2" fmla="*/ 0 w 1729"/>
                          <a:gd name="T3" fmla="*/ 2 h 1973"/>
                          <a:gd name="T4" fmla="*/ 0 w 1729"/>
                          <a:gd name="T5" fmla="*/ 2 h 1973"/>
                          <a:gd name="T6" fmla="*/ 0 w 1729"/>
                          <a:gd name="T7" fmla="*/ 2 h 1973"/>
                          <a:gd name="T8" fmla="*/ 1 w 1729"/>
                          <a:gd name="T9" fmla="*/ 2 h 1973"/>
                          <a:gd name="T10" fmla="*/ 0 w 1729"/>
                          <a:gd name="T11" fmla="*/ 1 h 1973"/>
                          <a:gd name="T12" fmla="*/ 0 w 1729"/>
                          <a:gd name="T13" fmla="*/ 1 h 1973"/>
                          <a:gd name="T14" fmla="*/ 0 w 1729"/>
                          <a:gd name="T15" fmla="*/ 1 h 1973"/>
                          <a:gd name="T16" fmla="*/ 0 w 1729"/>
                          <a:gd name="T17" fmla="*/ 1 h 1973"/>
                          <a:gd name="T18" fmla="*/ 0 w 1729"/>
                          <a:gd name="T19" fmla="*/ 1 h 1973"/>
                          <a:gd name="T20" fmla="*/ 0 w 1729"/>
                          <a:gd name="T21" fmla="*/ 1 h 1973"/>
                          <a:gd name="T22" fmla="*/ 0 w 1729"/>
                          <a:gd name="T23" fmla="*/ 1 h 1973"/>
                          <a:gd name="T24" fmla="*/ 0 w 1729"/>
                          <a:gd name="T25" fmla="*/ 1 h 1973"/>
                          <a:gd name="T26" fmla="*/ 0 w 1729"/>
                          <a:gd name="T27" fmla="*/ 0 h 1973"/>
                          <a:gd name="T28" fmla="*/ 1 w 1729"/>
                          <a:gd name="T29" fmla="*/ 0 h 1973"/>
                          <a:gd name="T30" fmla="*/ 1 w 1729"/>
                          <a:gd name="T31" fmla="*/ 0 h 1973"/>
                          <a:gd name="T32" fmla="*/ 1 w 1729"/>
                          <a:gd name="T33" fmla="*/ 0 h 1973"/>
                          <a:gd name="T34" fmla="*/ 1 w 1729"/>
                          <a:gd name="T35" fmla="*/ 0 h 1973"/>
                          <a:gd name="T36" fmla="*/ 1 w 1729"/>
                          <a:gd name="T37" fmla="*/ 0 h 1973"/>
                          <a:gd name="T38" fmla="*/ 1 w 1729"/>
                          <a:gd name="T39" fmla="*/ 0 h 1973"/>
                          <a:gd name="T40" fmla="*/ 1 w 1729"/>
                          <a:gd name="T41" fmla="*/ 0 h 1973"/>
                          <a:gd name="T42" fmla="*/ 2 w 1729"/>
                          <a:gd name="T43" fmla="*/ 0 h 1973"/>
                          <a:gd name="T44" fmla="*/ 2 w 1729"/>
                          <a:gd name="T45" fmla="*/ 0 h 1973"/>
                          <a:gd name="T46" fmla="*/ 2 w 1729"/>
                          <a:gd name="T47" fmla="*/ 0 h 1973"/>
                          <a:gd name="T48" fmla="*/ 2 w 1729"/>
                          <a:gd name="T49" fmla="*/ 0 h 1973"/>
                          <a:gd name="T50" fmla="*/ 2 w 1729"/>
                          <a:gd name="T51" fmla="*/ 0 h 1973"/>
                          <a:gd name="T52" fmla="*/ 2 w 1729"/>
                          <a:gd name="T53" fmla="*/ 1 h 1973"/>
                          <a:gd name="T54" fmla="*/ 2 w 1729"/>
                          <a:gd name="T55" fmla="*/ 1 h 1973"/>
                          <a:gd name="T56" fmla="*/ 2 w 1729"/>
                          <a:gd name="T57" fmla="*/ 1 h 1973"/>
                          <a:gd name="T58" fmla="*/ 2 w 1729"/>
                          <a:gd name="T59" fmla="*/ 1 h 1973"/>
                          <a:gd name="T60" fmla="*/ 2 w 1729"/>
                          <a:gd name="T61" fmla="*/ 1 h 1973"/>
                          <a:gd name="T62" fmla="*/ 2 w 1729"/>
                          <a:gd name="T63" fmla="*/ 1 h 1973"/>
                          <a:gd name="T64" fmla="*/ 2 w 1729"/>
                          <a:gd name="T65" fmla="*/ 2 h 1973"/>
                          <a:gd name="T66" fmla="*/ 2 w 1729"/>
                          <a:gd name="T67" fmla="*/ 2 h 1973"/>
                          <a:gd name="T68" fmla="*/ 2 w 1729"/>
                          <a:gd name="T69" fmla="*/ 2 h 1973"/>
                          <a:gd name="T70" fmla="*/ 2 w 1729"/>
                          <a:gd name="T71" fmla="*/ 2 h 1973"/>
                          <a:gd name="T72" fmla="*/ 2 w 1729"/>
                          <a:gd name="T73" fmla="*/ 2 h 1973"/>
                          <a:gd name="T74" fmla="*/ 2 w 1729"/>
                          <a:gd name="T75" fmla="*/ 2 h 1973"/>
                          <a:gd name="T76" fmla="*/ 1 w 1729"/>
                          <a:gd name="T77" fmla="*/ 2 h 1973"/>
                          <a:gd name="T78" fmla="*/ 1 w 1729"/>
                          <a:gd name="T79" fmla="*/ 2 h 1973"/>
                          <a:gd name="T80" fmla="*/ 1 w 1729"/>
                          <a:gd name="T81" fmla="*/ 2 h 1973"/>
                          <a:gd name="T82" fmla="*/ 1 w 1729"/>
                          <a:gd name="T83" fmla="*/ 2 h 1973"/>
                          <a:gd name="T84" fmla="*/ 1 w 1729"/>
                          <a:gd name="T85" fmla="*/ 2 h 1973"/>
                          <a:gd name="T86" fmla="*/ 1 w 1729"/>
                          <a:gd name="T87" fmla="*/ 2 h 1973"/>
                          <a:gd name="T88" fmla="*/ 1 w 1729"/>
                          <a:gd name="T89" fmla="*/ 2 h 1973"/>
                          <a:gd name="T90" fmla="*/ 1 w 1729"/>
                          <a:gd name="T91" fmla="*/ 3 h 1973"/>
                          <a:gd name="T92" fmla="*/ 1 w 1729"/>
                          <a:gd name="T93" fmla="*/ 3 h 1973"/>
                          <a:gd name="T94" fmla="*/ 1 w 1729"/>
                          <a:gd name="T95" fmla="*/ 3 h 1973"/>
                          <a:gd name="T96" fmla="*/ 1 w 1729"/>
                          <a:gd name="T97" fmla="*/ 2 h 1973"/>
                          <a:gd name="T98" fmla="*/ 0 w 1729"/>
                          <a:gd name="T99" fmla="*/ 2 h 1973"/>
                          <a:gd name="T100" fmla="*/ 0 60000 65536"/>
                          <a:gd name="T101" fmla="*/ 0 60000 65536"/>
                          <a:gd name="T102" fmla="*/ 0 60000 65536"/>
                          <a:gd name="T103" fmla="*/ 0 60000 65536"/>
                          <a:gd name="T104" fmla="*/ 0 60000 65536"/>
                          <a:gd name="T105" fmla="*/ 0 60000 65536"/>
                          <a:gd name="T106" fmla="*/ 0 60000 65536"/>
                          <a:gd name="T107" fmla="*/ 0 60000 65536"/>
                          <a:gd name="T108" fmla="*/ 0 60000 65536"/>
                          <a:gd name="T109" fmla="*/ 0 60000 65536"/>
                          <a:gd name="T110" fmla="*/ 0 60000 65536"/>
                          <a:gd name="T111" fmla="*/ 0 60000 65536"/>
                          <a:gd name="T112" fmla="*/ 0 60000 65536"/>
                          <a:gd name="T113" fmla="*/ 0 60000 65536"/>
                          <a:gd name="T114" fmla="*/ 0 60000 65536"/>
                          <a:gd name="T115" fmla="*/ 0 60000 65536"/>
                          <a:gd name="T116" fmla="*/ 0 60000 65536"/>
                          <a:gd name="T117" fmla="*/ 0 60000 65536"/>
                          <a:gd name="T118" fmla="*/ 0 60000 65536"/>
                          <a:gd name="T119" fmla="*/ 0 60000 65536"/>
                          <a:gd name="T120" fmla="*/ 0 60000 65536"/>
                          <a:gd name="T121" fmla="*/ 0 60000 65536"/>
                          <a:gd name="T122" fmla="*/ 0 60000 65536"/>
                          <a:gd name="T123" fmla="*/ 0 60000 65536"/>
                          <a:gd name="T124" fmla="*/ 0 60000 65536"/>
                          <a:gd name="T125" fmla="*/ 0 60000 65536"/>
                          <a:gd name="T126" fmla="*/ 0 60000 65536"/>
                          <a:gd name="T127" fmla="*/ 0 60000 65536"/>
                          <a:gd name="T128" fmla="*/ 0 60000 65536"/>
                          <a:gd name="T129" fmla="*/ 0 60000 65536"/>
                          <a:gd name="T130" fmla="*/ 0 60000 65536"/>
                          <a:gd name="T131" fmla="*/ 0 60000 65536"/>
                          <a:gd name="T132" fmla="*/ 0 60000 65536"/>
                          <a:gd name="T133" fmla="*/ 0 60000 65536"/>
                          <a:gd name="T134" fmla="*/ 0 60000 65536"/>
                          <a:gd name="T135" fmla="*/ 0 60000 65536"/>
                          <a:gd name="T136" fmla="*/ 0 60000 65536"/>
                          <a:gd name="T137" fmla="*/ 0 60000 65536"/>
                          <a:gd name="T138" fmla="*/ 0 60000 65536"/>
                          <a:gd name="T139" fmla="*/ 0 60000 65536"/>
                          <a:gd name="T140" fmla="*/ 0 60000 65536"/>
                          <a:gd name="T141" fmla="*/ 0 60000 65536"/>
                          <a:gd name="T142" fmla="*/ 0 60000 65536"/>
                          <a:gd name="T143" fmla="*/ 0 60000 65536"/>
                          <a:gd name="T144" fmla="*/ 0 60000 65536"/>
                          <a:gd name="T145" fmla="*/ 0 60000 65536"/>
                          <a:gd name="T146" fmla="*/ 0 60000 65536"/>
                          <a:gd name="T147" fmla="*/ 0 60000 65536"/>
                          <a:gd name="T148" fmla="*/ 0 60000 65536"/>
                          <a:gd name="T149" fmla="*/ 0 60000 65536"/>
                          <a:gd name="T150" fmla="*/ 0 w 1729"/>
                          <a:gd name="T151" fmla="*/ 0 h 1973"/>
                          <a:gd name="T152" fmla="*/ 1729 w 1729"/>
                          <a:gd name="T153" fmla="*/ 1973 h 1973"/>
                        </a:gdLst>
                        <a:ahLst/>
                        <a:cxnLst>
                          <a:cxn ang="T100">
                            <a:pos x="T0" y="T1"/>
                          </a:cxn>
                          <a:cxn ang="T101">
                            <a:pos x="T2" y="T3"/>
                          </a:cxn>
                          <a:cxn ang="T102">
                            <a:pos x="T4" y="T5"/>
                          </a:cxn>
                          <a:cxn ang="T103">
                            <a:pos x="T6" y="T7"/>
                          </a:cxn>
                          <a:cxn ang="T104">
                            <a:pos x="T8" y="T9"/>
                          </a:cxn>
                          <a:cxn ang="T105">
                            <a:pos x="T10" y="T11"/>
                          </a:cxn>
                          <a:cxn ang="T106">
                            <a:pos x="T12" y="T13"/>
                          </a:cxn>
                          <a:cxn ang="T107">
                            <a:pos x="T14" y="T15"/>
                          </a:cxn>
                          <a:cxn ang="T108">
                            <a:pos x="T16" y="T17"/>
                          </a:cxn>
                          <a:cxn ang="T109">
                            <a:pos x="T18" y="T19"/>
                          </a:cxn>
                          <a:cxn ang="T110">
                            <a:pos x="T20" y="T21"/>
                          </a:cxn>
                          <a:cxn ang="T111">
                            <a:pos x="T22" y="T23"/>
                          </a:cxn>
                          <a:cxn ang="T112">
                            <a:pos x="T24" y="T25"/>
                          </a:cxn>
                          <a:cxn ang="T113">
                            <a:pos x="T26" y="T27"/>
                          </a:cxn>
                          <a:cxn ang="T114">
                            <a:pos x="T28" y="T29"/>
                          </a:cxn>
                          <a:cxn ang="T115">
                            <a:pos x="T30" y="T31"/>
                          </a:cxn>
                          <a:cxn ang="T116">
                            <a:pos x="T32" y="T33"/>
                          </a:cxn>
                          <a:cxn ang="T117">
                            <a:pos x="T34" y="T35"/>
                          </a:cxn>
                          <a:cxn ang="T118">
                            <a:pos x="T36" y="T37"/>
                          </a:cxn>
                          <a:cxn ang="T119">
                            <a:pos x="T38" y="T39"/>
                          </a:cxn>
                          <a:cxn ang="T120">
                            <a:pos x="T40" y="T41"/>
                          </a:cxn>
                          <a:cxn ang="T121">
                            <a:pos x="T42" y="T43"/>
                          </a:cxn>
                          <a:cxn ang="T122">
                            <a:pos x="T44" y="T45"/>
                          </a:cxn>
                          <a:cxn ang="T123">
                            <a:pos x="T46" y="T47"/>
                          </a:cxn>
                          <a:cxn ang="T124">
                            <a:pos x="T48" y="T49"/>
                          </a:cxn>
                          <a:cxn ang="T125">
                            <a:pos x="T50" y="T51"/>
                          </a:cxn>
                          <a:cxn ang="T126">
                            <a:pos x="T52" y="T53"/>
                          </a:cxn>
                          <a:cxn ang="T127">
                            <a:pos x="T54" y="T55"/>
                          </a:cxn>
                          <a:cxn ang="T128">
                            <a:pos x="T56" y="T57"/>
                          </a:cxn>
                          <a:cxn ang="T129">
                            <a:pos x="T58" y="T59"/>
                          </a:cxn>
                          <a:cxn ang="T130">
                            <a:pos x="T60" y="T61"/>
                          </a:cxn>
                          <a:cxn ang="T131">
                            <a:pos x="T62" y="T63"/>
                          </a:cxn>
                          <a:cxn ang="T132">
                            <a:pos x="T64" y="T65"/>
                          </a:cxn>
                          <a:cxn ang="T133">
                            <a:pos x="T66" y="T67"/>
                          </a:cxn>
                          <a:cxn ang="T134">
                            <a:pos x="T68" y="T69"/>
                          </a:cxn>
                          <a:cxn ang="T135">
                            <a:pos x="T70" y="T71"/>
                          </a:cxn>
                          <a:cxn ang="T136">
                            <a:pos x="T72" y="T73"/>
                          </a:cxn>
                          <a:cxn ang="T137">
                            <a:pos x="T74" y="T75"/>
                          </a:cxn>
                          <a:cxn ang="T138">
                            <a:pos x="T76" y="T77"/>
                          </a:cxn>
                          <a:cxn ang="T139">
                            <a:pos x="T78" y="T79"/>
                          </a:cxn>
                          <a:cxn ang="T140">
                            <a:pos x="T80" y="T81"/>
                          </a:cxn>
                          <a:cxn ang="T141">
                            <a:pos x="T82" y="T83"/>
                          </a:cxn>
                          <a:cxn ang="T142">
                            <a:pos x="T84" y="T85"/>
                          </a:cxn>
                          <a:cxn ang="T143">
                            <a:pos x="T86" y="T87"/>
                          </a:cxn>
                          <a:cxn ang="T144">
                            <a:pos x="T88" y="T89"/>
                          </a:cxn>
                          <a:cxn ang="T145">
                            <a:pos x="T90" y="T91"/>
                          </a:cxn>
                          <a:cxn ang="T146">
                            <a:pos x="T92" y="T93"/>
                          </a:cxn>
                          <a:cxn ang="T147">
                            <a:pos x="T94" y="T95"/>
                          </a:cxn>
                          <a:cxn ang="T148">
                            <a:pos x="T96" y="T97"/>
                          </a:cxn>
                          <a:cxn ang="T149">
                            <a:pos x="T98" y="T99"/>
                          </a:cxn>
                        </a:cxnLst>
                        <a:rect l="T150" t="T151" r="T152" b="T153"/>
                        <a:pathLst>
                          <a:path w="1729" h="1973">
                            <a:moveTo>
                              <a:pt x="0" y="1649"/>
                            </a:moveTo>
                            <a:lnTo>
                              <a:pt x="168" y="1435"/>
                            </a:lnTo>
                            <a:lnTo>
                              <a:pt x="285" y="1306"/>
                            </a:lnTo>
                            <a:lnTo>
                              <a:pt x="360" y="1213"/>
                            </a:lnTo>
                            <a:lnTo>
                              <a:pt x="366" y="1101"/>
                            </a:lnTo>
                            <a:lnTo>
                              <a:pt x="330" y="1008"/>
                            </a:lnTo>
                            <a:lnTo>
                              <a:pt x="279" y="927"/>
                            </a:lnTo>
                            <a:lnTo>
                              <a:pt x="255" y="852"/>
                            </a:lnTo>
                            <a:lnTo>
                              <a:pt x="228" y="796"/>
                            </a:lnTo>
                            <a:lnTo>
                              <a:pt x="203" y="664"/>
                            </a:lnTo>
                            <a:lnTo>
                              <a:pt x="206" y="582"/>
                            </a:lnTo>
                            <a:lnTo>
                              <a:pt x="218" y="465"/>
                            </a:lnTo>
                            <a:lnTo>
                              <a:pt x="252" y="365"/>
                            </a:lnTo>
                            <a:lnTo>
                              <a:pt x="308" y="260"/>
                            </a:lnTo>
                            <a:lnTo>
                              <a:pt x="366" y="198"/>
                            </a:lnTo>
                            <a:lnTo>
                              <a:pt x="454" y="117"/>
                            </a:lnTo>
                            <a:lnTo>
                              <a:pt x="580" y="58"/>
                            </a:lnTo>
                            <a:lnTo>
                              <a:pt x="692" y="27"/>
                            </a:lnTo>
                            <a:lnTo>
                              <a:pt x="826" y="2"/>
                            </a:lnTo>
                            <a:lnTo>
                              <a:pt x="960" y="0"/>
                            </a:lnTo>
                            <a:lnTo>
                              <a:pt x="1068" y="11"/>
                            </a:lnTo>
                            <a:lnTo>
                              <a:pt x="1202" y="42"/>
                            </a:lnTo>
                            <a:lnTo>
                              <a:pt x="1328" y="86"/>
                            </a:lnTo>
                            <a:lnTo>
                              <a:pt x="1418" y="135"/>
                            </a:lnTo>
                            <a:lnTo>
                              <a:pt x="1524" y="219"/>
                            </a:lnTo>
                            <a:lnTo>
                              <a:pt x="1611" y="328"/>
                            </a:lnTo>
                            <a:lnTo>
                              <a:pt x="1670" y="440"/>
                            </a:lnTo>
                            <a:lnTo>
                              <a:pt x="1709" y="520"/>
                            </a:lnTo>
                            <a:lnTo>
                              <a:pt x="1729" y="661"/>
                            </a:lnTo>
                            <a:lnTo>
                              <a:pt x="1723" y="809"/>
                            </a:lnTo>
                            <a:lnTo>
                              <a:pt x="1710" y="921"/>
                            </a:lnTo>
                            <a:lnTo>
                              <a:pt x="1670" y="1069"/>
                            </a:lnTo>
                            <a:lnTo>
                              <a:pt x="1619" y="1218"/>
                            </a:lnTo>
                            <a:lnTo>
                              <a:pt x="1555" y="1330"/>
                            </a:lnTo>
                            <a:lnTo>
                              <a:pt x="1469" y="1451"/>
                            </a:lnTo>
                            <a:lnTo>
                              <a:pt x="1368" y="1526"/>
                            </a:lnTo>
                            <a:lnTo>
                              <a:pt x="1266" y="1565"/>
                            </a:lnTo>
                            <a:lnTo>
                              <a:pt x="1154" y="1588"/>
                            </a:lnTo>
                            <a:lnTo>
                              <a:pt x="1053" y="1587"/>
                            </a:lnTo>
                            <a:lnTo>
                              <a:pt x="972" y="1557"/>
                            </a:lnTo>
                            <a:lnTo>
                              <a:pt x="901" y="1517"/>
                            </a:lnTo>
                            <a:lnTo>
                              <a:pt x="867" y="1504"/>
                            </a:lnTo>
                            <a:lnTo>
                              <a:pt x="897" y="1582"/>
                            </a:lnTo>
                            <a:lnTo>
                              <a:pt x="949" y="1656"/>
                            </a:lnTo>
                            <a:lnTo>
                              <a:pt x="972" y="1762"/>
                            </a:lnTo>
                            <a:lnTo>
                              <a:pt x="972" y="1973"/>
                            </a:lnTo>
                            <a:lnTo>
                              <a:pt x="749" y="1956"/>
                            </a:lnTo>
                            <a:lnTo>
                              <a:pt x="528" y="1867"/>
                            </a:lnTo>
                            <a:lnTo>
                              <a:pt x="366" y="1768"/>
                            </a:lnTo>
                            <a:lnTo>
                              <a:pt x="0" y="1649"/>
                            </a:lnTo>
                            <a:close/>
                          </a:path>
                        </a:pathLst>
                      </a:custGeom>
                      <a:solidFill>
                        <a:srgbClr val="E0A080"/>
                      </a:solidFill>
                      <a:ln w="4763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endParaRPr lang="en-US" altLang="en-US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2133" name="Freeform 10">
                        <a:extLst>
                          <a:ext uri="{FF2B5EF4-FFF2-40B4-BE49-F238E27FC236}">
                            <a16:creationId xmlns:a16="http://schemas.microsoft.com/office/drawing/2014/main" id="{DE0DB9EB-4925-453A-B7D9-D6088064D3C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16" y="1639"/>
                        <a:ext cx="35" cy="111"/>
                      </a:xfrm>
                      <a:custGeom>
                        <a:avLst/>
                        <a:gdLst>
                          <a:gd name="T0" fmla="*/ 0 w 104"/>
                          <a:gd name="T1" fmla="*/ 0 h 332"/>
                          <a:gd name="T2" fmla="*/ 0 w 104"/>
                          <a:gd name="T3" fmla="*/ 0 h 332"/>
                          <a:gd name="T4" fmla="*/ 0 w 104"/>
                          <a:gd name="T5" fmla="*/ 0 h 332"/>
                          <a:gd name="T6" fmla="*/ 0 w 104"/>
                          <a:gd name="T7" fmla="*/ 0 h 332"/>
                          <a:gd name="T8" fmla="*/ 0 w 104"/>
                          <a:gd name="T9" fmla="*/ 0 h 332"/>
                          <a:gd name="T10" fmla="*/ 0 w 104"/>
                          <a:gd name="T11" fmla="*/ 0 h 332"/>
                          <a:gd name="T12" fmla="*/ 0 w 104"/>
                          <a:gd name="T13" fmla="*/ 0 h 332"/>
                          <a:gd name="T14" fmla="*/ 0 w 104"/>
                          <a:gd name="T15" fmla="*/ 0 h 332"/>
                          <a:gd name="T16" fmla="*/ 0 w 104"/>
                          <a:gd name="T17" fmla="*/ 0 h 332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  <a:gd name="T27" fmla="*/ 0 w 104"/>
                          <a:gd name="T28" fmla="*/ 0 h 332"/>
                          <a:gd name="T29" fmla="*/ 104 w 104"/>
                          <a:gd name="T30" fmla="*/ 332 h 332"/>
                        </a:gdLst>
                        <a:ahLst/>
                        <a:cxnLst>
                          <a:cxn ang="T18">
                            <a:pos x="T0" y="T1"/>
                          </a:cxn>
                          <a:cxn ang="T19">
                            <a:pos x="T2" y="T3"/>
                          </a:cxn>
                          <a:cxn ang="T20">
                            <a:pos x="T4" y="T5"/>
                          </a:cxn>
                          <a:cxn ang="T21">
                            <a:pos x="T6" y="T7"/>
                          </a:cxn>
                          <a:cxn ang="T22">
                            <a:pos x="T8" y="T9"/>
                          </a:cxn>
                          <a:cxn ang="T23">
                            <a:pos x="T10" y="T11"/>
                          </a:cxn>
                          <a:cxn ang="T24">
                            <a:pos x="T12" y="T13"/>
                          </a:cxn>
                          <a:cxn ang="T25">
                            <a:pos x="T14" y="T15"/>
                          </a:cxn>
                          <a:cxn ang="T26">
                            <a:pos x="T16" y="T17"/>
                          </a:cxn>
                        </a:cxnLst>
                        <a:rect l="T27" t="T28" r="T29" b="T30"/>
                        <a:pathLst>
                          <a:path w="104" h="332">
                            <a:moveTo>
                              <a:pt x="104" y="332"/>
                            </a:moveTo>
                            <a:lnTo>
                              <a:pt x="57" y="318"/>
                            </a:lnTo>
                            <a:lnTo>
                              <a:pt x="30" y="290"/>
                            </a:lnTo>
                            <a:lnTo>
                              <a:pt x="9" y="242"/>
                            </a:lnTo>
                            <a:lnTo>
                              <a:pt x="0" y="183"/>
                            </a:lnTo>
                            <a:lnTo>
                              <a:pt x="5" y="115"/>
                            </a:lnTo>
                            <a:lnTo>
                              <a:pt x="20" y="73"/>
                            </a:lnTo>
                            <a:lnTo>
                              <a:pt x="48" y="28"/>
                            </a:lnTo>
                            <a:lnTo>
                              <a:pt x="79" y="0"/>
                            </a:lnTo>
                          </a:path>
                        </a:pathLst>
                      </a:custGeom>
                      <a:noFill/>
                      <a:ln w="4763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endParaRPr lang="en-US" altLang="en-US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2112" name="Group 11">
                      <a:extLst>
                        <a:ext uri="{FF2B5EF4-FFF2-40B4-BE49-F238E27FC236}">
                          <a16:creationId xmlns:a16="http://schemas.microsoft.com/office/drawing/2014/main" id="{DF03DEFC-7B59-4B39-8C77-A3EB45FFD20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517" y="1397"/>
                      <a:ext cx="504" cy="421"/>
                      <a:chOff x="4517" y="1397"/>
                      <a:chExt cx="504" cy="421"/>
                    </a:xfrm>
                  </p:grpSpPr>
                  <p:grpSp>
                    <p:nvGrpSpPr>
                      <p:cNvPr id="2113" name="Group 12">
                        <a:extLst>
                          <a:ext uri="{FF2B5EF4-FFF2-40B4-BE49-F238E27FC236}">
                            <a16:creationId xmlns:a16="http://schemas.microsoft.com/office/drawing/2014/main" id="{AAA572B6-8F18-442E-BDD8-DDBC91B0355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641" y="1397"/>
                        <a:ext cx="331" cy="121"/>
                        <a:chOff x="4641" y="1397"/>
                        <a:chExt cx="331" cy="121"/>
                      </a:xfrm>
                    </p:grpSpPr>
                    <p:sp>
                      <p:nvSpPr>
                        <p:cNvPr id="2130" name="Freeform 13">
                          <a:extLst>
                            <a:ext uri="{FF2B5EF4-FFF2-40B4-BE49-F238E27FC236}">
                              <a16:creationId xmlns:a16="http://schemas.microsoft.com/office/drawing/2014/main" id="{63EF2680-5C7A-4FBE-B8FE-11296491E25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665" y="1415"/>
                          <a:ext cx="307" cy="103"/>
                        </a:xfrm>
                        <a:custGeom>
                          <a:avLst/>
                          <a:gdLst>
                            <a:gd name="T0" fmla="*/ 0 w 921"/>
                            <a:gd name="T1" fmla="*/ 0 h 311"/>
                            <a:gd name="T2" fmla="*/ 0 w 921"/>
                            <a:gd name="T3" fmla="*/ 0 h 311"/>
                            <a:gd name="T4" fmla="*/ 0 w 921"/>
                            <a:gd name="T5" fmla="*/ 0 h 311"/>
                            <a:gd name="T6" fmla="*/ 0 w 921"/>
                            <a:gd name="T7" fmla="*/ 0 h 311"/>
                            <a:gd name="T8" fmla="*/ 1 w 921"/>
                            <a:gd name="T9" fmla="*/ 0 h 311"/>
                            <a:gd name="T10" fmla="*/ 1 w 921"/>
                            <a:gd name="T11" fmla="*/ 0 h 311"/>
                            <a:gd name="T12" fmla="*/ 1 w 921"/>
                            <a:gd name="T13" fmla="*/ 0 h 311"/>
                            <a:gd name="T14" fmla="*/ 1 w 921"/>
                            <a:gd name="T15" fmla="*/ 0 h 311"/>
                            <a:gd name="T16" fmla="*/ 1 w 921"/>
                            <a:gd name="T17" fmla="*/ 0 h 311"/>
                            <a:gd name="T18" fmla="*/ 0 60000 65536"/>
                            <a:gd name="T19" fmla="*/ 0 60000 65536"/>
                            <a:gd name="T20" fmla="*/ 0 60000 65536"/>
                            <a:gd name="T21" fmla="*/ 0 60000 65536"/>
                            <a:gd name="T22" fmla="*/ 0 60000 65536"/>
                            <a:gd name="T23" fmla="*/ 0 60000 65536"/>
                            <a:gd name="T24" fmla="*/ 0 60000 65536"/>
                            <a:gd name="T25" fmla="*/ 0 60000 65536"/>
                            <a:gd name="T26" fmla="*/ 0 60000 65536"/>
                            <a:gd name="T27" fmla="*/ 0 w 921"/>
                            <a:gd name="T28" fmla="*/ 0 h 311"/>
                            <a:gd name="T29" fmla="*/ 921 w 921"/>
                            <a:gd name="T30" fmla="*/ 311 h 311"/>
                          </a:gdLst>
                          <a:ahLst/>
                          <a:cxnLst>
                            <a:cxn ang="T18">
                              <a:pos x="T0" y="T1"/>
                            </a:cxn>
                            <a:cxn ang="T19">
                              <a:pos x="T2" y="T3"/>
                            </a:cxn>
                            <a:cxn ang="T20">
                              <a:pos x="T4" y="T5"/>
                            </a:cxn>
                            <a:cxn ang="T21">
                              <a:pos x="T6" y="T7"/>
                            </a:cxn>
                            <a:cxn ang="T22">
                              <a:pos x="T8" y="T9"/>
                            </a:cxn>
                            <a:cxn ang="T23">
                              <a:pos x="T10" y="T11"/>
                            </a:cxn>
                            <a:cxn ang="T24">
                              <a:pos x="T12" y="T13"/>
                            </a:cxn>
                            <a:cxn ang="T25">
                              <a:pos x="T14" y="T15"/>
                            </a:cxn>
                            <a:cxn ang="T26">
                              <a:pos x="T16" y="T17"/>
                            </a:cxn>
                          </a:cxnLst>
                          <a:rect l="T27" t="T28" r="T29" b="T30"/>
                          <a:pathLst>
                            <a:path w="921" h="311">
                              <a:moveTo>
                                <a:pt x="0" y="311"/>
                              </a:moveTo>
                              <a:lnTo>
                                <a:pt x="77" y="211"/>
                              </a:lnTo>
                              <a:lnTo>
                                <a:pt x="168" y="139"/>
                              </a:lnTo>
                              <a:lnTo>
                                <a:pt x="274" y="77"/>
                              </a:lnTo>
                              <a:lnTo>
                                <a:pt x="385" y="35"/>
                              </a:lnTo>
                              <a:lnTo>
                                <a:pt x="512" y="13"/>
                              </a:lnTo>
                              <a:lnTo>
                                <a:pt x="667" y="0"/>
                              </a:lnTo>
                              <a:lnTo>
                                <a:pt x="779" y="19"/>
                              </a:lnTo>
                              <a:lnTo>
                                <a:pt x="921" y="68"/>
                              </a:lnTo>
                            </a:path>
                          </a:pathLst>
                        </a:custGeom>
                        <a:noFill/>
                        <a:ln w="4763">
                          <a:solidFill>
                            <a:srgbClr val="804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>
                          <a:lvl1pPr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1pPr>
                          <a:lvl2pPr marL="742950" indent="-285750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2pPr>
                          <a:lvl3pPr marL="1143000" indent="-228600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3pPr>
                          <a:lvl4pPr marL="1600200" indent="-228600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4pPr>
                          <a:lvl5pPr marL="2057400" indent="-228600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9pPr>
                        </a:lstStyle>
                        <a:p>
                          <a:endParaRPr lang="en-US" altLang="en-US">
                            <a:solidFill>
                              <a:schemeClr val="bg2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131" name="Freeform 14">
                          <a:extLst>
                            <a:ext uri="{FF2B5EF4-FFF2-40B4-BE49-F238E27FC236}">
                              <a16:creationId xmlns:a16="http://schemas.microsoft.com/office/drawing/2014/main" id="{81348969-7A6E-4308-A549-6CB34EC67C4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641" y="1397"/>
                          <a:ext cx="311" cy="114"/>
                        </a:xfrm>
                        <a:custGeom>
                          <a:avLst/>
                          <a:gdLst>
                            <a:gd name="T0" fmla="*/ 0 w 931"/>
                            <a:gd name="T1" fmla="*/ 0 h 341"/>
                            <a:gd name="T2" fmla="*/ 0 w 931"/>
                            <a:gd name="T3" fmla="*/ 0 h 341"/>
                            <a:gd name="T4" fmla="*/ 0 w 931"/>
                            <a:gd name="T5" fmla="*/ 0 h 341"/>
                            <a:gd name="T6" fmla="*/ 0 w 931"/>
                            <a:gd name="T7" fmla="*/ 0 h 341"/>
                            <a:gd name="T8" fmla="*/ 0 w 931"/>
                            <a:gd name="T9" fmla="*/ 0 h 341"/>
                            <a:gd name="T10" fmla="*/ 1 w 931"/>
                            <a:gd name="T11" fmla="*/ 0 h 341"/>
                            <a:gd name="T12" fmla="*/ 1 w 931"/>
                            <a:gd name="T13" fmla="*/ 0 h 341"/>
                            <a:gd name="T14" fmla="*/ 1 w 931"/>
                            <a:gd name="T15" fmla="*/ 0 h 341"/>
                            <a:gd name="T16" fmla="*/ 1 w 931"/>
                            <a:gd name="T17" fmla="*/ 0 h 341"/>
                            <a:gd name="T18" fmla="*/ 1 w 931"/>
                            <a:gd name="T19" fmla="*/ 0 h 341"/>
                            <a:gd name="T20" fmla="*/ 1 w 931"/>
                            <a:gd name="T21" fmla="*/ 0 h 341"/>
                            <a:gd name="T22" fmla="*/ 0 60000 65536"/>
                            <a:gd name="T23" fmla="*/ 0 60000 65536"/>
                            <a:gd name="T24" fmla="*/ 0 60000 65536"/>
                            <a:gd name="T25" fmla="*/ 0 60000 65536"/>
                            <a:gd name="T26" fmla="*/ 0 60000 65536"/>
                            <a:gd name="T27" fmla="*/ 0 60000 65536"/>
                            <a:gd name="T28" fmla="*/ 0 60000 65536"/>
                            <a:gd name="T29" fmla="*/ 0 60000 65536"/>
                            <a:gd name="T30" fmla="*/ 0 60000 65536"/>
                            <a:gd name="T31" fmla="*/ 0 60000 65536"/>
                            <a:gd name="T32" fmla="*/ 0 60000 65536"/>
                            <a:gd name="T33" fmla="*/ 0 w 931"/>
                            <a:gd name="T34" fmla="*/ 0 h 341"/>
                            <a:gd name="T35" fmla="*/ 931 w 931"/>
                            <a:gd name="T36" fmla="*/ 341 h 341"/>
                          </a:gdLst>
                          <a:ahLst/>
                          <a:cxnLst>
                            <a:cxn ang="T22">
                              <a:pos x="T0" y="T1"/>
                            </a:cxn>
                            <a:cxn ang="T23">
                              <a:pos x="T2" y="T3"/>
                            </a:cxn>
                            <a:cxn ang="T24">
                              <a:pos x="T4" y="T5"/>
                            </a:cxn>
                            <a:cxn ang="T25">
                              <a:pos x="T6" y="T7"/>
                            </a:cxn>
                            <a:cxn ang="T26">
                              <a:pos x="T8" y="T9"/>
                            </a:cxn>
                            <a:cxn ang="T27">
                              <a:pos x="T10" y="T11"/>
                            </a:cxn>
                            <a:cxn ang="T28">
                              <a:pos x="T12" y="T13"/>
                            </a:cxn>
                            <a:cxn ang="T29">
                              <a:pos x="T14" y="T15"/>
                            </a:cxn>
                            <a:cxn ang="T30">
                              <a:pos x="T16" y="T17"/>
                            </a:cxn>
                            <a:cxn ang="T31">
                              <a:pos x="T18" y="T19"/>
                            </a:cxn>
                            <a:cxn ang="T32">
                              <a:pos x="T20" y="T21"/>
                            </a:cxn>
                          </a:cxnLst>
                          <a:rect l="T33" t="T34" r="T35" b="T36"/>
                          <a:pathLst>
                            <a:path w="931" h="341">
                              <a:moveTo>
                                <a:pt x="0" y="341"/>
                              </a:moveTo>
                              <a:lnTo>
                                <a:pt x="49" y="245"/>
                              </a:lnTo>
                              <a:lnTo>
                                <a:pt x="106" y="168"/>
                              </a:lnTo>
                              <a:lnTo>
                                <a:pt x="177" y="100"/>
                              </a:lnTo>
                              <a:lnTo>
                                <a:pt x="273" y="41"/>
                              </a:lnTo>
                              <a:lnTo>
                                <a:pt x="409" y="6"/>
                              </a:lnTo>
                              <a:lnTo>
                                <a:pt x="540" y="0"/>
                              </a:lnTo>
                              <a:lnTo>
                                <a:pt x="682" y="16"/>
                              </a:lnTo>
                              <a:lnTo>
                                <a:pt x="801" y="45"/>
                              </a:lnTo>
                              <a:lnTo>
                                <a:pt x="871" y="73"/>
                              </a:lnTo>
                              <a:lnTo>
                                <a:pt x="931" y="103"/>
                              </a:lnTo>
                            </a:path>
                          </a:pathLst>
                        </a:custGeom>
                        <a:noFill/>
                        <a:ln w="4763">
                          <a:solidFill>
                            <a:srgbClr val="804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>
                          <a:lvl1pPr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1pPr>
                          <a:lvl2pPr marL="742950" indent="-285750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2pPr>
                          <a:lvl3pPr marL="1143000" indent="-228600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3pPr>
                          <a:lvl4pPr marL="1600200" indent="-228600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4pPr>
                          <a:lvl5pPr marL="2057400" indent="-228600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ＭＳ Ｐゴシック" panose="020B0600070205080204" pitchFamily="34" charset="-128"/>
                            </a:defRPr>
                          </a:lvl9pPr>
                        </a:lstStyle>
                        <a:p>
                          <a:endParaRPr lang="en-US" altLang="en-US">
                            <a:solidFill>
                              <a:schemeClr val="bg2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2114" name="Group 15">
                        <a:extLst>
                          <a:ext uri="{FF2B5EF4-FFF2-40B4-BE49-F238E27FC236}">
                            <a16:creationId xmlns:a16="http://schemas.microsoft.com/office/drawing/2014/main" id="{D0A95135-7E70-426E-BAEF-0EB778E5F4B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517" y="1472"/>
                        <a:ext cx="504" cy="346"/>
                        <a:chOff x="4517" y="1472"/>
                        <a:chExt cx="504" cy="346"/>
                      </a:xfrm>
                    </p:grpSpPr>
                    <p:grpSp>
                      <p:nvGrpSpPr>
                        <p:cNvPr id="2115" name="Group 16">
                          <a:extLst>
                            <a:ext uri="{FF2B5EF4-FFF2-40B4-BE49-F238E27FC236}">
                              <a16:creationId xmlns:a16="http://schemas.microsoft.com/office/drawing/2014/main" id="{1A02BCAC-64C5-455C-9FF3-CC0890961086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517" y="1472"/>
                          <a:ext cx="180" cy="199"/>
                          <a:chOff x="4517" y="1472"/>
                          <a:chExt cx="180" cy="199"/>
                        </a:xfrm>
                      </p:grpSpPr>
                      <p:sp>
                        <p:nvSpPr>
                          <p:cNvPr id="2123" name="Freeform 17">
                            <a:extLst>
                              <a:ext uri="{FF2B5EF4-FFF2-40B4-BE49-F238E27FC236}">
                                <a16:creationId xmlns:a16="http://schemas.microsoft.com/office/drawing/2014/main" id="{E1C5950C-3EE9-439E-A186-DA07E8C2A048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517" y="1472"/>
                            <a:ext cx="180" cy="199"/>
                          </a:xfrm>
                          <a:custGeom>
                            <a:avLst/>
                            <a:gdLst>
                              <a:gd name="T0" fmla="*/ 0 w 539"/>
                              <a:gd name="T1" fmla="*/ 1 h 598"/>
                              <a:gd name="T2" fmla="*/ 0 w 539"/>
                              <a:gd name="T3" fmla="*/ 0 h 598"/>
                              <a:gd name="T4" fmla="*/ 0 w 539"/>
                              <a:gd name="T5" fmla="*/ 0 h 598"/>
                              <a:gd name="T6" fmla="*/ 0 w 539"/>
                              <a:gd name="T7" fmla="*/ 0 h 598"/>
                              <a:gd name="T8" fmla="*/ 0 w 539"/>
                              <a:gd name="T9" fmla="*/ 0 h 598"/>
                              <a:gd name="T10" fmla="*/ 0 w 539"/>
                              <a:gd name="T11" fmla="*/ 0 h 598"/>
                              <a:gd name="T12" fmla="*/ 0 w 539"/>
                              <a:gd name="T13" fmla="*/ 0 h 598"/>
                              <a:gd name="T14" fmla="*/ 0 w 539"/>
                              <a:gd name="T15" fmla="*/ 0 h 598"/>
                              <a:gd name="T16" fmla="*/ 0 w 539"/>
                              <a:gd name="T17" fmla="*/ 0 h 598"/>
                              <a:gd name="T18" fmla="*/ 0 w 539"/>
                              <a:gd name="T19" fmla="*/ 0 h 598"/>
                              <a:gd name="T20" fmla="*/ 0 w 539"/>
                              <a:gd name="T21" fmla="*/ 0 h 598"/>
                              <a:gd name="T22" fmla="*/ 1 w 539"/>
                              <a:gd name="T23" fmla="*/ 0 h 598"/>
                              <a:gd name="T24" fmla="*/ 1 w 539"/>
                              <a:gd name="T25" fmla="*/ 0 h 598"/>
                              <a:gd name="T26" fmla="*/ 1 w 539"/>
                              <a:gd name="T27" fmla="*/ 0 h 598"/>
                              <a:gd name="T28" fmla="*/ 1 w 539"/>
                              <a:gd name="T29" fmla="*/ 0 h 598"/>
                              <a:gd name="T30" fmla="*/ 1 w 539"/>
                              <a:gd name="T31" fmla="*/ 0 h 598"/>
                              <a:gd name="T32" fmla="*/ 1 w 539"/>
                              <a:gd name="T33" fmla="*/ 0 h 598"/>
                              <a:gd name="T34" fmla="*/ 1 w 539"/>
                              <a:gd name="T35" fmla="*/ 1 h 598"/>
                              <a:gd name="T36" fmla="*/ 1 w 539"/>
                              <a:gd name="T37" fmla="*/ 1 h 598"/>
                              <a:gd name="T38" fmla="*/ 1 w 539"/>
                              <a:gd name="T39" fmla="*/ 1 h 598"/>
                              <a:gd name="T40" fmla="*/ 1 w 539"/>
                              <a:gd name="T41" fmla="*/ 1 h 598"/>
                              <a:gd name="T42" fmla="*/ 1 w 539"/>
                              <a:gd name="T43" fmla="*/ 1 h 598"/>
                              <a:gd name="T44" fmla="*/ 1 w 539"/>
                              <a:gd name="T45" fmla="*/ 1 h 598"/>
                              <a:gd name="T46" fmla="*/ 1 w 539"/>
                              <a:gd name="T47" fmla="*/ 1 h 598"/>
                              <a:gd name="T48" fmla="*/ 0 w 539"/>
                              <a:gd name="T49" fmla="*/ 1 h 598"/>
                              <a:gd name="T50" fmla="*/ 0 w 539"/>
                              <a:gd name="T51" fmla="*/ 1 h 598"/>
                              <a:gd name="T52" fmla="*/ 0 w 539"/>
                              <a:gd name="T53" fmla="*/ 1 h 598"/>
                              <a:gd name="T54" fmla="*/ 0 w 539"/>
                              <a:gd name="T55" fmla="*/ 1 h 598"/>
                              <a:gd name="T56" fmla="*/ 0 w 539"/>
                              <a:gd name="T57" fmla="*/ 1 h 598"/>
                              <a:gd name="T58" fmla="*/ 0 w 539"/>
                              <a:gd name="T59" fmla="*/ 1 h 598"/>
                              <a:gd name="T60" fmla="*/ 0 w 539"/>
                              <a:gd name="T61" fmla="*/ 1 h 598"/>
                              <a:gd name="T62" fmla="*/ 0 w 539"/>
                              <a:gd name="T63" fmla="*/ 1 h 598"/>
                              <a:gd name="T64" fmla="*/ 0 w 539"/>
                              <a:gd name="T65" fmla="*/ 1 h 598"/>
                              <a:gd name="T66" fmla="*/ 0 60000 65536"/>
                              <a:gd name="T67" fmla="*/ 0 60000 65536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w 539"/>
                              <a:gd name="T100" fmla="*/ 0 h 598"/>
                              <a:gd name="T101" fmla="*/ 539 w 539"/>
                              <a:gd name="T102" fmla="*/ 598 h 598"/>
                            </a:gdLst>
                            <a:ahLst/>
                            <a:cxnLst>
                              <a:cxn ang="T66">
                                <a:pos x="T0" y="T1"/>
                              </a:cxn>
                              <a:cxn ang="T67">
                                <a:pos x="T2" y="T3"/>
                              </a:cxn>
                              <a:cxn ang="T68">
                                <a:pos x="T4" y="T5"/>
                              </a:cxn>
                              <a:cxn ang="T69">
                                <a:pos x="T6" y="T7"/>
                              </a:cxn>
                              <a:cxn ang="T70">
                                <a:pos x="T8" y="T9"/>
                              </a:cxn>
                              <a:cxn ang="T71">
                                <a:pos x="T10" y="T11"/>
                              </a:cxn>
                              <a:cxn ang="T72">
                                <a:pos x="T12" y="T13"/>
                              </a:cxn>
                              <a:cxn ang="T73">
                                <a:pos x="T14" y="T15"/>
                              </a:cxn>
                              <a:cxn ang="T74">
                                <a:pos x="T16" y="T17"/>
                              </a:cxn>
                              <a:cxn ang="T75">
                                <a:pos x="T18" y="T19"/>
                              </a:cxn>
                              <a:cxn ang="T76">
                                <a:pos x="T20" y="T21"/>
                              </a:cxn>
                              <a:cxn ang="T77">
                                <a:pos x="T22" y="T23"/>
                              </a:cxn>
                              <a:cxn ang="T78">
                                <a:pos x="T24" y="T25"/>
                              </a:cxn>
                              <a:cxn ang="T79">
                                <a:pos x="T26" y="T27"/>
                              </a:cxn>
                              <a:cxn ang="T80">
                                <a:pos x="T28" y="T29"/>
                              </a:cxn>
                              <a:cxn ang="T81">
                                <a:pos x="T30" y="T31"/>
                              </a:cxn>
                              <a:cxn ang="T82">
                                <a:pos x="T32" y="T33"/>
                              </a:cxn>
                              <a:cxn ang="T83">
                                <a:pos x="T34" y="T35"/>
                              </a:cxn>
                              <a:cxn ang="T84">
                                <a:pos x="T36" y="T37"/>
                              </a:cxn>
                              <a:cxn ang="T85">
                                <a:pos x="T38" y="T39"/>
                              </a:cxn>
                              <a:cxn ang="T86">
                                <a:pos x="T40" y="T41"/>
                              </a:cxn>
                              <a:cxn ang="T87">
                                <a:pos x="T42" y="T43"/>
                              </a:cxn>
                              <a:cxn ang="T88">
                                <a:pos x="T44" y="T45"/>
                              </a:cxn>
                              <a:cxn ang="T89">
                                <a:pos x="T46" y="T47"/>
                              </a:cxn>
                              <a:cxn ang="T90">
                                <a:pos x="T48" y="T49"/>
                              </a:cxn>
                              <a:cxn ang="T91">
                                <a:pos x="T50" y="T51"/>
                              </a:cxn>
                              <a:cxn ang="T92">
                                <a:pos x="T52" y="T53"/>
                              </a:cxn>
                              <a:cxn ang="T93">
                                <a:pos x="T54" y="T55"/>
                              </a:cxn>
                              <a:cxn ang="T94">
                                <a:pos x="T56" y="T57"/>
                              </a:cxn>
                              <a:cxn ang="T95">
                                <a:pos x="T58" y="T59"/>
                              </a:cxn>
                              <a:cxn ang="T96">
                                <a:pos x="T60" y="T61"/>
                              </a:cxn>
                              <a:cxn ang="T97">
                                <a:pos x="T62" y="T63"/>
                              </a:cxn>
                              <a:cxn ang="T98">
                                <a:pos x="T64" y="T65"/>
                              </a:cxn>
                            </a:cxnLst>
                            <a:rect l="T99" t="T100" r="T101" b="T102"/>
                            <a:pathLst>
                              <a:path w="539" h="598">
                                <a:moveTo>
                                  <a:pt x="101" y="567"/>
                                </a:moveTo>
                                <a:lnTo>
                                  <a:pt x="30" y="490"/>
                                </a:lnTo>
                                <a:lnTo>
                                  <a:pt x="0" y="389"/>
                                </a:lnTo>
                                <a:lnTo>
                                  <a:pt x="19" y="259"/>
                                </a:lnTo>
                                <a:lnTo>
                                  <a:pt x="59" y="161"/>
                                </a:lnTo>
                                <a:lnTo>
                                  <a:pt x="90" y="113"/>
                                </a:lnTo>
                                <a:lnTo>
                                  <a:pt x="126" y="49"/>
                                </a:lnTo>
                                <a:lnTo>
                                  <a:pt x="143" y="29"/>
                                </a:lnTo>
                                <a:lnTo>
                                  <a:pt x="168" y="2"/>
                                </a:lnTo>
                                <a:lnTo>
                                  <a:pt x="195" y="0"/>
                                </a:lnTo>
                                <a:lnTo>
                                  <a:pt x="210" y="24"/>
                                </a:lnTo>
                                <a:lnTo>
                                  <a:pt x="223" y="54"/>
                                </a:lnTo>
                                <a:lnTo>
                                  <a:pt x="235" y="34"/>
                                </a:lnTo>
                                <a:lnTo>
                                  <a:pt x="264" y="31"/>
                                </a:lnTo>
                                <a:lnTo>
                                  <a:pt x="282" y="54"/>
                                </a:lnTo>
                                <a:lnTo>
                                  <a:pt x="291" y="85"/>
                                </a:lnTo>
                                <a:lnTo>
                                  <a:pt x="298" y="133"/>
                                </a:lnTo>
                                <a:lnTo>
                                  <a:pt x="319" y="120"/>
                                </a:lnTo>
                                <a:lnTo>
                                  <a:pt x="344" y="136"/>
                                </a:lnTo>
                                <a:lnTo>
                                  <a:pt x="350" y="152"/>
                                </a:lnTo>
                                <a:lnTo>
                                  <a:pt x="348" y="179"/>
                                </a:lnTo>
                                <a:lnTo>
                                  <a:pt x="344" y="203"/>
                                </a:lnTo>
                                <a:lnTo>
                                  <a:pt x="360" y="183"/>
                                </a:lnTo>
                                <a:lnTo>
                                  <a:pt x="384" y="172"/>
                                </a:lnTo>
                                <a:lnTo>
                                  <a:pt x="418" y="179"/>
                                </a:lnTo>
                                <a:lnTo>
                                  <a:pt x="422" y="200"/>
                                </a:lnTo>
                                <a:lnTo>
                                  <a:pt x="425" y="217"/>
                                </a:lnTo>
                                <a:lnTo>
                                  <a:pt x="425" y="241"/>
                                </a:lnTo>
                                <a:lnTo>
                                  <a:pt x="446" y="234"/>
                                </a:lnTo>
                                <a:lnTo>
                                  <a:pt x="469" y="247"/>
                                </a:lnTo>
                                <a:lnTo>
                                  <a:pt x="480" y="265"/>
                                </a:lnTo>
                                <a:lnTo>
                                  <a:pt x="486" y="294"/>
                                </a:lnTo>
                                <a:lnTo>
                                  <a:pt x="508" y="304"/>
                                </a:lnTo>
                                <a:lnTo>
                                  <a:pt x="520" y="340"/>
                                </a:lnTo>
                                <a:lnTo>
                                  <a:pt x="515" y="375"/>
                                </a:lnTo>
                                <a:lnTo>
                                  <a:pt x="508" y="440"/>
                                </a:lnTo>
                                <a:lnTo>
                                  <a:pt x="512" y="479"/>
                                </a:lnTo>
                                <a:lnTo>
                                  <a:pt x="526" y="507"/>
                                </a:lnTo>
                                <a:lnTo>
                                  <a:pt x="539" y="535"/>
                                </a:lnTo>
                                <a:lnTo>
                                  <a:pt x="536" y="566"/>
                                </a:lnTo>
                                <a:lnTo>
                                  <a:pt x="520" y="589"/>
                                </a:lnTo>
                                <a:lnTo>
                                  <a:pt x="500" y="598"/>
                                </a:lnTo>
                                <a:lnTo>
                                  <a:pt x="478" y="598"/>
                                </a:lnTo>
                                <a:lnTo>
                                  <a:pt x="458" y="591"/>
                                </a:lnTo>
                                <a:lnTo>
                                  <a:pt x="433" y="567"/>
                                </a:lnTo>
                                <a:lnTo>
                                  <a:pt x="422" y="547"/>
                                </a:lnTo>
                                <a:lnTo>
                                  <a:pt x="418" y="535"/>
                                </a:lnTo>
                                <a:lnTo>
                                  <a:pt x="394" y="541"/>
                                </a:lnTo>
                                <a:lnTo>
                                  <a:pt x="368" y="539"/>
                                </a:lnTo>
                                <a:lnTo>
                                  <a:pt x="348" y="529"/>
                                </a:lnTo>
                                <a:lnTo>
                                  <a:pt x="341" y="520"/>
                                </a:lnTo>
                                <a:lnTo>
                                  <a:pt x="319" y="520"/>
                                </a:lnTo>
                                <a:lnTo>
                                  <a:pt x="306" y="514"/>
                                </a:lnTo>
                                <a:lnTo>
                                  <a:pt x="298" y="508"/>
                                </a:lnTo>
                                <a:lnTo>
                                  <a:pt x="281" y="508"/>
                                </a:lnTo>
                                <a:lnTo>
                                  <a:pt x="264" y="501"/>
                                </a:lnTo>
                                <a:lnTo>
                                  <a:pt x="253" y="479"/>
                                </a:lnTo>
                                <a:lnTo>
                                  <a:pt x="241" y="462"/>
                                </a:lnTo>
                                <a:lnTo>
                                  <a:pt x="235" y="479"/>
                                </a:lnTo>
                                <a:lnTo>
                                  <a:pt x="225" y="502"/>
                                </a:lnTo>
                                <a:lnTo>
                                  <a:pt x="207" y="514"/>
                                </a:lnTo>
                                <a:lnTo>
                                  <a:pt x="191" y="516"/>
                                </a:lnTo>
                                <a:lnTo>
                                  <a:pt x="179" y="516"/>
                                </a:lnTo>
                                <a:lnTo>
                                  <a:pt x="173" y="529"/>
                                </a:lnTo>
                                <a:lnTo>
                                  <a:pt x="161" y="547"/>
                                </a:lnTo>
                                <a:lnTo>
                                  <a:pt x="143" y="567"/>
                                </a:lnTo>
                                <a:lnTo>
                                  <a:pt x="101" y="56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08040"/>
                          </a:solidFill>
                          <a:ln w="4763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>
                            <a:lvl1pPr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1pPr>
                            <a:lvl2pPr marL="742950" indent="-285750"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2pPr>
                            <a:lvl3pPr marL="1143000" indent="-228600"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3pPr>
                            <a:lvl4pPr marL="1600200" indent="-228600"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4pPr>
                            <a:lvl5pPr marL="2057400" indent="-228600"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9pPr>
                          </a:lstStyle>
                          <a:p>
                            <a:endParaRPr lang="en-US" altLang="en-US">
                              <a:solidFill>
                                <a:schemeClr val="bg2"/>
                              </a:solidFill>
                            </a:endParaRPr>
                          </a:p>
                        </p:txBody>
                      </p:sp>
                      <p:grpSp>
                        <p:nvGrpSpPr>
                          <p:cNvPr id="2124" name="Group 18">
                            <a:extLst>
                              <a:ext uri="{FF2B5EF4-FFF2-40B4-BE49-F238E27FC236}">
                                <a16:creationId xmlns:a16="http://schemas.microsoft.com/office/drawing/2014/main" id="{FE64C4A2-DAA8-42C1-809C-468992ACA5FE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527" y="1483"/>
                            <a:ext cx="135" cy="173"/>
                            <a:chOff x="4527" y="1483"/>
                            <a:chExt cx="135" cy="173"/>
                          </a:xfrm>
                        </p:grpSpPr>
                        <p:sp>
                          <p:nvSpPr>
                            <p:cNvPr id="2125" name="Freeform 19">
                              <a:extLst>
                                <a:ext uri="{FF2B5EF4-FFF2-40B4-BE49-F238E27FC236}">
                                  <a16:creationId xmlns:a16="http://schemas.microsoft.com/office/drawing/2014/main" id="{6C7DC4BE-3479-40BD-A53F-B6DAC55005EF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4635" y="1597"/>
                              <a:ext cx="27" cy="37"/>
                            </a:xfrm>
                            <a:custGeom>
                              <a:avLst/>
                              <a:gdLst>
                                <a:gd name="T0" fmla="*/ 0 w 80"/>
                                <a:gd name="T1" fmla="*/ 0 h 111"/>
                                <a:gd name="T2" fmla="*/ 0 w 80"/>
                                <a:gd name="T3" fmla="*/ 0 h 111"/>
                                <a:gd name="T4" fmla="*/ 0 w 80"/>
                                <a:gd name="T5" fmla="*/ 0 h 111"/>
                                <a:gd name="T6" fmla="*/ 0 w 80"/>
                                <a:gd name="T7" fmla="*/ 0 h 111"/>
                                <a:gd name="T8" fmla="*/ 0 w 80"/>
                                <a:gd name="T9" fmla="*/ 0 h 111"/>
                                <a:gd name="T10" fmla="*/ 0 w 80"/>
                                <a:gd name="T11" fmla="*/ 0 h 111"/>
                                <a:gd name="T12" fmla="*/ 0 w 80"/>
                                <a:gd name="T13" fmla="*/ 0 h 111"/>
                                <a:gd name="T14" fmla="*/ 0 w 80"/>
                                <a:gd name="T15" fmla="*/ 0 h 111"/>
                                <a:gd name="T16" fmla="*/ 0 60000 65536"/>
                                <a:gd name="T17" fmla="*/ 0 60000 65536"/>
                                <a:gd name="T18" fmla="*/ 0 60000 65536"/>
                                <a:gd name="T19" fmla="*/ 0 60000 65536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  <a:gd name="T24" fmla="*/ 0 w 80"/>
                                <a:gd name="T25" fmla="*/ 0 h 111"/>
                                <a:gd name="T26" fmla="*/ 80 w 80"/>
                                <a:gd name="T27" fmla="*/ 111 h 111"/>
                              </a:gdLst>
                              <a:ahLst/>
                              <a:cxnLst>
                                <a:cxn ang="T16">
                                  <a:pos x="T0" y="T1"/>
                                </a:cxn>
                                <a:cxn ang="T17">
                                  <a:pos x="T2" y="T3"/>
                                </a:cxn>
                                <a:cxn ang="T18">
                                  <a:pos x="T4" y="T5"/>
                                </a:cxn>
                                <a:cxn ang="T19">
                                  <a:pos x="T6" y="T7"/>
                                </a:cxn>
                                <a:cxn ang="T20">
                                  <a:pos x="T8" y="T9"/>
                                </a:cxn>
                                <a:cxn ang="T21">
                                  <a:pos x="T10" y="T11"/>
                                </a:cxn>
                                <a:cxn ang="T22">
                                  <a:pos x="T12" y="T13"/>
                                </a:cxn>
                                <a:cxn ang="T23">
                                  <a:pos x="T14" y="T15"/>
                                </a:cxn>
                              </a:cxnLst>
                              <a:rect l="T24" t="T25" r="T26" b="T27"/>
                              <a:pathLst>
                                <a:path w="80" h="111">
                                  <a:moveTo>
                                    <a:pt x="24" y="111"/>
                                  </a:moveTo>
                                  <a:lnTo>
                                    <a:pt x="18" y="56"/>
                                  </a:lnTo>
                                  <a:lnTo>
                                    <a:pt x="35" y="24"/>
                                  </a:lnTo>
                                  <a:lnTo>
                                    <a:pt x="80" y="0"/>
                                  </a:lnTo>
                                  <a:lnTo>
                                    <a:pt x="52" y="5"/>
                                  </a:lnTo>
                                  <a:lnTo>
                                    <a:pt x="15" y="17"/>
                                  </a:lnTo>
                                  <a:lnTo>
                                    <a:pt x="0" y="46"/>
                                  </a:lnTo>
                                  <a:lnTo>
                                    <a:pt x="24" y="111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4763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>
                              <a:lvl1pPr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1pPr>
                              <a:lvl2pPr marL="742950" indent="-28575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2pPr>
                              <a:lvl3pPr marL="11430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3pPr>
                              <a:lvl4pPr marL="16002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4pPr>
                              <a:lvl5pPr marL="20574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9pPr>
                            </a:lstStyle>
                            <a:p>
                              <a:endParaRPr lang="en-US" altLang="en-US">
                                <a:solidFill>
                                  <a:schemeClr val="bg2"/>
                                </a:solidFill>
                              </a:endParaRPr>
                            </a:p>
                          </p:txBody>
                        </p:sp>
                        <p:sp>
                          <p:nvSpPr>
                            <p:cNvPr id="2126" name="Freeform 20">
                              <a:extLst>
                                <a:ext uri="{FF2B5EF4-FFF2-40B4-BE49-F238E27FC236}">
                                  <a16:creationId xmlns:a16="http://schemas.microsoft.com/office/drawing/2014/main" id="{6C1C3789-CE8E-4EED-877D-52B1EB37A574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4584" y="1540"/>
                              <a:ext cx="44" cy="86"/>
                            </a:xfrm>
                            <a:custGeom>
                              <a:avLst/>
                              <a:gdLst>
                                <a:gd name="T0" fmla="*/ 0 w 130"/>
                                <a:gd name="T1" fmla="*/ 0 h 259"/>
                                <a:gd name="T2" fmla="*/ 0 w 130"/>
                                <a:gd name="T3" fmla="*/ 0 h 259"/>
                                <a:gd name="T4" fmla="*/ 0 w 130"/>
                                <a:gd name="T5" fmla="*/ 0 h 259"/>
                                <a:gd name="T6" fmla="*/ 0 w 130"/>
                                <a:gd name="T7" fmla="*/ 0 h 259"/>
                                <a:gd name="T8" fmla="*/ 0 w 130"/>
                                <a:gd name="T9" fmla="*/ 0 h 259"/>
                                <a:gd name="T10" fmla="*/ 0 w 130"/>
                                <a:gd name="T11" fmla="*/ 0 h 259"/>
                                <a:gd name="T12" fmla="*/ 0 w 130"/>
                                <a:gd name="T13" fmla="*/ 0 h 259"/>
                                <a:gd name="T14" fmla="*/ 0 w 130"/>
                                <a:gd name="T15" fmla="*/ 0 h 259"/>
                                <a:gd name="T16" fmla="*/ 0 w 130"/>
                                <a:gd name="T17" fmla="*/ 0 h 259"/>
                                <a:gd name="T18" fmla="*/ 0 w 130"/>
                                <a:gd name="T19" fmla="*/ 0 h 259"/>
                                <a:gd name="T20" fmla="*/ 0 w 130"/>
                                <a:gd name="T21" fmla="*/ 0 h 259"/>
                                <a:gd name="T22" fmla="*/ 0 w 130"/>
                                <a:gd name="T23" fmla="*/ 0 h 259"/>
                                <a:gd name="T24" fmla="*/ 0 60000 65536"/>
                                <a:gd name="T25" fmla="*/ 0 60000 65536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w 130"/>
                                <a:gd name="T37" fmla="*/ 0 h 259"/>
                                <a:gd name="T38" fmla="*/ 130 w 130"/>
                                <a:gd name="T39" fmla="*/ 259 h 259"/>
                              </a:gdLst>
                              <a:ahLst/>
                              <a:cxnLst>
                                <a:cxn ang="T24">
                                  <a:pos x="T0" y="T1"/>
                                </a:cxn>
                                <a:cxn ang="T25">
                                  <a:pos x="T2" y="T3"/>
                                </a:cxn>
                                <a:cxn ang="T26">
                                  <a:pos x="T4" y="T5"/>
                                </a:cxn>
                                <a:cxn ang="T27">
                                  <a:pos x="T6" y="T7"/>
                                </a:cxn>
                                <a:cxn ang="T28">
                                  <a:pos x="T8" y="T9"/>
                                </a:cxn>
                                <a:cxn ang="T29">
                                  <a:pos x="T10" y="T11"/>
                                </a:cxn>
                                <a:cxn ang="T30">
                                  <a:pos x="T12" y="T13"/>
                                </a:cxn>
                                <a:cxn ang="T31">
                                  <a:pos x="T14" y="T15"/>
                                </a:cxn>
                                <a:cxn ang="T32">
                                  <a:pos x="T16" y="T17"/>
                                </a:cxn>
                                <a:cxn ang="T33">
                                  <a:pos x="T18" y="T19"/>
                                </a:cxn>
                                <a:cxn ang="T34">
                                  <a:pos x="T20" y="T21"/>
                                </a:cxn>
                                <a:cxn ang="T35">
                                  <a:pos x="T22" y="T23"/>
                                </a:cxn>
                              </a:cxnLst>
                              <a:rect l="T36" t="T37" r="T38" b="T39"/>
                              <a:pathLst>
                                <a:path w="130" h="259">
                                  <a:moveTo>
                                    <a:pt x="52" y="259"/>
                                  </a:moveTo>
                                  <a:lnTo>
                                    <a:pt x="26" y="205"/>
                                  </a:lnTo>
                                  <a:lnTo>
                                    <a:pt x="31" y="124"/>
                                  </a:lnTo>
                                  <a:lnTo>
                                    <a:pt x="72" y="62"/>
                                  </a:lnTo>
                                  <a:lnTo>
                                    <a:pt x="130" y="0"/>
                                  </a:lnTo>
                                  <a:lnTo>
                                    <a:pt x="97" y="35"/>
                                  </a:lnTo>
                                  <a:lnTo>
                                    <a:pt x="38" y="78"/>
                                  </a:lnTo>
                                  <a:lnTo>
                                    <a:pt x="0" y="116"/>
                                  </a:lnTo>
                                  <a:lnTo>
                                    <a:pt x="6" y="144"/>
                                  </a:lnTo>
                                  <a:lnTo>
                                    <a:pt x="4" y="184"/>
                                  </a:lnTo>
                                  <a:lnTo>
                                    <a:pt x="4" y="223"/>
                                  </a:lnTo>
                                  <a:lnTo>
                                    <a:pt x="52" y="25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4763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>
                              <a:lvl1pPr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1pPr>
                              <a:lvl2pPr marL="742950" indent="-28575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2pPr>
                              <a:lvl3pPr marL="11430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3pPr>
                              <a:lvl4pPr marL="16002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4pPr>
                              <a:lvl5pPr marL="20574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9pPr>
                            </a:lstStyle>
                            <a:p>
                              <a:endParaRPr lang="en-US" altLang="en-US">
                                <a:solidFill>
                                  <a:schemeClr val="bg2"/>
                                </a:solidFill>
                              </a:endParaRPr>
                            </a:p>
                          </p:txBody>
                        </p:sp>
                        <p:sp>
                          <p:nvSpPr>
                            <p:cNvPr id="2127" name="Freeform 21">
                              <a:extLst>
                                <a:ext uri="{FF2B5EF4-FFF2-40B4-BE49-F238E27FC236}">
                                  <a16:creationId xmlns:a16="http://schemas.microsoft.com/office/drawing/2014/main" id="{637AD599-6266-4FAB-B274-0BF5D65F8DE9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4527" y="1587"/>
                              <a:ext cx="29" cy="69"/>
                            </a:xfrm>
                            <a:custGeom>
                              <a:avLst/>
                              <a:gdLst>
                                <a:gd name="T0" fmla="*/ 0 w 89"/>
                                <a:gd name="T1" fmla="*/ 0 h 208"/>
                                <a:gd name="T2" fmla="*/ 0 w 89"/>
                                <a:gd name="T3" fmla="*/ 0 h 208"/>
                                <a:gd name="T4" fmla="*/ 0 w 89"/>
                                <a:gd name="T5" fmla="*/ 0 h 208"/>
                                <a:gd name="T6" fmla="*/ 0 w 89"/>
                                <a:gd name="T7" fmla="*/ 0 h 208"/>
                                <a:gd name="T8" fmla="*/ 0 w 89"/>
                                <a:gd name="T9" fmla="*/ 0 h 208"/>
                                <a:gd name="T10" fmla="*/ 0 w 89"/>
                                <a:gd name="T11" fmla="*/ 0 h 208"/>
                                <a:gd name="T12" fmla="*/ 0 w 89"/>
                                <a:gd name="T13" fmla="*/ 0 h 208"/>
                                <a:gd name="T14" fmla="*/ 0 w 89"/>
                                <a:gd name="T15" fmla="*/ 0 h 208"/>
                                <a:gd name="T16" fmla="*/ 0 60000 65536"/>
                                <a:gd name="T17" fmla="*/ 0 60000 65536"/>
                                <a:gd name="T18" fmla="*/ 0 60000 65536"/>
                                <a:gd name="T19" fmla="*/ 0 60000 65536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  <a:gd name="T24" fmla="*/ 0 w 89"/>
                                <a:gd name="T25" fmla="*/ 0 h 208"/>
                                <a:gd name="T26" fmla="*/ 89 w 89"/>
                                <a:gd name="T27" fmla="*/ 208 h 208"/>
                              </a:gdLst>
                              <a:ahLst/>
                              <a:cxnLst>
                                <a:cxn ang="T16">
                                  <a:pos x="T0" y="T1"/>
                                </a:cxn>
                                <a:cxn ang="T17">
                                  <a:pos x="T2" y="T3"/>
                                </a:cxn>
                                <a:cxn ang="T18">
                                  <a:pos x="T4" y="T5"/>
                                </a:cxn>
                                <a:cxn ang="T19">
                                  <a:pos x="T6" y="T7"/>
                                </a:cxn>
                                <a:cxn ang="T20">
                                  <a:pos x="T8" y="T9"/>
                                </a:cxn>
                                <a:cxn ang="T21">
                                  <a:pos x="T10" y="T11"/>
                                </a:cxn>
                                <a:cxn ang="T22">
                                  <a:pos x="T12" y="T13"/>
                                </a:cxn>
                                <a:cxn ang="T23">
                                  <a:pos x="T14" y="T15"/>
                                </a:cxn>
                              </a:cxnLst>
                              <a:rect l="T24" t="T25" r="T26" b="T27"/>
                              <a:pathLst>
                                <a:path w="89" h="208">
                                  <a:moveTo>
                                    <a:pt x="40" y="173"/>
                                  </a:moveTo>
                                  <a:lnTo>
                                    <a:pt x="0" y="108"/>
                                  </a:lnTo>
                                  <a:lnTo>
                                    <a:pt x="15" y="64"/>
                                  </a:lnTo>
                                  <a:lnTo>
                                    <a:pt x="50" y="0"/>
                                  </a:lnTo>
                                  <a:lnTo>
                                    <a:pt x="21" y="110"/>
                                  </a:lnTo>
                                  <a:lnTo>
                                    <a:pt x="43" y="158"/>
                                  </a:lnTo>
                                  <a:lnTo>
                                    <a:pt x="89" y="208"/>
                                  </a:lnTo>
                                  <a:lnTo>
                                    <a:pt x="40" y="17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4763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>
                              <a:lvl1pPr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1pPr>
                              <a:lvl2pPr marL="742950" indent="-28575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2pPr>
                              <a:lvl3pPr marL="11430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3pPr>
                              <a:lvl4pPr marL="16002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4pPr>
                              <a:lvl5pPr marL="20574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9pPr>
                            </a:lstStyle>
                            <a:p>
                              <a:endParaRPr lang="en-US" altLang="en-US">
                                <a:solidFill>
                                  <a:schemeClr val="bg2"/>
                                </a:solidFill>
                              </a:endParaRPr>
                            </a:p>
                          </p:txBody>
                        </p:sp>
                        <p:sp>
                          <p:nvSpPr>
                            <p:cNvPr id="2128" name="Freeform 22">
                              <a:extLst>
                                <a:ext uri="{FF2B5EF4-FFF2-40B4-BE49-F238E27FC236}">
                                  <a16:creationId xmlns:a16="http://schemas.microsoft.com/office/drawing/2014/main" id="{2D17B345-579E-481E-AB17-BCFD6CC5085E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4551" y="1483"/>
                              <a:ext cx="39" cy="68"/>
                            </a:xfrm>
                            <a:custGeom>
                              <a:avLst/>
                              <a:gdLst>
                                <a:gd name="T0" fmla="*/ 0 w 118"/>
                                <a:gd name="T1" fmla="*/ 0 h 205"/>
                                <a:gd name="T2" fmla="*/ 0 w 118"/>
                                <a:gd name="T3" fmla="*/ 0 h 205"/>
                                <a:gd name="T4" fmla="*/ 0 w 118"/>
                                <a:gd name="T5" fmla="*/ 0 h 205"/>
                                <a:gd name="T6" fmla="*/ 0 w 118"/>
                                <a:gd name="T7" fmla="*/ 0 h 205"/>
                                <a:gd name="T8" fmla="*/ 0 w 118"/>
                                <a:gd name="T9" fmla="*/ 0 h 205"/>
                                <a:gd name="T10" fmla="*/ 0 w 118"/>
                                <a:gd name="T11" fmla="*/ 0 h 205"/>
                                <a:gd name="T12" fmla="*/ 0 w 118"/>
                                <a:gd name="T13" fmla="*/ 0 h 205"/>
                                <a:gd name="T14" fmla="*/ 0 w 118"/>
                                <a:gd name="T15" fmla="*/ 0 h 205"/>
                                <a:gd name="T16" fmla="*/ 0 w 118"/>
                                <a:gd name="T17" fmla="*/ 0 h 205"/>
                                <a:gd name="T18" fmla="*/ 0 60000 65536"/>
                                <a:gd name="T19" fmla="*/ 0 60000 65536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  <a:gd name="T24" fmla="*/ 0 60000 65536"/>
                                <a:gd name="T25" fmla="*/ 0 60000 65536"/>
                                <a:gd name="T26" fmla="*/ 0 60000 65536"/>
                                <a:gd name="T27" fmla="*/ 0 w 118"/>
                                <a:gd name="T28" fmla="*/ 0 h 205"/>
                                <a:gd name="T29" fmla="*/ 118 w 118"/>
                                <a:gd name="T30" fmla="*/ 205 h 205"/>
                              </a:gdLst>
                              <a:ahLst/>
                              <a:cxnLst>
                                <a:cxn ang="T18">
                                  <a:pos x="T0" y="T1"/>
                                </a:cxn>
                                <a:cxn ang="T19">
                                  <a:pos x="T2" y="T3"/>
                                </a:cxn>
                                <a:cxn ang="T20">
                                  <a:pos x="T4" y="T5"/>
                                </a:cxn>
                                <a:cxn ang="T21">
                                  <a:pos x="T6" y="T7"/>
                                </a:cxn>
                                <a:cxn ang="T22">
                                  <a:pos x="T8" y="T9"/>
                                </a:cxn>
                                <a:cxn ang="T23">
                                  <a:pos x="T10" y="T11"/>
                                </a:cxn>
                                <a:cxn ang="T24">
                                  <a:pos x="T12" y="T13"/>
                                </a:cxn>
                                <a:cxn ang="T25">
                                  <a:pos x="T14" y="T15"/>
                                </a:cxn>
                                <a:cxn ang="T26">
                                  <a:pos x="T16" y="T17"/>
                                </a:cxn>
                              </a:cxnLst>
                              <a:rect l="T27" t="T28" r="T29" b="T30"/>
                              <a:pathLst>
                                <a:path w="118" h="205">
                                  <a:moveTo>
                                    <a:pt x="118" y="0"/>
                                  </a:moveTo>
                                  <a:lnTo>
                                    <a:pt x="62" y="50"/>
                                  </a:lnTo>
                                  <a:lnTo>
                                    <a:pt x="16" y="100"/>
                                  </a:lnTo>
                                  <a:lnTo>
                                    <a:pt x="7" y="146"/>
                                  </a:lnTo>
                                  <a:lnTo>
                                    <a:pt x="0" y="205"/>
                                  </a:lnTo>
                                  <a:lnTo>
                                    <a:pt x="19" y="156"/>
                                  </a:lnTo>
                                  <a:lnTo>
                                    <a:pt x="36" y="105"/>
                                  </a:lnTo>
                                  <a:lnTo>
                                    <a:pt x="85" y="44"/>
                                  </a:lnTo>
                                  <a:lnTo>
                                    <a:pt x="11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4763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>
                              <a:lvl1pPr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1pPr>
                              <a:lvl2pPr marL="742950" indent="-28575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2pPr>
                              <a:lvl3pPr marL="11430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3pPr>
                              <a:lvl4pPr marL="16002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4pPr>
                              <a:lvl5pPr marL="20574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9pPr>
                            </a:lstStyle>
                            <a:p>
                              <a:endParaRPr lang="en-US" altLang="en-US">
                                <a:solidFill>
                                  <a:schemeClr val="bg2"/>
                                </a:solidFill>
                              </a:endParaRPr>
                            </a:p>
                          </p:txBody>
                        </p:sp>
                        <p:sp>
                          <p:nvSpPr>
                            <p:cNvPr id="2129" name="Freeform 23">
                              <a:extLst>
                                <a:ext uri="{FF2B5EF4-FFF2-40B4-BE49-F238E27FC236}">
                                  <a16:creationId xmlns:a16="http://schemas.microsoft.com/office/drawing/2014/main" id="{22EEAA2B-7466-43A5-9A4A-B636FEAEC1E3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4546" y="1611"/>
                              <a:ext cx="23" cy="45"/>
                            </a:xfrm>
                            <a:custGeom>
                              <a:avLst/>
                              <a:gdLst>
                                <a:gd name="T0" fmla="*/ 0 w 68"/>
                                <a:gd name="T1" fmla="*/ 0 h 134"/>
                                <a:gd name="T2" fmla="*/ 0 w 68"/>
                                <a:gd name="T3" fmla="*/ 0 h 134"/>
                                <a:gd name="T4" fmla="*/ 0 w 68"/>
                                <a:gd name="T5" fmla="*/ 0 h 134"/>
                                <a:gd name="T6" fmla="*/ 0 w 68"/>
                                <a:gd name="T7" fmla="*/ 0 h 134"/>
                                <a:gd name="T8" fmla="*/ 0 w 68"/>
                                <a:gd name="T9" fmla="*/ 0 h 134"/>
                                <a:gd name="T10" fmla="*/ 0 w 68"/>
                                <a:gd name="T11" fmla="*/ 0 h 134"/>
                                <a:gd name="T12" fmla="*/ 0 w 68"/>
                                <a:gd name="T13" fmla="*/ 0 h 134"/>
                                <a:gd name="T14" fmla="*/ 0 w 68"/>
                                <a:gd name="T15" fmla="*/ 0 h 134"/>
                                <a:gd name="T16" fmla="*/ 0 w 68"/>
                                <a:gd name="T17" fmla="*/ 0 h 134"/>
                                <a:gd name="T18" fmla="*/ 0 w 68"/>
                                <a:gd name="T19" fmla="*/ 0 h 134"/>
                                <a:gd name="T20" fmla="*/ 0 w 68"/>
                                <a:gd name="T21" fmla="*/ 0 h 134"/>
                                <a:gd name="T22" fmla="*/ 0 60000 65536"/>
                                <a:gd name="T23" fmla="*/ 0 60000 65536"/>
                                <a:gd name="T24" fmla="*/ 0 60000 65536"/>
                                <a:gd name="T25" fmla="*/ 0 60000 65536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w 68"/>
                                <a:gd name="T34" fmla="*/ 0 h 134"/>
                                <a:gd name="T35" fmla="*/ 68 w 68"/>
                                <a:gd name="T36" fmla="*/ 134 h 134"/>
                              </a:gdLst>
                              <a:ahLst/>
                              <a:cxnLst>
                                <a:cxn ang="T22">
                                  <a:pos x="T0" y="T1"/>
                                </a:cxn>
                                <a:cxn ang="T23">
                                  <a:pos x="T2" y="T3"/>
                                </a:cxn>
                                <a:cxn ang="T24">
                                  <a:pos x="T4" y="T5"/>
                                </a:cxn>
                                <a:cxn ang="T25">
                                  <a:pos x="T6" y="T7"/>
                                </a:cxn>
                                <a:cxn ang="T26">
                                  <a:pos x="T8" y="T9"/>
                                </a:cxn>
                                <a:cxn ang="T27">
                                  <a:pos x="T10" y="T11"/>
                                </a:cxn>
                                <a:cxn ang="T28">
                                  <a:pos x="T12" y="T13"/>
                                </a:cxn>
                                <a:cxn ang="T29">
                                  <a:pos x="T14" y="T15"/>
                                </a:cxn>
                                <a:cxn ang="T30">
                                  <a:pos x="T16" y="T17"/>
                                </a:cxn>
                                <a:cxn ang="T31">
                                  <a:pos x="T18" y="T19"/>
                                </a:cxn>
                                <a:cxn ang="T32">
                                  <a:pos x="T20" y="T21"/>
                                </a:cxn>
                              </a:cxnLst>
                              <a:rect l="T33" t="T34" r="T35" b="T36"/>
                              <a:pathLst>
                                <a:path w="68" h="134">
                                  <a:moveTo>
                                    <a:pt x="25" y="134"/>
                                  </a:moveTo>
                                  <a:lnTo>
                                    <a:pt x="9" y="93"/>
                                  </a:lnTo>
                                  <a:lnTo>
                                    <a:pt x="0" y="64"/>
                                  </a:lnTo>
                                  <a:lnTo>
                                    <a:pt x="19" y="28"/>
                                  </a:lnTo>
                                  <a:lnTo>
                                    <a:pt x="60" y="0"/>
                                  </a:lnTo>
                                  <a:lnTo>
                                    <a:pt x="37" y="39"/>
                                  </a:lnTo>
                                  <a:lnTo>
                                    <a:pt x="22" y="77"/>
                                  </a:lnTo>
                                  <a:lnTo>
                                    <a:pt x="43" y="93"/>
                                  </a:lnTo>
                                  <a:lnTo>
                                    <a:pt x="68" y="56"/>
                                  </a:lnTo>
                                  <a:lnTo>
                                    <a:pt x="56" y="86"/>
                                  </a:lnTo>
                                  <a:lnTo>
                                    <a:pt x="25" y="134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4763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>
                              <a:lvl1pPr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1pPr>
                              <a:lvl2pPr marL="742950" indent="-28575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2pPr>
                              <a:lvl3pPr marL="11430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3pPr>
                              <a:lvl4pPr marL="16002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4pPr>
                              <a:lvl5pPr marL="20574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9pPr>
                            </a:lstStyle>
                            <a:p>
                              <a:endParaRPr lang="en-US" altLang="en-US">
                                <a:solidFill>
                                  <a:schemeClr val="bg2"/>
                                </a:solidFill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2116" name="Group 24">
                          <a:extLst>
                            <a:ext uri="{FF2B5EF4-FFF2-40B4-BE49-F238E27FC236}">
                              <a16:creationId xmlns:a16="http://schemas.microsoft.com/office/drawing/2014/main" id="{6FF2EC7A-60EC-4122-B079-D14C4F17020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829" y="1714"/>
                          <a:ext cx="192" cy="104"/>
                          <a:chOff x="4829" y="1714"/>
                          <a:chExt cx="192" cy="104"/>
                        </a:xfrm>
                      </p:grpSpPr>
                      <p:sp>
                        <p:nvSpPr>
                          <p:cNvPr id="2117" name="Freeform 25">
                            <a:extLst>
                              <a:ext uri="{FF2B5EF4-FFF2-40B4-BE49-F238E27FC236}">
                                <a16:creationId xmlns:a16="http://schemas.microsoft.com/office/drawing/2014/main" id="{843498CE-1074-46DD-A93B-32EB025BE737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829" y="1714"/>
                            <a:ext cx="192" cy="104"/>
                          </a:xfrm>
                          <a:custGeom>
                            <a:avLst/>
                            <a:gdLst>
                              <a:gd name="T0" fmla="*/ 0 w 575"/>
                              <a:gd name="T1" fmla="*/ 0 h 310"/>
                              <a:gd name="T2" fmla="*/ 0 w 575"/>
                              <a:gd name="T3" fmla="*/ 0 h 310"/>
                              <a:gd name="T4" fmla="*/ 0 w 575"/>
                              <a:gd name="T5" fmla="*/ 0 h 310"/>
                              <a:gd name="T6" fmla="*/ 0 w 575"/>
                              <a:gd name="T7" fmla="*/ 0 h 310"/>
                              <a:gd name="T8" fmla="*/ 1 w 575"/>
                              <a:gd name="T9" fmla="*/ 0 h 310"/>
                              <a:gd name="T10" fmla="*/ 1 w 575"/>
                              <a:gd name="T11" fmla="*/ 0 h 310"/>
                              <a:gd name="T12" fmla="*/ 1 w 575"/>
                              <a:gd name="T13" fmla="*/ 0 h 310"/>
                              <a:gd name="T14" fmla="*/ 1 w 575"/>
                              <a:gd name="T15" fmla="*/ 0 h 310"/>
                              <a:gd name="T16" fmla="*/ 1 w 575"/>
                              <a:gd name="T17" fmla="*/ 0 h 310"/>
                              <a:gd name="T18" fmla="*/ 1 w 575"/>
                              <a:gd name="T19" fmla="*/ 0 h 310"/>
                              <a:gd name="T20" fmla="*/ 1 w 575"/>
                              <a:gd name="T21" fmla="*/ 0 h 310"/>
                              <a:gd name="T22" fmla="*/ 1 w 575"/>
                              <a:gd name="T23" fmla="*/ 0 h 310"/>
                              <a:gd name="T24" fmla="*/ 1 w 575"/>
                              <a:gd name="T25" fmla="*/ 0 h 310"/>
                              <a:gd name="T26" fmla="*/ 1 w 575"/>
                              <a:gd name="T27" fmla="*/ 0 h 310"/>
                              <a:gd name="T28" fmla="*/ 1 w 575"/>
                              <a:gd name="T29" fmla="*/ 0 h 310"/>
                              <a:gd name="T30" fmla="*/ 1 w 575"/>
                              <a:gd name="T31" fmla="*/ 0 h 310"/>
                              <a:gd name="T32" fmla="*/ 1 w 575"/>
                              <a:gd name="T33" fmla="*/ 0 h 310"/>
                              <a:gd name="T34" fmla="*/ 1 w 575"/>
                              <a:gd name="T35" fmla="*/ 0 h 310"/>
                              <a:gd name="T36" fmla="*/ 1 w 575"/>
                              <a:gd name="T37" fmla="*/ 0 h 310"/>
                              <a:gd name="T38" fmla="*/ 0 w 575"/>
                              <a:gd name="T39" fmla="*/ 0 h 310"/>
                              <a:gd name="T40" fmla="*/ 0 w 575"/>
                              <a:gd name="T41" fmla="*/ 0 h 310"/>
                              <a:gd name="T42" fmla="*/ 0 w 575"/>
                              <a:gd name="T43" fmla="*/ 0 h 310"/>
                              <a:gd name="T44" fmla="*/ 0 w 575"/>
                              <a:gd name="T45" fmla="*/ 0 h 310"/>
                              <a:gd name="T46" fmla="*/ 0 w 575"/>
                              <a:gd name="T47" fmla="*/ 0 h 310"/>
                              <a:gd name="T48" fmla="*/ 0 w 575"/>
                              <a:gd name="T49" fmla="*/ 0 h 310"/>
                              <a:gd name="T50" fmla="*/ 0 w 575"/>
                              <a:gd name="T51" fmla="*/ 0 h 310"/>
                              <a:gd name="T52" fmla="*/ 0 w 575"/>
                              <a:gd name="T53" fmla="*/ 0 h 310"/>
                              <a:gd name="T54" fmla="*/ 0 w 575"/>
                              <a:gd name="T55" fmla="*/ 0 h 310"/>
                              <a:gd name="T56" fmla="*/ 0 w 575"/>
                              <a:gd name="T57" fmla="*/ 0 h 310"/>
                              <a:gd name="T58" fmla="*/ 0 w 575"/>
                              <a:gd name="T59" fmla="*/ 0 h 310"/>
                              <a:gd name="T60" fmla="*/ 0 w 575"/>
                              <a:gd name="T61" fmla="*/ 0 h 310"/>
                              <a:gd name="T62" fmla="*/ 0 w 575"/>
                              <a:gd name="T63" fmla="*/ 0 h 310"/>
                              <a:gd name="T64" fmla="*/ 0 w 575"/>
                              <a:gd name="T65" fmla="*/ 0 h 310"/>
                              <a:gd name="T66" fmla="*/ 0 w 575"/>
                              <a:gd name="T67" fmla="*/ 0 h 310"/>
                              <a:gd name="T68" fmla="*/ 0 w 575"/>
                              <a:gd name="T69" fmla="*/ 0 h 310"/>
                              <a:gd name="T70" fmla="*/ 0 w 575"/>
                              <a:gd name="T71" fmla="*/ 0 h 310"/>
                              <a:gd name="T72" fmla="*/ 0 w 575"/>
                              <a:gd name="T73" fmla="*/ 0 h 310"/>
                              <a:gd name="T74" fmla="*/ 0 w 575"/>
                              <a:gd name="T75" fmla="*/ 0 h 310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w 575"/>
                              <a:gd name="T115" fmla="*/ 0 h 310"/>
                              <a:gd name="T116" fmla="*/ 575 w 575"/>
                              <a:gd name="T117" fmla="*/ 310 h 310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T114" t="T115" r="T116" b="T117"/>
                            <a:pathLst>
                              <a:path w="575" h="310">
                                <a:moveTo>
                                  <a:pt x="37" y="75"/>
                                </a:moveTo>
                                <a:lnTo>
                                  <a:pt x="140" y="79"/>
                                </a:lnTo>
                                <a:lnTo>
                                  <a:pt x="211" y="78"/>
                                </a:lnTo>
                                <a:lnTo>
                                  <a:pt x="299" y="36"/>
                                </a:lnTo>
                                <a:lnTo>
                                  <a:pt x="370" y="4"/>
                                </a:lnTo>
                                <a:lnTo>
                                  <a:pt x="435" y="0"/>
                                </a:lnTo>
                                <a:lnTo>
                                  <a:pt x="465" y="29"/>
                                </a:lnTo>
                                <a:lnTo>
                                  <a:pt x="510" y="51"/>
                                </a:lnTo>
                                <a:lnTo>
                                  <a:pt x="562" y="54"/>
                                </a:lnTo>
                                <a:lnTo>
                                  <a:pt x="575" y="79"/>
                                </a:lnTo>
                                <a:lnTo>
                                  <a:pt x="568" y="140"/>
                                </a:lnTo>
                                <a:lnTo>
                                  <a:pt x="558" y="178"/>
                                </a:lnTo>
                                <a:lnTo>
                                  <a:pt x="533" y="209"/>
                                </a:lnTo>
                                <a:lnTo>
                                  <a:pt x="496" y="248"/>
                                </a:lnTo>
                                <a:lnTo>
                                  <a:pt x="476" y="284"/>
                                </a:lnTo>
                                <a:lnTo>
                                  <a:pt x="450" y="307"/>
                                </a:lnTo>
                                <a:lnTo>
                                  <a:pt x="428" y="310"/>
                                </a:lnTo>
                                <a:lnTo>
                                  <a:pt x="395" y="279"/>
                                </a:lnTo>
                                <a:lnTo>
                                  <a:pt x="373" y="290"/>
                                </a:lnTo>
                                <a:lnTo>
                                  <a:pt x="341" y="292"/>
                                </a:lnTo>
                                <a:lnTo>
                                  <a:pt x="317" y="246"/>
                                </a:lnTo>
                                <a:lnTo>
                                  <a:pt x="302" y="253"/>
                                </a:lnTo>
                                <a:lnTo>
                                  <a:pt x="279" y="253"/>
                                </a:lnTo>
                                <a:lnTo>
                                  <a:pt x="268" y="228"/>
                                </a:lnTo>
                                <a:lnTo>
                                  <a:pt x="242" y="246"/>
                                </a:lnTo>
                                <a:lnTo>
                                  <a:pt x="217" y="261"/>
                                </a:lnTo>
                                <a:lnTo>
                                  <a:pt x="190" y="246"/>
                                </a:lnTo>
                                <a:lnTo>
                                  <a:pt x="181" y="222"/>
                                </a:lnTo>
                                <a:lnTo>
                                  <a:pt x="178" y="194"/>
                                </a:lnTo>
                                <a:lnTo>
                                  <a:pt x="133" y="200"/>
                                </a:lnTo>
                                <a:lnTo>
                                  <a:pt x="97" y="209"/>
                                </a:lnTo>
                                <a:lnTo>
                                  <a:pt x="88" y="190"/>
                                </a:lnTo>
                                <a:lnTo>
                                  <a:pt x="60" y="190"/>
                                </a:lnTo>
                                <a:lnTo>
                                  <a:pt x="18" y="160"/>
                                </a:lnTo>
                                <a:lnTo>
                                  <a:pt x="0" y="124"/>
                                </a:lnTo>
                                <a:lnTo>
                                  <a:pt x="9" y="109"/>
                                </a:lnTo>
                                <a:lnTo>
                                  <a:pt x="3" y="78"/>
                                </a:lnTo>
                                <a:lnTo>
                                  <a:pt x="37" y="7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08040"/>
                          </a:solidFill>
                          <a:ln w="4763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>
                            <a:lvl1pPr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1pPr>
                            <a:lvl2pPr marL="742950" indent="-285750"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2pPr>
                            <a:lvl3pPr marL="1143000" indent="-228600"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3pPr>
                            <a:lvl4pPr marL="1600200" indent="-228600"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4pPr>
                            <a:lvl5pPr marL="2057400" indent="-228600"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sz="24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ＭＳ Ｐゴシック" panose="020B0600070205080204" pitchFamily="34" charset="-128"/>
                              </a:defRPr>
                            </a:lvl9pPr>
                          </a:lstStyle>
                          <a:p>
                            <a:endParaRPr lang="en-US" altLang="en-US">
                              <a:solidFill>
                                <a:schemeClr val="bg2"/>
                              </a:solidFill>
                            </a:endParaRPr>
                          </a:p>
                        </p:txBody>
                      </p:sp>
                      <p:grpSp>
                        <p:nvGrpSpPr>
                          <p:cNvPr id="2118" name="Group 26">
                            <a:extLst>
                              <a:ext uri="{FF2B5EF4-FFF2-40B4-BE49-F238E27FC236}">
                                <a16:creationId xmlns:a16="http://schemas.microsoft.com/office/drawing/2014/main" id="{F94325C9-0918-4854-B928-BFC326168104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858" y="1731"/>
                            <a:ext cx="144" cy="79"/>
                            <a:chOff x="4858" y="1731"/>
                            <a:chExt cx="144" cy="79"/>
                          </a:xfrm>
                        </p:grpSpPr>
                        <p:sp>
                          <p:nvSpPr>
                            <p:cNvPr id="2119" name="Freeform 27">
                              <a:extLst>
                                <a:ext uri="{FF2B5EF4-FFF2-40B4-BE49-F238E27FC236}">
                                  <a16:creationId xmlns:a16="http://schemas.microsoft.com/office/drawing/2014/main" id="{36F329E6-25EE-41DC-BC1D-BC4665153C68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4858" y="1756"/>
                              <a:ext cx="44" cy="22"/>
                            </a:xfrm>
                            <a:custGeom>
                              <a:avLst/>
                              <a:gdLst>
                                <a:gd name="T0" fmla="*/ 0 w 132"/>
                                <a:gd name="T1" fmla="*/ 0 h 66"/>
                                <a:gd name="T2" fmla="*/ 0 w 132"/>
                                <a:gd name="T3" fmla="*/ 0 h 66"/>
                                <a:gd name="T4" fmla="*/ 0 w 132"/>
                                <a:gd name="T5" fmla="*/ 0 h 66"/>
                                <a:gd name="T6" fmla="*/ 0 w 132"/>
                                <a:gd name="T7" fmla="*/ 0 h 66"/>
                                <a:gd name="T8" fmla="*/ 0 w 132"/>
                                <a:gd name="T9" fmla="*/ 0 h 66"/>
                                <a:gd name="T10" fmla="*/ 0 w 132"/>
                                <a:gd name="T11" fmla="*/ 0 h 66"/>
                                <a:gd name="T12" fmla="*/ 0 60000 65536"/>
                                <a:gd name="T13" fmla="*/ 0 60000 65536"/>
                                <a:gd name="T14" fmla="*/ 0 60000 65536"/>
                                <a:gd name="T15" fmla="*/ 0 60000 65536"/>
                                <a:gd name="T16" fmla="*/ 0 60000 65536"/>
                                <a:gd name="T17" fmla="*/ 0 60000 65536"/>
                                <a:gd name="T18" fmla="*/ 0 w 132"/>
                                <a:gd name="T19" fmla="*/ 0 h 66"/>
                                <a:gd name="T20" fmla="*/ 132 w 132"/>
                                <a:gd name="T21" fmla="*/ 66 h 66"/>
                              </a:gdLst>
                              <a:ahLst/>
                              <a:cxnLst>
                                <a:cxn ang="T12">
                                  <a:pos x="T0" y="T1"/>
                                </a:cxn>
                                <a:cxn ang="T13">
                                  <a:pos x="T2" y="T3"/>
                                </a:cxn>
                                <a:cxn ang="T14">
                                  <a:pos x="T4" y="T5"/>
                                </a:cxn>
                                <a:cxn ang="T15">
                                  <a:pos x="T6" y="T7"/>
                                </a:cxn>
                                <a:cxn ang="T16">
                                  <a:pos x="T8" y="T9"/>
                                </a:cxn>
                                <a:cxn ang="T17">
                                  <a:pos x="T10" y="T11"/>
                                </a:cxn>
                              </a:cxnLst>
                              <a:rect l="T18" t="T19" r="T20" b="T21"/>
                              <a:pathLst>
                                <a:path w="132" h="66">
                                  <a:moveTo>
                                    <a:pt x="0" y="66"/>
                                  </a:moveTo>
                                  <a:lnTo>
                                    <a:pt x="70" y="48"/>
                                  </a:lnTo>
                                  <a:lnTo>
                                    <a:pt x="132" y="0"/>
                                  </a:lnTo>
                                  <a:lnTo>
                                    <a:pt x="108" y="36"/>
                                  </a:lnTo>
                                  <a:lnTo>
                                    <a:pt x="80" y="60"/>
                                  </a:lnTo>
                                  <a:lnTo>
                                    <a:pt x="0" y="6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4763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>
                              <a:lvl1pPr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1pPr>
                              <a:lvl2pPr marL="742950" indent="-28575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2pPr>
                              <a:lvl3pPr marL="11430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3pPr>
                              <a:lvl4pPr marL="16002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4pPr>
                              <a:lvl5pPr marL="20574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9pPr>
                            </a:lstStyle>
                            <a:p>
                              <a:endParaRPr lang="en-US" altLang="en-US">
                                <a:solidFill>
                                  <a:schemeClr val="bg2"/>
                                </a:solidFill>
                              </a:endParaRPr>
                            </a:p>
                          </p:txBody>
                        </p:sp>
                        <p:sp>
                          <p:nvSpPr>
                            <p:cNvPr id="2120" name="Freeform 28">
                              <a:extLst>
                                <a:ext uri="{FF2B5EF4-FFF2-40B4-BE49-F238E27FC236}">
                                  <a16:creationId xmlns:a16="http://schemas.microsoft.com/office/drawing/2014/main" id="{897EF586-3F0D-40C2-B5A5-70EA633DE3A6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4917" y="1731"/>
                              <a:ext cx="35" cy="63"/>
                            </a:xfrm>
                            <a:custGeom>
                              <a:avLst/>
                              <a:gdLst>
                                <a:gd name="T0" fmla="*/ 0 w 107"/>
                                <a:gd name="T1" fmla="*/ 0 h 188"/>
                                <a:gd name="T2" fmla="*/ 0 w 107"/>
                                <a:gd name="T3" fmla="*/ 0 h 188"/>
                                <a:gd name="T4" fmla="*/ 0 w 107"/>
                                <a:gd name="T5" fmla="*/ 0 h 188"/>
                                <a:gd name="T6" fmla="*/ 0 w 107"/>
                                <a:gd name="T7" fmla="*/ 0 h 188"/>
                                <a:gd name="T8" fmla="*/ 0 w 107"/>
                                <a:gd name="T9" fmla="*/ 0 h 188"/>
                                <a:gd name="T10" fmla="*/ 0 w 107"/>
                                <a:gd name="T11" fmla="*/ 0 h 188"/>
                                <a:gd name="T12" fmla="*/ 0 60000 65536"/>
                                <a:gd name="T13" fmla="*/ 0 60000 65536"/>
                                <a:gd name="T14" fmla="*/ 0 60000 65536"/>
                                <a:gd name="T15" fmla="*/ 0 60000 65536"/>
                                <a:gd name="T16" fmla="*/ 0 60000 65536"/>
                                <a:gd name="T17" fmla="*/ 0 60000 65536"/>
                                <a:gd name="T18" fmla="*/ 0 w 107"/>
                                <a:gd name="T19" fmla="*/ 0 h 188"/>
                                <a:gd name="T20" fmla="*/ 107 w 107"/>
                                <a:gd name="T21" fmla="*/ 188 h 188"/>
                              </a:gdLst>
                              <a:ahLst/>
                              <a:cxnLst>
                                <a:cxn ang="T12">
                                  <a:pos x="T0" y="T1"/>
                                </a:cxn>
                                <a:cxn ang="T13">
                                  <a:pos x="T2" y="T3"/>
                                </a:cxn>
                                <a:cxn ang="T14">
                                  <a:pos x="T4" y="T5"/>
                                </a:cxn>
                                <a:cxn ang="T15">
                                  <a:pos x="T6" y="T7"/>
                                </a:cxn>
                                <a:cxn ang="T16">
                                  <a:pos x="T8" y="T9"/>
                                </a:cxn>
                                <a:cxn ang="T17">
                                  <a:pos x="T10" y="T11"/>
                                </a:cxn>
                              </a:cxnLst>
                              <a:rect l="T18" t="T19" r="T20" b="T21"/>
                              <a:pathLst>
                                <a:path w="107" h="188">
                                  <a:moveTo>
                                    <a:pt x="0" y="188"/>
                                  </a:moveTo>
                                  <a:lnTo>
                                    <a:pt x="37" y="123"/>
                                  </a:lnTo>
                                  <a:lnTo>
                                    <a:pt x="107" y="0"/>
                                  </a:lnTo>
                                  <a:lnTo>
                                    <a:pt x="86" y="68"/>
                                  </a:lnTo>
                                  <a:lnTo>
                                    <a:pt x="71" y="127"/>
                                  </a:lnTo>
                                  <a:lnTo>
                                    <a:pt x="0" y="188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4763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>
                              <a:lvl1pPr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1pPr>
                              <a:lvl2pPr marL="742950" indent="-28575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2pPr>
                              <a:lvl3pPr marL="11430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3pPr>
                              <a:lvl4pPr marL="16002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4pPr>
                              <a:lvl5pPr marL="20574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9pPr>
                            </a:lstStyle>
                            <a:p>
                              <a:endParaRPr lang="en-US" altLang="en-US">
                                <a:solidFill>
                                  <a:schemeClr val="bg2"/>
                                </a:solidFill>
                              </a:endParaRPr>
                            </a:p>
                          </p:txBody>
                        </p:sp>
                        <p:sp>
                          <p:nvSpPr>
                            <p:cNvPr id="2121" name="Freeform 29">
                              <a:extLst>
                                <a:ext uri="{FF2B5EF4-FFF2-40B4-BE49-F238E27FC236}">
                                  <a16:creationId xmlns:a16="http://schemas.microsoft.com/office/drawing/2014/main" id="{186518DA-9540-4FE1-BCB6-4BC498CC3B63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4958" y="1733"/>
                              <a:ext cx="26" cy="77"/>
                            </a:xfrm>
                            <a:custGeom>
                              <a:avLst/>
                              <a:gdLst>
                                <a:gd name="T0" fmla="*/ 0 w 79"/>
                                <a:gd name="T1" fmla="*/ 0 h 230"/>
                                <a:gd name="T2" fmla="*/ 0 w 79"/>
                                <a:gd name="T3" fmla="*/ 0 h 230"/>
                                <a:gd name="T4" fmla="*/ 0 w 79"/>
                                <a:gd name="T5" fmla="*/ 0 h 230"/>
                                <a:gd name="T6" fmla="*/ 0 w 79"/>
                                <a:gd name="T7" fmla="*/ 0 h 230"/>
                                <a:gd name="T8" fmla="*/ 0 w 79"/>
                                <a:gd name="T9" fmla="*/ 0 h 230"/>
                                <a:gd name="T10" fmla="*/ 0 w 79"/>
                                <a:gd name="T11" fmla="*/ 0 h 230"/>
                                <a:gd name="T12" fmla="*/ 0 w 79"/>
                                <a:gd name="T13" fmla="*/ 0 h 230"/>
                                <a:gd name="T14" fmla="*/ 0 w 79"/>
                                <a:gd name="T15" fmla="*/ 0 h 230"/>
                                <a:gd name="T16" fmla="*/ 0 60000 65536"/>
                                <a:gd name="T17" fmla="*/ 0 60000 65536"/>
                                <a:gd name="T18" fmla="*/ 0 60000 65536"/>
                                <a:gd name="T19" fmla="*/ 0 60000 65536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  <a:gd name="T24" fmla="*/ 0 w 79"/>
                                <a:gd name="T25" fmla="*/ 0 h 230"/>
                                <a:gd name="T26" fmla="*/ 79 w 79"/>
                                <a:gd name="T27" fmla="*/ 230 h 230"/>
                              </a:gdLst>
                              <a:ahLst/>
                              <a:cxnLst>
                                <a:cxn ang="T16">
                                  <a:pos x="T0" y="T1"/>
                                </a:cxn>
                                <a:cxn ang="T17">
                                  <a:pos x="T2" y="T3"/>
                                </a:cxn>
                                <a:cxn ang="T18">
                                  <a:pos x="T4" y="T5"/>
                                </a:cxn>
                                <a:cxn ang="T19">
                                  <a:pos x="T6" y="T7"/>
                                </a:cxn>
                                <a:cxn ang="T20">
                                  <a:pos x="T8" y="T9"/>
                                </a:cxn>
                                <a:cxn ang="T21">
                                  <a:pos x="T10" y="T11"/>
                                </a:cxn>
                                <a:cxn ang="T22">
                                  <a:pos x="T12" y="T13"/>
                                </a:cxn>
                                <a:cxn ang="T23">
                                  <a:pos x="T14" y="T15"/>
                                </a:cxn>
                              </a:cxnLst>
                              <a:rect l="T24" t="T25" r="T26" b="T27"/>
                              <a:pathLst>
                                <a:path w="79" h="230">
                                  <a:moveTo>
                                    <a:pt x="0" y="230"/>
                                  </a:moveTo>
                                  <a:lnTo>
                                    <a:pt x="58" y="180"/>
                                  </a:lnTo>
                                  <a:lnTo>
                                    <a:pt x="55" y="71"/>
                                  </a:lnTo>
                                  <a:lnTo>
                                    <a:pt x="18" y="0"/>
                                  </a:lnTo>
                                  <a:lnTo>
                                    <a:pt x="64" y="68"/>
                                  </a:lnTo>
                                  <a:lnTo>
                                    <a:pt x="79" y="138"/>
                                  </a:lnTo>
                                  <a:lnTo>
                                    <a:pt x="76" y="199"/>
                                  </a:lnTo>
                                  <a:lnTo>
                                    <a:pt x="0" y="23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4763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>
                              <a:lvl1pPr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1pPr>
                              <a:lvl2pPr marL="742950" indent="-28575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2pPr>
                              <a:lvl3pPr marL="11430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3pPr>
                              <a:lvl4pPr marL="16002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4pPr>
                              <a:lvl5pPr marL="20574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9pPr>
                            </a:lstStyle>
                            <a:p>
                              <a:endParaRPr lang="en-US" altLang="en-US">
                                <a:solidFill>
                                  <a:schemeClr val="bg2"/>
                                </a:solidFill>
                              </a:endParaRPr>
                            </a:p>
                          </p:txBody>
                        </p:sp>
                        <p:sp>
                          <p:nvSpPr>
                            <p:cNvPr id="2122" name="Freeform 30">
                              <a:extLst>
                                <a:ext uri="{FF2B5EF4-FFF2-40B4-BE49-F238E27FC236}">
                                  <a16:creationId xmlns:a16="http://schemas.microsoft.com/office/drawing/2014/main" id="{16EF13DB-EE25-4AEE-8D96-9F407682902F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4995" y="1757"/>
                              <a:ext cx="7" cy="29"/>
                            </a:xfrm>
                            <a:custGeom>
                              <a:avLst/>
                              <a:gdLst>
                                <a:gd name="T0" fmla="*/ 0 w 22"/>
                                <a:gd name="T1" fmla="*/ 0 h 88"/>
                                <a:gd name="T2" fmla="*/ 0 w 22"/>
                                <a:gd name="T3" fmla="*/ 0 h 88"/>
                                <a:gd name="T4" fmla="*/ 0 w 22"/>
                                <a:gd name="T5" fmla="*/ 0 h 88"/>
                                <a:gd name="T6" fmla="*/ 0 60000 65536"/>
                                <a:gd name="T7" fmla="*/ 0 60000 65536"/>
                                <a:gd name="T8" fmla="*/ 0 60000 65536"/>
                                <a:gd name="T9" fmla="*/ 0 w 22"/>
                                <a:gd name="T10" fmla="*/ 0 h 88"/>
                                <a:gd name="T11" fmla="*/ 22 w 22"/>
                                <a:gd name="T12" fmla="*/ 88 h 88"/>
                              </a:gdLst>
                              <a:ahLst/>
                              <a:cxnLst>
                                <a:cxn ang="T6">
                                  <a:pos x="T0" y="T1"/>
                                </a:cxn>
                                <a:cxn ang="T7">
                                  <a:pos x="T2" y="T3"/>
                                </a:cxn>
                                <a:cxn ang="T8">
                                  <a:pos x="T4" y="T5"/>
                                </a:cxn>
                              </a:cxnLst>
                              <a:rect l="T9" t="T10" r="T11" b="T12"/>
                              <a:pathLst>
                                <a:path w="22" h="88">
                                  <a:moveTo>
                                    <a:pt x="0" y="0"/>
                                  </a:moveTo>
                                  <a:lnTo>
                                    <a:pt x="22" y="60"/>
                                  </a:lnTo>
                                  <a:lnTo>
                                    <a:pt x="14" y="88"/>
                                  </a:lnTo>
                                </a:path>
                              </a:pathLst>
                            </a:custGeom>
                            <a:noFill/>
                            <a:ln w="4763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>
                              <a:lvl1pPr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1pPr>
                              <a:lvl2pPr marL="742950" indent="-28575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2pPr>
                              <a:lvl3pPr marL="11430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3pPr>
                              <a:lvl4pPr marL="16002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4pPr>
                              <a:lvl5pPr marL="2057400" indent="-228600"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40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ＭＳ Ｐゴシック" panose="020B0600070205080204" pitchFamily="34" charset="-128"/>
                                </a:defRPr>
                              </a:lvl9pPr>
                            </a:lstStyle>
                            <a:p>
                              <a:endParaRPr lang="en-US" altLang="en-US">
                                <a:solidFill>
                                  <a:schemeClr val="bg2"/>
                                </a:solidFill>
                              </a:endParaRPr>
                            </a:p>
                          </p:txBody>
                        </p:sp>
                      </p:grpSp>
                    </p:grpSp>
                  </p:grpSp>
                </p:grpSp>
              </p:grpSp>
              <p:grpSp>
                <p:nvGrpSpPr>
                  <p:cNvPr id="2107" name="Group 31">
                    <a:extLst>
                      <a:ext uri="{FF2B5EF4-FFF2-40B4-BE49-F238E27FC236}">
                        <a16:creationId xmlns:a16="http://schemas.microsoft.com/office/drawing/2014/main" id="{4E1148C4-E13A-462A-94C8-14931AA7C6A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64" y="1522"/>
                    <a:ext cx="119" cy="172"/>
                    <a:chOff x="4964" y="1522"/>
                    <a:chExt cx="119" cy="172"/>
                  </a:xfrm>
                </p:grpSpPr>
                <p:sp>
                  <p:nvSpPr>
                    <p:cNvPr id="2108" name="Freeform 32">
                      <a:extLst>
                        <a:ext uri="{FF2B5EF4-FFF2-40B4-BE49-F238E27FC236}">
                          <a16:creationId xmlns:a16="http://schemas.microsoft.com/office/drawing/2014/main" id="{7B752DE3-94A3-4D59-B3C1-A1DA3FF5B22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964" y="1561"/>
                      <a:ext cx="105" cy="133"/>
                    </a:xfrm>
                    <a:custGeom>
                      <a:avLst/>
                      <a:gdLst>
                        <a:gd name="T0" fmla="*/ 0 w 316"/>
                        <a:gd name="T1" fmla="*/ 0 h 399"/>
                        <a:gd name="T2" fmla="*/ 0 w 316"/>
                        <a:gd name="T3" fmla="*/ 0 h 399"/>
                        <a:gd name="T4" fmla="*/ 0 w 316"/>
                        <a:gd name="T5" fmla="*/ 0 h 399"/>
                        <a:gd name="T6" fmla="*/ 0 w 316"/>
                        <a:gd name="T7" fmla="*/ 0 h 399"/>
                        <a:gd name="T8" fmla="*/ 0 w 316"/>
                        <a:gd name="T9" fmla="*/ 0 h 399"/>
                        <a:gd name="T10" fmla="*/ 0 w 316"/>
                        <a:gd name="T11" fmla="*/ 0 h 399"/>
                        <a:gd name="T12" fmla="*/ 0 w 316"/>
                        <a:gd name="T13" fmla="*/ 0 h 399"/>
                        <a:gd name="T14" fmla="*/ 0 w 316"/>
                        <a:gd name="T15" fmla="*/ 0 h 399"/>
                        <a:gd name="T16" fmla="*/ 0 w 316"/>
                        <a:gd name="T17" fmla="*/ 0 h 399"/>
                        <a:gd name="T18" fmla="*/ 0 w 316"/>
                        <a:gd name="T19" fmla="*/ 0 h 399"/>
                        <a:gd name="T20" fmla="*/ 0 w 316"/>
                        <a:gd name="T21" fmla="*/ 0 h 399"/>
                        <a:gd name="T22" fmla="*/ 0 w 316"/>
                        <a:gd name="T23" fmla="*/ 0 h 399"/>
                        <a:gd name="T24" fmla="*/ 0 w 316"/>
                        <a:gd name="T25" fmla="*/ 0 h 399"/>
                        <a:gd name="T26" fmla="*/ 0 w 316"/>
                        <a:gd name="T27" fmla="*/ 1 h 399"/>
                        <a:gd name="T28" fmla="*/ 0 w 316"/>
                        <a:gd name="T29" fmla="*/ 1 h 399"/>
                        <a:gd name="T30" fmla="*/ 0 w 316"/>
                        <a:gd name="T31" fmla="*/ 1 h 399"/>
                        <a:gd name="T32" fmla="*/ 0 w 316"/>
                        <a:gd name="T33" fmla="*/ 0 h 399"/>
                        <a:gd name="T34" fmla="*/ 0 w 316"/>
                        <a:gd name="T35" fmla="*/ 0 h 399"/>
                        <a:gd name="T36" fmla="*/ 0 w 316"/>
                        <a:gd name="T37" fmla="*/ 0 h 399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w 316"/>
                        <a:gd name="T58" fmla="*/ 0 h 399"/>
                        <a:gd name="T59" fmla="*/ 316 w 316"/>
                        <a:gd name="T60" fmla="*/ 399 h 399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T57" t="T58" r="T59" b="T60"/>
                      <a:pathLst>
                        <a:path w="316" h="399">
                          <a:moveTo>
                            <a:pt x="18" y="168"/>
                          </a:moveTo>
                          <a:lnTo>
                            <a:pt x="52" y="92"/>
                          </a:lnTo>
                          <a:lnTo>
                            <a:pt x="77" y="64"/>
                          </a:lnTo>
                          <a:lnTo>
                            <a:pt x="111" y="21"/>
                          </a:lnTo>
                          <a:lnTo>
                            <a:pt x="167" y="0"/>
                          </a:lnTo>
                          <a:lnTo>
                            <a:pt x="216" y="8"/>
                          </a:lnTo>
                          <a:lnTo>
                            <a:pt x="254" y="31"/>
                          </a:lnTo>
                          <a:lnTo>
                            <a:pt x="289" y="75"/>
                          </a:lnTo>
                          <a:lnTo>
                            <a:pt x="314" y="148"/>
                          </a:lnTo>
                          <a:lnTo>
                            <a:pt x="316" y="202"/>
                          </a:lnTo>
                          <a:lnTo>
                            <a:pt x="298" y="257"/>
                          </a:lnTo>
                          <a:lnTo>
                            <a:pt x="266" y="307"/>
                          </a:lnTo>
                          <a:lnTo>
                            <a:pt x="235" y="345"/>
                          </a:lnTo>
                          <a:lnTo>
                            <a:pt x="179" y="388"/>
                          </a:lnTo>
                          <a:lnTo>
                            <a:pt x="115" y="399"/>
                          </a:lnTo>
                          <a:lnTo>
                            <a:pt x="56" y="384"/>
                          </a:lnTo>
                          <a:lnTo>
                            <a:pt x="9" y="337"/>
                          </a:lnTo>
                          <a:lnTo>
                            <a:pt x="0" y="273"/>
                          </a:lnTo>
                          <a:lnTo>
                            <a:pt x="18" y="168"/>
                          </a:lnTo>
                          <a:close/>
                        </a:path>
                      </a:pathLst>
                    </a:custGeom>
                    <a:solidFill>
                      <a:srgbClr val="F0F0F0"/>
                    </a:solidFill>
                    <a:ln w="4763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2109" name="Oval 33">
                      <a:extLst>
                        <a:ext uri="{FF2B5EF4-FFF2-40B4-BE49-F238E27FC236}">
                          <a16:creationId xmlns:a16="http://schemas.microsoft.com/office/drawing/2014/main" id="{7B3BF0D1-1E44-401F-9AB7-2EB0F31FAC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10" y="1599"/>
                      <a:ext cx="32" cy="34"/>
                    </a:xfrm>
                    <a:prstGeom prst="ellipse">
                      <a:avLst/>
                    </a:prstGeom>
                    <a:solidFill>
                      <a:srgbClr val="000080"/>
                    </a:solidFill>
                    <a:ln w="4763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2110" name="Freeform 34">
                      <a:extLst>
                        <a:ext uri="{FF2B5EF4-FFF2-40B4-BE49-F238E27FC236}">
                          <a16:creationId xmlns:a16="http://schemas.microsoft.com/office/drawing/2014/main" id="{9896B85C-63A5-45F7-A631-5F8DC2CD11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979" y="1522"/>
                      <a:ext cx="104" cy="84"/>
                    </a:xfrm>
                    <a:custGeom>
                      <a:avLst/>
                      <a:gdLst>
                        <a:gd name="T0" fmla="*/ 0 w 310"/>
                        <a:gd name="T1" fmla="*/ 0 h 252"/>
                        <a:gd name="T2" fmla="*/ 0 w 310"/>
                        <a:gd name="T3" fmla="*/ 0 h 252"/>
                        <a:gd name="T4" fmla="*/ 0 w 310"/>
                        <a:gd name="T5" fmla="*/ 0 h 252"/>
                        <a:gd name="T6" fmla="*/ 0 w 310"/>
                        <a:gd name="T7" fmla="*/ 0 h 252"/>
                        <a:gd name="T8" fmla="*/ 0 w 310"/>
                        <a:gd name="T9" fmla="*/ 0 h 252"/>
                        <a:gd name="T10" fmla="*/ 0 w 310"/>
                        <a:gd name="T11" fmla="*/ 0 h 252"/>
                        <a:gd name="T12" fmla="*/ 0 w 310"/>
                        <a:gd name="T13" fmla="*/ 0 h 252"/>
                        <a:gd name="T14" fmla="*/ 0 w 310"/>
                        <a:gd name="T15" fmla="*/ 0 h 252"/>
                        <a:gd name="T16" fmla="*/ 0 w 310"/>
                        <a:gd name="T17" fmla="*/ 0 h 252"/>
                        <a:gd name="T18" fmla="*/ 0 w 310"/>
                        <a:gd name="T19" fmla="*/ 0 h 252"/>
                        <a:gd name="T20" fmla="*/ 0 w 310"/>
                        <a:gd name="T21" fmla="*/ 0 h 252"/>
                        <a:gd name="T22" fmla="*/ 0 w 310"/>
                        <a:gd name="T23" fmla="*/ 0 h 252"/>
                        <a:gd name="T24" fmla="*/ 0 w 310"/>
                        <a:gd name="T25" fmla="*/ 0 h 252"/>
                        <a:gd name="T26" fmla="*/ 0 w 310"/>
                        <a:gd name="T27" fmla="*/ 0 h 252"/>
                        <a:gd name="T28" fmla="*/ 0 w 310"/>
                        <a:gd name="T29" fmla="*/ 0 h 252"/>
                        <a:gd name="T30" fmla="*/ 0 w 310"/>
                        <a:gd name="T31" fmla="*/ 0 h 252"/>
                        <a:gd name="T32" fmla="*/ 0 w 310"/>
                        <a:gd name="T33" fmla="*/ 0 h 252"/>
                        <a:gd name="T34" fmla="*/ 0 w 310"/>
                        <a:gd name="T35" fmla="*/ 0 h 252"/>
                        <a:gd name="T36" fmla="*/ 0 w 310"/>
                        <a:gd name="T37" fmla="*/ 0 h 252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w 310"/>
                        <a:gd name="T58" fmla="*/ 0 h 252"/>
                        <a:gd name="T59" fmla="*/ 310 w 310"/>
                        <a:gd name="T60" fmla="*/ 252 h 252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T57" t="T58" r="T59" b="T60"/>
                      <a:pathLst>
                        <a:path w="310" h="252">
                          <a:moveTo>
                            <a:pt x="307" y="172"/>
                          </a:moveTo>
                          <a:lnTo>
                            <a:pt x="299" y="152"/>
                          </a:lnTo>
                          <a:lnTo>
                            <a:pt x="78" y="1"/>
                          </a:lnTo>
                          <a:lnTo>
                            <a:pt x="57" y="0"/>
                          </a:lnTo>
                          <a:lnTo>
                            <a:pt x="35" y="8"/>
                          </a:lnTo>
                          <a:lnTo>
                            <a:pt x="15" y="25"/>
                          </a:lnTo>
                          <a:lnTo>
                            <a:pt x="0" y="53"/>
                          </a:lnTo>
                          <a:lnTo>
                            <a:pt x="3" y="76"/>
                          </a:lnTo>
                          <a:lnTo>
                            <a:pt x="10" y="101"/>
                          </a:lnTo>
                          <a:lnTo>
                            <a:pt x="23" y="116"/>
                          </a:lnTo>
                          <a:lnTo>
                            <a:pt x="44" y="128"/>
                          </a:lnTo>
                          <a:lnTo>
                            <a:pt x="209" y="242"/>
                          </a:lnTo>
                          <a:lnTo>
                            <a:pt x="224" y="249"/>
                          </a:lnTo>
                          <a:lnTo>
                            <a:pt x="243" y="252"/>
                          </a:lnTo>
                          <a:lnTo>
                            <a:pt x="267" y="249"/>
                          </a:lnTo>
                          <a:lnTo>
                            <a:pt x="288" y="234"/>
                          </a:lnTo>
                          <a:lnTo>
                            <a:pt x="304" y="214"/>
                          </a:lnTo>
                          <a:lnTo>
                            <a:pt x="310" y="190"/>
                          </a:lnTo>
                          <a:lnTo>
                            <a:pt x="307" y="172"/>
                          </a:lnTo>
                          <a:close/>
                        </a:path>
                      </a:pathLst>
                    </a:custGeom>
                    <a:solidFill>
                      <a:srgbClr val="C08040"/>
                    </a:solidFill>
                    <a:ln w="4763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>
                        <a:solidFill>
                          <a:schemeClr val="bg2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2100" name="Group 35">
                  <a:extLst>
                    <a:ext uri="{FF2B5EF4-FFF2-40B4-BE49-F238E27FC236}">
                      <a16:creationId xmlns:a16="http://schemas.microsoft.com/office/drawing/2014/main" id="{87212177-7585-4C9C-A015-EBB151312E8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37" y="1522"/>
                  <a:ext cx="241" cy="219"/>
                  <a:chOff x="4837" y="1522"/>
                  <a:chExt cx="241" cy="219"/>
                </a:xfrm>
              </p:grpSpPr>
              <p:sp>
                <p:nvSpPr>
                  <p:cNvPr id="2101" name="Freeform 36">
                    <a:extLst>
                      <a:ext uri="{FF2B5EF4-FFF2-40B4-BE49-F238E27FC236}">
                        <a16:creationId xmlns:a16="http://schemas.microsoft.com/office/drawing/2014/main" id="{6A1AEC59-6DC2-4E3A-9D73-8D15D6724E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17" y="1568"/>
                    <a:ext cx="161" cy="173"/>
                  </a:xfrm>
                  <a:custGeom>
                    <a:avLst/>
                    <a:gdLst>
                      <a:gd name="T0" fmla="*/ 0 w 484"/>
                      <a:gd name="T1" fmla="*/ 0 h 518"/>
                      <a:gd name="T2" fmla="*/ 0 w 484"/>
                      <a:gd name="T3" fmla="*/ 0 h 518"/>
                      <a:gd name="T4" fmla="*/ 0 w 484"/>
                      <a:gd name="T5" fmla="*/ 0 h 518"/>
                      <a:gd name="T6" fmla="*/ 1 w 484"/>
                      <a:gd name="T7" fmla="*/ 0 h 518"/>
                      <a:gd name="T8" fmla="*/ 1 w 484"/>
                      <a:gd name="T9" fmla="*/ 0 h 518"/>
                      <a:gd name="T10" fmla="*/ 1 w 484"/>
                      <a:gd name="T11" fmla="*/ 0 h 518"/>
                      <a:gd name="T12" fmla="*/ 1 w 484"/>
                      <a:gd name="T13" fmla="*/ 1 h 518"/>
                      <a:gd name="T14" fmla="*/ 1 w 484"/>
                      <a:gd name="T15" fmla="*/ 1 h 518"/>
                      <a:gd name="T16" fmla="*/ 1 w 484"/>
                      <a:gd name="T17" fmla="*/ 1 h 518"/>
                      <a:gd name="T18" fmla="*/ 1 w 484"/>
                      <a:gd name="T19" fmla="*/ 1 h 518"/>
                      <a:gd name="T20" fmla="*/ 0 w 484"/>
                      <a:gd name="T21" fmla="*/ 1 h 518"/>
                      <a:gd name="T22" fmla="*/ 0 w 484"/>
                      <a:gd name="T23" fmla="*/ 1 h 518"/>
                      <a:gd name="T24" fmla="*/ 0 w 484"/>
                      <a:gd name="T25" fmla="*/ 1 h 518"/>
                      <a:gd name="T26" fmla="*/ 0 w 484"/>
                      <a:gd name="T27" fmla="*/ 1 h 518"/>
                      <a:gd name="T28" fmla="*/ 0 w 484"/>
                      <a:gd name="T29" fmla="*/ 1 h 518"/>
                      <a:gd name="T30" fmla="*/ 0 w 484"/>
                      <a:gd name="T31" fmla="*/ 0 h 518"/>
                      <a:gd name="T32" fmla="*/ 0 w 484"/>
                      <a:gd name="T33" fmla="*/ 0 h 518"/>
                      <a:gd name="T34" fmla="*/ 0 w 484"/>
                      <a:gd name="T35" fmla="*/ 0 h 518"/>
                      <a:gd name="T36" fmla="*/ 0 w 484"/>
                      <a:gd name="T37" fmla="*/ 0 h 518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84"/>
                      <a:gd name="T58" fmla="*/ 0 h 518"/>
                      <a:gd name="T59" fmla="*/ 484 w 484"/>
                      <a:gd name="T60" fmla="*/ 518 h 518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84" h="518">
                        <a:moveTo>
                          <a:pt x="176" y="0"/>
                        </a:moveTo>
                        <a:lnTo>
                          <a:pt x="259" y="59"/>
                        </a:lnTo>
                        <a:lnTo>
                          <a:pt x="363" y="170"/>
                        </a:lnTo>
                        <a:lnTo>
                          <a:pt x="414" y="233"/>
                        </a:lnTo>
                        <a:lnTo>
                          <a:pt x="448" y="282"/>
                        </a:lnTo>
                        <a:lnTo>
                          <a:pt x="476" y="332"/>
                        </a:lnTo>
                        <a:lnTo>
                          <a:pt x="484" y="388"/>
                        </a:lnTo>
                        <a:lnTo>
                          <a:pt x="484" y="439"/>
                        </a:lnTo>
                        <a:lnTo>
                          <a:pt x="461" y="483"/>
                        </a:lnTo>
                        <a:lnTo>
                          <a:pt x="428" y="509"/>
                        </a:lnTo>
                        <a:lnTo>
                          <a:pt x="353" y="518"/>
                        </a:lnTo>
                        <a:lnTo>
                          <a:pt x="257" y="492"/>
                        </a:lnTo>
                        <a:lnTo>
                          <a:pt x="170" y="464"/>
                        </a:lnTo>
                        <a:lnTo>
                          <a:pt x="124" y="431"/>
                        </a:lnTo>
                        <a:lnTo>
                          <a:pt x="55" y="381"/>
                        </a:lnTo>
                        <a:lnTo>
                          <a:pt x="0" y="291"/>
                        </a:lnTo>
                        <a:lnTo>
                          <a:pt x="42" y="276"/>
                        </a:lnTo>
                        <a:lnTo>
                          <a:pt x="88" y="115"/>
                        </a:lnTo>
                        <a:lnTo>
                          <a:pt x="176" y="0"/>
                        </a:lnTo>
                        <a:close/>
                      </a:path>
                    </a:pathLst>
                  </a:custGeom>
                  <a:solidFill>
                    <a:srgbClr val="E0A080"/>
                  </a:solidFill>
                  <a:ln w="4763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>
                      <a:solidFill>
                        <a:schemeClr val="bg2"/>
                      </a:solidFill>
                    </a:endParaRPr>
                  </a:p>
                </p:txBody>
              </p:sp>
              <p:grpSp>
                <p:nvGrpSpPr>
                  <p:cNvPr id="2102" name="Group 37">
                    <a:extLst>
                      <a:ext uri="{FF2B5EF4-FFF2-40B4-BE49-F238E27FC236}">
                        <a16:creationId xmlns:a16="http://schemas.microsoft.com/office/drawing/2014/main" id="{1E1F6B6C-0F00-4156-9B33-F642FF49D6D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837" y="1522"/>
                    <a:ext cx="149" cy="155"/>
                    <a:chOff x="4837" y="1522"/>
                    <a:chExt cx="149" cy="155"/>
                  </a:xfrm>
                </p:grpSpPr>
                <p:sp>
                  <p:nvSpPr>
                    <p:cNvPr id="2103" name="Freeform 38">
                      <a:extLst>
                        <a:ext uri="{FF2B5EF4-FFF2-40B4-BE49-F238E27FC236}">
                          <a16:creationId xmlns:a16="http://schemas.microsoft.com/office/drawing/2014/main" id="{EB295D7B-BE3F-4841-8CA8-3414A1AE373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857" y="1554"/>
                      <a:ext cx="106" cy="123"/>
                    </a:xfrm>
                    <a:custGeom>
                      <a:avLst/>
                      <a:gdLst>
                        <a:gd name="T0" fmla="*/ 0 w 318"/>
                        <a:gd name="T1" fmla="*/ 0 h 369"/>
                        <a:gd name="T2" fmla="*/ 0 w 318"/>
                        <a:gd name="T3" fmla="*/ 0 h 369"/>
                        <a:gd name="T4" fmla="*/ 0 w 318"/>
                        <a:gd name="T5" fmla="*/ 0 h 369"/>
                        <a:gd name="T6" fmla="*/ 0 w 318"/>
                        <a:gd name="T7" fmla="*/ 0 h 369"/>
                        <a:gd name="T8" fmla="*/ 0 w 318"/>
                        <a:gd name="T9" fmla="*/ 0 h 369"/>
                        <a:gd name="T10" fmla="*/ 0 w 318"/>
                        <a:gd name="T11" fmla="*/ 0 h 369"/>
                        <a:gd name="T12" fmla="*/ 0 w 318"/>
                        <a:gd name="T13" fmla="*/ 0 h 369"/>
                        <a:gd name="T14" fmla="*/ 0 w 318"/>
                        <a:gd name="T15" fmla="*/ 0 h 369"/>
                        <a:gd name="T16" fmla="*/ 0 w 318"/>
                        <a:gd name="T17" fmla="*/ 0 h 369"/>
                        <a:gd name="T18" fmla="*/ 0 w 318"/>
                        <a:gd name="T19" fmla="*/ 0 h 369"/>
                        <a:gd name="T20" fmla="*/ 0 w 318"/>
                        <a:gd name="T21" fmla="*/ 0 h 369"/>
                        <a:gd name="T22" fmla="*/ 0 w 318"/>
                        <a:gd name="T23" fmla="*/ 0 h 369"/>
                        <a:gd name="T24" fmla="*/ 0 w 318"/>
                        <a:gd name="T25" fmla="*/ 0 h 369"/>
                        <a:gd name="T26" fmla="*/ 0 w 318"/>
                        <a:gd name="T27" fmla="*/ 1 h 369"/>
                        <a:gd name="T28" fmla="*/ 0 w 318"/>
                        <a:gd name="T29" fmla="*/ 0 h 369"/>
                        <a:gd name="T30" fmla="*/ 0 w 318"/>
                        <a:gd name="T31" fmla="*/ 0 h 369"/>
                        <a:gd name="T32" fmla="*/ 0 w 318"/>
                        <a:gd name="T33" fmla="*/ 0 h 369"/>
                        <a:gd name="T34" fmla="*/ 0 w 318"/>
                        <a:gd name="T35" fmla="*/ 0 h 369"/>
                        <a:gd name="T36" fmla="*/ 0 w 318"/>
                        <a:gd name="T37" fmla="*/ 0 h 369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w 318"/>
                        <a:gd name="T58" fmla="*/ 0 h 369"/>
                        <a:gd name="T59" fmla="*/ 318 w 318"/>
                        <a:gd name="T60" fmla="*/ 369 h 369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T57" t="T58" r="T59" b="T60"/>
                      <a:pathLst>
                        <a:path w="318" h="369">
                          <a:moveTo>
                            <a:pt x="23" y="142"/>
                          </a:moveTo>
                          <a:lnTo>
                            <a:pt x="51" y="80"/>
                          </a:lnTo>
                          <a:lnTo>
                            <a:pt x="82" y="44"/>
                          </a:lnTo>
                          <a:lnTo>
                            <a:pt x="124" y="16"/>
                          </a:lnTo>
                          <a:lnTo>
                            <a:pt x="188" y="0"/>
                          </a:lnTo>
                          <a:lnTo>
                            <a:pt x="245" y="4"/>
                          </a:lnTo>
                          <a:lnTo>
                            <a:pt x="281" y="18"/>
                          </a:lnTo>
                          <a:lnTo>
                            <a:pt x="300" y="50"/>
                          </a:lnTo>
                          <a:lnTo>
                            <a:pt x="318" y="99"/>
                          </a:lnTo>
                          <a:lnTo>
                            <a:pt x="313" y="167"/>
                          </a:lnTo>
                          <a:lnTo>
                            <a:pt x="300" y="227"/>
                          </a:lnTo>
                          <a:lnTo>
                            <a:pt x="275" y="282"/>
                          </a:lnTo>
                          <a:lnTo>
                            <a:pt x="235" y="333"/>
                          </a:lnTo>
                          <a:lnTo>
                            <a:pt x="169" y="369"/>
                          </a:lnTo>
                          <a:lnTo>
                            <a:pt x="90" y="362"/>
                          </a:lnTo>
                          <a:lnTo>
                            <a:pt x="39" y="338"/>
                          </a:lnTo>
                          <a:lnTo>
                            <a:pt x="0" y="282"/>
                          </a:lnTo>
                          <a:lnTo>
                            <a:pt x="3" y="210"/>
                          </a:lnTo>
                          <a:lnTo>
                            <a:pt x="23" y="142"/>
                          </a:lnTo>
                          <a:close/>
                        </a:path>
                      </a:pathLst>
                    </a:custGeom>
                    <a:solidFill>
                      <a:srgbClr val="F0F0F0"/>
                    </a:solidFill>
                    <a:ln w="4763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2104" name="Oval 39">
                      <a:extLst>
                        <a:ext uri="{FF2B5EF4-FFF2-40B4-BE49-F238E27FC236}">
                          <a16:creationId xmlns:a16="http://schemas.microsoft.com/office/drawing/2014/main" id="{AC76314C-51AC-49B3-AC4D-478BE7C5FDC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77" y="1623"/>
                      <a:ext cx="30" cy="35"/>
                    </a:xfrm>
                    <a:prstGeom prst="ellipse">
                      <a:avLst/>
                    </a:prstGeom>
                    <a:solidFill>
                      <a:srgbClr val="000080"/>
                    </a:solidFill>
                    <a:ln w="4763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2105" name="Freeform 40">
                      <a:extLst>
                        <a:ext uri="{FF2B5EF4-FFF2-40B4-BE49-F238E27FC236}">
                          <a16:creationId xmlns:a16="http://schemas.microsoft.com/office/drawing/2014/main" id="{D8A630C3-365F-4AD2-A66A-B24A0D1C57E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837" y="1522"/>
                      <a:ext cx="149" cy="83"/>
                    </a:xfrm>
                    <a:custGeom>
                      <a:avLst/>
                      <a:gdLst>
                        <a:gd name="T0" fmla="*/ 0 w 448"/>
                        <a:gd name="T1" fmla="*/ 0 h 249"/>
                        <a:gd name="T2" fmla="*/ 0 w 448"/>
                        <a:gd name="T3" fmla="*/ 0 h 249"/>
                        <a:gd name="T4" fmla="*/ 1 w 448"/>
                        <a:gd name="T5" fmla="*/ 0 h 249"/>
                        <a:gd name="T6" fmla="*/ 1 w 448"/>
                        <a:gd name="T7" fmla="*/ 0 h 249"/>
                        <a:gd name="T8" fmla="*/ 1 w 448"/>
                        <a:gd name="T9" fmla="*/ 0 h 249"/>
                        <a:gd name="T10" fmla="*/ 1 w 448"/>
                        <a:gd name="T11" fmla="*/ 0 h 249"/>
                        <a:gd name="T12" fmla="*/ 1 w 448"/>
                        <a:gd name="T13" fmla="*/ 0 h 249"/>
                        <a:gd name="T14" fmla="*/ 1 w 448"/>
                        <a:gd name="T15" fmla="*/ 0 h 249"/>
                        <a:gd name="T16" fmla="*/ 1 w 448"/>
                        <a:gd name="T17" fmla="*/ 0 h 249"/>
                        <a:gd name="T18" fmla="*/ 1 w 448"/>
                        <a:gd name="T19" fmla="*/ 0 h 249"/>
                        <a:gd name="T20" fmla="*/ 1 w 448"/>
                        <a:gd name="T21" fmla="*/ 0 h 249"/>
                        <a:gd name="T22" fmla="*/ 0 w 448"/>
                        <a:gd name="T23" fmla="*/ 0 h 249"/>
                        <a:gd name="T24" fmla="*/ 0 w 448"/>
                        <a:gd name="T25" fmla="*/ 0 h 249"/>
                        <a:gd name="T26" fmla="*/ 0 w 448"/>
                        <a:gd name="T27" fmla="*/ 0 h 249"/>
                        <a:gd name="T28" fmla="*/ 0 w 448"/>
                        <a:gd name="T29" fmla="*/ 0 h 249"/>
                        <a:gd name="T30" fmla="*/ 0 w 448"/>
                        <a:gd name="T31" fmla="*/ 0 h 249"/>
                        <a:gd name="T32" fmla="*/ 0 w 448"/>
                        <a:gd name="T33" fmla="*/ 0 h 249"/>
                        <a:gd name="T34" fmla="*/ 0 w 448"/>
                        <a:gd name="T35" fmla="*/ 0 h 249"/>
                        <a:gd name="T36" fmla="*/ 0 w 448"/>
                        <a:gd name="T37" fmla="*/ 0 h 249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w 448"/>
                        <a:gd name="T58" fmla="*/ 0 h 249"/>
                        <a:gd name="T59" fmla="*/ 448 w 448"/>
                        <a:gd name="T60" fmla="*/ 249 h 249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T57" t="T58" r="T59" b="T60"/>
                      <a:pathLst>
                        <a:path w="448" h="249">
                          <a:moveTo>
                            <a:pt x="14" y="146"/>
                          </a:moveTo>
                          <a:lnTo>
                            <a:pt x="36" y="131"/>
                          </a:lnTo>
                          <a:lnTo>
                            <a:pt x="368" y="1"/>
                          </a:lnTo>
                          <a:lnTo>
                            <a:pt x="390" y="0"/>
                          </a:lnTo>
                          <a:lnTo>
                            <a:pt x="411" y="9"/>
                          </a:lnTo>
                          <a:lnTo>
                            <a:pt x="433" y="25"/>
                          </a:lnTo>
                          <a:lnTo>
                            <a:pt x="448" y="53"/>
                          </a:lnTo>
                          <a:lnTo>
                            <a:pt x="445" y="77"/>
                          </a:lnTo>
                          <a:lnTo>
                            <a:pt x="437" y="102"/>
                          </a:lnTo>
                          <a:lnTo>
                            <a:pt x="424" y="117"/>
                          </a:lnTo>
                          <a:lnTo>
                            <a:pt x="403" y="128"/>
                          </a:lnTo>
                          <a:lnTo>
                            <a:pt x="85" y="248"/>
                          </a:lnTo>
                          <a:lnTo>
                            <a:pt x="65" y="249"/>
                          </a:lnTo>
                          <a:lnTo>
                            <a:pt x="45" y="244"/>
                          </a:lnTo>
                          <a:lnTo>
                            <a:pt x="27" y="233"/>
                          </a:lnTo>
                          <a:lnTo>
                            <a:pt x="9" y="218"/>
                          </a:lnTo>
                          <a:lnTo>
                            <a:pt x="0" y="196"/>
                          </a:lnTo>
                          <a:lnTo>
                            <a:pt x="3" y="168"/>
                          </a:lnTo>
                          <a:lnTo>
                            <a:pt x="14" y="146"/>
                          </a:lnTo>
                          <a:close/>
                        </a:path>
                      </a:pathLst>
                    </a:custGeom>
                    <a:solidFill>
                      <a:srgbClr val="C08040"/>
                    </a:solidFill>
                    <a:ln w="4763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>
                        <a:solidFill>
                          <a:schemeClr val="bg2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2064" name="Group 41">
                <a:extLst>
                  <a:ext uri="{FF2B5EF4-FFF2-40B4-BE49-F238E27FC236}">
                    <a16:creationId xmlns:a16="http://schemas.microsoft.com/office/drawing/2014/main" id="{BE66324D-FB2D-42EB-A936-F9EB5F3CCC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28" y="1864"/>
                <a:ext cx="650" cy="460"/>
                <a:chOff x="4028" y="1864"/>
                <a:chExt cx="650" cy="460"/>
              </a:xfrm>
            </p:grpSpPr>
            <p:sp>
              <p:nvSpPr>
                <p:cNvPr id="2097" name="Freeform 42">
                  <a:extLst>
                    <a:ext uri="{FF2B5EF4-FFF2-40B4-BE49-F238E27FC236}">
                      <a16:creationId xmlns:a16="http://schemas.microsoft.com/office/drawing/2014/main" id="{8CA4872B-7E60-41DE-94FC-9208993F70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28" y="1864"/>
                  <a:ext cx="650" cy="347"/>
                </a:xfrm>
                <a:custGeom>
                  <a:avLst/>
                  <a:gdLst>
                    <a:gd name="T0" fmla="*/ 0 w 1948"/>
                    <a:gd name="T1" fmla="*/ 1 h 1042"/>
                    <a:gd name="T2" fmla="*/ 0 w 1948"/>
                    <a:gd name="T3" fmla="*/ 1 h 1042"/>
                    <a:gd name="T4" fmla="*/ 0 w 1948"/>
                    <a:gd name="T5" fmla="*/ 1 h 1042"/>
                    <a:gd name="T6" fmla="*/ 0 w 1948"/>
                    <a:gd name="T7" fmla="*/ 1 h 1042"/>
                    <a:gd name="T8" fmla="*/ 1 w 1948"/>
                    <a:gd name="T9" fmla="*/ 1 h 1042"/>
                    <a:gd name="T10" fmla="*/ 1 w 1948"/>
                    <a:gd name="T11" fmla="*/ 1 h 1042"/>
                    <a:gd name="T12" fmla="*/ 1 w 1948"/>
                    <a:gd name="T13" fmla="*/ 1 h 1042"/>
                    <a:gd name="T14" fmla="*/ 1 w 1948"/>
                    <a:gd name="T15" fmla="*/ 1 h 1042"/>
                    <a:gd name="T16" fmla="*/ 1 w 1948"/>
                    <a:gd name="T17" fmla="*/ 1 h 1042"/>
                    <a:gd name="T18" fmla="*/ 2 w 1948"/>
                    <a:gd name="T19" fmla="*/ 1 h 1042"/>
                    <a:gd name="T20" fmla="*/ 2 w 1948"/>
                    <a:gd name="T21" fmla="*/ 1 h 1042"/>
                    <a:gd name="T22" fmla="*/ 3 w 1948"/>
                    <a:gd name="T23" fmla="*/ 1 h 1042"/>
                    <a:gd name="T24" fmla="*/ 3 w 1948"/>
                    <a:gd name="T25" fmla="*/ 1 h 1042"/>
                    <a:gd name="T26" fmla="*/ 2 w 1948"/>
                    <a:gd name="T27" fmla="*/ 0 h 1042"/>
                    <a:gd name="T28" fmla="*/ 2 w 1948"/>
                    <a:gd name="T29" fmla="*/ 0 h 1042"/>
                    <a:gd name="T30" fmla="*/ 2 w 1948"/>
                    <a:gd name="T31" fmla="*/ 0 h 1042"/>
                    <a:gd name="T32" fmla="*/ 2 w 1948"/>
                    <a:gd name="T33" fmla="*/ 1 h 1042"/>
                    <a:gd name="T34" fmla="*/ 1 w 1948"/>
                    <a:gd name="T35" fmla="*/ 0 h 1042"/>
                    <a:gd name="T36" fmla="*/ 1 w 1948"/>
                    <a:gd name="T37" fmla="*/ 0 h 1042"/>
                    <a:gd name="T38" fmla="*/ 1 w 1948"/>
                    <a:gd name="T39" fmla="*/ 0 h 1042"/>
                    <a:gd name="T40" fmla="*/ 0 w 1948"/>
                    <a:gd name="T41" fmla="*/ 0 h 1042"/>
                    <a:gd name="T42" fmla="*/ 0 w 1948"/>
                    <a:gd name="T43" fmla="*/ 0 h 1042"/>
                    <a:gd name="T44" fmla="*/ 0 w 1948"/>
                    <a:gd name="T45" fmla="*/ 0 h 1042"/>
                    <a:gd name="T46" fmla="*/ 0 w 1948"/>
                    <a:gd name="T47" fmla="*/ 1 h 1042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948"/>
                    <a:gd name="T73" fmla="*/ 0 h 1042"/>
                    <a:gd name="T74" fmla="*/ 1948 w 1948"/>
                    <a:gd name="T75" fmla="*/ 1042 h 1042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948" h="1042">
                      <a:moveTo>
                        <a:pt x="0" y="462"/>
                      </a:moveTo>
                      <a:lnTo>
                        <a:pt x="154" y="462"/>
                      </a:lnTo>
                      <a:lnTo>
                        <a:pt x="241" y="532"/>
                      </a:lnTo>
                      <a:lnTo>
                        <a:pt x="299" y="598"/>
                      </a:lnTo>
                      <a:lnTo>
                        <a:pt x="421" y="636"/>
                      </a:lnTo>
                      <a:lnTo>
                        <a:pt x="508" y="750"/>
                      </a:lnTo>
                      <a:lnTo>
                        <a:pt x="645" y="808"/>
                      </a:lnTo>
                      <a:lnTo>
                        <a:pt x="816" y="924"/>
                      </a:lnTo>
                      <a:lnTo>
                        <a:pt x="1026" y="983"/>
                      </a:lnTo>
                      <a:lnTo>
                        <a:pt x="1305" y="1032"/>
                      </a:lnTo>
                      <a:lnTo>
                        <a:pt x="1578" y="1042"/>
                      </a:lnTo>
                      <a:lnTo>
                        <a:pt x="1821" y="926"/>
                      </a:lnTo>
                      <a:lnTo>
                        <a:pt x="1948" y="750"/>
                      </a:lnTo>
                      <a:lnTo>
                        <a:pt x="1671" y="0"/>
                      </a:lnTo>
                      <a:lnTo>
                        <a:pt x="1556" y="0"/>
                      </a:lnTo>
                      <a:lnTo>
                        <a:pt x="1401" y="86"/>
                      </a:lnTo>
                      <a:lnTo>
                        <a:pt x="1094" y="387"/>
                      </a:lnTo>
                      <a:lnTo>
                        <a:pt x="960" y="357"/>
                      </a:lnTo>
                      <a:lnTo>
                        <a:pt x="701" y="300"/>
                      </a:lnTo>
                      <a:lnTo>
                        <a:pt x="546" y="232"/>
                      </a:lnTo>
                      <a:lnTo>
                        <a:pt x="315" y="96"/>
                      </a:lnTo>
                      <a:lnTo>
                        <a:pt x="250" y="96"/>
                      </a:lnTo>
                      <a:lnTo>
                        <a:pt x="86" y="146"/>
                      </a:lnTo>
                      <a:lnTo>
                        <a:pt x="0" y="462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4763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2098" name="Freeform 43">
                  <a:extLst>
                    <a:ext uri="{FF2B5EF4-FFF2-40B4-BE49-F238E27FC236}">
                      <a16:creationId xmlns:a16="http://schemas.microsoft.com/office/drawing/2014/main" id="{1B3F42B5-FE0F-442F-BD8B-E6C193A3CC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02" y="2211"/>
                  <a:ext cx="88" cy="113"/>
                </a:xfrm>
                <a:custGeom>
                  <a:avLst/>
                  <a:gdLst>
                    <a:gd name="T0" fmla="*/ 0 w 265"/>
                    <a:gd name="T1" fmla="*/ 0 h 339"/>
                    <a:gd name="T2" fmla="*/ 0 w 265"/>
                    <a:gd name="T3" fmla="*/ 0 h 339"/>
                    <a:gd name="T4" fmla="*/ 0 w 265"/>
                    <a:gd name="T5" fmla="*/ 0 h 339"/>
                    <a:gd name="T6" fmla="*/ 0 w 265"/>
                    <a:gd name="T7" fmla="*/ 0 h 339"/>
                    <a:gd name="T8" fmla="*/ 0 w 265"/>
                    <a:gd name="T9" fmla="*/ 0 h 339"/>
                    <a:gd name="T10" fmla="*/ 0 w 265"/>
                    <a:gd name="T11" fmla="*/ 0 h 339"/>
                    <a:gd name="T12" fmla="*/ 0 w 265"/>
                    <a:gd name="T13" fmla="*/ 0 h 339"/>
                    <a:gd name="T14" fmla="*/ 0 w 265"/>
                    <a:gd name="T15" fmla="*/ 0 h 339"/>
                    <a:gd name="T16" fmla="*/ 0 w 265"/>
                    <a:gd name="T17" fmla="*/ 0 h 339"/>
                    <a:gd name="T18" fmla="*/ 0 w 265"/>
                    <a:gd name="T19" fmla="*/ 0 h 339"/>
                    <a:gd name="T20" fmla="*/ 0 w 265"/>
                    <a:gd name="T21" fmla="*/ 0 h 339"/>
                    <a:gd name="T22" fmla="*/ 0 w 265"/>
                    <a:gd name="T23" fmla="*/ 0 h 339"/>
                    <a:gd name="T24" fmla="*/ 0 w 265"/>
                    <a:gd name="T25" fmla="*/ 0 h 339"/>
                    <a:gd name="T26" fmla="*/ 0 w 265"/>
                    <a:gd name="T27" fmla="*/ 0 h 339"/>
                    <a:gd name="T28" fmla="*/ 0 w 265"/>
                    <a:gd name="T29" fmla="*/ 0 h 339"/>
                    <a:gd name="T30" fmla="*/ 0 w 265"/>
                    <a:gd name="T31" fmla="*/ 0 h 339"/>
                    <a:gd name="T32" fmla="*/ 0 w 265"/>
                    <a:gd name="T33" fmla="*/ 0 h 33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265"/>
                    <a:gd name="T52" fmla="*/ 0 h 339"/>
                    <a:gd name="T53" fmla="*/ 265 w 265"/>
                    <a:gd name="T54" fmla="*/ 339 h 339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265" h="339">
                      <a:moveTo>
                        <a:pt x="265" y="0"/>
                      </a:moveTo>
                      <a:lnTo>
                        <a:pt x="222" y="87"/>
                      </a:lnTo>
                      <a:lnTo>
                        <a:pt x="194" y="140"/>
                      </a:lnTo>
                      <a:lnTo>
                        <a:pt x="130" y="195"/>
                      </a:lnTo>
                      <a:lnTo>
                        <a:pt x="83" y="258"/>
                      </a:lnTo>
                      <a:lnTo>
                        <a:pt x="30" y="311"/>
                      </a:lnTo>
                      <a:lnTo>
                        <a:pt x="0" y="339"/>
                      </a:lnTo>
                      <a:lnTo>
                        <a:pt x="39" y="335"/>
                      </a:lnTo>
                      <a:lnTo>
                        <a:pt x="79" y="311"/>
                      </a:lnTo>
                      <a:lnTo>
                        <a:pt x="126" y="288"/>
                      </a:lnTo>
                      <a:lnTo>
                        <a:pt x="149" y="273"/>
                      </a:lnTo>
                      <a:lnTo>
                        <a:pt x="160" y="239"/>
                      </a:lnTo>
                      <a:lnTo>
                        <a:pt x="179" y="209"/>
                      </a:lnTo>
                      <a:lnTo>
                        <a:pt x="204" y="172"/>
                      </a:lnTo>
                      <a:lnTo>
                        <a:pt x="231" y="140"/>
                      </a:lnTo>
                      <a:lnTo>
                        <a:pt x="250" y="91"/>
                      </a:lnTo>
                      <a:lnTo>
                        <a:pt x="265" y="0"/>
                      </a:lnTo>
                      <a:close/>
                    </a:path>
                  </a:pathLst>
                </a:custGeom>
                <a:solidFill>
                  <a:srgbClr val="00C0E0"/>
                </a:solidFill>
                <a:ln w="4763">
                  <a:solidFill>
                    <a:srgbClr val="00C0E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>
                    <a:solidFill>
                      <a:schemeClr val="bg2"/>
                    </a:solidFill>
                  </a:endParaRPr>
                </a:p>
              </p:txBody>
            </p:sp>
          </p:grpSp>
          <p:grpSp>
            <p:nvGrpSpPr>
              <p:cNvPr id="2065" name="Group 44">
                <a:extLst>
                  <a:ext uri="{FF2B5EF4-FFF2-40B4-BE49-F238E27FC236}">
                    <a16:creationId xmlns:a16="http://schemas.microsoft.com/office/drawing/2014/main" id="{4D4E9C77-6C09-4375-A708-7A96E8F075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8" y="1856"/>
                <a:ext cx="188" cy="236"/>
                <a:chOff x="3948" y="1856"/>
                <a:chExt cx="188" cy="236"/>
              </a:xfrm>
            </p:grpSpPr>
            <p:sp>
              <p:nvSpPr>
                <p:cNvPr id="2092" name="Freeform 45">
                  <a:extLst>
                    <a:ext uri="{FF2B5EF4-FFF2-40B4-BE49-F238E27FC236}">
                      <a16:creationId xmlns:a16="http://schemas.microsoft.com/office/drawing/2014/main" id="{ACBA44C6-4F62-4F53-9FE4-7ADBF037B1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48" y="1856"/>
                  <a:ext cx="188" cy="236"/>
                </a:xfrm>
                <a:custGeom>
                  <a:avLst/>
                  <a:gdLst>
                    <a:gd name="T0" fmla="*/ 0 w 564"/>
                    <a:gd name="T1" fmla="*/ 0 h 708"/>
                    <a:gd name="T2" fmla="*/ 1 w 564"/>
                    <a:gd name="T3" fmla="*/ 0 h 708"/>
                    <a:gd name="T4" fmla="*/ 1 w 564"/>
                    <a:gd name="T5" fmla="*/ 0 h 708"/>
                    <a:gd name="T6" fmla="*/ 1 w 564"/>
                    <a:gd name="T7" fmla="*/ 0 h 708"/>
                    <a:gd name="T8" fmla="*/ 1 w 564"/>
                    <a:gd name="T9" fmla="*/ 0 h 708"/>
                    <a:gd name="T10" fmla="*/ 1 w 564"/>
                    <a:gd name="T11" fmla="*/ 0 h 708"/>
                    <a:gd name="T12" fmla="*/ 1 w 564"/>
                    <a:gd name="T13" fmla="*/ 0 h 708"/>
                    <a:gd name="T14" fmla="*/ 0 w 564"/>
                    <a:gd name="T15" fmla="*/ 0 h 708"/>
                    <a:gd name="T16" fmla="*/ 0 w 564"/>
                    <a:gd name="T17" fmla="*/ 0 h 708"/>
                    <a:gd name="T18" fmla="*/ 0 w 564"/>
                    <a:gd name="T19" fmla="*/ 0 h 708"/>
                    <a:gd name="T20" fmla="*/ 0 w 564"/>
                    <a:gd name="T21" fmla="*/ 0 h 708"/>
                    <a:gd name="T22" fmla="*/ 0 w 564"/>
                    <a:gd name="T23" fmla="*/ 0 h 708"/>
                    <a:gd name="T24" fmla="*/ 1 w 564"/>
                    <a:gd name="T25" fmla="*/ 0 h 708"/>
                    <a:gd name="T26" fmla="*/ 1 w 564"/>
                    <a:gd name="T27" fmla="*/ 0 h 708"/>
                    <a:gd name="T28" fmla="*/ 1 w 564"/>
                    <a:gd name="T29" fmla="*/ 0 h 708"/>
                    <a:gd name="T30" fmla="*/ 1 w 564"/>
                    <a:gd name="T31" fmla="*/ 0 h 708"/>
                    <a:gd name="T32" fmla="*/ 1 w 564"/>
                    <a:gd name="T33" fmla="*/ 0 h 708"/>
                    <a:gd name="T34" fmla="*/ 1 w 564"/>
                    <a:gd name="T35" fmla="*/ 0 h 708"/>
                    <a:gd name="T36" fmla="*/ 1 w 564"/>
                    <a:gd name="T37" fmla="*/ 0 h 708"/>
                    <a:gd name="T38" fmla="*/ 0 w 564"/>
                    <a:gd name="T39" fmla="*/ 0 h 708"/>
                    <a:gd name="T40" fmla="*/ 1 w 564"/>
                    <a:gd name="T41" fmla="*/ 0 h 708"/>
                    <a:gd name="T42" fmla="*/ 1 w 564"/>
                    <a:gd name="T43" fmla="*/ 0 h 708"/>
                    <a:gd name="T44" fmla="*/ 1 w 564"/>
                    <a:gd name="T45" fmla="*/ 0 h 708"/>
                    <a:gd name="T46" fmla="*/ 1 w 564"/>
                    <a:gd name="T47" fmla="*/ 0 h 708"/>
                    <a:gd name="T48" fmla="*/ 1 w 564"/>
                    <a:gd name="T49" fmla="*/ 1 h 708"/>
                    <a:gd name="T50" fmla="*/ 1 w 564"/>
                    <a:gd name="T51" fmla="*/ 1 h 708"/>
                    <a:gd name="T52" fmla="*/ 1 w 564"/>
                    <a:gd name="T53" fmla="*/ 1 h 708"/>
                    <a:gd name="T54" fmla="*/ 1 w 564"/>
                    <a:gd name="T55" fmla="*/ 1 h 708"/>
                    <a:gd name="T56" fmla="*/ 0 w 564"/>
                    <a:gd name="T57" fmla="*/ 1 h 708"/>
                    <a:gd name="T58" fmla="*/ 0 w 564"/>
                    <a:gd name="T59" fmla="*/ 1 h 708"/>
                    <a:gd name="T60" fmla="*/ 0 w 564"/>
                    <a:gd name="T61" fmla="*/ 1 h 708"/>
                    <a:gd name="T62" fmla="*/ 0 w 564"/>
                    <a:gd name="T63" fmla="*/ 1 h 708"/>
                    <a:gd name="T64" fmla="*/ 0 w 564"/>
                    <a:gd name="T65" fmla="*/ 1 h 708"/>
                    <a:gd name="T66" fmla="*/ 0 w 564"/>
                    <a:gd name="T67" fmla="*/ 1 h 708"/>
                    <a:gd name="T68" fmla="*/ 0 w 564"/>
                    <a:gd name="T69" fmla="*/ 1 h 708"/>
                    <a:gd name="T70" fmla="*/ 0 w 564"/>
                    <a:gd name="T71" fmla="*/ 1 h 708"/>
                    <a:gd name="T72" fmla="*/ 0 w 564"/>
                    <a:gd name="T73" fmla="*/ 1 h 708"/>
                    <a:gd name="T74" fmla="*/ 0 w 564"/>
                    <a:gd name="T75" fmla="*/ 1 h 708"/>
                    <a:gd name="T76" fmla="*/ 0 w 564"/>
                    <a:gd name="T77" fmla="*/ 1 h 708"/>
                    <a:gd name="T78" fmla="*/ 0 w 564"/>
                    <a:gd name="T79" fmla="*/ 1 h 708"/>
                    <a:gd name="T80" fmla="*/ 0 w 564"/>
                    <a:gd name="T81" fmla="*/ 1 h 708"/>
                    <a:gd name="T82" fmla="*/ 0 w 564"/>
                    <a:gd name="T83" fmla="*/ 1 h 708"/>
                    <a:gd name="T84" fmla="*/ 0 w 564"/>
                    <a:gd name="T85" fmla="*/ 0 h 708"/>
                    <a:gd name="T86" fmla="*/ 0 w 564"/>
                    <a:gd name="T87" fmla="*/ 0 h 708"/>
                    <a:gd name="T88" fmla="*/ 0 w 564"/>
                    <a:gd name="T89" fmla="*/ 0 h 708"/>
                    <a:gd name="T90" fmla="*/ 0 w 564"/>
                    <a:gd name="T91" fmla="*/ 0 h 708"/>
                    <a:gd name="T92" fmla="*/ 0 w 564"/>
                    <a:gd name="T93" fmla="*/ 0 h 708"/>
                    <a:gd name="T94" fmla="*/ 0 w 564"/>
                    <a:gd name="T95" fmla="*/ 0 h 708"/>
                    <a:gd name="T96" fmla="*/ 0 w 564"/>
                    <a:gd name="T97" fmla="*/ 0 h 708"/>
                    <a:gd name="T98" fmla="*/ 0 w 564"/>
                    <a:gd name="T99" fmla="*/ 0 h 708"/>
                    <a:gd name="T100" fmla="*/ 0 w 564"/>
                    <a:gd name="T101" fmla="*/ 0 h 708"/>
                    <a:gd name="T102" fmla="*/ 0 w 564"/>
                    <a:gd name="T103" fmla="*/ 0 h 708"/>
                    <a:gd name="T104" fmla="*/ 0 w 564"/>
                    <a:gd name="T105" fmla="*/ 0 h 708"/>
                    <a:gd name="T106" fmla="*/ 0 w 564"/>
                    <a:gd name="T107" fmla="*/ 0 h 708"/>
                    <a:gd name="T108" fmla="*/ 0 w 564"/>
                    <a:gd name="T109" fmla="*/ 0 h 708"/>
                    <a:gd name="T110" fmla="*/ 0 w 564"/>
                    <a:gd name="T111" fmla="*/ 0 h 708"/>
                    <a:gd name="T112" fmla="*/ 0 w 564"/>
                    <a:gd name="T113" fmla="*/ 0 h 70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564"/>
                    <a:gd name="T172" fmla="*/ 0 h 708"/>
                    <a:gd name="T173" fmla="*/ 564 w 564"/>
                    <a:gd name="T174" fmla="*/ 708 h 70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564" h="708">
                      <a:moveTo>
                        <a:pt x="358" y="39"/>
                      </a:moveTo>
                      <a:lnTo>
                        <a:pt x="457" y="0"/>
                      </a:lnTo>
                      <a:lnTo>
                        <a:pt x="496" y="4"/>
                      </a:lnTo>
                      <a:lnTo>
                        <a:pt x="522" y="44"/>
                      </a:lnTo>
                      <a:lnTo>
                        <a:pt x="509" y="91"/>
                      </a:lnTo>
                      <a:lnTo>
                        <a:pt x="471" y="124"/>
                      </a:lnTo>
                      <a:lnTo>
                        <a:pt x="420" y="150"/>
                      </a:lnTo>
                      <a:lnTo>
                        <a:pt x="354" y="177"/>
                      </a:lnTo>
                      <a:lnTo>
                        <a:pt x="294" y="186"/>
                      </a:lnTo>
                      <a:lnTo>
                        <a:pt x="245" y="191"/>
                      </a:lnTo>
                      <a:lnTo>
                        <a:pt x="289" y="203"/>
                      </a:lnTo>
                      <a:lnTo>
                        <a:pt x="342" y="206"/>
                      </a:lnTo>
                      <a:lnTo>
                        <a:pt x="426" y="178"/>
                      </a:lnTo>
                      <a:lnTo>
                        <a:pt x="516" y="140"/>
                      </a:lnTo>
                      <a:lnTo>
                        <a:pt x="543" y="150"/>
                      </a:lnTo>
                      <a:lnTo>
                        <a:pt x="552" y="180"/>
                      </a:lnTo>
                      <a:lnTo>
                        <a:pt x="544" y="231"/>
                      </a:lnTo>
                      <a:lnTo>
                        <a:pt x="512" y="267"/>
                      </a:lnTo>
                      <a:lnTo>
                        <a:pt x="447" y="305"/>
                      </a:lnTo>
                      <a:lnTo>
                        <a:pt x="270" y="357"/>
                      </a:lnTo>
                      <a:lnTo>
                        <a:pt x="373" y="349"/>
                      </a:lnTo>
                      <a:lnTo>
                        <a:pt x="454" y="338"/>
                      </a:lnTo>
                      <a:lnTo>
                        <a:pt x="534" y="318"/>
                      </a:lnTo>
                      <a:lnTo>
                        <a:pt x="564" y="344"/>
                      </a:lnTo>
                      <a:lnTo>
                        <a:pt x="555" y="383"/>
                      </a:lnTo>
                      <a:lnTo>
                        <a:pt x="533" y="419"/>
                      </a:lnTo>
                      <a:lnTo>
                        <a:pt x="474" y="450"/>
                      </a:lnTo>
                      <a:lnTo>
                        <a:pt x="392" y="475"/>
                      </a:lnTo>
                      <a:lnTo>
                        <a:pt x="280" y="494"/>
                      </a:lnTo>
                      <a:lnTo>
                        <a:pt x="232" y="558"/>
                      </a:lnTo>
                      <a:lnTo>
                        <a:pt x="211" y="640"/>
                      </a:lnTo>
                      <a:lnTo>
                        <a:pt x="155" y="686"/>
                      </a:lnTo>
                      <a:lnTo>
                        <a:pt x="108" y="708"/>
                      </a:lnTo>
                      <a:lnTo>
                        <a:pt x="59" y="705"/>
                      </a:lnTo>
                      <a:lnTo>
                        <a:pt x="29" y="679"/>
                      </a:lnTo>
                      <a:lnTo>
                        <a:pt x="19" y="621"/>
                      </a:lnTo>
                      <a:lnTo>
                        <a:pt x="28" y="563"/>
                      </a:lnTo>
                      <a:lnTo>
                        <a:pt x="54" y="504"/>
                      </a:lnTo>
                      <a:lnTo>
                        <a:pt x="102" y="469"/>
                      </a:lnTo>
                      <a:lnTo>
                        <a:pt x="63" y="454"/>
                      </a:lnTo>
                      <a:lnTo>
                        <a:pt x="35" y="434"/>
                      </a:lnTo>
                      <a:lnTo>
                        <a:pt x="28" y="397"/>
                      </a:lnTo>
                      <a:lnTo>
                        <a:pt x="38" y="351"/>
                      </a:lnTo>
                      <a:lnTo>
                        <a:pt x="57" y="327"/>
                      </a:lnTo>
                      <a:lnTo>
                        <a:pt x="28" y="313"/>
                      </a:lnTo>
                      <a:lnTo>
                        <a:pt x="3" y="283"/>
                      </a:lnTo>
                      <a:lnTo>
                        <a:pt x="0" y="239"/>
                      </a:lnTo>
                      <a:lnTo>
                        <a:pt x="18" y="205"/>
                      </a:lnTo>
                      <a:lnTo>
                        <a:pt x="44" y="184"/>
                      </a:lnTo>
                      <a:lnTo>
                        <a:pt x="16" y="146"/>
                      </a:lnTo>
                      <a:lnTo>
                        <a:pt x="19" y="106"/>
                      </a:lnTo>
                      <a:lnTo>
                        <a:pt x="37" y="70"/>
                      </a:lnTo>
                      <a:lnTo>
                        <a:pt x="69" y="38"/>
                      </a:lnTo>
                      <a:lnTo>
                        <a:pt x="119" y="28"/>
                      </a:lnTo>
                      <a:lnTo>
                        <a:pt x="177" y="42"/>
                      </a:lnTo>
                      <a:lnTo>
                        <a:pt x="263" y="54"/>
                      </a:lnTo>
                      <a:lnTo>
                        <a:pt x="358" y="39"/>
                      </a:lnTo>
                      <a:close/>
                    </a:path>
                  </a:pathLst>
                </a:custGeom>
                <a:solidFill>
                  <a:srgbClr val="E0A080"/>
                </a:solidFill>
                <a:ln w="4763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2093" name="Freeform 46">
                  <a:extLst>
                    <a:ext uri="{FF2B5EF4-FFF2-40B4-BE49-F238E27FC236}">
                      <a16:creationId xmlns:a16="http://schemas.microsoft.com/office/drawing/2014/main" id="{21BAC21C-E6E5-4E5E-B1F9-64BB2415B5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1" y="1921"/>
                  <a:ext cx="62" cy="7"/>
                </a:xfrm>
                <a:custGeom>
                  <a:avLst/>
                  <a:gdLst>
                    <a:gd name="T0" fmla="*/ 0 w 188"/>
                    <a:gd name="T1" fmla="*/ 0 h 23"/>
                    <a:gd name="T2" fmla="*/ 0 w 188"/>
                    <a:gd name="T3" fmla="*/ 0 h 23"/>
                    <a:gd name="T4" fmla="*/ 0 w 188"/>
                    <a:gd name="T5" fmla="*/ 0 h 23"/>
                    <a:gd name="T6" fmla="*/ 0 w 188"/>
                    <a:gd name="T7" fmla="*/ 0 h 2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8"/>
                    <a:gd name="T13" fmla="*/ 0 h 23"/>
                    <a:gd name="T14" fmla="*/ 188 w 188"/>
                    <a:gd name="T15" fmla="*/ 23 h 2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8" h="23">
                      <a:moveTo>
                        <a:pt x="0" y="0"/>
                      </a:moveTo>
                      <a:lnTo>
                        <a:pt x="48" y="17"/>
                      </a:lnTo>
                      <a:lnTo>
                        <a:pt x="112" y="23"/>
                      </a:lnTo>
                      <a:lnTo>
                        <a:pt x="188" y="0"/>
                      </a:lnTo>
                    </a:path>
                  </a:pathLst>
                </a:custGeom>
                <a:noFill/>
                <a:ln w="47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2094" name="Freeform 47">
                  <a:extLst>
                    <a:ext uri="{FF2B5EF4-FFF2-40B4-BE49-F238E27FC236}">
                      <a16:creationId xmlns:a16="http://schemas.microsoft.com/office/drawing/2014/main" id="{F1E37C40-446E-45B8-96F5-DF2C6B9CB4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6" y="1963"/>
                  <a:ext cx="66" cy="12"/>
                </a:xfrm>
                <a:custGeom>
                  <a:avLst/>
                  <a:gdLst>
                    <a:gd name="T0" fmla="*/ 0 w 199"/>
                    <a:gd name="T1" fmla="*/ 0 h 37"/>
                    <a:gd name="T2" fmla="*/ 0 w 199"/>
                    <a:gd name="T3" fmla="*/ 0 h 37"/>
                    <a:gd name="T4" fmla="*/ 0 w 199"/>
                    <a:gd name="T5" fmla="*/ 0 h 37"/>
                    <a:gd name="T6" fmla="*/ 0 w 199"/>
                    <a:gd name="T7" fmla="*/ 0 h 37"/>
                    <a:gd name="T8" fmla="*/ 0 w 199"/>
                    <a:gd name="T9" fmla="*/ 0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9"/>
                    <a:gd name="T16" fmla="*/ 0 h 37"/>
                    <a:gd name="T17" fmla="*/ 199 w 199"/>
                    <a:gd name="T18" fmla="*/ 37 h 3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9" h="37">
                      <a:moveTo>
                        <a:pt x="0" y="0"/>
                      </a:moveTo>
                      <a:lnTo>
                        <a:pt x="56" y="26"/>
                      </a:lnTo>
                      <a:lnTo>
                        <a:pt x="100" y="34"/>
                      </a:lnTo>
                      <a:lnTo>
                        <a:pt x="138" y="37"/>
                      </a:lnTo>
                      <a:lnTo>
                        <a:pt x="199" y="32"/>
                      </a:lnTo>
                    </a:path>
                  </a:pathLst>
                </a:custGeom>
                <a:noFill/>
                <a:ln w="47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2095" name="Freeform 48">
                  <a:extLst>
                    <a:ext uri="{FF2B5EF4-FFF2-40B4-BE49-F238E27FC236}">
                      <a16:creationId xmlns:a16="http://schemas.microsoft.com/office/drawing/2014/main" id="{7790B363-9792-47A2-9939-C2A5C3117A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5" y="2012"/>
                  <a:ext cx="54" cy="8"/>
                </a:xfrm>
                <a:custGeom>
                  <a:avLst/>
                  <a:gdLst>
                    <a:gd name="T0" fmla="*/ 0 w 162"/>
                    <a:gd name="T1" fmla="*/ 0 h 24"/>
                    <a:gd name="T2" fmla="*/ 0 w 162"/>
                    <a:gd name="T3" fmla="*/ 0 h 24"/>
                    <a:gd name="T4" fmla="*/ 0 w 162"/>
                    <a:gd name="T5" fmla="*/ 0 h 24"/>
                    <a:gd name="T6" fmla="*/ 0 w 162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2"/>
                    <a:gd name="T13" fmla="*/ 0 h 24"/>
                    <a:gd name="T14" fmla="*/ 162 w 162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2" h="24">
                      <a:moveTo>
                        <a:pt x="0" y="0"/>
                      </a:moveTo>
                      <a:lnTo>
                        <a:pt x="48" y="16"/>
                      </a:lnTo>
                      <a:lnTo>
                        <a:pt x="101" y="24"/>
                      </a:lnTo>
                      <a:lnTo>
                        <a:pt x="162" y="21"/>
                      </a:lnTo>
                    </a:path>
                  </a:pathLst>
                </a:custGeom>
                <a:noFill/>
                <a:ln w="47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2096" name="Freeform 49">
                  <a:extLst>
                    <a:ext uri="{FF2B5EF4-FFF2-40B4-BE49-F238E27FC236}">
                      <a16:creationId xmlns:a16="http://schemas.microsoft.com/office/drawing/2014/main" id="{472D4743-1CF1-47FF-8015-06CDADB9E6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4" y="2040"/>
                  <a:ext cx="44" cy="44"/>
                </a:xfrm>
                <a:custGeom>
                  <a:avLst/>
                  <a:gdLst>
                    <a:gd name="T0" fmla="*/ 0 w 131"/>
                    <a:gd name="T1" fmla="*/ 0 h 130"/>
                    <a:gd name="T2" fmla="*/ 0 w 131"/>
                    <a:gd name="T3" fmla="*/ 0 h 130"/>
                    <a:gd name="T4" fmla="*/ 0 w 131"/>
                    <a:gd name="T5" fmla="*/ 0 h 130"/>
                    <a:gd name="T6" fmla="*/ 0 w 131"/>
                    <a:gd name="T7" fmla="*/ 0 h 130"/>
                    <a:gd name="T8" fmla="*/ 0 w 131"/>
                    <a:gd name="T9" fmla="*/ 0 h 130"/>
                    <a:gd name="T10" fmla="*/ 0 w 131"/>
                    <a:gd name="T11" fmla="*/ 0 h 130"/>
                    <a:gd name="T12" fmla="*/ 0 w 131"/>
                    <a:gd name="T13" fmla="*/ 0 h 130"/>
                    <a:gd name="T14" fmla="*/ 0 w 131"/>
                    <a:gd name="T15" fmla="*/ 0 h 130"/>
                    <a:gd name="T16" fmla="*/ 0 w 131"/>
                    <a:gd name="T17" fmla="*/ 0 h 1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31"/>
                    <a:gd name="T28" fmla="*/ 0 h 130"/>
                    <a:gd name="T29" fmla="*/ 131 w 131"/>
                    <a:gd name="T30" fmla="*/ 130 h 1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31" h="130">
                      <a:moveTo>
                        <a:pt x="0" y="69"/>
                      </a:moveTo>
                      <a:lnTo>
                        <a:pt x="30" y="40"/>
                      </a:lnTo>
                      <a:lnTo>
                        <a:pt x="53" y="3"/>
                      </a:lnTo>
                      <a:lnTo>
                        <a:pt x="90" y="0"/>
                      </a:lnTo>
                      <a:lnTo>
                        <a:pt x="120" y="13"/>
                      </a:lnTo>
                      <a:lnTo>
                        <a:pt x="131" y="46"/>
                      </a:lnTo>
                      <a:lnTo>
                        <a:pt x="128" y="72"/>
                      </a:lnTo>
                      <a:lnTo>
                        <a:pt x="117" y="102"/>
                      </a:lnTo>
                      <a:lnTo>
                        <a:pt x="89" y="130"/>
                      </a:lnTo>
                    </a:path>
                  </a:pathLst>
                </a:custGeom>
                <a:noFill/>
                <a:ln w="47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>
                    <a:solidFill>
                      <a:schemeClr val="bg2"/>
                    </a:solidFill>
                  </a:endParaRPr>
                </a:p>
              </p:txBody>
            </p:sp>
          </p:grpSp>
          <p:grpSp>
            <p:nvGrpSpPr>
              <p:cNvPr id="2066" name="Group 50">
                <a:extLst>
                  <a:ext uri="{FF2B5EF4-FFF2-40B4-BE49-F238E27FC236}">
                    <a16:creationId xmlns:a16="http://schemas.microsoft.com/office/drawing/2014/main" id="{EE396107-51CE-443A-A3EA-5FEF943444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98" y="1936"/>
                <a:ext cx="658" cy="488"/>
                <a:chOff x="4298" y="1936"/>
                <a:chExt cx="658" cy="488"/>
              </a:xfrm>
            </p:grpSpPr>
            <p:sp>
              <p:nvSpPr>
                <p:cNvPr id="2082" name="Freeform 51">
                  <a:extLst>
                    <a:ext uri="{FF2B5EF4-FFF2-40B4-BE49-F238E27FC236}">
                      <a16:creationId xmlns:a16="http://schemas.microsoft.com/office/drawing/2014/main" id="{FECD6541-A748-444B-876C-8FF0F2C4F1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98" y="1936"/>
                  <a:ext cx="658" cy="488"/>
                </a:xfrm>
                <a:custGeom>
                  <a:avLst/>
                  <a:gdLst>
                    <a:gd name="T0" fmla="*/ 1 w 1976"/>
                    <a:gd name="T1" fmla="*/ 1 h 1463"/>
                    <a:gd name="T2" fmla="*/ 1 w 1976"/>
                    <a:gd name="T3" fmla="*/ 1 h 1463"/>
                    <a:gd name="T4" fmla="*/ 1 w 1976"/>
                    <a:gd name="T5" fmla="*/ 1 h 1463"/>
                    <a:gd name="T6" fmla="*/ 1 w 1976"/>
                    <a:gd name="T7" fmla="*/ 1 h 1463"/>
                    <a:gd name="T8" fmla="*/ 1 w 1976"/>
                    <a:gd name="T9" fmla="*/ 1 h 1463"/>
                    <a:gd name="T10" fmla="*/ 1 w 1976"/>
                    <a:gd name="T11" fmla="*/ 1 h 1463"/>
                    <a:gd name="T12" fmla="*/ 1 w 1976"/>
                    <a:gd name="T13" fmla="*/ 0 h 1463"/>
                    <a:gd name="T14" fmla="*/ 2 w 1976"/>
                    <a:gd name="T15" fmla="*/ 0 h 1463"/>
                    <a:gd name="T16" fmla="*/ 2 w 1976"/>
                    <a:gd name="T17" fmla="*/ 0 h 1463"/>
                    <a:gd name="T18" fmla="*/ 2 w 1976"/>
                    <a:gd name="T19" fmla="*/ 0 h 1463"/>
                    <a:gd name="T20" fmla="*/ 2 w 1976"/>
                    <a:gd name="T21" fmla="*/ 0 h 1463"/>
                    <a:gd name="T22" fmla="*/ 2 w 1976"/>
                    <a:gd name="T23" fmla="*/ 0 h 1463"/>
                    <a:gd name="T24" fmla="*/ 3 w 1976"/>
                    <a:gd name="T25" fmla="*/ 0 h 1463"/>
                    <a:gd name="T26" fmla="*/ 3 w 1976"/>
                    <a:gd name="T27" fmla="*/ 0 h 1463"/>
                    <a:gd name="T28" fmla="*/ 3 w 1976"/>
                    <a:gd name="T29" fmla="*/ 1 h 1463"/>
                    <a:gd name="T30" fmla="*/ 3 w 1976"/>
                    <a:gd name="T31" fmla="*/ 1 h 1463"/>
                    <a:gd name="T32" fmla="*/ 3 w 1976"/>
                    <a:gd name="T33" fmla="*/ 1 h 1463"/>
                    <a:gd name="T34" fmla="*/ 3 w 1976"/>
                    <a:gd name="T35" fmla="*/ 1 h 1463"/>
                    <a:gd name="T36" fmla="*/ 3 w 1976"/>
                    <a:gd name="T37" fmla="*/ 2 h 1463"/>
                    <a:gd name="T38" fmla="*/ 2 w 1976"/>
                    <a:gd name="T39" fmla="*/ 2 h 1463"/>
                    <a:gd name="T40" fmla="*/ 2 w 1976"/>
                    <a:gd name="T41" fmla="*/ 2 h 1463"/>
                    <a:gd name="T42" fmla="*/ 0 w 1976"/>
                    <a:gd name="T43" fmla="*/ 2 h 1463"/>
                    <a:gd name="T44" fmla="*/ 0 w 1976"/>
                    <a:gd name="T45" fmla="*/ 2 h 1463"/>
                    <a:gd name="T46" fmla="*/ 0 w 1976"/>
                    <a:gd name="T47" fmla="*/ 2 h 1463"/>
                    <a:gd name="T48" fmla="*/ 0 w 1976"/>
                    <a:gd name="T49" fmla="*/ 2 h 1463"/>
                    <a:gd name="T50" fmla="*/ 1 w 1976"/>
                    <a:gd name="T51" fmla="*/ 1 h 1463"/>
                    <a:gd name="T52" fmla="*/ 1 w 1976"/>
                    <a:gd name="T53" fmla="*/ 1 h 1463"/>
                    <a:gd name="T54" fmla="*/ 1 w 1976"/>
                    <a:gd name="T55" fmla="*/ 1 h 1463"/>
                    <a:gd name="T56" fmla="*/ 1 w 1976"/>
                    <a:gd name="T57" fmla="*/ 1 h 1463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1976"/>
                    <a:gd name="T88" fmla="*/ 0 h 1463"/>
                    <a:gd name="T89" fmla="*/ 1976 w 1976"/>
                    <a:gd name="T90" fmla="*/ 1463 h 1463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1976" h="1463">
                      <a:moveTo>
                        <a:pt x="525" y="703"/>
                      </a:moveTo>
                      <a:lnTo>
                        <a:pt x="636" y="751"/>
                      </a:lnTo>
                      <a:lnTo>
                        <a:pt x="680" y="686"/>
                      </a:lnTo>
                      <a:lnTo>
                        <a:pt x="749" y="596"/>
                      </a:lnTo>
                      <a:lnTo>
                        <a:pt x="833" y="505"/>
                      </a:lnTo>
                      <a:lnTo>
                        <a:pt x="944" y="419"/>
                      </a:lnTo>
                      <a:lnTo>
                        <a:pt x="1081" y="320"/>
                      </a:lnTo>
                      <a:lnTo>
                        <a:pt x="1245" y="226"/>
                      </a:lnTo>
                      <a:lnTo>
                        <a:pt x="1424" y="121"/>
                      </a:lnTo>
                      <a:lnTo>
                        <a:pt x="1621" y="5"/>
                      </a:lnTo>
                      <a:lnTo>
                        <a:pt x="1697" y="0"/>
                      </a:lnTo>
                      <a:lnTo>
                        <a:pt x="1788" y="40"/>
                      </a:lnTo>
                      <a:lnTo>
                        <a:pt x="1869" y="140"/>
                      </a:lnTo>
                      <a:lnTo>
                        <a:pt x="1927" y="270"/>
                      </a:lnTo>
                      <a:lnTo>
                        <a:pt x="1955" y="419"/>
                      </a:lnTo>
                      <a:lnTo>
                        <a:pt x="1976" y="648"/>
                      </a:lnTo>
                      <a:lnTo>
                        <a:pt x="1968" y="794"/>
                      </a:lnTo>
                      <a:lnTo>
                        <a:pt x="1936" y="980"/>
                      </a:lnTo>
                      <a:lnTo>
                        <a:pt x="1874" y="1162"/>
                      </a:lnTo>
                      <a:lnTo>
                        <a:pt x="1795" y="1328"/>
                      </a:lnTo>
                      <a:lnTo>
                        <a:pt x="1707" y="1463"/>
                      </a:lnTo>
                      <a:lnTo>
                        <a:pt x="0" y="1463"/>
                      </a:lnTo>
                      <a:lnTo>
                        <a:pt x="152" y="1128"/>
                      </a:lnTo>
                      <a:lnTo>
                        <a:pt x="237" y="1168"/>
                      </a:lnTo>
                      <a:lnTo>
                        <a:pt x="324" y="1101"/>
                      </a:lnTo>
                      <a:lnTo>
                        <a:pt x="410" y="1023"/>
                      </a:lnTo>
                      <a:lnTo>
                        <a:pt x="448" y="976"/>
                      </a:lnTo>
                      <a:lnTo>
                        <a:pt x="497" y="890"/>
                      </a:lnTo>
                      <a:lnTo>
                        <a:pt x="525" y="703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4763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>
                    <a:solidFill>
                      <a:schemeClr val="bg2"/>
                    </a:solidFill>
                  </a:endParaRPr>
                </a:p>
              </p:txBody>
            </p:sp>
            <p:grpSp>
              <p:nvGrpSpPr>
                <p:cNvPr id="2083" name="Group 52">
                  <a:extLst>
                    <a:ext uri="{FF2B5EF4-FFF2-40B4-BE49-F238E27FC236}">
                      <a16:creationId xmlns:a16="http://schemas.microsoft.com/office/drawing/2014/main" id="{3914AE07-A788-482D-B471-0976097547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94" y="2091"/>
                  <a:ext cx="266" cy="255"/>
                  <a:chOff x="4494" y="2091"/>
                  <a:chExt cx="266" cy="255"/>
                </a:xfrm>
              </p:grpSpPr>
              <p:sp>
                <p:nvSpPr>
                  <p:cNvPr id="2090" name="Freeform 53">
                    <a:extLst>
                      <a:ext uri="{FF2B5EF4-FFF2-40B4-BE49-F238E27FC236}">
                        <a16:creationId xmlns:a16="http://schemas.microsoft.com/office/drawing/2014/main" id="{282404EC-1912-4872-8549-8A61786343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494" y="2094"/>
                    <a:ext cx="266" cy="252"/>
                  </a:xfrm>
                  <a:custGeom>
                    <a:avLst/>
                    <a:gdLst>
                      <a:gd name="T0" fmla="*/ 0 w 800"/>
                      <a:gd name="T1" fmla="*/ 0 h 756"/>
                      <a:gd name="T2" fmla="*/ 0 w 800"/>
                      <a:gd name="T3" fmla="*/ 0 h 756"/>
                      <a:gd name="T4" fmla="*/ 0 w 800"/>
                      <a:gd name="T5" fmla="*/ 0 h 756"/>
                      <a:gd name="T6" fmla="*/ 0 w 800"/>
                      <a:gd name="T7" fmla="*/ 1 h 756"/>
                      <a:gd name="T8" fmla="*/ 0 w 800"/>
                      <a:gd name="T9" fmla="*/ 1 h 756"/>
                      <a:gd name="T10" fmla="*/ 0 w 800"/>
                      <a:gd name="T11" fmla="*/ 1 h 756"/>
                      <a:gd name="T12" fmla="*/ 0 w 800"/>
                      <a:gd name="T13" fmla="*/ 1 h 756"/>
                      <a:gd name="T14" fmla="*/ 0 w 800"/>
                      <a:gd name="T15" fmla="*/ 1 h 756"/>
                      <a:gd name="T16" fmla="*/ 0 w 800"/>
                      <a:gd name="T17" fmla="*/ 1 h 756"/>
                      <a:gd name="T18" fmla="*/ 0 w 800"/>
                      <a:gd name="T19" fmla="*/ 1 h 756"/>
                      <a:gd name="T20" fmla="*/ 1 w 800"/>
                      <a:gd name="T21" fmla="*/ 1 h 756"/>
                      <a:gd name="T22" fmla="*/ 1 w 800"/>
                      <a:gd name="T23" fmla="*/ 1 h 756"/>
                      <a:gd name="T24" fmla="*/ 1 w 800"/>
                      <a:gd name="T25" fmla="*/ 1 h 756"/>
                      <a:gd name="T26" fmla="*/ 1 w 800"/>
                      <a:gd name="T27" fmla="*/ 1 h 756"/>
                      <a:gd name="T28" fmla="*/ 1 w 800"/>
                      <a:gd name="T29" fmla="*/ 1 h 756"/>
                      <a:gd name="T30" fmla="*/ 1 w 800"/>
                      <a:gd name="T31" fmla="*/ 1 h 756"/>
                      <a:gd name="T32" fmla="*/ 1 w 800"/>
                      <a:gd name="T33" fmla="*/ 1 h 756"/>
                      <a:gd name="T34" fmla="*/ 1 w 800"/>
                      <a:gd name="T35" fmla="*/ 1 h 756"/>
                      <a:gd name="T36" fmla="*/ 1 w 800"/>
                      <a:gd name="T37" fmla="*/ 1 h 756"/>
                      <a:gd name="T38" fmla="*/ 1 w 800"/>
                      <a:gd name="T39" fmla="*/ 1 h 756"/>
                      <a:gd name="T40" fmla="*/ 1 w 800"/>
                      <a:gd name="T41" fmla="*/ 1 h 756"/>
                      <a:gd name="T42" fmla="*/ 1 w 800"/>
                      <a:gd name="T43" fmla="*/ 1 h 756"/>
                      <a:gd name="T44" fmla="*/ 1 w 800"/>
                      <a:gd name="T45" fmla="*/ 0 h 756"/>
                      <a:gd name="T46" fmla="*/ 1 w 800"/>
                      <a:gd name="T47" fmla="*/ 0 h 756"/>
                      <a:gd name="T48" fmla="*/ 1 w 800"/>
                      <a:gd name="T49" fmla="*/ 0 h 756"/>
                      <a:gd name="T50" fmla="*/ 1 w 800"/>
                      <a:gd name="T51" fmla="*/ 0 h 756"/>
                      <a:gd name="T52" fmla="*/ 1 w 800"/>
                      <a:gd name="T53" fmla="*/ 0 h 756"/>
                      <a:gd name="T54" fmla="*/ 1 w 800"/>
                      <a:gd name="T55" fmla="*/ 0 h 756"/>
                      <a:gd name="T56" fmla="*/ 1 w 800"/>
                      <a:gd name="T57" fmla="*/ 0 h 756"/>
                      <a:gd name="T58" fmla="*/ 1 w 800"/>
                      <a:gd name="T59" fmla="*/ 0 h 756"/>
                      <a:gd name="T60" fmla="*/ 1 w 800"/>
                      <a:gd name="T61" fmla="*/ 0 h 756"/>
                      <a:gd name="T62" fmla="*/ 1 w 800"/>
                      <a:gd name="T63" fmla="*/ 0 h 756"/>
                      <a:gd name="T64" fmla="*/ 1 w 800"/>
                      <a:gd name="T65" fmla="*/ 0 h 756"/>
                      <a:gd name="T66" fmla="*/ 1 w 800"/>
                      <a:gd name="T67" fmla="*/ 0 h 756"/>
                      <a:gd name="T68" fmla="*/ 1 w 800"/>
                      <a:gd name="T69" fmla="*/ 1 h 756"/>
                      <a:gd name="T70" fmla="*/ 1 w 800"/>
                      <a:gd name="T71" fmla="*/ 1 h 756"/>
                      <a:gd name="T72" fmla="*/ 1 w 800"/>
                      <a:gd name="T73" fmla="*/ 1 h 756"/>
                      <a:gd name="T74" fmla="*/ 1 w 800"/>
                      <a:gd name="T75" fmla="*/ 1 h 756"/>
                      <a:gd name="T76" fmla="*/ 1 w 800"/>
                      <a:gd name="T77" fmla="*/ 1 h 756"/>
                      <a:gd name="T78" fmla="*/ 1 w 800"/>
                      <a:gd name="T79" fmla="*/ 1 h 756"/>
                      <a:gd name="T80" fmla="*/ 1 w 800"/>
                      <a:gd name="T81" fmla="*/ 1 h 756"/>
                      <a:gd name="T82" fmla="*/ 0 w 800"/>
                      <a:gd name="T83" fmla="*/ 1 h 756"/>
                      <a:gd name="T84" fmla="*/ 0 w 800"/>
                      <a:gd name="T85" fmla="*/ 1 h 756"/>
                      <a:gd name="T86" fmla="*/ 0 w 800"/>
                      <a:gd name="T87" fmla="*/ 1 h 756"/>
                      <a:gd name="T88" fmla="*/ 0 w 800"/>
                      <a:gd name="T89" fmla="*/ 1 h 756"/>
                      <a:gd name="T90" fmla="*/ 0 w 800"/>
                      <a:gd name="T91" fmla="*/ 0 h 756"/>
                      <a:gd name="T92" fmla="*/ 0 w 800"/>
                      <a:gd name="T93" fmla="*/ 0 h 75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w 800"/>
                      <a:gd name="T142" fmla="*/ 0 h 756"/>
                      <a:gd name="T143" fmla="*/ 800 w 800"/>
                      <a:gd name="T144" fmla="*/ 756 h 756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T141" t="T142" r="T143" b="T144"/>
                    <a:pathLst>
                      <a:path w="800" h="756">
                        <a:moveTo>
                          <a:pt x="0" y="257"/>
                        </a:moveTo>
                        <a:lnTo>
                          <a:pt x="39" y="287"/>
                        </a:lnTo>
                        <a:lnTo>
                          <a:pt x="76" y="310"/>
                        </a:lnTo>
                        <a:lnTo>
                          <a:pt x="157" y="368"/>
                        </a:lnTo>
                        <a:lnTo>
                          <a:pt x="225" y="425"/>
                        </a:lnTo>
                        <a:lnTo>
                          <a:pt x="267" y="473"/>
                        </a:lnTo>
                        <a:lnTo>
                          <a:pt x="312" y="530"/>
                        </a:lnTo>
                        <a:lnTo>
                          <a:pt x="316" y="577"/>
                        </a:lnTo>
                        <a:lnTo>
                          <a:pt x="355" y="572"/>
                        </a:lnTo>
                        <a:lnTo>
                          <a:pt x="365" y="592"/>
                        </a:lnTo>
                        <a:lnTo>
                          <a:pt x="387" y="626"/>
                        </a:lnTo>
                        <a:lnTo>
                          <a:pt x="397" y="645"/>
                        </a:lnTo>
                        <a:lnTo>
                          <a:pt x="387" y="660"/>
                        </a:lnTo>
                        <a:lnTo>
                          <a:pt x="422" y="668"/>
                        </a:lnTo>
                        <a:lnTo>
                          <a:pt x="480" y="707"/>
                        </a:lnTo>
                        <a:lnTo>
                          <a:pt x="484" y="756"/>
                        </a:lnTo>
                        <a:lnTo>
                          <a:pt x="490" y="668"/>
                        </a:lnTo>
                        <a:lnTo>
                          <a:pt x="456" y="641"/>
                        </a:lnTo>
                        <a:lnTo>
                          <a:pt x="465" y="563"/>
                        </a:lnTo>
                        <a:lnTo>
                          <a:pt x="465" y="557"/>
                        </a:lnTo>
                        <a:lnTo>
                          <a:pt x="476" y="520"/>
                        </a:lnTo>
                        <a:lnTo>
                          <a:pt x="498" y="425"/>
                        </a:lnTo>
                        <a:lnTo>
                          <a:pt x="532" y="358"/>
                        </a:lnTo>
                        <a:lnTo>
                          <a:pt x="586" y="321"/>
                        </a:lnTo>
                        <a:lnTo>
                          <a:pt x="651" y="262"/>
                        </a:lnTo>
                        <a:lnTo>
                          <a:pt x="737" y="175"/>
                        </a:lnTo>
                        <a:lnTo>
                          <a:pt x="771" y="101"/>
                        </a:lnTo>
                        <a:lnTo>
                          <a:pt x="790" y="49"/>
                        </a:lnTo>
                        <a:lnTo>
                          <a:pt x="800" y="0"/>
                        </a:lnTo>
                        <a:lnTo>
                          <a:pt x="741" y="111"/>
                        </a:lnTo>
                        <a:lnTo>
                          <a:pt x="685" y="194"/>
                        </a:lnTo>
                        <a:lnTo>
                          <a:pt x="608" y="247"/>
                        </a:lnTo>
                        <a:lnTo>
                          <a:pt x="552" y="276"/>
                        </a:lnTo>
                        <a:lnTo>
                          <a:pt x="498" y="324"/>
                        </a:lnTo>
                        <a:lnTo>
                          <a:pt x="442" y="392"/>
                        </a:lnTo>
                        <a:lnTo>
                          <a:pt x="412" y="443"/>
                        </a:lnTo>
                        <a:lnTo>
                          <a:pt x="408" y="511"/>
                        </a:lnTo>
                        <a:lnTo>
                          <a:pt x="397" y="577"/>
                        </a:lnTo>
                        <a:lnTo>
                          <a:pt x="412" y="597"/>
                        </a:lnTo>
                        <a:lnTo>
                          <a:pt x="383" y="577"/>
                        </a:lnTo>
                        <a:lnTo>
                          <a:pt x="375" y="539"/>
                        </a:lnTo>
                        <a:lnTo>
                          <a:pt x="346" y="545"/>
                        </a:lnTo>
                        <a:lnTo>
                          <a:pt x="341" y="505"/>
                        </a:lnTo>
                        <a:lnTo>
                          <a:pt x="287" y="454"/>
                        </a:lnTo>
                        <a:lnTo>
                          <a:pt x="211" y="387"/>
                        </a:lnTo>
                        <a:lnTo>
                          <a:pt x="116" y="306"/>
                        </a:lnTo>
                        <a:lnTo>
                          <a:pt x="0" y="257"/>
                        </a:lnTo>
                        <a:close/>
                      </a:path>
                    </a:pathLst>
                  </a:custGeom>
                  <a:solidFill>
                    <a:srgbClr val="00C0E0"/>
                  </a:solidFill>
                  <a:ln w="4763">
                    <a:solidFill>
                      <a:srgbClr val="00C0E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>
                      <a:solidFill>
                        <a:schemeClr val="bg2"/>
                      </a:solidFill>
                    </a:endParaRPr>
                  </a:p>
                </p:txBody>
              </p:sp>
              <p:sp>
                <p:nvSpPr>
                  <p:cNvPr id="2091" name="Freeform 54">
                    <a:extLst>
                      <a:ext uri="{FF2B5EF4-FFF2-40B4-BE49-F238E27FC236}">
                        <a16:creationId xmlns:a16="http://schemas.microsoft.com/office/drawing/2014/main" id="{4CE09851-35B5-43E1-859B-1A7F127754A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495" y="2091"/>
                    <a:ext cx="264" cy="226"/>
                  </a:xfrm>
                  <a:custGeom>
                    <a:avLst/>
                    <a:gdLst>
                      <a:gd name="T0" fmla="*/ 0 w 792"/>
                      <a:gd name="T1" fmla="*/ 0 h 679"/>
                      <a:gd name="T2" fmla="*/ 0 w 792"/>
                      <a:gd name="T3" fmla="*/ 0 h 679"/>
                      <a:gd name="T4" fmla="*/ 0 w 792"/>
                      <a:gd name="T5" fmla="*/ 0 h 679"/>
                      <a:gd name="T6" fmla="*/ 0 w 792"/>
                      <a:gd name="T7" fmla="*/ 1 h 679"/>
                      <a:gd name="T8" fmla="*/ 0 w 792"/>
                      <a:gd name="T9" fmla="*/ 1 h 679"/>
                      <a:gd name="T10" fmla="*/ 0 w 792"/>
                      <a:gd name="T11" fmla="*/ 1 h 679"/>
                      <a:gd name="T12" fmla="*/ 1 w 792"/>
                      <a:gd name="T13" fmla="*/ 1 h 679"/>
                      <a:gd name="T14" fmla="*/ 1 w 792"/>
                      <a:gd name="T15" fmla="*/ 1 h 679"/>
                      <a:gd name="T16" fmla="*/ 1 w 792"/>
                      <a:gd name="T17" fmla="*/ 1 h 679"/>
                      <a:gd name="T18" fmla="*/ 1 w 792"/>
                      <a:gd name="T19" fmla="*/ 1 h 679"/>
                      <a:gd name="T20" fmla="*/ 1 w 792"/>
                      <a:gd name="T21" fmla="*/ 1 h 679"/>
                      <a:gd name="T22" fmla="*/ 1 w 792"/>
                      <a:gd name="T23" fmla="*/ 1 h 679"/>
                      <a:gd name="T24" fmla="*/ 1 w 792"/>
                      <a:gd name="T25" fmla="*/ 1 h 679"/>
                      <a:gd name="T26" fmla="*/ 1 w 792"/>
                      <a:gd name="T27" fmla="*/ 0 h 679"/>
                      <a:gd name="T28" fmla="*/ 1 w 792"/>
                      <a:gd name="T29" fmla="*/ 0 h 679"/>
                      <a:gd name="T30" fmla="*/ 1 w 792"/>
                      <a:gd name="T31" fmla="*/ 0 h 679"/>
                      <a:gd name="T32" fmla="*/ 1 w 792"/>
                      <a:gd name="T33" fmla="*/ 0 h 679"/>
                      <a:gd name="T34" fmla="*/ 1 w 792"/>
                      <a:gd name="T35" fmla="*/ 0 h 679"/>
                      <a:gd name="T36" fmla="*/ 1 w 792"/>
                      <a:gd name="T37" fmla="*/ 0 h 679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792"/>
                      <a:gd name="T58" fmla="*/ 0 h 679"/>
                      <a:gd name="T59" fmla="*/ 792 w 792"/>
                      <a:gd name="T60" fmla="*/ 679 h 679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792" h="679">
                        <a:moveTo>
                          <a:pt x="0" y="272"/>
                        </a:moveTo>
                        <a:lnTo>
                          <a:pt x="66" y="282"/>
                        </a:lnTo>
                        <a:lnTo>
                          <a:pt x="124" y="326"/>
                        </a:lnTo>
                        <a:lnTo>
                          <a:pt x="233" y="406"/>
                        </a:lnTo>
                        <a:lnTo>
                          <a:pt x="335" y="511"/>
                        </a:lnTo>
                        <a:lnTo>
                          <a:pt x="339" y="548"/>
                        </a:lnTo>
                        <a:lnTo>
                          <a:pt x="372" y="539"/>
                        </a:lnTo>
                        <a:lnTo>
                          <a:pt x="392" y="583"/>
                        </a:lnTo>
                        <a:lnTo>
                          <a:pt x="397" y="613"/>
                        </a:lnTo>
                        <a:lnTo>
                          <a:pt x="468" y="679"/>
                        </a:lnTo>
                        <a:lnTo>
                          <a:pt x="397" y="608"/>
                        </a:lnTo>
                        <a:lnTo>
                          <a:pt x="388" y="568"/>
                        </a:lnTo>
                        <a:lnTo>
                          <a:pt x="403" y="450"/>
                        </a:lnTo>
                        <a:lnTo>
                          <a:pt x="463" y="353"/>
                        </a:lnTo>
                        <a:lnTo>
                          <a:pt x="556" y="276"/>
                        </a:lnTo>
                        <a:lnTo>
                          <a:pt x="646" y="221"/>
                        </a:lnTo>
                        <a:lnTo>
                          <a:pt x="708" y="148"/>
                        </a:lnTo>
                        <a:lnTo>
                          <a:pt x="752" y="89"/>
                        </a:lnTo>
                        <a:lnTo>
                          <a:pt x="792" y="0"/>
                        </a:lnTo>
                      </a:path>
                    </a:pathLst>
                  </a:custGeom>
                  <a:noFill/>
                  <a:ln w="4763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>
                      <a:solidFill>
                        <a:schemeClr val="bg2"/>
                      </a:solidFill>
                    </a:endParaRPr>
                  </a:p>
                </p:txBody>
              </p:sp>
            </p:grpSp>
            <p:grpSp>
              <p:nvGrpSpPr>
                <p:cNvPr id="2084" name="Group 55">
                  <a:extLst>
                    <a:ext uri="{FF2B5EF4-FFF2-40B4-BE49-F238E27FC236}">
                      <a16:creationId xmlns:a16="http://schemas.microsoft.com/office/drawing/2014/main" id="{FEF6940C-85B6-407B-9C8F-973A4FA8017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41" y="2324"/>
                  <a:ext cx="105" cy="99"/>
                  <a:chOff x="4341" y="2324"/>
                  <a:chExt cx="105" cy="99"/>
                </a:xfrm>
              </p:grpSpPr>
              <p:sp>
                <p:nvSpPr>
                  <p:cNvPr id="2088" name="Freeform 56">
                    <a:extLst>
                      <a:ext uri="{FF2B5EF4-FFF2-40B4-BE49-F238E27FC236}">
                        <a16:creationId xmlns:a16="http://schemas.microsoft.com/office/drawing/2014/main" id="{8DE20E2A-0F2D-4D66-809F-35DF5443E5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41" y="2324"/>
                    <a:ext cx="105" cy="98"/>
                  </a:xfrm>
                  <a:custGeom>
                    <a:avLst/>
                    <a:gdLst>
                      <a:gd name="T0" fmla="*/ 0 w 314"/>
                      <a:gd name="T1" fmla="*/ 0 h 294"/>
                      <a:gd name="T2" fmla="*/ 0 w 314"/>
                      <a:gd name="T3" fmla="*/ 0 h 294"/>
                      <a:gd name="T4" fmla="*/ 0 w 314"/>
                      <a:gd name="T5" fmla="*/ 0 h 294"/>
                      <a:gd name="T6" fmla="*/ 0 w 314"/>
                      <a:gd name="T7" fmla="*/ 0 h 294"/>
                      <a:gd name="T8" fmla="*/ 0 w 314"/>
                      <a:gd name="T9" fmla="*/ 0 h 294"/>
                      <a:gd name="T10" fmla="*/ 0 w 314"/>
                      <a:gd name="T11" fmla="*/ 0 h 294"/>
                      <a:gd name="T12" fmla="*/ 0 w 314"/>
                      <a:gd name="T13" fmla="*/ 0 h 294"/>
                      <a:gd name="T14" fmla="*/ 0 w 314"/>
                      <a:gd name="T15" fmla="*/ 0 h 294"/>
                      <a:gd name="T16" fmla="*/ 0 w 314"/>
                      <a:gd name="T17" fmla="*/ 0 h 294"/>
                      <a:gd name="T18" fmla="*/ 0 w 314"/>
                      <a:gd name="T19" fmla="*/ 0 h 294"/>
                      <a:gd name="T20" fmla="*/ 0 w 314"/>
                      <a:gd name="T21" fmla="*/ 0 h 294"/>
                      <a:gd name="T22" fmla="*/ 0 w 314"/>
                      <a:gd name="T23" fmla="*/ 0 h 294"/>
                      <a:gd name="T24" fmla="*/ 0 w 314"/>
                      <a:gd name="T25" fmla="*/ 0 h 294"/>
                      <a:gd name="T26" fmla="*/ 0 w 314"/>
                      <a:gd name="T27" fmla="*/ 0 h 294"/>
                      <a:gd name="T28" fmla="*/ 0 w 314"/>
                      <a:gd name="T29" fmla="*/ 0 h 294"/>
                      <a:gd name="T30" fmla="*/ 0 w 314"/>
                      <a:gd name="T31" fmla="*/ 0 h 294"/>
                      <a:gd name="T32" fmla="*/ 0 w 314"/>
                      <a:gd name="T33" fmla="*/ 0 h 294"/>
                      <a:gd name="T34" fmla="*/ 0 w 314"/>
                      <a:gd name="T35" fmla="*/ 0 h 294"/>
                      <a:gd name="T36" fmla="*/ 0 w 314"/>
                      <a:gd name="T37" fmla="*/ 0 h 294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314"/>
                      <a:gd name="T58" fmla="*/ 0 h 294"/>
                      <a:gd name="T59" fmla="*/ 314 w 314"/>
                      <a:gd name="T60" fmla="*/ 294 h 294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314" h="294">
                        <a:moveTo>
                          <a:pt x="0" y="0"/>
                        </a:moveTo>
                        <a:lnTo>
                          <a:pt x="153" y="40"/>
                        </a:lnTo>
                        <a:lnTo>
                          <a:pt x="192" y="70"/>
                        </a:lnTo>
                        <a:lnTo>
                          <a:pt x="226" y="160"/>
                        </a:lnTo>
                        <a:lnTo>
                          <a:pt x="230" y="165"/>
                        </a:lnTo>
                        <a:lnTo>
                          <a:pt x="255" y="194"/>
                        </a:lnTo>
                        <a:lnTo>
                          <a:pt x="274" y="222"/>
                        </a:lnTo>
                        <a:lnTo>
                          <a:pt x="301" y="238"/>
                        </a:lnTo>
                        <a:lnTo>
                          <a:pt x="301" y="267"/>
                        </a:lnTo>
                        <a:lnTo>
                          <a:pt x="314" y="294"/>
                        </a:lnTo>
                        <a:lnTo>
                          <a:pt x="289" y="294"/>
                        </a:lnTo>
                        <a:lnTo>
                          <a:pt x="288" y="282"/>
                        </a:lnTo>
                        <a:lnTo>
                          <a:pt x="288" y="248"/>
                        </a:lnTo>
                        <a:lnTo>
                          <a:pt x="245" y="226"/>
                        </a:lnTo>
                        <a:lnTo>
                          <a:pt x="211" y="170"/>
                        </a:lnTo>
                        <a:lnTo>
                          <a:pt x="192" y="132"/>
                        </a:lnTo>
                        <a:lnTo>
                          <a:pt x="162" y="70"/>
                        </a:lnTo>
                        <a:lnTo>
                          <a:pt x="105" y="3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C0E0"/>
                  </a:solidFill>
                  <a:ln w="4763">
                    <a:solidFill>
                      <a:srgbClr val="00C0E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>
                      <a:solidFill>
                        <a:schemeClr val="bg2"/>
                      </a:solidFill>
                    </a:endParaRPr>
                  </a:p>
                </p:txBody>
              </p:sp>
              <p:sp>
                <p:nvSpPr>
                  <p:cNvPr id="2089" name="Freeform 57">
                    <a:extLst>
                      <a:ext uri="{FF2B5EF4-FFF2-40B4-BE49-F238E27FC236}">
                        <a16:creationId xmlns:a16="http://schemas.microsoft.com/office/drawing/2014/main" id="{16F1DAAC-40C3-49F1-85F4-A1D1713751E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47" y="2325"/>
                    <a:ext cx="89" cy="98"/>
                  </a:xfrm>
                  <a:custGeom>
                    <a:avLst/>
                    <a:gdLst>
                      <a:gd name="T0" fmla="*/ 0 w 267"/>
                      <a:gd name="T1" fmla="*/ 0 h 293"/>
                      <a:gd name="T2" fmla="*/ 0 w 267"/>
                      <a:gd name="T3" fmla="*/ 0 h 293"/>
                      <a:gd name="T4" fmla="*/ 0 w 267"/>
                      <a:gd name="T5" fmla="*/ 0 h 293"/>
                      <a:gd name="T6" fmla="*/ 0 w 267"/>
                      <a:gd name="T7" fmla="*/ 0 h 293"/>
                      <a:gd name="T8" fmla="*/ 0 w 267"/>
                      <a:gd name="T9" fmla="*/ 0 h 293"/>
                      <a:gd name="T10" fmla="*/ 0 w 267"/>
                      <a:gd name="T11" fmla="*/ 0 h 293"/>
                      <a:gd name="T12" fmla="*/ 0 w 267"/>
                      <a:gd name="T13" fmla="*/ 0 h 293"/>
                      <a:gd name="T14" fmla="*/ 0 w 267"/>
                      <a:gd name="T15" fmla="*/ 0 h 293"/>
                      <a:gd name="T16" fmla="*/ 0 w 267"/>
                      <a:gd name="T17" fmla="*/ 0 h 293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267"/>
                      <a:gd name="T28" fmla="*/ 0 h 293"/>
                      <a:gd name="T29" fmla="*/ 267 w 267"/>
                      <a:gd name="T30" fmla="*/ 293 h 293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267" h="293">
                        <a:moveTo>
                          <a:pt x="0" y="0"/>
                        </a:moveTo>
                        <a:lnTo>
                          <a:pt x="101" y="42"/>
                        </a:lnTo>
                        <a:lnTo>
                          <a:pt x="146" y="69"/>
                        </a:lnTo>
                        <a:lnTo>
                          <a:pt x="169" y="115"/>
                        </a:lnTo>
                        <a:lnTo>
                          <a:pt x="191" y="175"/>
                        </a:lnTo>
                        <a:lnTo>
                          <a:pt x="214" y="211"/>
                        </a:lnTo>
                        <a:lnTo>
                          <a:pt x="245" y="233"/>
                        </a:lnTo>
                        <a:lnTo>
                          <a:pt x="262" y="250"/>
                        </a:lnTo>
                        <a:lnTo>
                          <a:pt x="267" y="293"/>
                        </a:lnTo>
                      </a:path>
                    </a:pathLst>
                  </a:custGeom>
                  <a:noFill/>
                  <a:ln w="4763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>
                      <a:solidFill>
                        <a:schemeClr val="bg2"/>
                      </a:solidFill>
                    </a:endParaRPr>
                  </a:p>
                </p:txBody>
              </p:sp>
            </p:grpSp>
            <p:grpSp>
              <p:nvGrpSpPr>
                <p:cNvPr id="2085" name="Group 58">
                  <a:extLst>
                    <a:ext uri="{FF2B5EF4-FFF2-40B4-BE49-F238E27FC236}">
                      <a16:creationId xmlns:a16="http://schemas.microsoft.com/office/drawing/2014/main" id="{822B224F-18C1-4525-BCE0-119C167898C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00" y="2208"/>
                  <a:ext cx="154" cy="216"/>
                  <a:chOff x="4800" y="2208"/>
                  <a:chExt cx="154" cy="216"/>
                </a:xfrm>
              </p:grpSpPr>
              <p:sp>
                <p:nvSpPr>
                  <p:cNvPr id="2086" name="Freeform 59">
                    <a:extLst>
                      <a:ext uri="{FF2B5EF4-FFF2-40B4-BE49-F238E27FC236}">
                        <a16:creationId xmlns:a16="http://schemas.microsoft.com/office/drawing/2014/main" id="{73222829-F67A-4ECC-BB26-A733B90E8A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03" y="2211"/>
                    <a:ext cx="151" cy="211"/>
                  </a:xfrm>
                  <a:custGeom>
                    <a:avLst/>
                    <a:gdLst>
                      <a:gd name="T0" fmla="*/ 1 w 453"/>
                      <a:gd name="T1" fmla="*/ 0 h 634"/>
                      <a:gd name="T2" fmla="*/ 1 w 453"/>
                      <a:gd name="T3" fmla="*/ 0 h 634"/>
                      <a:gd name="T4" fmla="*/ 1 w 453"/>
                      <a:gd name="T5" fmla="*/ 0 h 634"/>
                      <a:gd name="T6" fmla="*/ 0 w 453"/>
                      <a:gd name="T7" fmla="*/ 0 h 634"/>
                      <a:gd name="T8" fmla="*/ 0 w 453"/>
                      <a:gd name="T9" fmla="*/ 0 h 634"/>
                      <a:gd name="T10" fmla="*/ 0 w 453"/>
                      <a:gd name="T11" fmla="*/ 0 h 634"/>
                      <a:gd name="T12" fmla="*/ 0 w 453"/>
                      <a:gd name="T13" fmla="*/ 0 h 634"/>
                      <a:gd name="T14" fmla="*/ 0 w 453"/>
                      <a:gd name="T15" fmla="*/ 1 h 634"/>
                      <a:gd name="T16" fmla="*/ 0 w 453"/>
                      <a:gd name="T17" fmla="*/ 1 h 634"/>
                      <a:gd name="T18" fmla="*/ 0 w 453"/>
                      <a:gd name="T19" fmla="*/ 1 h 634"/>
                      <a:gd name="T20" fmla="*/ 0 w 453"/>
                      <a:gd name="T21" fmla="*/ 1 h 634"/>
                      <a:gd name="T22" fmla="*/ 0 w 453"/>
                      <a:gd name="T23" fmla="*/ 1 h 634"/>
                      <a:gd name="T24" fmla="*/ 0 w 453"/>
                      <a:gd name="T25" fmla="*/ 1 h 634"/>
                      <a:gd name="T26" fmla="*/ 0 w 453"/>
                      <a:gd name="T27" fmla="*/ 1 h 634"/>
                      <a:gd name="T28" fmla="*/ 0 w 453"/>
                      <a:gd name="T29" fmla="*/ 1 h 634"/>
                      <a:gd name="T30" fmla="*/ 0 w 453"/>
                      <a:gd name="T31" fmla="*/ 1 h 634"/>
                      <a:gd name="T32" fmla="*/ 0 w 453"/>
                      <a:gd name="T33" fmla="*/ 1 h 634"/>
                      <a:gd name="T34" fmla="*/ 0 w 453"/>
                      <a:gd name="T35" fmla="*/ 1 h 634"/>
                      <a:gd name="T36" fmla="*/ 0 w 453"/>
                      <a:gd name="T37" fmla="*/ 1 h 634"/>
                      <a:gd name="T38" fmla="*/ 0 w 453"/>
                      <a:gd name="T39" fmla="*/ 0 h 634"/>
                      <a:gd name="T40" fmla="*/ 0 w 453"/>
                      <a:gd name="T41" fmla="*/ 0 h 634"/>
                      <a:gd name="T42" fmla="*/ 0 w 453"/>
                      <a:gd name="T43" fmla="*/ 0 h 634"/>
                      <a:gd name="T44" fmla="*/ 0 w 453"/>
                      <a:gd name="T45" fmla="*/ 0 h 634"/>
                      <a:gd name="T46" fmla="*/ 1 w 453"/>
                      <a:gd name="T47" fmla="*/ 0 h 634"/>
                      <a:gd name="T48" fmla="*/ 1 w 453"/>
                      <a:gd name="T49" fmla="*/ 0 h 634"/>
                      <a:gd name="T50" fmla="*/ 1 w 453"/>
                      <a:gd name="T51" fmla="*/ 0 h 634"/>
                      <a:gd name="T52" fmla="*/ 1 w 453"/>
                      <a:gd name="T53" fmla="*/ 0 h 634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453"/>
                      <a:gd name="T82" fmla="*/ 0 h 634"/>
                      <a:gd name="T83" fmla="*/ 453 w 453"/>
                      <a:gd name="T84" fmla="*/ 634 h 634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T81" t="T82" r="T83" b="T84"/>
                    <a:pathLst>
                      <a:path w="453" h="634">
                        <a:moveTo>
                          <a:pt x="453" y="0"/>
                        </a:moveTo>
                        <a:lnTo>
                          <a:pt x="438" y="74"/>
                        </a:lnTo>
                        <a:lnTo>
                          <a:pt x="410" y="125"/>
                        </a:lnTo>
                        <a:lnTo>
                          <a:pt x="357" y="172"/>
                        </a:lnTo>
                        <a:lnTo>
                          <a:pt x="294" y="224"/>
                        </a:lnTo>
                        <a:lnTo>
                          <a:pt x="220" y="279"/>
                        </a:lnTo>
                        <a:lnTo>
                          <a:pt x="161" y="326"/>
                        </a:lnTo>
                        <a:lnTo>
                          <a:pt x="114" y="403"/>
                        </a:lnTo>
                        <a:lnTo>
                          <a:pt x="80" y="471"/>
                        </a:lnTo>
                        <a:lnTo>
                          <a:pt x="65" y="533"/>
                        </a:lnTo>
                        <a:lnTo>
                          <a:pt x="46" y="583"/>
                        </a:lnTo>
                        <a:lnTo>
                          <a:pt x="24" y="625"/>
                        </a:lnTo>
                        <a:lnTo>
                          <a:pt x="0" y="634"/>
                        </a:lnTo>
                        <a:lnTo>
                          <a:pt x="33" y="631"/>
                        </a:lnTo>
                        <a:lnTo>
                          <a:pt x="56" y="631"/>
                        </a:lnTo>
                        <a:lnTo>
                          <a:pt x="95" y="577"/>
                        </a:lnTo>
                        <a:lnTo>
                          <a:pt x="109" y="519"/>
                        </a:lnTo>
                        <a:lnTo>
                          <a:pt x="128" y="471"/>
                        </a:lnTo>
                        <a:lnTo>
                          <a:pt x="161" y="409"/>
                        </a:lnTo>
                        <a:lnTo>
                          <a:pt x="205" y="364"/>
                        </a:lnTo>
                        <a:lnTo>
                          <a:pt x="235" y="320"/>
                        </a:lnTo>
                        <a:lnTo>
                          <a:pt x="289" y="283"/>
                        </a:lnTo>
                        <a:lnTo>
                          <a:pt x="342" y="254"/>
                        </a:lnTo>
                        <a:lnTo>
                          <a:pt x="390" y="187"/>
                        </a:lnTo>
                        <a:lnTo>
                          <a:pt x="413" y="140"/>
                        </a:lnTo>
                        <a:lnTo>
                          <a:pt x="435" y="97"/>
                        </a:lnTo>
                        <a:lnTo>
                          <a:pt x="453" y="0"/>
                        </a:lnTo>
                        <a:close/>
                      </a:path>
                    </a:pathLst>
                  </a:custGeom>
                  <a:solidFill>
                    <a:srgbClr val="00C0E0"/>
                  </a:solidFill>
                  <a:ln w="4763">
                    <a:solidFill>
                      <a:srgbClr val="00C0E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>
                      <a:solidFill>
                        <a:schemeClr val="bg2"/>
                      </a:solidFill>
                    </a:endParaRPr>
                  </a:p>
                </p:txBody>
              </p:sp>
              <p:sp>
                <p:nvSpPr>
                  <p:cNvPr id="2087" name="Freeform 60">
                    <a:extLst>
                      <a:ext uri="{FF2B5EF4-FFF2-40B4-BE49-F238E27FC236}">
                        <a16:creationId xmlns:a16="http://schemas.microsoft.com/office/drawing/2014/main" id="{0334295C-3776-444A-B15E-18F5921B2AD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00" y="2208"/>
                    <a:ext cx="154" cy="216"/>
                  </a:xfrm>
                  <a:custGeom>
                    <a:avLst/>
                    <a:gdLst>
                      <a:gd name="T0" fmla="*/ 0 w 464"/>
                      <a:gd name="T1" fmla="*/ 1 h 647"/>
                      <a:gd name="T2" fmla="*/ 0 w 464"/>
                      <a:gd name="T3" fmla="*/ 1 h 647"/>
                      <a:gd name="T4" fmla="*/ 0 w 464"/>
                      <a:gd name="T5" fmla="*/ 1 h 647"/>
                      <a:gd name="T6" fmla="*/ 0 w 464"/>
                      <a:gd name="T7" fmla="*/ 1 h 647"/>
                      <a:gd name="T8" fmla="*/ 0 w 464"/>
                      <a:gd name="T9" fmla="*/ 1 h 647"/>
                      <a:gd name="T10" fmla="*/ 0 w 464"/>
                      <a:gd name="T11" fmla="*/ 0 h 647"/>
                      <a:gd name="T12" fmla="*/ 0 w 464"/>
                      <a:gd name="T13" fmla="*/ 0 h 647"/>
                      <a:gd name="T14" fmla="*/ 0 w 464"/>
                      <a:gd name="T15" fmla="*/ 0 h 647"/>
                      <a:gd name="T16" fmla="*/ 1 w 464"/>
                      <a:gd name="T17" fmla="*/ 0 h 647"/>
                      <a:gd name="T18" fmla="*/ 1 w 464"/>
                      <a:gd name="T19" fmla="*/ 0 h 647"/>
                      <a:gd name="T20" fmla="*/ 1 w 464"/>
                      <a:gd name="T21" fmla="*/ 0 h 6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464"/>
                      <a:gd name="T34" fmla="*/ 0 h 647"/>
                      <a:gd name="T35" fmla="*/ 464 w 464"/>
                      <a:gd name="T36" fmla="*/ 647 h 64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464" h="647">
                        <a:moveTo>
                          <a:pt x="0" y="647"/>
                        </a:moveTo>
                        <a:lnTo>
                          <a:pt x="43" y="628"/>
                        </a:lnTo>
                        <a:lnTo>
                          <a:pt x="70" y="589"/>
                        </a:lnTo>
                        <a:lnTo>
                          <a:pt x="84" y="523"/>
                        </a:lnTo>
                        <a:lnTo>
                          <a:pt x="123" y="409"/>
                        </a:lnTo>
                        <a:lnTo>
                          <a:pt x="185" y="321"/>
                        </a:lnTo>
                        <a:lnTo>
                          <a:pt x="306" y="235"/>
                        </a:lnTo>
                        <a:lnTo>
                          <a:pt x="359" y="195"/>
                        </a:lnTo>
                        <a:lnTo>
                          <a:pt x="437" y="111"/>
                        </a:lnTo>
                        <a:lnTo>
                          <a:pt x="456" y="42"/>
                        </a:lnTo>
                        <a:lnTo>
                          <a:pt x="464" y="0"/>
                        </a:lnTo>
                      </a:path>
                    </a:pathLst>
                  </a:custGeom>
                  <a:noFill/>
                  <a:ln w="4763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>
                      <a:solidFill>
                        <a:schemeClr val="bg2"/>
                      </a:solidFill>
                    </a:endParaRPr>
                  </a:p>
                </p:txBody>
              </p:sp>
            </p:grpSp>
          </p:grpSp>
          <p:grpSp>
            <p:nvGrpSpPr>
              <p:cNvPr id="2067" name="Group 61">
                <a:extLst>
                  <a:ext uri="{FF2B5EF4-FFF2-40B4-BE49-F238E27FC236}">
                    <a16:creationId xmlns:a16="http://schemas.microsoft.com/office/drawing/2014/main" id="{A7F2FBE1-5684-46E3-BEC8-CF6487DC7C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57" y="1635"/>
                <a:ext cx="103" cy="138"/>
                <a:chOff x="4557" y="1635"/>
                <a:chExt cx="103" cy="138"/>
              </a:xfrm>
            </p:grpSpPr>
            <p:sp>
              <p:nvSpPr>
                <p:cNvPr id="2080" name="Freeform 62">
                  <a:extLst>
                    <a:ext uri="{FF2B5EF4-FFF2-40B4-BE49-F238E27FC236}">
                      <a16:creationId xmlns:a16="http://schemas.microsoft.com/office/drawing/2014/main" id="{64E4CB4A-A05A-4748-A6F4-07430105BB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57" y="1635"/>
                  <a:ext cx="96" cy="138"/>
                </a:xfrm>
                <a:custGeom>
                  <a:avLst/>
                  <a:gdLst>
                    <a:gd name="T0" fmla="*/ 0 w 286"/>
                    <a:gd name="T1" fmla="*/ 0 h 415"/>
                    <a:gd name="T2" fmla="*/ 0 w 286"/>
                    <a:gd name="T3" fmla="*/ 0 h 415"/>
                    <a:gd name="T4" fmla="*/ 0 w 286"/>
                    <a:gd name="T5" fmla="*/ 0 h 415"/>
                    <a:gd name="T6" fmla="*/ 0 w 286"/>
                    <a:gd name="T7" fmla="*/ 0 h 415"/>
                    <a:gd name="T8" fmla="*/ 0 w 286"/>
                    <a:gd name="T9" fmla="*/ 0 h 415"/>
                    <a:gd name="T10" fmla="*/ 0 w 286"/>
                    <a:gd name="T11" fmla="*/ 0 h 415"/>
                    <a:gd name="T12" fmla="*/ 0 w 286"/>
                    <a:gd name="T13" fmla="*/ 0 h 415"/>
                    <a:gd name="T14" fmla="*/ 0 w 286"/>
                    <a:gd name="T15" fmla="*/ 0 h 415"/>
                    <a:gd name="T16" fmla="*/ 0 w 286"/>
                    <a:gd name="T17" fmla="*/ 0 h 415"/>
                    <a:gd name="T18" fmla="*/ 0 w 286"/>
                    <a:gd name="T19" fmla="*/ 0 h 415"/>
                    <a:gd name="T20" fmla="*/ 0 w 286"/>
                    <a:gd name="T21" fmla="*/ 0 h 415"/>
                    <a:gd name="T22" fmla="*/ 0 w 286"/>
                    <a:gd name="T23" fmla="*/ 1 h 415"/>
                    <a:gd name="T24" fmla="*/ 0 w 286"/>
                    <a:gd name="T25" fmla="*/ 1 h 415"/>
                    <a:gd name="T26" fmla="*/ 0 w 286"/>
                    <a:gd name="T27" fmla="*/ 1 h 415"/>
                    <a:gd name="T28" fmla="*/ 0 w 286"/>
                    <a:gd name="T29" fmla="*/ 1 h 415"/>
                    <a:gd name="T30" fmla="*/ 0 w 286"/>
                    <a:gd name="T31" fmla="*/ 0 h 415"/>
                    <a:gd name="T32" fmla="*/ 0 w 286"/>
                    <a:gd name="T33" fmla="*/ 0 h 415"/>
                    <a:gd name="T34" fmla="*/ 0 w 286"/>
                    <a:gd name="T35" fmla="*/ 0 h 415"/>
                    <a:gd name="T36" fmla="*/ 0 w 286"/>
                    <a:gd name="T37" fmla="*/ 0 h 415"/>
                    <a:gd name="T38" fmla="*/ 0 w 286"/>
                    <a:gd name="T39" fmla="*/ 0 h 415"/>
                    <a:gd name="T40" fmla="*/ 0 w 286"/>
                    <a:gd name="T41" fmla="*/ 0 h 415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286"/>
                    <a:gd name="T64" fmla="*/ 0 h 415"/>
                    <a:gd name="T65" fmla="*/ 286 w 286"/>
                    <a:gd name="T66" fmla="*/ 415 h 415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286" h="415">
                      <a:moveTo>
                        <a:pt x="234" y="68"/>
                      </a:moveTo>
                      <a:lnTo>
                        <a:pt x="199" y="19"/>
                      </a:lnTo>
                      <a:lnTo>
                        <a:pt x="153" y="1"/>
                      </a:lnTo>
                      <a:lnTo>
                        <a:pt x="96" y="0"/>
                      </a:lnTo>
                      <a:lnTo>
                        <a:pt x="46" y="32"/>
                      </a:lnTo>
                      <a:lnTo>
                        <a:pt x="10" y="89"/>
                      </a:lnTo>
                      <a:lnTo>
                        <a:pt x="0" y="155"/>
                      </a:lnTo>
                      <a:lnTo>
                        <a:pt x="6" y="249"/>
                      </a:lnTo>
                      <a:lnTo>
                        <a:pt x="41" y="300"/>
                      </a:lnTo>
                      <a:lnTo>
                        <a:pt x="75" y="329"/>
                      </a:lnTo>
                      <a:lnTo>
                        <a:pt x="124" y="354"/>
                      </a:lnTo>
                      <a:lnTo>
                        <a:pt x="150" y="397"/>
                      </a:lnTo>
                      <a:lnTo>
                        <a:pt x="187" y="415"/>
                      </a:lnTo>
                      <a:lnTo>
                        <a:pt x="233" y="412"/>
                      </a:lnTo>
                      <a:lnTo>
                        <a:pt x="264" y="384"/>
                      </a:lnTo>
                      <a:lnTo>
                        <a:pt x="282" y="345"/>
                      </a:lnTo>
                      <a:lnTo>
                        <a:pt x="286" y="298"/>
                      </a:lnTo>
                      <a:lnTo>
                        <a:pt x="270" y="252"/>
                      </a:lnTo>
                      <a:lnTo>
                        <a:pt x="274" y="190"/>
                      </a:lnTo>
                      <a:lnTo>
                        <a:pt x="261" y="124"/>
                      </a:lnTo>
                      <a:lnTo>
                        <a:pt x="234" y="68"/>
                      </a:lnTo>
                      <a:close/>
                    </a:path>
                  </a:pathLst>
                </a:custGeom>
                <a:solidFill>
                  <a:srgbClr val="E0A080"/>
                </a:solidFill>
                <a:ln w="4763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2081" name="Freeform 63">
                  <a:extLst>
                    <a:ext uri="{FF2B5EF4-FFF2-40B4-BE49-F238E27FC236}">
                      <a16:creationId xmlns:a16="http://schemas.microsoft.com/office/drawing/2014/main" id="{43A38247-1AB6-4D0B-8B2E-474E8D207B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1" y="1635"/>
                  <a:ext cx="79" cy="130"/>
                </a:xfrm>
                <a:custGeom>
                  <a:avLst/>
                  <a:gdLst>
                    <a:gd name="T0" fmla="*/ 0 w 236"/>
                    <a:gd name="T1" fmla="*/ 0 h 391"/>
                    <a:gd name="T2" fmla="*/ 0 w 236"/>
                    <a:gd name="T3" fmla="*/ 0 h 391"/>
                    <a:gd name="T4" fmla="*/ 0 w 236"/>
                    <a:gd name="T5" fmla="*/ 0 h 391"/>
                    <a:gd name="T6" fmla="*/ 0 w 236"/>
                    <a:gd name="T7" fmla="*/ 0 h 391"/>
                    <a:gd name="T8" fmla="*/ 0 w 236"/>
                    <a:gd name="T9" fmla="*/ 0 h 391"/>
                    <a:gd name="T10" fmla="*/ 0 w 236"/>
                    <a:gd name="T11" fmla="*/ 0 h 391"/>
                    <a:gd name="T12" fmla="*/ 0 w 236"/>
                    <a:gd name="T13" fmla="*/ 0 h 391"/>
                    <a:gd name="T14" fmla="*/ 0 w 236"/>
                    <a:gd name="T15" fmla="*/ 0 h 391"/>
                    <a:gd name="T16" fmla="*/ 0 w 236"/>
                    <a:gd name="T17" fmla="*/ 0 h 391"/>
                    <a:gd name="T18" fmla="*/ 0 w 236"/>
                    <a:gd name="T19" fmla="*/ 0 h 391"/>
                    <a:gd name="T20" fmla="*/ 0 w 236"/>
                    <a:gd name="T21" fmla="*/ 0 h 391"/>
                    <a:gd name="T22" fmla="*/ 0 w 236"/>
                    <a:gd name="T23" fmla="*/ 1 h 391"/>
                    <a:gd name="T24" fmla="*/ 0 w 236"/>
                    <a:gd name="T25" fmla="*/ 1 h 391"/>
                    <a:gd name="T26" fmla="*/ 0 w 236"/>
                    <a:gd name="T27" fmla="*/ 1 h 391"/>
                    <a:gd name="T28" fmla="*/ 0 w 236"/>
                    <a:gd name="T29" fmla="*/ 0 h 391"/>
                    <a:gd name="T30" fmla="*/ 0 w 236"/>
                    <a:gd name="T31" fmla="*/ 0 h 391"/>
                    <a:gd name="T32" fmla="*/ 0 w 236"/>
                    <a:gd name="T33" fmla="*/ 0 h 391"/>
                    <a:gd name="T34" fmla="*/ 0 w 236"/>
                    <a:gd name="T35" fmla="*/ 0 h 391"/>
                    <a:gd name="T36" fmla="*/ 0 w 236"/>
                    <a:gd name="T37" fmla="*/ 0 h 391"/>
                    <a:gd name="T38" fmla="*/ 0 w 236"/>
                    <a:gd name="T39" fmla="*/ 0 h 391"/>
                    <a:gd name="T40" fmla="*/ 0 w 236"/>
                    <a:gd name="T41" fmla="*/ 0 h 391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236"/>
                    <a:gd name="T64" fmla="*/ 0 h 391"/>
                    <a:gd name="T65" fmla="*/ 236 w 236"/>
                    <a:gd name="T66" fmla="*/ 391 h 391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236" h="391">
                      <a:moveTo>
                        <a:pt x="193" y="63"/>
                      </a:moveTo>
                      <a:lnTo>
                        <a:pt x="163" y="18"/>
                      </a:lnTo>
                      <a:lnTo>
                        <a:pt x="126" y="1"/>
                      </a:lnTo>
                      <a:lnTo>
                        <a:pt x="79" y="0"/>
                      </a:lnTo>
                      <a:lnTo>
                        <a:pt x="38" y="31"/>
                      </a:lnTo>
                      <a:lnTo>
                        <a:pt x="8" y="84"/>
                      </a:lnTo>
                      <a:lnTo>
                        <a:pt x="0" y="146"/>
                      </a:lnTo>
                      <a:lnTo>
                        <a:pt x="4" y="235"/>
                      </a:lnTo>
                      <a:lnTo>
                        <a:pt x="34" y="282"/>
                      </a:lnTo>
                      <a:lnTo>
                        <a:pt x="62" y="310"/>
                      </a:lnTo>
                      <a:lnTo>
                        <a:pt x="101" y="334"/>
                      </a:lnTo>
                      <a:lnTo>
                        <a:pt x="124" y="375"/>
                      </a:lnTo>
                      <a:lnTo>
                        <a:pt x="155" y="391"/>
                      </a:lnTo>
                      <a:lnTo>
                        <a:pt x="191" y="388"/>
                      </a:lnTo>
                      <a:lnTo>
                        <a:pt x="218" y="362"/>
                      </a:lnTo>
                      <a:lnTo>
                        <a:pt x="233" y="326"/>
                      </a:lnTo>
                      <a:lnTo>
                        <a:pt x="236" y="282"/>
                      </a:lnTo>
                      <a:lnTo>
                        <a:pt x="222" y="238"/>
                      </a:lnTo>
                      <a:lnTo>
                        <a:pt x="225" y="180"/>
                      </a:lnTo>
                      <a:lnTo>
                        <a:pt x="215" y="117"/>
                      </a:lnTo>
                      <a:lnTo>
                        <a:pt x="193" y="63"/>
                      </a:lnTo>
                      <a:close/>
                    </a:path>
                  </a:pathLst>
                </a:custGeom>
                <a:solidFill>
                  <a:srgbClr val="E0A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>
                    <a:solidFill>
                      <a:schemeClr val="bg2"/>
                    </a:solidFill>
                  </a:endParaRPr>
                </a:p>
              </p:txBody>
            </p:sp>
          </p:grpSp>
          <p:grpSp>
            <p:nvGrpSpPr>
              <p:cNvPr id="2068" name="Group 64">
                <a:extLst>
                  <a:ext uri="{FF2B5EF4-FFF2-40B4-BE49-F238E27FC236}">
                    <a16:creationId xmlns:a16="http://schemas.microsoft.com/office/drawing/2014/main" id="{63D2203E-520F-46C0-9009-4751E52792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83" y="1837"/>
                <a:ext cx="649" cy="498"/>
                <a:chOff x="4183" y="1837"/>
                <a:chExt cx="649" cy="498"/>
              </a:xfrm>
            </p:grpSpPr>
            <p:sp>
              <p:nvSpPr>
                <p:cNvPr id="2069" name="Freeform 65">
                  <a:extLst>
                    <a:ext uri="{FF2B5EF4-FFF2-40B4-BE49-F238E27FC236}">
                      <a16:creationId xmlns:a16="http://schemas.microsoft.com/office/drawing/2014/main" id="{09650074-222D-4E50-9FFE-F09D4D7D1D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34" y="1837"/>
                  <a:ext cx="398" cy="335"/>
                </a:xfrm>
                <a:custGeom>
                  <a:avLst/>
                  <a:gdLst>
                    <a:gd name="T0" fmla="*/ 1 w 1192"/>
                    <a:gd name="T1" fmla="*/ 0 h 1005"/>
                    <a:gd name="T2" fmla="*/ 0 w 1192"/>
                    <a:gd name="T3" fmla="*/ 0 h 1005"/>
                    <a:gd name="T4" fmla="*/ 0 w 1192"/>
                    <a:gd name="T5" fmla="*/ 1 h 1005"/>
                    <a:gd name="T6" fmla="*/ 0 w 1192"/>
                    <a:gd name="T7" fmla="*/ 1 h 1005"/>
                    <a:gd name="T8" fmla="*/ 0 w 1192"/>
                    <a:gd name="T9" fmla="*/ 1 h 1005"/>
                    <a:gd name="T10" fmla="*/ 0 w 1192"/>
                    <a:gd name="T11" fmla="*/ 1 h 1005"/>
                    <a:gd name="T12" fmla="*/ 1 w 1192"/>
                    <a:gd name="T13" fmla="*/ 0 h 1005"/>
                    <a:gd name="T14" fmla="*/ 0 w 1192"/>
                    <a:gd name="T15" fmla="*/ 1 h 1005"/>
                    <a:gd name="T16" fmla="*/ 0 w 1192"/>
                    <a:gd name="T17" fmla="*/ 1 h 1005"/>
                    <a:gd name="T18" fmla="*/ 0 w 1192"/>
                    <a:gd name="T19" fmla="*/ 1 h 1005"/>
                    <a:gd name="T20" fmla="*/ 1 w 1192"/>
                    <a:gd name="T21" fmla="*/ 1 h 1005"/>
                    <a:gd name="T22" fmla="*/ 1 w 1192"/>
                    <a:gd name="T23" fmla="*/ 1 h 1005"/>
                    <a:gd name="T24" fmla="*/ 1 w 1192"/>
                    <a:gd name="T25" fmla="*/ 1 h 1005"/>
                    <a:gd name="T26" fmla="*/ 1 w 1192"/>
                    <a:gd name="T27" fmla="*/ 1 h 1005"/>
                    <a:gd name="T28" fmla="*/ 1 w 1192"/>
                    <a:gd name="T29" fmla="*/ 1 h 1005"/>
                    <a:gd name="T30" fmla="*/ 2 w 1192"/>
                    <a:gd name="T31" fmla="*/ 0 h 1005"/>
                    <a:gd name="T32" fmla="*/ 2 w 1192"/>
                    <a:gd name="T33" fmla="*/ 0 h 1005"/>
                    <a:gd name="T34" fmla="*/ 1 w 1192"/>
                    <a:gd name="T35" fmla="*/ 0 h 1005"/>
                    <a:gd name="T36" fmla="*/ 1 w 1192"/>
                    <a:gd name="T37" fmla="*/ 0 h 1005"/>
                    <a:gd name="T38" fmla="*/ 1 w 1192"/>
                    <a:gd name="T39" fmla="*/ 0 h 1005"/>
                    <a:gd name="T40" fmla="*/ 1 w 1192"/>
                    <a:gd name="T41" fmla="*/ 0 h 1005"/>
                    <a:gd name="T42" fmla="*/ 1 w 1192"/>
                    <a:gd name="T43" fmla="*/ 0 h 1005"/>
                    <a:gd name="T44" fmla="*/ 1 w 1192"/>
                    <a:gd name="T45" fmla="*/ 0 h 1005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1192"/>
                    <a:gd name="T70" fmla="*/ 0 h 1005"/>
                    <a:gd name="T71" fmla="*/ 1192 w 1192"/>
                    <a:gd name="T72" fmla="*/ 1005 h 1005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1192" h="1005">
                      <a:moveTo>
                        <a:pt x="456" y="0"/>
                      </a:moveTo>
                      <a:lnTo>
                        <a:pt x="226" y="198"/>
                      </a:lnTo>
                      <a:lnTo>
                        <a:pt x="85" y="382"/>
                      </a:lnTo>
                      <a:lnTo>
                        <a:pt x="0" y="698"/>
                      </a:lnTo>
                      <a:lnTo>
                        <a:pt x="226" y="531"/>
                      </a:lnTo>
                      <a:lnTo>
                        <a:pt x="351" y="413"/>
                      </a:lnTo>
                      <a:lnTo>
                        <a:pt x="419" y="338"/>
                      </a:lnTo>
                      <a:lnTo>
                        <a:pt x="351" y="528"/>
                      </a:lnTo>
                      <a:lnTo>
                        <a:pt x="333" y="703"/>
                      </a:lnTo>
                      <a:lnTo>
                        <a:pt x="327" y="1005"/>
                      </a:lnTo>
                      <a:lnTo>
                        <a:pt x="366" y="918"/>
                      </a:lnTo>
                      <a:lnTo>
                        <a:pt x="443" y="793"/>
                      </a:lnTo>
                      <a:lnTo>
                        <a:pt x="568" y="698"/>
                      </a:lnTo>
                      <a:lnTo>
                        <a:pt x="682" y="649"/>
                      </a:lnTo>
                      <a:lnTo>
                        <a:pt x="959" y="520"/>
                      </a:lnTo>
                      <a:lnTo>
                        <a:pt x="1192" y="303"/>
                      </a:lnTo>
                      <a:lnTo>
                        <a:pt x="1120" y="251"/>
                      </a:lnTo>
                      <a:lnTo>
                        <a:pt x="1055" y="276"/>
                      </a:lnTo>
                      <a:lnTo>
                        <a:pt x="944" y="280"/>
                      </a:lnTo>
                      <a:lnTo>
                        <a:pt x="810" y="266"/>
                      </a:lnTo>
                      <a:lnTo>
                        <a:pt x="692" y="232"/>
                      </a:lnTo>
                      <a:lnTo>
                        <a:pt x="509" y="247"/>
                      </a:lnTo>
                      <a:lnTo>
                        <a:pt x="456" y="0"/>
                      </a:lnTo>
                      <a:close/>
                    </a:path>
                  </a:pathLst>
                </a:custGeom>
                <a:solidFill>
                  <a:srgbClr val="E0E0FF"/>
                </a:solidFill>
                <a:ln w="4763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2070" name="Freeform 66">
                  <a:extLst>
                    <a:ext uri="{FF2B5EF4-FFF2-40B4-BE49-F238E27FC236}">
                      <a16:creationId xmlns:a16="http://schemas.microsoft.com/office/drawing/2014/main" id="{6ADC334F-614D-474A-BFDC-614BD1B31C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76" y="1944"/>
                  <a:ext cx="214" cy="370"/>
                </a:xfrm>
                <a:custGeom>
                  <a:avLst/>
                  <a:gdLst>
                    <a:gd name="T0" fmla="*/ 1 w 644"/>
                    <a:gd name="T1" fmla="*/ 0 h 1109"/>
                    <a:gd name="T2" fmla="*/ 1 w 644"/>
                    <a:gd name="T3" fmla="*/ 0 h 1109"/>
                    <a:gd name="T4" fmla="*/ 1 w 644"/>
                    <a:gd name="T5" fmla="*/ 0 h 1109"/>
                    <a:gd name="T6" fmla="*/ 1 w 644"/>
                    <a:gd name="T7" fmla="*/ 0 h 1109"/>
                    <a:gd name="T8" fmla="*/ 1 w 644"/>
                    <a:gd name="T9" fmla="*/ 1 h 1109"/>
                    <a:gd name="T10" fmla="*/ 0 w 644"/>
                    <a:gd name="T11" fmla="*/ 2 h 1109"/>
                    <a:gd name="T12" fmla="*/ 0 w 644"/>
                    <a:gd name="T13" fmla="*/ 1 h 1109"/>
                    <a:gd name="T14" fmla="*/ 1 w 644"/>
                    <a:gd name="T15" fmla="*/ 0 h 1109"/>
                    <a:gd name="T16" fmla="*/ 1 w 644"/>
                    <a:gd name="T17" fmla="*/ 0 h 1109"/>
                    <a:gd name="T18" fmla="*/ 1 w 644"/>
                    <a:gd name="T19" fmla="*/ 0 h 1109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644"/>
                    <a:gd name="T31" fmla="*/ 0 h 1109"/>
                    <a:gd name="T32" fmla="*/ 644 w 644"/>
                    <a:gd name="T33" fmla="*/ 1109 h 1109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644" h="1109">
                      <a:moveTo>
                        <a:pt x="567" y="0"/>
                      </a:moveTo>
                      <a:lnTo>
                        <a:pt x="644" y="58"/>
                      </a:lnTo>
                      <a:lnTo>
                        <a:pt x="636" y="216"/>
                      </a:lnTo>
                      <a:lnTo>
                        <a:pt x="487" y="335"/>
                      </a:lnTo>
                      <a:lnTo>
                        <a:pt x="379" y="726"/>
                      </a:lnTo>
                      <a:lnTo>
                        <a:pt x="0" y="1109"/>
                      </a:lnTo>
                      <a:lnTo>
                        <a:pt x="174" y="570"/>
                      </a:lnTo>
                      <a:lnTo>
                        <a:pt x="366" y="276"/>
                      </a:lnTo>
                      <a:lnTo>
                        <a:pt x="396" y="96"/>
                      </a:lnTo>
                      <a:lnTo>
                        <a:pt x="567" y="0"/>
                      </a:lnTo>
                      <a:close/>
                    </a:path>
                  </a:pathLst>
                </a:custGeom>
                <a:solidFill>
                  <a:srgbClr val="FF00A0"/>
                </a:solidFill>
                <a:ln w="4763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>
                    <a:solidFill>
                      <a:schemeClr val="bg2"/>
                    </a:solidFill>
                  </a:endParaRPr>
                </a:p>
              </p:txBody>
            </p:sp>
            <p:grpSp>
              <p:nvGrpSpPr>
                <p:cNvPr id="2071" name="Group 67">
                  <a:extLst>
                    <a:ext uri="{FF2B5EF4-FFF2-40B4-BE49-F238E27FC236}">
                      <a16:creationId xmlns:a16="http://schemas.microsoft.com/office/drawing/2014/main" id="{FF489114-8CF9-4C20-9373-F5765737FD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83" y="1965"/>
                  <a:ext cx="313" cy="370"/>
                  <a:chOff x="4183" y="1965"/>
                  <a:chExt cx="313" cy="370"/>
                </a:xfrm>
              </p:grpSpPr>
              <p:grpSp>
                <p:nvGrpSpPr>
                  <p:cNvPr id="2072" name="Group 68">
                    <a:extLst>
                      <a:ext uri="{FF2B5EF4-FFF2-40B4-BE49-F238E27FC236}">
                        <a16:creationId xmlns:a16="http://schemas.microsoft.com/office/drawing/2014/main" id="{B68C19F5-9BD7-4517-AB2E-82F7E587B03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183" y="1965"/>
                    <a:ext cx="268" cy="298"/>
                    <a:chOff x="4183" y="1965"/>
                    <a:chExt cx="268" cy="298"/>
                  </a:xfrm>
                </p:grpSpPr>
                <p:sp>
                  <p:nvSpPr>
                    <p:cNvPr id="2074" name="Freeform 69">
                      <a:extLst>
                        <a:ext uri="{FF2B5EF4-FFF2-40B4-BE49-F238E27FC236}">
                          <a16:creationId xmlns:a16="http://schemas.microsoft.com/office/drawing/2014/main" id="{27AE9BDC-A42B-4400-9AC7-0F882694641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183" y="1965"/>
                      <a:ext cx="268" cy="298"/>
                    </a:xfrm>
                    <a:custGeom>
                      <a:avLst/>
                      <a:gdLst>
                        <a:gd name="T0" fmla="*/ 1 w 803"/>
                        <a:gd name="T1" fmla="*/ 0 h 893"/>
                        <a:gd name="T2" fmla="*/ 1 w 803"/>
                        <a:gd name="T3" fmla="*/ 0 h 893"/>
                        <a:gd name="T4" fmla="*/ 1 w 803"/>
                        <a:gd name="T5" fmla="*/ 0 h 893"/>
                        <a:gd name="T6" fmla="*/ 1 w 803"/>
                        <a:gd name="T7" fmla="*/ 0 h 893"/>
                        <a:gd name="T8" fmla="*/ 0 w 803"/>
                        <a:gd name="T9" fmla="*/ 0 h 893"/>
                        <a:gd name="T10" fmla="*/ 0 w 803"/>
                        <a:gd name="T11" fmla="*/ 0 h 893"/>
                        <a:gd name="T12" fmla="*/ 0 w 803"/>
                        <a:gd name="T13" fmla="*/ 0 h 893"/>
                        <a:gd name="T14" fmla="*/ 0 w 803"/>
                        <a:gd name="T15" fmla="*/ 0 h 893"/>
                        <a:gd name="T16" fmla="*/ 0 w 803"/>
                        <a:gd name="T17" fmla="*/ 0 h 893"/>
                        <a:gd name="T18" fmla="*/ 0 w 803"/>
                        <a:gd name="T19" fmla="*/ 0 h 893"/>
                        <a:gd name="T20" fmla="*/ 0 w 803"/>
                        <a:gd name="T21" fmla="*/ 0 h 893"/>
                        <a:gd name="T22" fmla="*/ 0 w 803"/>
                        <a:gd name="T23" fmla="*/ 0 h 893"/>
                        <a:gd name="T24" fmla="*/ 0 w 803"/>
                        <a:gd name="T25" fmla="*/ 0 h 893"/>
                        <a:gd name="T26" fmla="*/ 0 w 803"/>
                        <a:gd name="T27" fmla="*/ 0 h 893"/>
                        <a:gd name="T28" fmla="*/ 0 w 803"/>
                        <a:gd name="T29" fmla="*/ 0 h 893"/>
                        <a:gd name="T30" fmla="*/ 0 w 803"/>
                        <a:gd name="T31" fmla="*/ 0 h 893"/>
                        <a:gd name="T32" fmla="*/ 0 w 803"/>
                        <a:gd name="T33" fmla="*/ 1 h 893"/>
                        <a:gd name="T34" fmla="*/ 0 w 803"/>
                        <a:gd name="T35" fmla="*/ 1 h 893"/>
                        <a:gd name="T36" fmla="*/ 0 w 803"/>
                        <a:gd name="T37" fmla="*/ 1 h 893"/>
                        <a:gd name="T38" fmla="*/ 0 w 803"/>
                        <a:gd name="T39" fmla="*/ 1 h 893"/>
                        <a:gd name="T40" fmla="*/ 0 w 803"/>
                        <a:gd name="T41" fmla="*/ 1 h 893"/>
                        <a:gd name="T42" fmla="*/ 0 w 803"/>
                        <a:gd name="T43" fmla="*/ 1 h 893"/>
                        <a:gd name="T44" fmla="*/ 0 w 803"/>
                        <a:gd name="T45" fmla="*/ 1 h 893"/>
                        <a:gd name="T46" fmla="*/ 0 w 803"/>
                        <a:gd name="T47" fmla="*/ 1 h 893"/>
                        <a:gd name="T48" fmla="*/ 0 w 803"/>
                        <a:gd name="T49" fmla="*/ 1 h 893"/>
                        <a:gd name="T50" fmla="*/ 0 w 803"/>
                        <a:gd name="T51" fmla="*/ 1 h 893"/>
                        <a:gd name="T52" fmla="*/ 0 w 803"/>
                        <a:gd name="T53" fmla="*/ 1 h 893"/>
                        <a:gd name="T54" fmla="*/ 1 w 803"/>
                        <a:gd name="T55" fmla="*/ 1 h 893"/>
                        <a:gd name="T56" fmla="*/ 1 w 803"/>
                        <a:gd name="T57" fmla="*/ 1 h 893"/>
                        <a:gd name="T58" fmla="*/ 1 w 803"/>
                        <a:gd name="T59" fmla="*/ 1 h 893"/>
                        <a:gd name="T60" fmla="*/ 1 w 803"/>
                        <a:gd name="T61" fmla="*/ 1 h 893"/>
                        <a:gd name="T62" fmla="*/ 1 w 803"/>
                        <a:gd name="T63" fmla="*/ 1 h 893"/>
                        <a:gd name="T64" fmla="*/ 1 w 803"/>
                        <a:gd name="T65" fmla="*/ 0 h 893"/>
                        <a:gd name="T66" fmla="*/ 1 w 803"/>
                        <a:gd name="T67" fmla="*/ 0 h 893"/>
                        <a:gd name="T68" fmla="*/ 1 w 803"/>
                        <a:gd name="T69" fmla="*/ 0 h 893"/>
                        <a:gd name="T70" fmla="*/ 1 w 803"/>
                        <a:gd name="T71" fmla="*/ 0 h 893"/>
                        <a:gd name="T72" fmla="*/ 1 w 803"/>
                        <a:gd name="T73" fmla="*/ 0 h 893"/>
                        <a:gd name="T74" fmla="*/ 1 w 803"/>
                        <a:gd name="T75" fmla="*/ 0 h 893"/>
                        <a:gd name="T76" fmla="*/ 1 w 803"/>
                        <a:gd name="T77" fmla="*/ 0 h 893"/>
                        <a:gd name="T78" fmla="*/ 1 w 803"/>
                        <a:gd name="T79" fmla="*/ 0 h 893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w 803"/>
                        <a:gd name="T121" fmla="*/ 0 h 893"/>
                        <a:gd name="T122" fmla="*/ 803 w 803"/>
                        <a:gd name="T123" fmla="*/ 893 h 893"/>
                      </a:gdLst>
                      <a:ahLst/>
                      <a:cxnLst>
                        <a:cxn ang="T80">
                          <a:pos x="T0" y="T1"/>
                        </a:cxn>
                        <a:cxn ang="T81">
                          <a:pos x="T2" y="T3"/>
                        </a:cxn>
                        <a:cxn ang="T82">
                          <a:pos x="T4" y="T5"/>
                        </a:cxn>
                        <a:cxn ang="T83">
                          <a:pos x="T6" y="T7"/>
                        </a:cxn>
                        <a:cxn ang="T84">
                          <a:pos x="T8" y="T9"/>
                        </a:cxn>
                        <a:cxn ang="T85">
                          <a:pos x="T10" y="T11"/>
                        </a:cxn>
                        <a:cxn ang="T86">
                          <a:pos x="T12" y="T13"/>
                        </a:cxn>
                        <a:cxn ang="T87">
                          <a:pos x="T14" y="T15"/>
                        </a:cxn>
                        <a:cxn ang="T88">
                          <a:pos x="T16" y="T17"/>
                        </a:cxn>
                        <a:cxn ang="T89">
                          <a:pos x="T18" y="T19"/>
                        </a:cxn>
                        <a:cxn ang="T90">
                          <a:pos x="T20" y="T21"/>
                        </a:cxn>
                        <a:cxn ang="T91">
                          <a:pos x="T22" y="T23"/>
                        </a:cxn>
                        <a:cxn ang="T92">
                          <a:pos x="T24" y="T25"/>
                        </a:cxn>
                        <a:cxn ang="T93">
                          <a:pos x="T26" y="T27"/>
                        </a:cxn>
                        <a:cxn ang="T94">
                          <a:pos x="T28" y="T29"/>
                        </a:cxn>
                        <a:cxn ang="T95">
                          <a:pos x="T30" y="T31"/>
                        </a:cxn>
                        <a:cxn ang="T96">
                          <a:pos x="T32" y="T33"/>
                        </a:cxn>
                        <a:cxn ang="T97">
                          <a:pos x="T34" y="T35"/>
                        </a:cxn>
                        <a:cxn ang="T98">
                          <a:pos x="T36" y="T37"/>
                        </a:cxn>
                        <a:cxn ang="T99">
                          <a:pos x="T38" y="T39"/>
                        </a:cxn>
                        <a:cxn ang="T100">
                          <a:pos x="T40" y="T41"/>
                        </a:cxn>
                        <a:cxn ang="T101">
                          <a:pos x="T42" y="T43"/>
                        </a:cxn>
                        <a:cxn ang="T102">
                          <a:pos x="T44" y="T45"/>
                        </a:cxn>
                        <a:cxn ang="T103">
                          <a:pos x="T46" y="T47"/>
                        </a:cxn>
                        <a:cxn ang="T104">
                          <a:pos x="T48" y="T49"/>
                        </a:cxn>
                        <a:cxn ang="T105">
                          <a:pos x="T50" y="T51"/>
                        </a:cxn>
                        <a:cxn ang="T106">
                          <a:pos x="T52" y="T53"/>
                        </a:cxn>
                        <a:cxn ang="T107">
                          <a:pos x="T54" y="T55"/>
                        </a:cxn>
                        <a:cxn ang="T108">
                          <a:pos x="T56" y="T57"/>
                        </a:cxn>
                        <a:cxn ang="T109">
                          <a:pos x="T58" y="T59"/>
                        </a:cxn>
                        <a:cxn ang="T110">
                          <a:pos x="T60" y="T61"/>
                        </a:cxn>
                        <a:cxn ang="T111">
                          <a:pos x="T62" y="T63"/>
                        </a:cxn>
                        <a:cxn ang="T112">
                          <a:pos x="T64" y="T65"/>
                        </a:cxn>
                        <a:cxn ang="T113">
                          <a:pos x="T66" y="T67"/>
                        </a:cxn>
                        <a:cxn ang="T114">
                          <a:pos x="T68" y="T69"/>
                        </a:cxn>
                        <a:cxn ang="T115">
                          <a:pos x="T70" y="T71"/>
                        </a:cxn>
                        <a:cxn ang="T116">
                          <a:pos x="T72" y="T73"/>
                        </a:cxn>
                        <a:cxn ang="T117">
                          <a:pos x="T74" y="T75"/>
                        </a:cxn>
                        <a:cxn ang="T118">
                          <a:pos x="T76" y="T77"/>
                        </a:cxn>
                        <a:cxn ang="T119">
                          <a:pos x="T78" y="T79"/>
                        </a:cxn>
                      </a:cxnLst>
                      <a:rect l="T120" t="T121" r="T122" b="T123"/>
                      <a:pathLst>
                        <a:path w="803" h="893">
                          <a:moveTo>
                            <a:pt x="685" y="86"/>
                          </a:moveTo>
                          <a:lnTo>
                            <a:pt x="613" y="231"/>
                          </a:lnTo>
                          <a:lnTo>
                            <a:pt x="490" y="202"/>
                          </a:lnTo>
                          <a:lnTo>
                            <a:pt x="377" y="169"/>
                          </a:lnTo>
                          <a:lnTo>
                            <a:pt x="275" y="123"/>
                          </a:lnTo>
                          <a:lnTo>
                            <a:pt x="201" y="90"/>
                          </a:lnTo>
                          <a:lnTo>
                            <a:pt x="62" y="0"/>
                          </a:lnTo>
                          <a:lnTo>
                            <a:pt x="24" y="15"/>
                          </a:lnTo>
                          <a:lnTo>
                            <a:pt x="19" y="102"/>
                          </a:lnTo>
                          <a:lnTo>
                            <a:pt x="77" y="183"/>
                          </a:lnTo>
                          <a:lnTo>
                            <a:pt x="30" y="173"/>
                          </a:lnTo>
                          <a:lnTo>
                            <a:pt x="0" y="211"/>
                          </a:lnTo>
                          <a:lnTo>
                            <a:pt x="9" y="250"/>
                          </a:lnTo>
                          <a:lnTo>
                            <a:pt x="49" y="298"/>
                          </a:lnTo>
                          <a:lnTo>
                            <a:pt x="30" y="318"/>
                          </a:lnTo>
                          <a:lnTo>
                            <a:pt x="9" y="347"/>
                          </a:lnTo>
                          <a:lnTo>
                            <a:pt x="9" y="383"/>
                          </a:lnTo>
                          <a:lnTo>
                            <a:pt x="30" y="442"/>
                          </a:lnTo>
                          <a:lnTo>
                            <a:pt x="96" y="498"/>
                          </a:lnTo>
                          <a:lnTo>
                            <a:pt x="67" y="517"/>
                          </a:lnTo>
                          <a:lnTo>
                            <a:pt x="53" y="566"/>
                          </a:lnTo>
                          <a:lnTo>
                            <a:pt x="71" y="614"/>
                          </a:lnTo>
                          <a:lnTo>
                            <a:pt x="132" y="644"/>
                          </a:lnTo>
                          <a:lnTo>
                            <a:pt x="208" y="673"/>
                          </a:lnTo>
                          <a:lnTo>
                            <a:pt x="270" y="725"/>
                          </a:lnTo>
                          <a:lnTo>
                            <a:pt x="318" y="774"/>
                          </a:lnTo>
                          <a:lnTo>
                            <a:pt x="362" y="821"/>
                          </a:lnTo>
                          <a:lnTo>
                            <a:pt x="412" y="875"/>
                          </a:lnTo>
                          <a:lnTo>
                            <a:pt x="501" y="893"/>
                          </a:lnTo>
                          <a:lnTo>
                            <a:pt x="672" y="673"/>
                          </a:lnTo>
                          <a:lnTo>
                            <a:pt x="701" y="508"/>
                          </a:lnTo>
                          <a:lnTo>
                            <a:pt x="712" y="412"/>
                          </a:lnTo>
                          <a:lnTo>
                            <a:pt x="754" y="363"/>
                          </a:lnTo>
                          <a:lnTo>
                            <a:pt x="787" y="313"/>
                          </a:lnTo>
                          <a:lnTo>
                            <a:pt x="803" y="236"/>
                          </a:lnTo>
                          <a:lnTo>
                            <a:pt x="799" y="185"/>
                          </a:lnTo>
                          <a:lnTo>
                            <a:pt x="782" y="142"/>
                          </a:lnTo>
                          <a:lnTo>
                            <a:pt x="754" y="99"/>
                          </a:lnTo>
                          <a:lnTo>
                            <a:pt x="722" y="81"/>
                          </a:lnTo>
                          <a:lnTo>
                            <a:pt x="685" y="86"/>
                          </a:lnTo>
                          <a:close/>
                        </a:path>
                      </a:pathLst>
                    </a:custGeom>
                    <a:solidFill>
                      <a:srgbClr val="E0A080"/>
                    </a:solidFill>
                    <a:ln w="4763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>
                        <a:solidFill>
                          <a:schemeClr val="bg2"/>
                        </a:solidFill>
                      </a:endParaRPr>
                    </a:p>
                  </p:txBody>
                </p:sp>
                <p:grpSp>
                  <p:nvGrpSpPr>
                    <p:cNvPr id="2075" name="Group 70">
                      <a:extLst>
                        <a:ext uri="{FF2B5EF4-FFF2-40B4-BE49-F238E27FC236}">
                          <a16:creationId xmlns:a16="http://schemas.microsoft.com/office/drawing/2014/main" id="{30A328FD-E66D-43C0-BFB2-FB8E430BB6A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200" y="2010"/>
                      <a:ext cx="199" cy="145"/>
                      <a:chOff x="4200" y="2010"/>
                      <a:chExt cx="199" cy="145"/>
                    </a:xfrm>
                  </p:grpSpPr>
                  <p:sp>
                    <p:nvSpPr>
                      <p:cNvPr id="2076" name="Freeform 71">
                        <a:extLst>
                          <a:ext uri="{FF2B5EF4-FFF2-40B4-BE49-F238E27FC236}">
                            <a16:creationId xmlns:a16="http://schemas.microsoft.com/office/drawing/2014/main" id="{272732CF-9532-4119-A24E-884E1E858B2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06" y="2023"/>
                        <a:ext cx="141" cy="49"/>
                      </a:xfrm>
                      <a:custGeom>
                        <a:avLst/>
                        <a:gdLst>
                          <a:gd name="T0" fmla="*/ 0 w 423"/>
                          <a:gd name="T1" fmla="*/ 0 h 149"/>
                          <a:gd name="T2" fmla="*/ 0 w 423"/>
                          <a:gd name="T3" fmla="*/ 0 h 149"/>
                          <a:gd name="T4" fmla="*/ 0 w 423"/>
                          <a:gd name="T5" fmla="*/ 0 h 149"/>
                          <a:gd name="T6" fmla="*/ 0 w 423"/>
                          <a:gd name="T7" fmla="*/ 0 h 149"/>
                          <a:gd name="T8" fmla="*/ 1 w 423"/>
                          <a:gd name="T9" fmla="*/ 0 h 149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23"/>
                          <a:gd name="T16" fmla="*/ 0 h 149"/>
                          <a:gd name="T17" fmla="*/ 423 w 423"/>
                          <a:gd name="T18" fmla="*/ 149 h 149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23" h="149">
                            <a:moveTo>
                              <a:pt x="0" y="0"/>
                            </a:moveTo>
                            <a:lnTo>
                              <a:pt x="94" y="71"/>
                            </a:lnTo>
                            <a:lnTo>
                              <a:pt x="209" y="125"/>
                            </a:lnTo>
                            <a:lnTo>
                              <a:pt x="329" y="149"/>
                            </a:lnTo>
                            <a:lnTo>
                              <a:pt x="423" y="149"/>
                            </a:lnTo>
                          </a:path>
                        </a:pathLst>
                      </a:custGeom>
                      <a:noFill/>
                      <a:ln w="4763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endParaRPr lang="en-US" altLang="en-US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2077" name="Freeform 72">
                        <a:extLst>
                          <a:ext uri="{FF2B5EF4-FFF2-40B4-BE49-F238E27FC236}">
                            <a16:creationId xmlns:a16="http://schemas.microsoft.com/office/drawing/2014/main" id="{D85ED1B4-2A50-46B7-BA0B-C8A5A2CFD9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00" y="2067"/>
                        <a:ext cx="102" cy="47"/>
                      </a:xfrm>
                      <a:custGeom>
                        <a:avLst/>
                        <a:gdLst>
                          <a:gd name="T0" fmla="*/ 0 w 308"/>
                          <a:gd name="T1" fmla="*/ 0 h 139"/>
                          <a:gd name="T2" fmla="*/ 0 w 308"/>
                          <a:gd name="T3" fmla="*/ 0 h 139"/>
                          <a:gd name="T4" fmla="*/ 0 w 308"/>
                          <a:gd name="T5" fmla="*/ 0 h 139"/>
                          <a:gd name="T6" fmla="*/ 0 w 308"/>
                          <a:gd name="T7" fmla="*/ 0 h 139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  <a:gd name="T12" fmla="*/ 0 w 308"/>
                          <a:gd name="T13" fmla="*/ 0 h 139"/>
                          <a:gd name="T14" fmla="*/ 308 w 308"/>
                          <a:gd name="T15" fmla="*/ 139 h 139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T12" t="T13" r="T14" b="T15"/>
                        <a:pathLst>
                          <a:path w="308" h="139">
                            <a:moveTo>
                              <a:pt x="0" y="0"/>
                            </a:moveTo>
                            <a:lnTo>
                              <a:pt x="71" y="56"/>
                            </a:lnTo>
                            <a:lnTo>
                              <a:pt x="179" y="109"/>
                            </a:lnTo>
                            <a:lnTo>
                              <a:pt x="308" y="139"/>
                            </a:lnTo>
                          </a:path>
                        </a:pathLst>
                      </a:custGeom>
                      <a:noFill/>
                      <a:ln w="4763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endParaRPr lang="en-US" altLang="en-US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2078" name="Freeform 73">
                        <a:extLst>
                          <a:ext uri="{FF2B5EF4-FFF2-40B4-BE49-F238E27FC236}">
                            <a16:creationId xmlns:a16="http://schemas.microsoft.com/office/drawing/2014/main" id="{BE97F16E-E2FB-4FEC-B3FF-C84B8534832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15" y="2131"/>
                        <a:ext cx="69" cy="24"/>
                      </a:xfrm>
                      <a:custGeom>
                        <a:avLst/>
                        <a:gdLst>
                          <a:gd name="T0" fmla="*/ 0 w 207"/>
                          <a:gd name="T1" fmla="*/ 0 h 73"/>
                          <a:gd name="T2" fmla="*/ 0 w 207"/>
                          <a:gd name="T3" fmla="*/ 0 h 73"/>
                          <a:gd name="T4" fmla="*/ 0 w 207"/>
                          <a:gd name="T5" fmla="*/ 0 h 73"/>
                          <a:gd name="T6" fmla="*/ 0 60000 65536"/>
                          <a:gd name="T7" fmla="*/ 0 60000 65536"/>
                          <a:gd name="T8" fmla="*/ 0 60000 65536"/>
                          <a:gd name="T9" fmla="*/ 0 w 207"/>
                          <a:gd name="T10" fmla="*/ 0 h 73"/>
                          <a:gd name="T11" fmla="*/ 207 w 207"/>
                          <a:gd name="T12" fmla="*/ 73 h 73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07" h="73">
                            <a:moveTo>
                              <a:pt x="0" y="0"/>
                            </a:moveTo>
                            <a:lnTo>
                              <a:pt x="98" y="48"/>
                            </a:lnTo>
                            <a:lnTo>
                              <a:pt x="207" y="73"/>
                            </a:lnTo>
                          </a:path>
                        </a:pathLst>
                      </a:custGeom>
                      <a:noFill/>
                      <a:ln w="4763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endParaRPr lang="en-US" altLang="en-US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2079" name="Freeform 74">
                        <a:extLst>
                          <a:ext uri="{FF2B5EF4-FFF2-40B4-BE49-F238E27FC236}">
                            <a16:creationId xmlns:a16="http://schemas.microsoft.com/office/drawing/2014/main" id="{3DD4DCA5-6BC9-4334-B6B5-7BB201DB639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394" y="2010"/>
                        <a:ext cx="5" cy="30"/>
                      </a:xfrm>
                      <a:custGeom>
                        <a:avLst/>
                        <a:gdLst>
                          <a:gd name="T0" fmla="*/ 0 w 15"/>
                          <a:gd name="T1" fmla="*/ 0 h 90"/>
                          <a:gd name="T2" fmla="*/ 0 w 15"/>
                          <a:gd name="T3" fmla="*/ 0 h 90"/>
                          <a:gd name="T4" fmla="*/ 0 w 15"/>
                          <a:gd name="T5" fmla="*/ 0 h 90"/>
                          <a:gd name="T6" fmla="*/ 0 w 15"/>
                          <a:gd name="T7" fmla="*/ 0 h 90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  <a:gd name="T12" fmla="*/ 0 w 15"/>
                          <a:gd name="T13" fmla="*/ 0 h 90"/>
                          <a:gd name="T14" fmla="*/ 15 w 15"/>
                          <a:gd name="T15" fmla="*/ 90 h 90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T12" t="T13" r="T14" b="T15"/>
                        <a:pathLst>
                          <a:path w="15" h="90">
                            <a:moveTo>
                              <a:pt x="7" y="90"/>
                            </a:moveTo>
                            <a:lnTo>
                              <a:pt x="0" y="52"/>
                            </a:lnTo>
                            <a:lnTo>
                              <a:pt x="1" y="30"/>
                            </a:lnTo>
                            <a:lnTo>
                              <a:pt x="15" y="0"/>
                            </a:lnTo>
                          </a:path>
                        </a:pathLst>
                      </a:custGeom>
                      <a:noFill/>
                      <a:ln w="4763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endParaRPr lang="en-US" altLang="en-US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2073" name="Freeform 75">
                    <a:extLst>
                      <a:ext uri="{FF2B5EF4-FFF2-40B4-BE49-F238E27FC236}">
                        <a16:creationId xmlns:a16="http://schemas.microsoft.com/office/drawing/2014/main" id="{7A1FEB5F-193F-4E39-B276-8CF89D2609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09" y="2115"/>
                    <a:ext cx="187" cy="220"/>
                  </a:xfrm>
                  <a:custGeom>
                    <a:avLst/>
                    <a:gdLst>
                      <a:gd name="T0" fmla="*/ 0 w 560"/>
                      <a:gd name="T1" fmla="*/ 0 h 659"/>
                      <a:gd name="T2" fmla="*/ 1 w 560"/>
                      <a:gd name="T3" fmla="*/ 0 h 659"/>
                      <a:gd name="T4" fmla="*/ 1 w 560"/>
                      <a:gd name="T5" fmla="*/ 0 h 659"/>
                      <a:gd name="T6" fmla="*/ 1 w 560"/>
                      <a:gd name="T7" fmla="*/ 0 h 659"/>
                      <a:gd name="T8" fmla="*/ 1 w 560"/>
                      <a:gd name="T9" fmla="*/ 0 h 659"/>
                      <a:gd name="T10" fmla="*/ 1 w 560"/>
                      <a:gd name="T11" fmla="*/ 1 h 659"/>
                      <a:gd name="T12" fmla="*/ 1 w 560"/>
                      <a:gd name="T13" fmla="*/ 1 h 659"/>
                      <a:gd name="T14" fmla="*/ 0 w 560"/>
                      <a:gd name="T15" fmla="*/ 1 h 659"/>
                      <a:gd name="T16" fmla="*/ 0 w 560"/>
                      <a:gd name="T17" fmla="*/ 1 h 659"/>
                      <a:gd name="T18" fmla="*/ 0 w 560"/>
                      <a:gd name="T19" fmla="*/ 1 h 659"/>
                      <a:gd name="T20" fmla="*/ 0 w 560"/>
                      <a:gd name="T21" fmla="*/ 1 h 659"/>
                      <a:gd name="T22" fmla="*/ 0 w 560"/>
                      <a:gd name="T23" fmla="*/ 1 h 659"/>
                      <a:gd name="T24" fmla="*/ 0 w 560"/>
                      <a:gd name="T25" fmla="*/ 1 h 659"/>
                      <a:gd name="T26" fmla="*/ 0 w 560"/>
                      <a:gd name="T27" fmla="*/ 1 h 659"/>
                      <a:gd name="T28" fmla="*/ 0 w 560"/>
                      <a:gd name="T29" fmla="*/ 0 h 659"/>
                      <a:gd name="T30" fmla="*/ 0 w 560"/>
                      <a:gd name="T31" fmla="*/ 0 h 659"/>
                      <a:gd name="T32" fmla="*/ 0 w 560"/>
                      <a:gd name="T33" fmla="*/ 0 h 659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560"/>
                      <a:gd name="T52" fmla="*/ 0 h 659"/>
                      <a:gd name="T53" fmla="*/ 560 w 560"/>
                      <a:gd name="T54" fmla="*/ 659 h 659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560" h="659">
                        <a:moveTo>
                          <a:pt x="335" y="0"/>
                        </a:moveTo>
                        <a:lnTo>
                          <a:pt x="450" y="80"/>
                        </a:lnTo>
                        <a:lnTo>
                          <a:pt x="560" y="183"/>
                        </a:lnTo>
                        <a:lnTo>
                          <a:pt x="556" y="244"/>
                        </a:lnTo>
                        <a:lnTo>
                          <a:pt x="531" y="300"/>
                        </a:lnTo>
                        <a:lnTo>
                          <a:pt x="473" y="415"/>
                        </a:lnTo>
                        <a:lnTo>
                          <a:pt x="364" y="558"/>
                        </a:lnTo>
                        <a:lnTo>
                          <a:pt x="243" y="659"/>
                        </a:lnTo>
                        <a:lnTo>
                          <a:pt x="113" y="625"/>
                        </a:lnTo>
                        <a:lnTo>
                          <a:pt x="35" y="569"/>
                        </a:lnTo>
                        <a:lnTo>
                          <a:pt x="0" y="499"/>
                        </a:lnTo>
                        <a:lnTo>
                          <a:pt x="0" y="405"/>
                        </a:lnTo>
                        <a:lnTo>
                          <a:pt x="35" y="415"/>
                        </a:lnTo>
                        <a:lnTo>
                          <a:pt x="113" y="377"/>
                        </a:lnTo>
                        <a:lnTo>
                          <a:pt x="171" y="309"/>
                        </a:lnTo>
                        <a:lnTo>
                          <a:pt x="280" y="179"/>
                        </a:lnTo>
                        <a:lnTo>
                          <a:pt x="335" y="0"/>
                        </a:lnTo>
                        <a:close/>
                      </a:path>
                    </a:pathLst>
                  </a:custGeom>
                  <a:solidFill>
                    <a:srgbClr val="C0E0FF"/>
                  </a:solidFill>
                  <a:ln w="4763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>
                      <a:solidFill>
                        <a:schemeClr val="bg2"/>
                      </a:solidFill>
                    </a:endParaRPr>
                  </a:p>
                </p:txBody>
              </p:sp>
            </p:grpSp>
          </p:grpSp>
        </p:grpSp>
        <p:sp>
          <p:nvSpPr>
            <p:cNvPr id="2062" name="Rectangle 76">
              <a:extLst>
                <a:ext uri="{FF2B5EF4-FFF2-40B4-BE49-F238E27FC236}">
                  <a16:creationId xmlns:a16="http://schemas.microsoft.com/office/drawing/2014/main" id="{859F1738-680D-418E-A2EC-E01EEE563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104"/>
              <a:ext cx="99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 typeface="Wingdings 2" panose="05020102010507070707" pitchFamily="18" charset="2"/>
                <a:buNone/>
              </a:pPr>
              <a:r>
                <a:rPr lang="en-US" altLang="en-US" sz="3200" b="1" i="1" dirty="0"/>
                <a:t>Hearing</a:t>
              </a:r>
            </a:p>
          </p:txBody>
        </p:sp>
      </p:grpSp>
      <p:grpSp>
        <p:nvGrpSpPr>
          <p:cNvPr id="2058" name="Group 86">
            <a:extLst>
              <a:ext uri="{FF2B5EF4-FFF2-40B4-BE49-F238E27FC236}">
                <a16:creationId xmlns:a16="http://schemas.microsoft.com/office/drawing/2014/main" id="{82980A58-7FFF-478A-813E-1382394E5111}"/>
              </a:ext>
            </a:extLst>
          </p:cNvPr>
          <p:cNvGrpSpPr>
            <a:grpSpLocks/>
          </p:cNvGrpSpPr>
          <p:nvPr/>
        </p:nvGrpSpPr>
        <p:grpSpPr bwMode="auto">
          <a:xfrm>
            <a:off x="1158876" y="4591050"/>
            <a:ext cx="2657475" cy="2266950"/>
            <a:chOff x="100" y="2918"/>
            <a:chExt cx="1674" cy="1428"/>
          </a:xfrm>
        </p:grpSpPr>
        <p:sp>
          <p:nvSpPr>
            <p:cNvPr id="2059" name="Rectangle 87">
              <a:extLst>
                <a:ext uri="{FF2B5EF4-FFF2-40B4-BE49-F238E27FC236}">
                  <a16:creationId xmlns:a16="http://schemas.microsoft.com/office/drawing/2014/main" id="{08ED4B7A-6B16-4ED5-B164-3669FB68C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" y="3230"/>
              <a:ext cx="68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 typeface="Wingdings 2" panose="05020102010507070707" pitchFamily="18" charset="2"/>
                <a:buNone/>
              </a:pPr>
              <a:r>
                <a:rPr lang="en-US" altLang="en-US" sz="3200" b="1" i="1">
                  <a:solidFill>
                    <a:schemeClr val="bg2"/>
                  </a:solidFill>
                </a:rPr>
                <a:t>Taste</a:t>
              </a:r>
            </a:p>
          </p:txBody>
        </p:sp>
        <p:pic>
          <p:nvPicPr>
            <p:cNvPr id="2060" name="Picture 88">
              <a:extLst>
                <a:ext uri="{FF2B5EF4-FFF2-40B4-BE49-F238E27FC236}">
                  <a16:creationId xmlns:a16="http://schemas.microsoft.com/office/drawing/2014/main" id="{A668F201-3E6F-4B76-B430-4A85FF9CAB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" y="2918"/>
              <a:ext cx="1149" cy="1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9ECBE84B-34FA-4C88-86CF-4D19FF668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9"/>
            <a:ext cx="10515600" cy="1325563"/>
          </a:xfrm>
        </p:spPr>
        <p:txBody>
          <a:bodyPr/>
          <a:lstStyle/>
          <a:p>
            <a:pPr algn="l"/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Why Communication</a:t>
            </a:r>
            <a:endParaRPr lang="en-IN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CCF1C90B-27C4-47F5-AACC-2601AA9D9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1" y="2743200"/>
            <a:ext cx="9001125" cy="4114800"/>
          </a:xfrm>
        </p:spPr>
        <p:txBody>
          <a:bodyPr/>
          <a:lstStyle/>
          <a:p>
            <a:r>
              <a:rPr lang="en-GB" altLang="en-US" b="1" u="sng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Inspires</a:t>
            </a:r>
            <a:r>
              <a:rPr lang="en-GB" altLang="en-US" b="1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GB" altLang="en-US" b="1">
                <a:solidFill>
                  <a:srgbClr val="0033CC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confidence</a:t>
            </a:r>
          </a:p>
          <a:p>
            <a:r>
              <a:rPr lang="en-GB" altLang="en-US" b="1" u="sng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Builds</a:t>
            </a:r>
            <a:r>
              <a:rPr lang="en-GB" altLang="en-US" b="1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GB" altLang="en-US" b="1">
                <a:solidFill>
                  <a:srgbClr val="0033CC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respect</a:t>
            </a:r>
            <a:r>
              <a:rPr lang="en-GB" altLang="en-US" b="1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</a:p>
          <a:p>
            <a:r>
              <a:rPr lang="en-GB" altLang="en-US" b="1" u="sng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Helps</a:t>
            </a:r>
            <a:r>
              <a:rPr lang="en-GB" altLang="en-US" b="1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GB" altLang="en-US" b="1">
                <a:solidFill>
                  <a:srgbClr val="0033CC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make friends</a:t>
            </a:r>
          </a:p>
          <a:p>
            <a:r>
              <a:rPr lang="en-US" altLang="en-US" b="1" u="sng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Reveals</a:t>
            </a:r>
            <a:r>
              <a:rPr lang="en-US" altLang="en-US" b="1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b="1">
                <a:solidFill>
                  <a:srgbClr val="0033CC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your ability to others</a:t>
            </a:r>
          </a:p>
          <a:p>
            <a:r>
              <a:rPr lang="en-GB" altLang="en-US" b="1" u="sng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Develops</a:t>
            </a:r>
            <a:r>
              <a:rPr lang="en-GB" altLang="en-US" b="1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GB" altLang="en-US" b="1">
                <a:solidFill>
                  <a:srgbClr val="0033CC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 distinct personality</a:t>
            </a:r>
            <a:endParaRPr lang="en-US" altLang="en-US" b="1">
              <a:solidFill>
                <a:srgbClr val="0033CC"/>
              </a:solidFill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546657F9-1348-4089-9242-A51F38265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81000"/>
            <a:ext cx="1002030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000" b="1" dirty="0">
                <a:latin typeface="Arial" panose="020B0604020202020204" pitchFamily="34" charset="0"/>
              </a:rPr>
              <a:t>Types of Communication- </a:t>
            </a:r>
            <a:r>
              <a:rPr lang="en-US" altLang="en-US" sz="2500" b="1" dirty="0">
                <a:latin typeface="Arial" panose="020B0604020202020204" pitchFamily="34" charset="0"/>
              </a:rPr>
              <a:t>Based on Hierarchy</a:t>
            </a:r>
          </a:p>
        </p:txBody>
      </p:sp>
      <p:sp>
        <p:nvSpPr>
          <p:cNvPr id="11267" name="Rectangle 16">
            <a:extLst>
              <a:ext uri="{FF2B5EF4-FFF2-40B4-BE49-F238E27FC236}">
                <a16:creationId xmlns:a16="http://schemas.microsoft.com/office/drawing/2014/main" id="{8F2A4E5E-AB28-4551-A4FB-42F2E6F58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1649414"/>
            <a:ext cx="10287000" cy="520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</a:pPr>
            <a:r>
              <a:rPr lang="en-US" alt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Downwards Communication</a:t>
            </a: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 :	Highly Directive, from Senior to subordinates, to assign duties, give instructions, to inform to offer feed back, approval to highlight problems etc.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</a:pPr>
            <a:r>
              <a:rPr lang="en-US" alt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Upwards Communications</a:t>
            </a: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  :	It is non directive in nature from down below, to give feedback, to inform about progress/problems, seeking approvals.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</a:pPr>
            <a:r>
              <a:rPr lang="en-US" alt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Lateral or Horizontal Communication</a:t>
            </a: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:	Among colleagues, peers at same level for information level for information sharing for coordination, to save time.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In modern business environment communication extends beyond written or spoken words to listened word.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Visual dimension added by T.V., computers has given to new meaning to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Communication.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>
            <a:extLst>
              <a:ext uri="{FF2B5EF4-FFF2-40B4-BE49-F238E27FC236}">
                <a16:creationId xmlns:a16="http://schemas.microsoft.com/office/drawing/2014/main" id="{75FB9BB1-B19E-42F3-BEFD-3CAACEEDA4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0701" y="304800"/>
            <a:ext cx="9001125" cy="1143000"/>
          </a:xfrm>
        </p:spPr>
        <p:txBody>
          <a:bodyPr/>
          <a:lstStyle/>
          <a:p>
            <a:pPr algn="l"/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HIERARCHY LEVEL</a:t>
            </a:r>
          </a:p>
        </p:txBody>
      </p:sp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953D8004-C72A-4505-B9B8-C7CD08EB5F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1300" y="2057400"/>
          <a:ext cx="2520950" cy="340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Worksheet" r:id="rId3" imgW="1324213" imgH="1790938" progId="Excel.Sheet.8">
                  <p:embed/>
                </p:oleObj>
              </mc:Choice>
              <mc:Fallback>
                <p:oleObj name="Worksheet" r:id="rId3" imgW="1324213" imgH="1790938" progId="Excel.Sheet.8">
                  <p:embed/>
                  <p:pic>
                    <p:nvPicPr>
                      <p:cNvPr id="3074" name="Object 2">
                        <a:extLst>
                          <a:ext uri="{FF2B5EF4-FFF2-40B4-BE49-F238E27FC236}">
                            <a16:creationId xmlns:a16="http://schemas.microsoft.com/office/drawing/2014/main" id="{953D8004-C72A-4505-B9B8-C7CD08EB5F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2057400"/>
                        <a:ext cx="2520950" cy="340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Line 5">
            <a:extLst>
              <a:ext uri="{FF2B5EF4-FFF2-40B4-BE49-F238E27FC236}">
                <a16:creationId xmlns:a16="http://schemas.microsoft.com/office/drawing/2014/main" id="{37E3EDD3-2A99-4E7F-A188-5096F0156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6500" y="2057400"/>
            <a:ext cx="0" cy="342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8" name="Line 6">
            <a:extLst>
              <a:ext uri="{FF2B5EF4-FFF2-40B4-BE49-F238E27FC236}">
                <a16:creationId xmlns:a16="http://schemas.microsoft.com/office/drawing/2014/main" id="{DC70F66E-E858-4C34-814F-C80EF9AE11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00700" y="2057400"/>
            <a:ext cx="0" cy="342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9" name="WordArt 7">
            <a:extLst>
              <a:ext uri="{FF2B5EF4-FFF2-40B4-BE49-F238E27FC236}">
                <a16:creationId xmlns:a16="http://schemas.microsoft.com/office/drawing/2014/main" id="{B6407A94-548F-4B08-8ED0-7079891659B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5400000">
            <a:off x="4152900" y="3467100"/>
            <a:ext cx="3810000" cy="381000"/>
          </a:xfrm>
          <a:prstGeom prst="rect">
            <a:avLst/>
          </a:prstGeom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en-GB" sz="1100" kern="10">
                <a:ln w="9525">
                  <a:solidFill>
                    <a:srgbClr val="800000"/>
                  </a:solidFill>
                  <a:round/>
                  <a:headEnd/>
                  <a:tailEnd/>
                </a:ln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Upward comm.</a:t>
            </a:r>
          </a:p>
        </p:txBody>
      </p:sp>
      <p:sp>
        <p:nvSpPr>
          <p:cNvPr id="3080" name="WordArt 10">
            <a:extLst>
              <a:ext uri="{FF2B5EF4-FFF2-40B4-BE49-F238E27FC236}">
                <a16:creationId xmlns:a16="http://schemas.microsoft.com/office/drawing/2014/main" id="{99C8DEFE-7497-4B9F-B892-10EF9481894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5400000">
            <a:off x="-57150" y="3562350"/>
            <a:ext cx="4038600" cy="419100"/>
          </a:xfrm>
          <a:prstGeom prst="rect">
            <a:avLst/>
          </a:prstGeom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en-GB" sz="1600" b="1" kern="10">
                <a:ln w="9525">
                  <a:solidFill>
                    <a:srgbClr val="800000"/>
                  </a:solidFill>
                  <a:round/>
                  <a:headEnd/>
                  <a:tailEnd/>
                </a:ln>
                <a:solidFill>
                  <a:schemeClr val="bg2"/>
                </a:solidFill>
                <a:effectLst>
                  <a:outerShdw dist="35921" dir="2700000" algn="ctr" rotWithShape="0">
                    <a:srgbClr val="C0C0C0">
                      <a:alpha val="7499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Downward comm.</a:t>
            </a:r>
          </a:p>
        </p:txBody>
      </p:sp>
      <p:sp>
        <p:nvSpPr>
          <p:cNvPr id="3081" name="Line 11">
            <a:extLst>
              <a:ext uri="{FF2B5EF4-FFF2-40B4-BE49-F238E27FC236}">
                <a16:creationId xmlns:a16="http://schemas.microsoft.com/office/drawing/2014/main" id="{587E6FB7-340C-4791-B87A-4C1F622788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3700" y="1447800"/>
            <a:ext cx="0" cy="5410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3075" name="Object 3">
            <a:extLst>
              <a:ext uri="{FF2B5EF4-FFF2-40B4-BE49-F238E27FC236}">
                <a16:creationId xmlns:a16="http://schemas.microsoft.com/office/drawing/2014/main" id="{B7E392FB-0937-4EFB-8C50-BE95B4EFEF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0850" y="2362200"/>
          <a:ext cx="443865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Worksheet" r:id="rId5" imgW="4438888" imgH="2438638" progId="Excel.Sheet.8">
                  <p:embed/>
                </p:oleObj>
              </mc:Choice>
              <mc:Fallback>
                <p:oleObj name="Worksheet" r:id="rId5" imgW="4438888" imgH="2438638" progId="Excel.Sheet.8">
                  <p:embed/>
                  <p:pic>
                    <p:nvPicPr>
                      <p:cNvPr id="3075" name="Object 3">
                        <a:extLst>
                          <a:ext uri="{FF2B5EF4-FFF2-40B4-BE49-F238E27FC236}">
                            <a16:creationId xmlns:a16="http://schemas.microsoft.com/office/drawing/2014/main" id="{B7E392FB-0937-4EFB-8C50-BE95B4EFEF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850" y="2362200"/>
                        <a:ext cx="443865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Text Box 15">
            <a:extLst>
              <a:ext uri="{FF2B5EF4-FFF2-40B4-BE49-F238E27FC236}">
                <a16:creationId xmlns:a16="http://schemas.microsoft.com/office/drawing/2014/main" id="{1713DD8F-8606-42B3-B257-55F50E15E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1900" y="4724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/>
              <a:t>Horizontal Comm.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EDC7EF8-8462-4CA9-8F32-02ED39980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3500" dirty="0">
                <a:ea typeface="ＭＳ Ｐゴシック" panose="020B0600070205080204" pitchFamily="34" charset="-128"/>
              </a:rPr>
              <a:t>COMMUNICATION NETWORKS</a:t>
            </a:r>
            <a:endParaRPr lang="en-IN" altLang="en-US" sz="3500" dirty="0">
              <a:ea typeface="ＭＳ Ｐゴシック" panose="020B0600070205080204" pitchFamily="34" charset="-128"/>
            </a:endParaRP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CA2C1495-8C80-432A-A07C-1F8362353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  <a:buSzPct val="95000"/>
              <a:buFontTx/>
              <a:buNone/>
            </a:pPr>
            <a:endParaRPr lang="en-US" altLang="en-US" b="1" u="sng" dirty="0">
              <a:solidFill>
                <a:schemeClr val="bg2"/>
              </a:solidFill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SzPct val="95000"/>
              <a:buFontTx/>
              <a:buNone/>
            </a:pPr>
            <a:r>
              <a:rPr lang="en-US" altLang="en-US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Formal Network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: 	Virtually vertical as per chain go command within the hierarchy.	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SzPct val="95000"/>
              <a:buFontTx/>
              <a:buNone/>
            </a:pPr>
            <a:r>
              <a:rPr lang="en-US" altLang="en-US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Informal Network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:	Free to move in any direction may skip formal chain of command.  Likely  to satisfy social and emotional needs and also can facilitate task accomplishment. </a:t>
            </a:r>
          </a:p>
          <a:p>
            <a:endParaRPr lang="en-IN" altLang="en-US" dirty="0">
              <a:solidFill>
                <a:schemeClr val="bg2"/>
              </a:solidFill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F7A63021-0529-4A89-B613-6CE8A4082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1" y="457200"/>
            <a:ext cx="9001125" cy="1143000"/>
          </a:xfrm>
        </p:spPr>
        <p:txBody>
          <a:bodyPr/>
          <a:lstStyle/>
          <a:p>
            <a:pPr algn="l"/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CHANNELS OF COMMUNICATION</a:t>
            </a:r>
            <a:endParaRPr lang="en-IN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aphicFrame>
        <p:nvGraphicFramePr>
          <p:cNvPr id="4" name="Group 31">
            <a:extLst>
              <a:ext uri="{FF2B5EF4-FFF2-40B4-BE49-F238E27FC236}">
                <a16:creationId xmlns:a16="http://schemas.microsoft.com/office/drawing/2014/main" id="{3C813A36-093E-4EC6-8DE4-395AF8B799FB}"/>
              </a:ext>
            </a:extLst>
          </p:cNvPr>
          <p:cNvGraphicFramePr>
            <a:graphicFrameLocks/>
          </p:cNvGraphicFramePr>
          <p:nvPr/>
        </p:nvGraphicFramePr>
        <p:xfrm>
          <a:off x="1752600" y="1676401"/>
          <a:ext cx="8915400" cy="5181601"/>
        </p:xfrm>
        <a:graphic>
          <a:graphicData uri="http://schemas.openxmlformats.org/drawingml/2006/table">
            <a:tbl>
              <a:tblPr/>
              <a:tblGrid>
                <a:gridCol w="210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6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89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1436" marR="91436" marT="45718" marB="4571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  <a:cs typeface="Calibri" pitchFamily="34" charset="0"/>
                        </a:rPr>
                        <a:t>VOCAL</a:t>
                      </a:r>
                    </a:p>
                  </a:txBody>
                  <a:tcPr marL="91436" marR="91436" marT="45718" marB="4571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  <a:cs typeface="Calibri" pitchFamily="34" charset="0"/>
                        </a:rPr>
                        <a:t>NON-VOCAL</a:t>
                      </a:r>
                    </a:p>
                  </a:txBody>
                  <a:tcPr marL="91436" marR="91436" marT="45718" marB="4571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73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  <a:cs typeface="Calibri" pitchFamily="34" charset="0"/>
                        </a:rPr>
                        <a:t>VERBAL</a:t>
                      </a:r>
                    </a:p>
                  </a:txBody>
                  <a:tcPr marL="91436" marR="91436" marT="45718" marB="4571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SPOKEN WORDS</a:t>
                      </a:r>
                    </a:p>
                  </a:txBody>
                  <a:tcPr marL="91436" marR="91436" marT="45718" marB="4571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WRITTEN WORDS</a:t>
                      </a:r>
                    </a:p>
                  </a:txBody>
                  <a:tcPr marL="91436" marR="91436" marT="45718" marB="4571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3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  <a:cs typeface="Calibri" pitchFamily="34" charset="0"/>
                        </a:rPr>
                        <a:t>NON-VERBAL</a:t>
                      </a:r>
                    </a:p>
                  </a:txBody>
                  <a:tcPr marL="91436" marR="91436" marT="45718" marB="4571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SIGH</a:t>
                      </a:r>
                    </a:p>
                  </a:txBody>
                  <a:tcPr marL="91436" marR="91436" marT="45718" marB="4571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FACIAL EXPRESSION</a:t>
                      </a:r>
                    </a:p>
                  </a:txBody>
                  <a:tcPr marL="91436" marR="91436" marT="45718" marB="4571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89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1436" marR="91436" marT="45718" marB="4571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GRUNT</a:t>
                      </a:r>
                    </a:p>
                  </a:txBody>
                  <a:tcPr marL="91436" marR="91436" marT="45718" marB="4571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POSTURE / GESTURE</a:t>
                      </a:r>
                    </a:p>
                  </a:txBody>
                  <a:tcPr marL="91436" marR="91436" marT="45718" marB="4571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89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1436" marR="91436" marT="45718" marB="4571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INFLECTION</a:t>
                      </a:r>
                    </a:p>
                  </a:txBody>
                  <a:tcPr marL="91436" marR="91436" marT="45718" marB="4571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SPATIAL RELATIONSHIP</a:t>
                      </a:r>
                    </a:p>
                  </a:txBody>
                  <a:tcPr marL="91436" marR="91436" marT="45718" marB="4571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8BDD3377-1711-4B94-AB3B-82B32DAF9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u="sng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Types of  Nonverbal Communication</a:t>
            </a:r>
            <a:endParaRPr lang="en-IN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99065-3CF4-4F7C-9854-49D32C941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1" y="1828800"/>
            <a:ext cx="9001125" cy="4114800"/>
          </a:xfrm>
        </p:spPr>
        <p:txBody>
          <a:bodyPr/>
          <a:lstStyle/>
          <a:p>
            <a:pPr marL="609600" indent="-609600" algn="just">
              <a:defRPr/>
            </a:pPr>
            <a:r>
              <a:rPr lang="en-US" sz="2000" b="1" dirty="0">
                <a:latin typeface="Calibri" pitchFamily="34" charset="0"/>
                <a:cs typeface="Calibri" pitchFamily="34" charset="0"/>
              </a:rPr>
              <a:t>Body Language: </a:t>
            </a:r>
            <a:r>
              <a:rPr lang="en-US" sz="2000" b="1" dirty="0" err="1">
                <a:latin typeface="Calibri" pitchFamily="34" charset="0"/>
                <a:cs typeface="Calibri" pitchFamily="34" charset="0"/>
              </a:rPr>
              <a:t>Kinesic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 behavior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,-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body motion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 such as 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gestures, facial</a:t>
            </a:r>
          </a:p>
          <a:p>
            <a:pPr marL="609600" indent="-609600" algn="just">
              <a:defRPr/>
            </a:pPr>
            <a:r>
              <a:rPr lang="en-US" sz="2000" b="1" dirty="0">
                <a:latin typeface="Calibri" pitchFamily="34" charset="0"/>
                <a:cs typeface="Calibri" pitchFamily="34" charset="0"/>
              </a:rPr>
              <a:t>expressions, eye behavior, touching,-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 Body movement.</a:t>
            </a:r>
          </a:p>
          <a:p>
            <a:pPr>
              <a:defRPr/>
            </a:pPr>
            <a:r>
              <a:rPr lang="en-US" sz="2000" b="1" dirty="0">
                <a:latin typeface="Calibri" pitchFamily="34" charset="0"/>
                <a:cs typeface="Calibri" pitchFamily="34" charset="0"/>
              </a:rPr>
              <a:t>     Space</a:t>
            </a:r>
          </a:p>
          <a:p>
            <a:pPr>
              <a:defRPr/>
            </a:pPr>
            <a:r>
              <a:rPr lang="en-US" sz="2000" b="1" dirty="0">
                <a:latin typeface="Calibri" pitchFamily="34" charset="0"/>
                <a:cs typeface="Calibri" pitchFamily="34" charset="0"/>
              </a:rPr>
              <a:t>     Time</a:t>
            </a:r>
          </a:p>
          <a:p>
            <a:pPr marL="609600" indent="-609600" algn="just">
              <a:defRPr/>
            </a:pPr>
            <a:r>
              <a:rPr lang="en-US" sz="2000" b="1" dirty="0">
                <a:latin typeface="Calibri" pitchFamily="34" charset="0"/>
                <a:cs typeface="Calibri" pitchFamily="34" charset="0"/>
              </a:rPr>
              <a:t>Para language: V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oice quality, volume, speech rate, pitch, &amp;</a:t>
            </a:r>
          </a:p>
          <a:p>
            <a:pPr marL="609600" indent="-609600" algn="just">
              <a:defRPr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laughing.</a:t>
            </a:r>
            <a:endParaRPr lang="en-US" sz="2000" b="1" dirty="0">
              <a:latin typeface="Calibri" pitchFamily="34" charset="0"/>
              <a:cs typeface="Calibri" pitchFamily="34" charset="0"/>
            </a:endParaRPr>
          </a:p>
          <a:p>
            <a:pPr>
              <a:defRPr/>
            </a:pPr>
            <a:r>
              <a:rPr lang="en-US" sz="2000" b="1" dirty="0">
                <a:latin typeface="Calibri" pitchFamily="34" charset="0"/>
                <a:cs typeface="Calibri" pitchFamily="34" charset="0"/>
              </a:rPr>
              <a:t>     Color</a:t>
            </a:r>
          </a:p>
          <a:p>
            <a:pPr>
              <a:defRPr/>
            </a:pPr>
            <a:r>
              <a:rPr lang="en-US" sz="2000" b="1" dirty="0">
                <a:latin typeface="Calibri" pitchFamily="34" charset="0"/>
                <a:cs typeface="Calibri" pitchFamily="34" charset="0"/>
              </a:rPr>
              <a:t>     Layout and Design</a:t>
            </a:r>
          </a:p>
          <a:p>
            <a:pPr>
              <a:defRPr/>
            </a:pPr>
            <a:endParaRPr lang="en-US" sz="2000" b="1" dirty="0">
              <a:solidFill>
                <a:schemeClr val="bg2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>
            <a:extLst>
              <a:ext uri="{FF2B5EF4-FFF2-40B4-BE49-F238E27FC236}">
                <a16:creationId xmlns:a16="http://schemas.microsoft.com/office/drawing/2014/main" id="{507FAA7F-14F8-42E8-823F-551FFE9AB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81000"/>
            <a:ext cx="7543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The Communication Process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1E9A3A4A-5503-4A13-A8E1-6A5A95B5B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3284539"/>
            <a:ext cx="2106612" cy="1081087"/>
          </a:xfrm>
          <a:prstGeom prst="rect">
            <a:avLst/>
          </a:prstGeom>
          <a:solidFill>
            <a:srgbClr val="FF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rgbClr val="000000"/>
                </a:solidFill>
                <a:latin typeface="Garamond" panose="02020404030301010803" pitchFamily="18" charset="0"/>
              </a:rPr>
              <a:t>SENDER</a:t>
            </a:r>
          </a:p>
          <a:p>
            <a:pPr algn="ctr"/>
            <a:r>
              <a:rPr lang="en-US" altLang="en-US" sz="1800" b="1">
                <a:solidFill>
                  <a:srgbClr val="000000"/>
                </a:solidFill>
                <a:latin typeface="Garamond" panose="02020404030301010803" pitchFamily="18" charset="0"/>
              </a:rPr>
              <a:t>(encodes)</a:t>
            </a:r>
          </a:p>
        </p:txBody>
      </p:sp>
      <p:sp>
        <p:nvSpPr>
          <p:cNvPr id="15364" name="Rectangle 6">
            <a:extLst>
              <a:ext uri="{FF2B5EF4-FFF2-40B4-BE49-F238E27FC236}">
                <a16:creationId xmlns:a16="http://schemas.microsoft.com/office/drawing/2014/main" id="{707C1349-245B-40AF-8CD1-6A39EE6A5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6" y="3284539"/>
            <a:ext cx="1946275" cy="1081087"/>
          </a:xfrm>
          <a:prstGeom prst="rect">
            <a:avLst/>
          </a:prstGeom>
          <a:solidFill>
            <a:srgbClr val="FF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rgbClr val="000000"/>
                </a:solidFill>
                <a:latin typeface="Garamond" panose="02020404030301010803" pitchFamily="18" charset="0"/>
              </a:rPr>
              <a:t>RECEIVER</a:t>
            </a:r>
          </a:p>
          <a:p>
            <a:pPr algn="ctr"/>
            <a:r>
              <a:rPr lang="en-US" altLang="en-US" sz="1800" b="1">
                <a:solidFill>
                  <a:srgbClr val="000000"/>
                </a:solidFill>
                <a:latin typeface="Garamond" panose="02020404030301010803" pitchFamily="18" charset="0"/>
              </a:rPr>
              <a:t>(decodes)</a:t>
            </a:r>
          </a:p>
        </p:txBody>
      </p:sp>
      <p:sp>
        <p:nvSpPr>
          <p:cNvPr id="10247" name="AutoShape 7">
            <a:extLst>
              <a:ext uri="{FF2B5EF4-FFF2-40B4-BE49-F238E27FC236}">
                <a16:creationId xmlns:a16="http://schemas.microsoft.com/office/drawing/2014/main" id="{309EF359-3A3C-4109-AD6A-F0B1A32EF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1" y="3284538"/>
            <a:ext cx="2024063" cy="1727200"/>
          </a:xfrm>
          <a:prstGeom prst="irregularSeal2">
            <a:avLst/>
          </a:prstGeom>
          <a:solidFill>
            <a:srgbClr val="FF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rgbClr val="000000"/>
                </a:solidFill>
                <a:latin typeface="Garamond" panose="02020404030301010803" pitchFamily="18" charset="0"/>
              </a:rPr>
              <a:t>Barrier</a:t>
            </a:r>
          </a:p>
        </p:txBody>
      </p:sp>
      <p:sp>
        <p:nvSpPr>
          <p:cNvPr id="10248" name="AutoShape 8">
            <a:extLst>
              <a:ext uri="{FF2B5EF4-FFF2-40B4-BE49-F238E27FC236}">
                <a16:creationId xmlns:a16="http://schemas.microsoft.com/office/drawing/2014/main" id="{8E9B01FC-EEDA-4247-B8C2-9227F6865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438401"/>
            <a:ext cx="1701800" cy="1800225"/>
          </a:xfrm>
          <a:prstGeom prst="irregularSeal1">
            <a:avLst/>
          </a:prstGeom>
          <a:solidFill>
            <a:srgbClr val="FF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rgbClr val="000000"/>
                </a:solidFill>
                <a:latin typeface="Garamond" panose="02020404030301010803" pitchFamily="18" charset="0"/>
              </a:rPr>
              <a:t>Barrier</a:t>
            </a:r>
          </a:p>
        </p:txBody>
      </p:sp>
      <p:sp>
        <p:nvSpPr>
          <p:cNvPr id="15367" name="Line 9">
            <a:extLst>
              <a:ext uri="{FF2B5EF4-FFF2-40B4-BE49-F238E27FC236}">
                <a16:creationId xmlns:a16="http://schemas.microsoft.com/office/drawing/2014/main" id="{2C8C1860-06C9-499B-AC3B-CA063C76D9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98800" y="2133600"/>
            <a:ext cx="0" cy="1150938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5368" name="Line 10">
            <a:extLst>
              <a:ext uri="{FF2B5EF4-FFF2-40B4-BE49-F238E27FC236}">
                <a16:creationId xmlns:a16="http://schemas.microsoft.com/office/drawing/2014/main" id="{B863B492-53B8-45B9-B21F-2FE488810BB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3200" y="2133600"/>
            <a:ext cx="0" cy="1150938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5369" name="Line 11">
            <a:extLst>
              <a:ext uri="{FF2B5EF4-FFF2-40B4-BE49-F238E27FC236}">
                <a16:creationId xmlns:a16="http://schemas.microsoft.com/office/drawing/2014/main" id="{3518E71A-08BB-440B-A290-529E8DA3E9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8800" y="2133600"/>
            <a:ext cx="59944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5370" name="Line 12">
            <a:extLst>
              <a:ext uri="{FF2B5EF4-FFF2-40B4-BE49-F238E27FC236}">
                <a16:creationId xmlns:a16="http://schemas.microsoft.com/office/drawing/2014/main" id="{B8850876-D54B-41E6-A017-706477EDAF92}"/>
              </a:ext>
            </a:extLst>
          </p:cNvPr>
          <p:cNvSpPr>
            <a:spLocks noChangeShapeType="1"/>
          </p:cNvSpPr>
          <p:nvPr/>
        </p:nvSpPr>
        <p:spPr bwMode="auto">
          <a:xfrm>
            <a:off x="9175750" y="4365625"/>
            <a:ext cx="0" cy="129540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5371" name="Line 13">
            <a:extLst>
              <a:ext uri="{FF2B5EF4-FFF2-40B4-BE49-F238E27FC236}">
                <a16:creationId xmlns:a16="http://schemas.microsoft.com/office/drawing/2014/main" id="{70251256-30CE-4071-A8C4-2D1567F925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8800" y="4365626"/>
            <a:ext cx="0" cy="1223963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5372" name="Line 14">
            <a:extLst>
              <a:ext uri="{FF2B5EF4-FFF2-40B4-BE49-F238E27FC236}">
                <a16:creationId xmlns:a16="http://schemas.microsoft.com/office/drawing/2014/main" id="{67927984-7263-44C9-A66F-980AAC48C6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98800" y="5589588"/>
            <a:ext cx="607695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0255" name="Rectangle 15">
            <a:extLst>
              <a:ext uri="{FF2B5EF4-FFF2-40B4-BE49-F238E27FC236}">
                <a16:creationId xmlns:a16="http://schemas.microsoft.com/office/drawing/2014/main" id="{C604D292-5B45-4756-91D0-6AD385ECC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1844675"/>
            <a:ext cx="1701800" cy="431800"/>
          </a:xfrm>
          <a:prstGeom prst="rect">
            <a:avLst/>
          </a:prstGeom>
          <a:solidFill>
            <a:srgbClr val="FF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rgbClr val="000000"/>
                </a:solidFill>
                <a:latin typeface="Garamond" panose="02020404030301010803" pitchFamily="18" charset="0"/>
              </a:rPr>
              <a:t>Medium</a:t>
            </a:r>
          </a:p>
        </p:txBody>
      </p:sp>
      <p:sp>
        <p:nvSpPr>
          <p:cNvPr id="10256" name="Rectangle 16">
            <a:extLst>
              <a:ext uri="{FF2B5EF4-FFF2-40B4-BE49-F238E27FC236}">
                <a16:creationId xmlns:a16="http://schemas.microsoft.com/office/drawing/2014/main" id="{179C4368-2705-4AB9-9876-F77F858FB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639" y="5445125"/>
            <a:ext cx="2835275" cy="431800"/>
          </a:xfrm>
          <a:prstGeom prst="rect">
            <a:avLst/>
          </a:prstGeom>
          <a:solidFill>
            <a:srgbClr val="FF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rgbClr val="000000"/>
                </a:solidFill>
                <a:latin typeface="Garamond" panose="02020404030301010803" pitchFamily="18" charset="0"/>
              </a:rPr>
              <a:t>Feedback/Response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7" grpId="0" animBg="1" autoUpdateAnimBg="0"/>
      <p:bldP spid="10248" grpId="0" animBg="1" autoUpdateAnimBg="0"/>
      <p:bldP spid="10255" grpId="0" animBg="1" autoUpdateAnimBg="0"/>
      <p:bldP spid="10256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7BD2-6E23-4C54-8D15-9CDE8B3A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1" y="0"/>
            <a:ext cx="9001125" cy="1143000"/>
          </a:xfrm>
        </p:spPr>
        <p:txBody>
          <a:bodyPr/>
          <a:lstStyle/>
          <a:p>
            <a:pPr algn="l">
              <a:defRPr/>
            </a:pPr>
            <a:r>
              <a:rPr lang="en-US" sz="3500" dirty="0">
                <a:effectLst>
                  <a:outerShdw blurRad="38100" dist="38100" dir="2700000" algn="tl">
                    <a:srgbClr val="FFFFFF"/>
                  </a:outerShdw>
                </a:effectLst>
                <a:latin typeface="Calibri" pitchFamily="34" charset="0"/>
                <a:cs typeface="Calibri" pitchFamily="34" charset="0"/>
              </a:rPr>
              <a:t>CHANNELS OF COMMUNICATION</a:t>
            </a:r>
            <a:endParaRPr lang="en-IN" sz="3500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1F9918F-D6B8-4AB0-836D-895A673740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098625"/>
              </p:ext>
            </p:extLst>
          </p:nvPr>
        </p:nvGraphicFramePr>
        <p:xfrm>
          <a:off x="1524000" y="1295400"/>
          <a:ext cx="9486900" cy="556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388" name="TextBox 6">
            <a:extLst>
              <a:ext uri="{FF2B5EF4-FFF2-40B4-BE49-F238E27FC236}">
                <a16:creationId xmlns:a16="http://schemas.microsoft.com/office/drawing/2014/main" id="{310B3973-823B-4D70-A92D-0167A0BAB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6096000"/>
            <a:ext cx="3505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Broadcast e- mails / reports </a:t>
            </a:r>
            <a:endParaRPr lang="en-IN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89" name="Down Arrow 5">
            <a:extLst>
              <a:ext uri="{FF2B5EF4-FFF2-40B4-BE49-F238E27FC236}">
                <a16:creationId xmlns:a16="http://schemas.microsoft.com/office/drawing/2014/main" id="{DBCC545D-01F9-48DB-9194-6C7369A1C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295400"/>
            <a:ext cx="457200" cy="3810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I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A24017-68B1-4024-97F0-9C44F39B4748}"/>
              </a:ext>
            </a:extLst>
          </p:cNvPr>
          <p:cNvSpPr txBox="1"/>
          <p:nvPr/>
        </p:nvSpPr>
        <p:spPr>
          <a:xfrm>
            <a:off x="2667000" y="1295401"/>
            <a:ext cx="304800" cy="4401205"/>
          </a:xfrm>
          <a:prstGeom prst="rect">
            <a:avLst/>
          </a:prstGeom>
          <a:solidFill>
            <a:schemeClr val="accent5">
              <a:lumMod val="1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Influence Level</a:t>
            </a:r>
            <a:endParaRPr lang="en-IN" sz="20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>
            <a:extLst>
              <a:ext uri="{FF2B5EF4-FFF2-40B4-BE49-F238E27FC236}">
                <a16:creationId xmlns:a16="http://schemas.microsoft.com/office/drawing/2014/main" id="{9A8D8BE3-B34D-46C0-9CFC-5D3B6358B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04801"/>
            <a:ext cx="652145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Barriers to communication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471A207B-4C23-44EF-A9E3-B92726D7A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447800"/>
            <a:ext cx="6781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Noise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Distractions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Inappropriate medium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Emotions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Language differences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Assumptions/Misconceptions/Prejudice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Poor listening skills/Lack of concentration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Lack of Enthusiasm and Lack of Interest in the Topic/Subject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Lack of Self-Confidence and self awareness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Unwillingness to learn new approaches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Unwillingness to say things differently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Lack of Feedback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Lack of Motivation and Training</a:t>
            </a:r>
          </a:p>
        </p:txBody>
      </p:sp>
      <p:pic>
        <p:nvPicPr>
          <p:cNvPr id="17412" name="Picture 6" descr="image,7451,en">
            <a:extLst>
              <a:ext uri="{FF2B5EF4-FFF2-40B4-BE49-F238E27FC236}">
                <a16:creationId xmlns:a16="http://schemas.microsoft.com/office/drawing/2014/main" id="{409E458B-9005-41AA-AA8B-13BE7775E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1" y="1676401"/>
            <a:ext cx="1863725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7" descr="PE07006_[1]">
            <a:extLst>
              <a:ext uri="{FF2B5EF4-FFF2-40B4-BE49-F238E27FC236}">
                <a16:creationId xmlns:a16="http://schemas.microsoft.com/office/drawing/2014/main" id="{F1487D4C-BF3F-469E-8B88-1A73094FC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1" y="3124200"/>
            <a:ext cx="1571625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8" descr="index0401">
            <a:extLst>
              <a:ext uri="{FF2B5EF4-FFF2-40B4-BE49-F238E27FC236}">
                <a16:creationId xmlns:a16="http://schemas.microsoft.com/office/drawing/2014/main" id="{EBAE7010-57A3-43DA-92BF-055C98EF9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1" y="4876800"/>
            <a:ext cx="2366963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Picture 9" descr="transmitter">
            <a:hlinkClick r:id="rId5"/>
            <a:extLst>
              <a:ext uri="{FF2B5EF4-FFF2-40B4-BE49-F238E27FC236}">
                <a16:creationId xmlns:a16="http://schemas.microsoft.com/office/drawing/2014/main" id="{96CC2035-E6A6-4CF4-81B4-669517FCA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1" y="2362200"/>
            <a:ext cx="103822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53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53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153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53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53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1536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1536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>
            <a:extLst>
              <a:ext uri="{FF2B5EF4-FFF2-40B4-BE49-F238E27FC236}">
                <a16:creationId xmlns:a16="http://schemas.microsoft.com/office/drawing/2014/main" id="{26B745CC-720C-479A-97E3-B7E700B4E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57200"/>
            <a:ext cx="8305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Hearing Vs Listening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30DD052E-F131-4739-B701-EEB90A23B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1676400"/>
            <a:ext cx="99441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SzPct val="100000"/>
            </a:pP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Hearing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– Physical process, natural, passive</a:t>
            </a:r>
          </a:p>
          <a:p>
            <a:pPr>
              <a:spcBef>
                <a:spcPct val="20000"/>
              </a:spcBef>
              <a:buSzPct val="100000"/>
            </a:pPr>
            <a:endParaRPr lang="en-US" altLang="en-US" sz="280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20000"/>
              </a:spcBef>
              <a:buSzPct val="100000"/>
            </a:pP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Listening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– Physical as well</a:t>
            </a:r>
          </a:p>
          <a:p>
            <a:pPr>
              <a:spcBef>
                <a:spcPct val="20000"/>
              </a:spcBef>
              <a:buSzPct val="100000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as mental process, active,</a:t>
            </a:r>
          </a:p>
          <a:p>
            <a:pPr>
              <a:spcBef>
                <a:spcPct val="20000"/>
              </a:spcBef>
              <a:buSzPct val="100000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learned process, a skill</a:t>
            </a:r>
          </a:p>
        </p:txBody>
      </p:sp>
      <p:sp>
        <p:nvSpPr>
          <p:cNvPr id="16390" name="Text Box 6">
            <a:extLst>
              <a:ext uri="{FF2B5EF4-FFF2-40B4-BE49-F238E27FC236}">
                <a16:creationId xmlns:a16="http://schemas.microsoft.com/office/drawing/2014/main" id="{BE725FC7-EE5E-449B-9921-E2D91B840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6172200"/>
            <a:ext cx="102870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20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"There is none so blind as those who will not listen.“……”</a:t>
            </a:r>
            <a:r>
              <a:rPr lang="en-US" altLang="en-US" sz="2200" i="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William Slater”</a:t>
            </a:r>
          </a:p>
          <a:p>
            <a:pPr algn="ctr"/>
            <a:endParaRPr lang="en-US" altLang="en-US" sz="220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437" name="Picture 7" descr="HM00050_[1]">
            <a:extLst>
              <a:ext uri="{FF2B5EF4-FFF2-40B4-BE49-F238E27FC236}">
                <a16:creationId xmlns:a16="http://schemas.microsoft.com/office/drawing/2014/main" id="{B1CDBD0A-238F-4896-8EB7-FE6F672BE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219200"/>
            <a:ext cx="2209800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8" descr="j0355407[1]">
            <a:extLst>
              <a:ext uri="{FF2B5EF4-FFF2-40B4-BE49-F238E27FC236}">
                <a16:creationId xmlns:a16="http://schemas.microsoft.com/office/drawing/2014/main" id="{7436026C-96B1-4245-84FD-A2248C737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3200401"/>
            <a:ext cx="2362200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autoUpdateAnimBg="0"/>
      <p:bldP spid="1639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FBA78D73-B471-4FF4-AE25-AD743D0B5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Listening</a:t>
            </a:r>
            <a:endParaRPr lang="en-IN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1515C6A-54C9-45B9-80EA-BC86123A10B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905000" y="1676400"/>
          <a:ext cx="8610600" cy="4657724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302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839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</a:rPr>
                        <a:t>Types of Listening</a:t>
                      </a:r>
                    </a:p>
                    <a:p>
                      <a:endParaRPr lang="en-IN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Nature of Listening</a:t>
                      </a:r>
                    </a:p>
                    <a:p>
                      <a:endParaRPr lang="en-IN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0" dirty="0">
                          <a:solidFill>
                            <a:srgbClr val="002060"/>
                          </a:solidFill>
                        </a:rPr>
                        <a:t>Kinds of Listening</a:t>
                      </a:r>
                    </a:p>
                    <a:p>
                      <a:endParaRPr lang="en-IN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24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</a:rPr>
                        <a:t>Active vs. Passive </a:t>
                      </a:r>
                    </a:p>
                    <a:p>
                      <a:endParaRPr lang="en-IN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Sensing</a:t>
                      </a:r>
                    </a:p>
                    <a:p>
                      <a:endParaRPr lang="en-IN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0" dirty="0">
                          <a:solidFill>
                            <a:srgbClr val="002060"/>
                          </a:solidFill>
                        </a:rPr>
                        <a:t> 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Appreciative</a:t>
                      </a:r>
                    </a:p>
                    <a:p>
                      <a:endParaRPr lang="en-IN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4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</a:rPr>
                        <a:t>Positive vs. Negative</a:t>
                      </a:r>
                    </a:p>
                    <a:p>
                      <a:endParaRPr lang="en-IN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Filtering</a:t>
                      </a:r>
                    </a:p>
                    <a:p>
                      <a:endParaRPr lang="en-IN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342900" indent="-342900">
                        <a:spcBef>
                          <a:spcPct val="20000"/>
                        </a:spcBef>
                        <a:buSzPct val="100000"/>
                        <a:buFontTx/>
                        <a:buNone/>
                        <a:defRPr/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Empathic</a:t>
                      </a:r>
                      <a:endParaRPr lang="en-US" sz="1800" b="1" dirty="0">
                        <a:solidFill>
                          <a:srgbClr val="002060"/>
                        </a:solidFill>
                        <a:latin typeface="Calibri" pitchFamily="34" charset="0"/>
                        <a:ea typeface="ＭＳ Ｐゴシック" pitchFamily="-111" charset="-128"/>
                        <a:cs typeface="Calibri" pitchFamily="34" charset="0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4593">
                <a:tc>
                  <a:txBody>
                    <a:bodyPr/>
                    <a:lstStyle/>
                    <a:p>
                      <a:endParaRPr lang="en-IN" sz="1800">
                        <a:solidFill>
                          <a:srgbClr val="002060"/>
                        </a:solidFill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Remembering </a:t>
                      </a:r>
                      <a:endParaRPr lang="en-IN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Discriminative</a:t>
                      </a:r>
                    </a:p>
                    <a:p>
                      <a:endParaRPr lang="en-IN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8244">
                <a:tc>
                  <a:txBody>
                    <a:bodyPr/>
                    <a:lstStyle/>
                    <a:p>
                      <a:endParaRPr lang="en-IN" sz="1800">
                        <a:solidFill>
                          <a:srgbClr val="002060"/>
                        </a:solidFill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Analytical </a:t>
                      </a:r>
                    </a:p>
                    <a:p>
                      <a:endParaRPr lang="en-IN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5C7AB90F-C3A4-498C-99E9-D888678F6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itchFamily="18" charset="0"/>
              </a:rPr>
              <a:t>Why Listen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8F2D793-170F-454F-B140-A7F72FF9CA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US" altLang="en-US">
                <a:solidFill>
                  <a:srgbClr val="080808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080808"/>
                </a:solidFill>
                <a:latin typeface="Palatino Linotype" panose="02040502050505030304" pitchFamily="18" charset="0"/>
                <a:ea typeface="ＭＳ Ｐゴシック" panose="020B0600070205080204" pitchFamily="34" charset="-128"/>
              </a:rPr>
              <a:t>Listening is the most powerful form of acknowledgement……………..a way of saying </a:t>
            </a:r>
            <a:r>
              <a:rPr lang="en-US" altLang="en-US" sz="2000" b="1">
                <a:solidFill>
                  <a:srgbClr val="CC0000"/>
                </a:solidFill>
                <a:latin typeface="Palatino Linotype" panose="02040502050505030304" pitchFamily="18" charset="0"/>
                <a:ea typeface="ＭＳ Ｐゴシック" panose="020B0600070205080204" pitchFamily="34" charset="-128"/>
              </a:rPr>
              <a:t>“ You are important”</a:t>
            </a:r>
          </a:p>
          <a:p>
            <a:pPr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US" altLang="en-US" sz="2000">
                <a:solidFill>
                  <a:srgbClr val="080808"/>
                </a:solidFill>
                <a:latin typeface="Palatino Linotype" panose="02040502050505030304" pitchFamily="18" charset="0"/>
                <a:ea typeface="ＭＳ Ｐゴシック" panose="020B0600070205080204" pitchFamily="34" charset="-128"/>
              </a:rPr>
              <a:t> Listening builds stronger relationships</a:t>
            </a:r>
          </a:p>
          <a:p>
            <a:pPr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US" altLang="en-US" sz="2000">
                <a:solidFill>
                  <a:srgbClr val="080808"/>
                </a:solidFill>
                <a:latin typeface="Palatino Linotype" panose="02040502050505030304" pitchFamily="18" charset="0"/>
                <a:ea typeface="ＭＳ Ｐゴシック" panose="020B0600070205080204" pitchFamily="34" charset="-128"/>
              </a:rPr>
              <a:t> Listening creates openness &amp; acceptance</a:t>
            </a:r>
          </a:p>
          <a:p>
            <a:pPr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US" altLang="en-US" sz="2000">
                <a:solidFill>
                  <a:srgbClr val="080808"/>
                </a:solidFill>
                <a:latin typeface="Palatino Linotype" panose="02040502050505030304" pitchFamily="18" charset="0"/>
                <a:ea typeface="ＭＳ Ｐゴシック" panose="020B0600070205080204" pitchFamily="34" charset="-128"/>
              </a:rPr>
              <a:t> Listening leads to learning </a:t>
            </a:r>
          </a:p>
        </p:txBody>
      </p:sp>
      <p:pic>
        <p:nvPicPr>
          <p:cNvPr id="24580" name="Picture 5">
            <a:extLst>
              <a:ext uri="{FF2B5EF4-FFF2-40B4-BE49-F238E27FC236}">
                <a16:creationId xmlns:a16="http://schemas.microsoft.com/office/drawing/2014/main" id="{AB969516-6FC4-474D-B7E5-126A5A754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81875" y="3200400"/>
            <a:ext cx="360045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>
            <a:extLst>
              <a:ext uri="{FF2B5EF4-FFF2-40B4-BE49-F238E27FC236}">
                <a16:creationId xmlns:a16="http://schemas.microsoft.com/office/drawing/2014/main" id="{9E79A90E-1A50-46FC-8AAE-B26AF56FD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33400"/>
            <a:ext cx="8305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 sz="36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88AC471D-1642-46DE-A739-AB2204BC9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133601"/>
            <a:ext cx="4953000" cy="18002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ＭＳ Ｐゴシック" pitchFamily="-107" charset="-128"/>
            </a:endParaRPr>
          </a:p>
          <a:p>
            <a:pPr>
              <a:defRPr/>
            </a:pP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ＭＳ Ｐゴシック" pitchFamily="-107" charset="-128"/>
            </a:endParaRPr>
          </a:p>
          <a:p>
            <a:pPr>
              <a:defRPr/>
            </a:pP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ＭＳ Ｐゴシック" pitchFamily="-107" charset="-128"/>
            </a:endParaRPr>
          </a:p>
          <a:p>
            <a:pPr>
              <a:defRPr/>
            </a:pP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ＭＳ Ｐゴシック" pitchFamily="-107" charset="-128"/>
            </a:endParaRPr>
          </a:p>
        </p:txBody>
      </p:sp>
      <p:sp>
        <p:nvSpPr>
          <p:cNvPr id="21508" name="Rectangle 10">
            <a:extLst>
              <a:ext uri="{FF2B5EF4-FFF2-40B4-BE49-F238E27FC236}">
                <a16:creationId xmlns:a16="http://schemas.microsoft.com/office/drawing/2014/main" id="{CB79213A-EB83-4CD3-BCE3-CF1992BD1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0" y="457201"/>
            <a:ext cx="46053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4000" b="1" u="sng" dirty="0">
                <a:latin typeface="Calibri" panose="020F0502020204030204" pitchFamily="34" charset="0"/>
                <a:cs typeface="Calibri" panose="020F0502020204030204" pitchFamily="34" charset="0"/>
              </a:rPr>
              <a:t>VALUE OF LISTENING</a:t>
            </a:r>
          </a:p>
        </p:txBody>
      </p:sp>
      <p:sp>
        <p:nvSpPr>
          <p:cNvPr id="21509" name="Rectangle 11">
            <a:extLst>
              <a:ext uri="{FF2B5EF4-FFF2-40B4-BE49-F238E27FC236}">
                <a16:creationId xmlns:a16="http://schemas.microsoft.com/office/drawing/2014/main" id="{2E2B1CD0-D31B-40B0-8061-730DDAA76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1447801"/>
            <a:ext cx="99822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¬"/>
            </a:pPr>
            <a:r>
              <a:rPr lang="en-US" altLang="en-US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Listening to others is an elegant art.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¬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Good listening reflects courtesy and good manners.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¬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Listening carefully to the instructions of superiors improve competence and                                                              performance. 		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¬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The result of poor listening skill could be disastrous in business,   employment and social relations.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¬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Good listening can eliminate a number of imaginary grievances of employees.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¬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Good listening skill can improve social relations and conversation.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¬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Listening is a positive activity rather than a passive or negative activity.</a:t>
            </a:r>
          </a:p>
        </p:txBody>
      </p:sp>
      <p:pic>
        <p:nvPicPr>
          <p:cNvPr id="21510" name="Picture 13" descr="j0097935[1]">
            <a:extLst>
              <a:ext uri="{FF2B5EF4-FFF2-40B4-BE49-F238E27FC236}">
                <a16:creationId xmlns:a16="http://schemas.microsoft.com/office/drawing/2014/main" id="{B43F0815-E51C-435C-B825-64CD3017F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8701" y="381000"/>
            <a:ext cx="1192213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3DFC5422-13C8-4E6D-BBCA-AD254430A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Reasons why we Do Not Listen</a:t>
            </a:r>
            <a:endParaRPr lang="en-IN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644D3A6B-DF42-4C77-812B-859947457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4026" y="1752600"/>
            <a:ext cx="9001125" cy="47244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6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Listening is Hard Work</a:t>
            </a:r>
          </a:p>
          <a:p>
            <a:pPr eaLnBrk="1" hangingPunct="1"/>
            <a:r>
              <a:rPr lang="en-US" altLang="en-US" sz="26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Competition</a:t>
            </a:r>
          </a:p>
          <a:p>
            <a:pPr eaLnBrk="1" hangingPunct="1"/>
            <a:r>
              <a:rPr lang="en-US" altLang="en-US" sz="26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The Rush for Action/Rush to reply</a:t>
            </a:r>
          </a:p>
          <a:p>
            <a:pPr eaLnBrk="1" hangingPunct="1"/>
            <a:r>
              <a:rPr lang="en-US" altLang="en-US" sz="26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Speed differences (120 wpm v/s 360 wpm)</a:t>
            </a:r>
          </a:p>
          <a:p>
            <a:pPr eaLnBrk="1" hangingPunct="1"/>
            <a:r>
              <a:rPr lang="en-US" altLang="en-US" sz="26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Lack of Training/Language</a:t>
            </a:r>
          </a:p>
          <a:p>
            <a:pPr eaLnBrk="1" hangingPunct="1"/>
            <a:r>
              <a:rPr lang="en-IN" altLang="en-US" sz="26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Trying to listen to more than one conversation at a time</a:t>
            </a:r>
          </a:p>
          <a:p>
            <a:pPr eaLnBrk="1" hangingPunct="1"/>
            <a:r>
              <a:rPr lang="en-IN" altLang="en-US" sz="26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Not focusing on what they speak</a:t>
            </a:r>
          </a:p>
          <a:p>
            <a:pPr eaLnBrk="1" hangingPunct="1"/>
            <a:r>
              <a:rPr lang="en-IN" altLang="en-US" sz="26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You make judgements </a:t>
            </a:r>
          </a:p>
          <a:p>
            <a:pPr eaLnBrk="1" hangingPunct="1"/>
            <a:r>
              <a:rPr lang="en-IN" altLang="en-US" sz="26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Previous experiences </a:t>
            </a:r>
            <a:br>
              <a:rPr lang="en-IN" altLang="en-US" dirty="0">
                <a:solidFill>
                  <a:schemeClr val="bg2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br>
              <a:rPr lang="en-IN" altLang="en-US" dirty="0">
                <a:solidFill>
                  <a:schemeClr val="bg2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endParaRPr lang="en-IN" altLang="en-US" dirty="0">
              <a:solidFill>
                <a:schemeClr val="bg2"/>
              </a:solidFill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pPr eaLnBrk="1" hangingPunct="1"/>
            <a:endParaRPr lang="en-US" altLang="en-US" dirty="0">
              <a:solidFill>
                <a:schemeClr val="bg2"/>
              </a:solidFill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pPr eaLnBrk="1" hangingPunct="1"/>
            <a:endParaRPr lang="en-IN" altLang="en-US" dirty="0">
              <a:solidFill>
                <a:schemeClr val="bg2"/>
              </a:solidFill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>
            <a:extLst>
              <a:ext uri="{FF2B5EF4-FFF2-40B4-BE49-F238E27FC236}">
                <a16:creationId xmlns:a16="http://schemas.microsoft.com/office/drawing/2014/main" id="{2501BBCF-C618-454D-BEE4-917AAAFED78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24025" y="0"/>
            <a:ext cx="8743950" cy="609600"/>
          </a:xfrm>
          <a:solidFill>
            <a:schemeClr val="accent1">
              <a:lumMod val="20000"/>
              <a:lumOff val="80000"/>
            </a:schemeClr>
          </a:solidFill>
          <a:ln>
            <a:solidFill>
              <a:srgbClr val="FFCC00"/>
            </a:solidFill>
          </a:ln>
        </p:spPr>
        <p:txBody>
          <a:bodyPr/>
          <a:lstStyle/>
          <a:p>
            <a:pPr>
              <a:defRPr/>
            </a:pPr>
            <a:r>
              <a:rPr lang="en-US" sz="2800" u="sng" dirty="0"/>
              <a:t>More &amp; Less Effective </a:t>
            </a:r>
            <a:r>
              <a:rPr lang="en-US" sz="2800" u="sng" dirty="0">
                <a:solidFill>
                  <a:schemeClr val="bg2"/>
                </a:solidFill>
              </a:rPr>
              <a:t>Listening Skills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EFC548AB-4A13-4B32-8E48-9001E05CC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1" y="914400"/>
            <a:ext cx="2828925" cy="76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ＭＳ Ｐゴシック" pitchFamily="-111" charset="-128"/>
              </a:rPr>
              <a:t>Passive, laid back</a:t>
            </a:r>
          </a:p>
        </p:txBody>
      </p:sp>
      <p:sp>
        <p:nvSpPr>
          <p:cNvPr id="94212" name="Rectangle 4">
            <a:extLst>
              <a:ext uri="{FF2B5EF4-FFF2-40B4-BE49-F238E27FC236}">
                <a16:creationId xmlns:a16="http://schemas.microsoft.com/office/drawing/2014/main" id="{BF3B909F-983D-494E-888D-35E063846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1" y="2057400"/>
            <a:ext cx="2828925" cy="76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ＭＳ Ｐゴシック" pitchFamily="-111" charset="-128"/>
              </a:rPr>
              <a:t>Easily distracted </a:t>
            </a:r>
          </a:p>
        </p:txBody>
      </p:sp>
      <p:sp>
        <p:nvSpPr>
          <p:cNvPr id="94213" name="Rectangle 5">
            <a:extLst>
              <a:ext uri="{FF2B5EF4-FFF2-40B4-BE49-F238E27FC236}">
                <a16:creationId xmlns:a16="http://schemas.microsoft.com/office/drawing/2014/main" id="{0041F117-7317-4A27-B527-24908495D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1" y="3276600"/>
            <a:ext cx="2828925" cy="76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ＭＳ Ｐゴシック" pitchFamily="-111" charset="-128"/>
              </a:rPr>
              <a:t>Asks no question</a:t>
            </a:r>
          </a:p>
        </p:txBody>
      </p:sp>
      <p:sp>
        <p:nvSpPr>
          <p:cNvPr id="94214" name="Rectangle 6">
            <a:extLst>
              <a:ext uri="{FF2B5EF4-FFF2-40B4-BE49-F238E27FC236}">
                <a16:creationId xmlns:a16="http://schemas.microsoft.com/office/drawing/2014/main" id="{AEC0BBE4-8257-45D8-A3F4-2683FB9A2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1" y="4495800"/>
            <a:ext cx="2828925" cy="76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solidFill>
                  <a:schemeClr val="bg2"/>
                </a:solidFill>
                <a:ea typeface="ＭＳ Ｐゴシック" pitchFamily="-111" charset="-128"/>
              </a:rPr>
              <a:t>H</a:t>
            </a:r>
            <a:r>
              <a:rPr lang="en-US" dirty="0">
                <a:ea typeface="ＭＳ Ｐゴシック" pitchFamily="-111" charset="-128"/>
              </a:rPr>
              <a:t>as preconceptions</a:t>
            </a:r>
          </a:p>
        </p:txBody>
      </p:sp>
      <p:sp>
        <p:nvSpPr>
          <p:cNvPr id="94215" name="Rectangle 7">
            <a:extLst>
              <a:ext uri="{FF2B5EF4-FFF2-40B4-BE49-F238E27FC236}">
                <a16:creationId xmlns:a16="http://schemas.microsoft.com/office/drawing/2014/main" id="{F473311C-FCA9-49DE-8695-C0C3FCDA1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676" y="5638800"/>
            <a:ext cx="2828925" cy="76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solidFill>
                  <a:schemeClr val="bg2"/>
                </a:solidFill>
                <a:ea typeface="ＭＳ Ｐゴシック" pitchFamily="-111" charset="-128"/>
              </a:rPr>
              <a:t>Disregards </a:t>
            </a:r>
          </a:p>
          <a:p>
            <a:pPr algn="ctr">
              <a:defRPr/>
            </a:pPr>
            <a:r>
              <a:rPr lang="en-US" dirty="0">
                <a:ea typeface="ＭＳ Ｐゴシック" pitchFamily="-111" charset="-128"/>
              </a:rPr>
              <a:t>information</a:t>
            </a:r>
          </a:p>
        </p:txBody>
      </p:sp>
      <p:sp>
        <p:nvSpPr>
          <p:cNvPr id="94216" name="Rectangle 8">
            <a:extLst>
              <a:ext uri="{FF2B5EF4-FFF2-40B4-BE49-F238E27FC236}">
                <a16:creationId xmlns:a16="http://schemas.microsoft.com/office/drawing/2014/main" id="{6D6CBE60-FF2A-4035-932F-ACF7D5780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6" y="5638800"/>
            <a:ext cx="2828925" cy="76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ＭＳ Ｐゴシック" pitchFamily="-111" charset="-128"/>
              </a:rPr>
              <a:t>Assimilates</a:t>
            </a:r>
          </a:p>
          <a:p>
            <a:pPr algn="ctr">
              <a:defRPr/>
            </a:pPr>
            <a:r>
              <a:rPr lang="en-US" dirty="0">
                <a:solidFill>
                  <a:schemeClr val="bg2"/>
                </a:solidFill>
                <a:ea typeface="ＭＳ Ｐゴシック" pitchFamily="-111" charset="-128"/>
              </a:rPr>
              <a:t> information</a:t>
            </a:r>
          </a:p>
        </p:txBody>
      </p:sp>
      <p:sp>
        <p:nvSpPr>
          <p:cNvPr id="94217" name="Rectangle 9">
            <a:extLst>
              <a:ext uri="{FF2B5EF4-FFF2-40B4-BE49-F238E27FC236}">
                <a16:creationId xmlns:a16="http://schemas.microsoft.com/office/drawing/2014/main" id="{6081DCE1-5E66-4C52-8792-068768F8A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6" y="4495800"/>
            <a:ext cx="2828925" cy="76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ＭＳ Ｐゴシック" pitchFamily="-111" charset="-128"/>
              </a:rPr>
              <a:t>Keeps open mind</a:t>
            </a:r>
          </a:p>
        </p:txBody>
      </p:sp>
      <p:sp>
        <p:nvSpPr>
          <p:cNvPr id="94218" name="Rectangle 10">
            <a:extLst>
              <a:ext uri="{FF2B5EF4-FFF2-40B4-BE49-F238E27FC236}">
                <a16:creationId xmlns:a16="http://schemas.microsoft.com/office/drawing/2014/main" id="{F7E91DAA-D0C2-4C2C-BDD6-CA6F349CA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6" y="3276600"/>
            <a:ext cx="2828925" cy="76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ＭＳ Ｐゴシック" pitchFamily="-111" charset="-128"/>
              </a:rPr>
              <a:t>Asks questions</a:t>
            </a:r>
          </a:p>
        </p:txBody>
      </p:sp>
      <p:sp>
        <p:nvSpPr>
          <p:cNvPr id="94219" name="Rectangle 11">
            <a:extLst>
              <a:ext uri="{FF2B5EF4-FFF2-40B4-BE49-F238E27FC236}">
                <a16:creationId xmlns:a16="http://schemas.microsoft.com/office/drawing/2014/main" id="{B6821C35-D49E-4F10-87D3-31307A1A0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6" y="2133600"/>
            <a:ext cx="2828925" cy="76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ＭＳ Ｐゴシック" pitchFamily="-111" charset="-128"/>
              </a:rPr>
              <a:t>Pays attention</a:t>
            </a:r>
          </a:p>
        </p:txBody>
      </p:sp>
      <p:sp>
        <p:nvSpPr>
          <p:cNvPr id="94220" name="Rectangle 12">
            <a:extLst>
              <a:ext uri="{FF2B5EF4-FFF2-40B4-BE49-F238E27FC236}">
                <a16:creationId xmlns:a16="http://schemas.microsoft.com/office/drawing/2014/main" id="{00FC6F66-CD68-4822-8227-3F0D98D95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6" y="914400"/>
            <a:ext cx="2828925" cy="76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ＭＳ Ｐゴシック" pitchFamily="-111" charset="-128"/>
              </a:rPr>
              <a:t>Active, focused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605E5BDE-3A9A-473F-AC46-AA56EDF0163E}"/>
              </a:ext>
            </a:extLst>
          </p:cNvPr>
          <p:cNvGrpSpPr>
            <a:grpSpLocks/>
          </p:cNvGrpSpPr>
          <p:nvPr/>
        </p:nvGrpSpPr>
        <p:grpSpPr bwMode="auto">
          <a:xfrm>
            <a:off x="4981576" y="2590800"/>
            <a:ext cx="2143125" cy="2133600"/>
            <a:chOff x="2256" y="1920"/>
            <a:chExt cx="1200" cy="1344"/>
          </a:xfrm>
          <a:solidFill>
            <a:schemeClr val="accent3">
              <a:lumMod val="50000"/>
            </a:schemeClr>
          </a:solidFill>
        </p:grpSpPr>
        <p:sp>
          <p:nvSpPr>
            <p:cNvPr id="94232" name="Oval 14">
              <a:extLst>
                <a:ext uri="{FF2B5EF4-FFF2-40B4-BE49-F238E27FC236}">
                  <a16:creationId xmlns:a16="http://schemas.microsoft.com/office/drawing/2014/main" id="{3B16809F-826A-4ABB-B863-F8668D370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920"/>
              <a:ext cx="1104" cy="1344"/>
            </a:xfrm>
            <a:prstGeom prst="ellipse">
              <a:avLst/>
            </a:prstGeom>
            <a:grpFill/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dirty="0">
                <a:solidFill>
                  <a:schemeClr val="bg2"/>
                </a:solidFill>
                <a:ea typeface="ＭＳ Ｐゴシック" pitchFamily="-111" charset="-128"/>
              </a:endParaRPr>
            </a:p>
          </p:txBody>
        </p:sp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FE6D266F-1ECB-44E3-8E75-2DEE366D70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2352"/>
              <a:ext cx="624" cy="528"/>
              <a:chOff x="2640" y="2352"/>
              <a:chExt cx="624" cy="528"/>
            </a:xfrm>
            <a:grpFill/>
          </p:grpSpPr>
          <p:sp>
            <p:nvSpPr>
              <p:cNvPr id="94236" name="Oval 16">
                <a:extLst>
                  <a:ext uri="{FF2B5EF4-FFF2-40B4-BE49-F238E27FC236}">
                    <a16:creationId xmlns:a16="http://schemas.microsoft.com/office/drawing/2014/main" id="{E9D64CF1-5599-41CD-A937-7EA0EBA95B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352"/>
                <a:ext cx="192" cy="144"/>
              </a:xfrm>
              <a:prstGeom prst="ellipse">
                <a:avLst/>
              </a:prstGeom>
              <a:grpFill/>
              <a:ln w="952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chemeClr val="bg2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94237" name="Oval 17">
                <a:extLst>
                  <a:ext uri="{FF2B5EF4-FFF2-40B4-BE49-F238E27FC236}">
                    <a16:creationId xmlns:a16="http://schemas.microsoft.com/office/drawing/2014/main" id="{635D4910-8EEA-44E7-8F85-833B718D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2400"/>
                <a:ext cx="240" cy="144"/>
              </a:xfrm>
              <a:prstGeom prst="ellipse">
                <a:avLst/>
              </a:prstGeom>
              <a:grpFill/>
              <a:ln w="952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chemeClr val="bg2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94238" name="Oval 18">
                <a:extLst>
                  <a:ext uri="{FF2B5EF4-FFF2-40B4-BE49-F238E27FC236}">
                    <a16:creationId xmlns:a16="http://schemas.microsoft.com/office/drawing/2014/main" id="{CE14B213-8E0B-4B26-B987-06A18A565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2784"/>
                <a:ext cx="528" cy="96"/>
              </a:xfrm>
              <a:prstGeom prst="ellipse">
                <a:avLst/>
              </a:prstGeom>
              <a:grpFill/>
              <a:ln w="952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chemeClr val="bg2"/>
                  </a:solidFill>
                  <a:ea typeface="ＭＳ Ｐゴシック" pitchFamily="-111" charset="-128"/>
                </a:endParaRPr>
              </a:p>
            </p:txBody>
          </p:sp>
        </p:grpSp>
        <p:sp>
          <p:nvSpPr>
            <p:cNvPr id="94234" name="Oval 19">
              <a:extLst>
                <a:ext uri="{FF2B5EF4-FFF2-40B4-BE49-F238E27FC236}">
                  <a16:creationId xmlns:a16="http://schemas.microsoft.com/office/drawing/2014/main" id="{2395DB03-576C-47B4-8599-4ACA6B4B8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352"/>
              <a:ext cx="96" cy="432"/>
            </a:xfrm>
            <a:prstGeom prst="ellipse">
              <a:avLst/>
            </a:prstGeom>
            <a:grpFill/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chemeClr val="bg2"/>
                </a:solidFill>
                <a:ea typeface="ＭＳ Ｐゴシック" pitchFamily="-111" charset="-128"/>
              </a:endParaRPr>
            </a:p>
          </p:txBody>
        </p:sp>
        <p:sp>
          <p:nvSpPr>
            <p:cNvPr id="94235" name="Oval 20">
              <a:extLst>
                <a:ext uri="{FF2B5EF4-FFF2-40B4-BE49-F238E27FC236}">
                  <a16:creationId xmlns:a16="http://schemas.microsoft.com/office/drawing/2014/main" id="{B772BABF-6E1B-435C-967B-987EB7E0C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400"/>
              <a:ext cx="96" cy="384"/>
            </a:xfrm>
            <a:prstGeom prst="ellipse">
              <a:avLst/>
            </a:prstGeom>
            <a:grpFill/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chemeClr val="bg2"/>
                </a:solidFill>
                <a:ea typeface="ＭＳ Ｐゴシック" pitchFamily="-111" charset="-128"/>
              </a:endParaRPr>
            </a:p>
          </p:txBody>
        </p:sp>
      </p:grpSp>
      <p:sp>
        <p:nvSpPr>
          <p:cNvPr id="23566" name="Line 21">
            <a:extLst>
              <a:ext uri="{FF2B5EF4-FFF2-40B4-BE49-F238E27FC236}">
                <a16:creationId xmlns:a16="http://schemas.microsoft.com/office/drawing/2014/main" id="{142A1703-752F-4D4D-A54E-FF7CB736AF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24700" y="1295400"/>
            <a:ext cx="1028700" cy="213360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7" name="Line 22">
            <a:extLst>
              <a:ext uri="{FF2B5EF4-FFF2-40B4-BE49-F238E27FC236}">
                <a16:creationId xmlns:a16="http://schemas.microsoft.com/office/drawing/2014/main" id="{7CE1E324-5C6A-489F-982D-BFD8A551C7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0426" y="2438400"/>
            <a:ext cx="942975" cy="114300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8" name="Line 23">
            <a:extLst>
              <a:ext uri="{FF2B5EF4-FFF2-40B4-BE49-F238E27FC236}">
                <a16:creationId xmlns:a16="http://schemas.microsoft.com/office/drawing/2014/main" id="{2A25060B-1062-441D-9C9F-BB8A5BD0EAF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10426" y="3810000"/>
            <a:ext cx="942975" cy="114300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9" name="Line 24">
            <a:extLst>
              <a:ext uri="{FF2B5EF4-FFF2-40B4-BE49-F238E27FC236}">
                <a16:creationId xmlns:a16="http://schemas.microsoft.com/office/drawing/2014/main" id="{BB5341F1-E5A9-4683-A847-F95F68A039A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24701" y="3886200"/>
            <a:ext cx="942975" cy="213360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0" name="Line 25">
            <a:extLst>
              <a:ext uri="{FF2B5EF4-FFF2-40B4-BE49-F238E27FC236}">
                <a16:creationId xmlns:a16="http://schemas.microsoft.com/office/drawing/2014/main" id="{0765F84C-9224-49E2-B8BB-49EA701A1A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24700" y="3657600"/>
            <a:ext cx="1028700" cy="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1" name="Line 26">
            <a:extLst>
              <a:ext uri="{FF2B5EF4-FFF2-40B4-BE49-F238E27FC236}">
                <a16:creationId xmlns:a16="http://schemas.microsoft.com/office/drawing/2014/main" id="{E107DB8A-C154-4FB2-BEB1-3ECEE67863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1" y="3962400"/>
            <a:ext cx="942975" cy="205740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2" name="Line 27">
            <a:extLst>
              <a:ext uri="{FF2B5EF4-FFF2-40B4-BE49-F238E27FC236}">
                <a16:creationId xmlns:a16="http://schemas.microsoft.com/office/drawing/2014/main" id="{386BC24F-35B0-4F07-8D7B-55D61F0A6D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1" y="3733800"/>
            <a:ext cx="942975" cy="121920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3" name="Line 28">
            <a:extLst>
              <a:ext uri="{FF2B5EF4-FFF2-40B4-BE49-F238E27FC236}">
                <a16:creationId xmlns:a16="http://schemas.microsoft.com/office/drawing/2014/main" id="{A3C016F7-B3F7-4CD5-95E2-5E66FC45DD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1" y="3657600"/>
            <a:ext cx="942975" cy="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4" name="Line 29">
            <a:extLst>
              <a:ext uri="{FF2B5EF4-FFF2-40B4-BE49-F238E27FC236}">
                <a16:creationId xmlns:a16="http://schemas.microsoft.com/office/drawing/2014/main" id="{2DE94FF0-50F7-4FDA-8ACC-44C3480EAE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1" y="2590800"/>
            <a:ext cx="942975" cy="99060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5" name="Line 30">
            <a:extLst>
              <a:ext uri="{FF2B5EF4-FFF2-40B4-BE49-F238E27FC236}">
                <a16:creationId xmlns:a16="http://schemas.microsoft.com/office/drawing/2014/main" id="{A92B7686-EFC4-45F9-A989-F53659836F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1" y="1295400"/>
            <a:ext cx="942975" cy="213360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D057E626-8D4E-43AF-83F3-21C6C8C43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832" y="355293"/>
            <a:ext cx="10515600" cy="1325563"/>
          </a:xfrm>
        </p:spPr>
        <p:txBody>
          <a:bodyPr/>
          <a:lstStyle/>
          <a:p>
            <a:pPr algn="l"/>
            <a:r>
              <a:rPr lang="en-IN" altLang="en-US" sz="4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Signs of Ineffective Listening</a:t>
            </a:r>
            <a:br>
              <a:rPr lang="en-IN" altLang="en-US" dirty="0">
                <a:solidFill>
                  <a:schemeClr val="bg2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endParaRPr lang="en-IN" altLang="en-US" dirty="0">
              <a:solidFill>
                <a:schemeClr val="bg2"/>
              </a:solidFill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3C5CAB47-8B99-4BF0-935A-2FDAB0C9D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4026" y="1600200"/>
            <a:ext cx="9001125" cy="4800600"/>
          </a:xfrm>
        </p:spPr>
        <p:txBody>
          <a:bodyPr/>
          <a:lstStyle/>
          <a:p>
            <a:r>
              <a:rPr lang="en-IN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Lack of eye contact with the speaker</a:t>
            </a:r>
          </a:p>
          <a:p>
            <a:r>
              <a:rPr lang="en-IN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An inappropriate posture</a:t>
            </a:r>
          </a:p>
          <a:p>
            <a:r>
              <a:rPr lang="en-IN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Being distracted</a:t>
            </a:r>
          </a:p>
          <a:p>
            <a:r>
              <a:rPr lang="en-IN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Inappropriate expressions and lack of head nods</a:t>
            </a:r>
          </a:p>
          <a:p>
            <a:r>
              <a:rPr lang="en-IN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Daydreaming</a:t>
            </a:r>
          </a:p>
          <a:p>
            <a:r>
              <a:rPr lang="en-IN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Sudden Changes in Topic</a:t>
            </a:r>
          </a:p>
          <a:p>
            <a:r>
              <a:rPr lang="en-IN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Selective Listening</a:t>
            </a:r>
          </a:p>
          <a:p>
            <a:r>
              <a:rPr lang="en-IN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Advising</a:t>
            </a:r>
          </a:p>
          <a:p>
            <a:endParaRPr lang="en-IN" altLang="en-US" dirty="0">
              <a:solidFill>
                <a:schemeClr val="bg2"/>
              </a:solidFill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3">
            <a:extLst>
              <a:ext uri="{FF2B5EF4-FFF2-40B4-BE49-F238E27FC236}">
                <a16:creationId xmlns:a16="http://schemas.microsoft.com/office/drawing/2014/main" id="{48AF5E57-8182-4A96-A729-FC02D6A9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3500" dirty="0">
                <a:ea typeface="ＭＳ Ｐゴシック" panose="020B0600070205080204" pitchFamily="34" charset="-128"/>
              </a:rPr>
              <a:t>Comparison of Non-listening &amp; Active Listening</a:t>
            </a:r>
            <a:endParaRPr lang="en-IN" altLang="en-US" sz="3500" dirty="0">
              <a:ea typeface="ＭＳ Ｐゴシック" panose="020B0600070205080204" pitchFamily="34" charset="-128"/>
            </a:endParaRPr>
          </a:p>
        </p:txBody>
      </p:sp>
      <p:sp>
        <p:nvSpPr>
          <p:cNvPr id="25603" name="Content Placeholder 4">
            <a:extLst>
              <a:ext uri="{FF2B5EF4-FFF2-40B4-BE49-F238E27FC236}">
                <a16:creationId xmlns:a16="http://schemas.microsoft.com/office/drawing/2014/main" id="{E0EB53C6-7E45-4F5B-9D50-015068A49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0" y="2514600"/>
            <a:ext cx="4852988" cy="4038600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Orientation toward self</a:t>
            </a:r>
          </a:p>
          <a:p>
            <a:pPr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Little use of mind (thinking)</a:t>
            </a:r>
          </a:p>
          <a:p>
            <a:pPr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Lack of etiquette</a:t>
            </a:r>
          </a:p>
          <a:p>
            <a:pPr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Inattention to principles of effect</a:t>
            </a:r>
          </a:p>
          <a:p>
            <a:pPr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No consideration</a:t>
            </a:r>
          </a:p>
          <a:p>
            <a:pPr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Little empathy</a:t>
            </a:r>
          </a:p>
          <a:p>
            <a:pPr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Casual attention to meaning</a:t>
            </a:r>
          </a:p>
          <a:p>
            <a:pPr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Emphasis on winning</a:t>
            </a:r>
          </a:p>
          <a:p>
            <a:pPr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Inattention to nonverbal communication</a:t>
            </a:r>
          </a:p>
          <a:p>
            <a:pPr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Results in conflict</a:t>
            </a:r>
          </a:p>
          <a:p>
            <a:endParaRPr lang="en-IN" altLang="en-US" sz="2200" b="1" dirty="0">
              <a:solidFill>
                <a:schemeClr val="bg2"/>
              </a:solidFill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25604" name="Content Placeholder 5">
            <a:extLst>
              <a:ext uri="{FF2B5EF4-FFF2-40B4-BE49-F238E27FC236}">
                <a16:creationId xmlns:a16="http://schemas.microsoft.com/office/drawing/2014/main" id="{7A43B4C3-EE40-4DF1-BC9A-C430B1A1D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0788" y="2590800"/>
            <a:ext cx="4672012" cy="40386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Orientation toward others</a:t>
            </a: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Significant use of mind</a:t>
            </a: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Good application of etiquette</a:t>
            </a: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Effective use of principles of effect</a:t>
            </a: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Consideration of alternate messages</a:t>
            </a: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Much empathy</a:t>
            </a: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Intense attention to meaning</a:t>
            </a: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Emphasis on understanding</a:t>
            </a: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Much personal involvement</a:t>
            </a: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Focus on nonverbal communication</a:t>
            </a: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Results in rapport</a:t>
            </a:r>
          </a:p>
          <a:p>
            <a:endParaRPr lang="en-IN" altLang="en-US" sz="2200" b="1" dirty="0">
              <a:solidFill>
                <a:schemeClr val="bg2"/>
              </a:solidFill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25605" name="Rectangle 6">
            <a:extLst>
              <a:ext uri="{FF2B5EF4-FFF2-40B4-BE49-F238E27FC236}">
                <a16:creationId xmlns:a16="http://schemas.microsoft.com/office/drawing/2014/main" id="{2D7EB366-3EEB-4B7C-908D-43B783A1A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9812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1"/>
              </a:buClr>
              <a:buSzPct val="80000"/>
            </a:pPr>
            <a:r>
              <a:rPr lang="en-US" altLang="en-US" b="1" u="sng" dirty="0"/>
              <a:t>Non-listening</a:t>
            </a:r>
          </a:p>
        </p:txBody>
      </p:sp>
      <p:sp>
        <p:nvSpPr>
          <p:cNvPr id="25606" name="Text Box 6">
            <a:extLst>
              <a:ext uri="{FF2B5EF4-FFF2-40B4-BE49-F238E27FC236}">
                <a16:creationId xmlns:a16="http://schemas.microsoft.com/office/drawing/2014/main" id="{13AA70D1-CA05-465D-85EB-D0EB4C4AA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905000"/>
            <a:ext cx="51435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3000" b="1" u="sng" dirty="0"/>
              <a:t>Active Listening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D514A88C-3805-477C-A4FF-EEA9A557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Methods to improve Listening Skills</a:t>
            </a:r>
            <a:endParaRPr lang="en-IN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44A8A141-4D5E-46B4-AC8E-AC97D9DC4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4026" y="1752600"/>
            <a:ext cx="9001125" cy="4800600"/>
          </a:xfrm>
        </p:spPr>
        <p:txBody>
          <a:bodyPr>
            <a:normAutofit lnSpcReduction="10000"/>
          </a:bodyPr>
          <a:lstStyle/>
          <a:p>
            <a:r>
              <a:rPr lang="en-IN" altLang="en-US" sz="25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Stop Talking. Relax and Prepare Yourself to Listen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Leaning slightly forward if sitting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Maintaining appropriate distance</a:t>
            </a:r>
            <a:endParaRPr lang="en-IN" altLang="en-US" sz="25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r>
              <a:rPr lang="en-US" altLang="en-US" sz="25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Minimize Interruptions</a:t>
            </a:r>
            <a:endParaRPr lang="en-IN" altLang="en-US" sz="25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r>
              <a:rPr lang="en-IN" altLang="en-US" sz="25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Be Patient- Don’t rush to reply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Being Open Minded &amp; Non Defensive</a:t>
            </a:r>
          </a:p>
          <a:p>
            <a:r>
              <a:rPr lang="en-IN" altLang="en-US" sz="25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Avoid Personal Prejudice/Avoid judging</a:t>
            </a:r>
          </a:p>
          <a:p>
            <a:r>
              <a:rPr lang="en-IN" altLang="en-US" sz="25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Listen to the Tone</a:t>
            </a:r>
          </a:p>
          <a:p>
            <a:r>
              <a:rPr lang="en-US" altLang="en-US" sz="25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Hold your temper</a:t>
            </a:r>
            <a:endParaRPr lang="en-IN" altLang="en-US" sz="25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r>
              <a:rPr lang="en-IN" altLang="en-US" sz="25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Wait and Watch for Non-Verbal Communication</a:t>
            </a:r>
          </a:p>
          <a:p>
            <a:r>
              <a:rPr lang="en-IN" altLang="en-US" sz="25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Empathise if it require- Try to think from the other person’s end.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>
            <a:extLst>
              <a:ext uri="{FF2B5EF4-FFF2-40B4-BE49-F238E27FC236}">
                <a16:creationId xmlns:a16="http://schemas.microsoft.com/office/drawing/2014/main" id="{D99BAB11-A563-493F-AB64-B343B1F15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1676400"/>
            <a:ext cx="10287000" cy="518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Always think ahead about what you are going to say.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Use simple words and phrases that are understood by every body.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Increase your knowledge on all subjects you are required to speak.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Speak clearly and audibly.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Check twice with the listener whether you have been understood accurately or not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In case of an interruption, always do a little recap of what has been already said.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Always pay undivided attention to the speaker while listening.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While listening, always make notes of important points.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Always ask for clarification if you have failed to grasp other’s point of view.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Repeat what the speaker has said to check whether you have understood accurately.</a:t>
            </a:r>
          </a:p>
        </p:txBody>
      </p:sp>
      <p:sp>
        <p:nvSpPr>
          <p:cNvPr id="27651" name="Rectangle 6">
            <a:extLst>
              <a:ext uri="{FF2B5EF4-FFF2-40B4-BE49-F238E27FC236}">
                <a16:creationId xmlns:a16="http://schemas.microsoft.com/office/drawing/2014/main" id="{7B6A823C-4CB4-4CC6-B5C9-6EF0BC4EB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381001"/>
            <a:ext cx="10287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ESSENTIALS OF COMMUNICATION</a:t>
            </a:r>
            <a:b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Dos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>
            <a:extLst>
              <a:ext uri="{FF2B5EF4-FFF2-40B4-BE49-F238E27FC236}">
                <a16:creationId xmlns:a16="http://schemas.microsoft.com/office/drawing/2014/main" id="{28F711A4-A01A-4A80-A943-22A55912B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381001"/>
            <a:ext cx="10287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ESSENTIALS OF COMMUNICATION</a:t>
            </a:r>
            <a:b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DON’Ts</a:t>
            </a:r>
          </a:p>
        </p:txBody>
      </p:sp>
      <p:sp>
        <p:nvSpPr>
          <p:cNvPr id="28675" name="Rectangle 5">
            <a:extLst>
              <a:ext uri="{FF2B5EF4-FFF2-40B4-BE49-F238E27FC236}">
                <a16:creationId xmlns:a16="http://schemas.microsoft.com/office/drawing/2014/main" id="{780FC2AF-7018-492C-B5B4-5BE894C98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1408114"/>
            <a:ext cx="10287000" cy="544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Do not instantly react and mutter something in anger.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Do not use technical terms &amp; terminologies not understood by majority of people.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Do not speak too fast or too slow.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Do not speak in inaudible surroundings, as you won’t be heard.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Do not assume that every body understands you.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While listening do not glance here and there as it might distract the speaker.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Do not interrupt the speaker.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Do not jump to the conclusion that you have understood every thing.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>
            <a:extLst>
              <a:ext uri="{FF2B5EF4-FFF2-40B4-BE49-F238E27FC236}">
                <a16:creationId xmlns:a16="http://schemas.microsoft.com/office/drawing/2014/main" id="{8B98EFCB-4DA5-4253-95FC-BA8168587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74613"/>
            <a:ext cx="10287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 i="1" dirty="0">
                <a:latin typeface="Calibri" panose="020F0502020204030204" pitchFamily="34" charset="0"/>
                <a:cs typeface="Calibri" panose="020F0502020204030204" pitchFamily="34" charset="0"/>
              </a:rPr>
              <a:t>How to Improve Existing Level of</a:t>
            </a:r>
            <a:br>
              <a:rPr lang="en-US" altLang="en-US" sz="3200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200" i="1" dirty="0">
                <a:latin typeface="Calibri" panose="020F0502020204030204" pitchFamily="34" charset="0"/>
                <a:cs typeface="Calibri" panose="020F0502020204030204" pitchFamily="34" charset="0"/>
              </a:rPr>
              <a:t>COMMUNICATION?</a:t>
            </a:r>
          </a:p>
        </p:txBody>
      </p:sp>
      <p:pic>
        <p:nvPicPr>
          <p:cNvPr id="29699" name="Picture 6">
            <a:extLst>
              <a:ext uri="{FF2B5EF4-FFF2-40B4-BE49-F238E27FC236}">
                <a16:creationId xmlns:a16="http://schemas.microsoft.com/office/drawing/2014/main" id="{42C5D210-0E73-449B-9552-800355D3F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301" y="304801"/>
            <a:ext cx="1274763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9700" name="Content Placeholder 5">
            <a:extLst>
              <a:ext uri="{FF2B5EF4-FFF2-40B4-BE49-F238E27FC236}">
                <a16:creationId xmlns:a16="http://schemas.microsoft.com/office/drawing/2014/main" id="{0BB66689-9E67-4A9B-8D5E-BB1E36035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500" y="1981200"/>
            <a:ext cx="5195888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IMPROVE LANGUAGE.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IMPROVE PRONUNCIATIOON.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WORK ON VOICE MODULATION.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WORK ON BODY LANGUAGE.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READ MORE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LISTEN MORE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AVOID READING OR WATCHING OR LISTENING UNWANTED LITERATURE, GOSSIP, MEDIA   PRESENTATION ETC.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INTERACT WITH QUALITATIVE PEOPLE.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Tx/>
              <a:buNone/>
            </a:pPr>
            <a:endParaRPr lang="en-US" altLang="en-US" sz="20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endParaRPr lang="en-IN" altLang="en-US" sz="2000" dirty="0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9701" name="Content Placeholder 6">
            <a:extLst>
              <a:ext uri="{FF2B5EF4-FFF2-40B4-BE49-F238E27FC236}">
                <a16:creationId xmlns:a16="http://schemas.microsoft.com/office/drawing/2014/main" id="{BBC860D2-A577-4FD8-91CB-8F0B5B2CC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0788" y="1981200"/>
            <a:ext cx="4938712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IMPROVE ON YOU TOPIC OF DISCUSSION,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PRACTICE MEDITATION &amp; GOOD THOUGHTS.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THINK AND SPEAK.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DO NOT SPEAK TOO FAST.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USE SIMPLE VOCABULARY.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DO NOT SPEAK ONLY TO IMPRESS SOMEONE.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LOOK PRESENTABLE AND CONFIDENT.</a:t>
            </a:r>
          </a:p>
          <a:p>
            <a:endParaRPr lang="en-IN" altLang="en-US" sz="2000" dirty="0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>
            <a:extLst>
              <a:ext uri="{FF2B5EF4-FFF2-40B4-BE49-F238E27FC236}">
                <a16:creationId xmlns:a16="http://schemas.microsoft.com/office/drawing/2014/main" id="{15DDB0D7-531B-461F-AFDD-39408BE02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34975"/>
            <a:ext cx="78867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Improving Body Language - Tips</a:t>
            </a: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A865D433-786C-409F-8E50-8A9D13172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1905000"/>
            <a:ext cx="797242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Keep appropriate distance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Touch only when appropriate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Take care of your appearance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Be aware - people may give false cues 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Maintain eye contact</a:t>
            </a:r>
          </a:p>
          <a:p>
            <a:pPr>
              <a:spcBef>
                <a:spcPct val="20000"/>
              </a:spcBef>
              <a:buSzPct val="100000"/>
              <a:buFontTx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Smile genuinely</a:t>
            </a:r>
          </a:p>
        </p:txBody>
      </p:sp>
      <p:pic>
        <p:nvPicPr>
          <p:cNvPr id="20486" name="Picture 6">
            <a:extLst>
              <a:ext uri="{FF2B5EF4-FFF2-40B4-BE49-F238E27FC236}">
                <a16:creationId xmlns:a16="http://schemas.microsoft.com/office/drawing/2014/main" id="{DD74FCA8-6DD2-4CFD-AE72-D37B9B492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1" y="4648200"/>
            <a:ext cx="1590675" cy="170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1AD00D37-5D09-4843-AAC6-606827D77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62" y="306131"/>
            <a:ext cx="10515600" cy="1325563"/>
          </a:xfrm>
        </p:spPr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Inspirational Quotes</a:t>
            </a:r>
            <a:endParaRPr lang="en-IN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DCD7F0F1-3C46-4C78-873B-EF589160D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i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When you use a Positive word, a wave of Positive word, engulfs you, raising your Energy Levels &amp; Putting you in a “Winning Frame of Mind.”</a:t>
            </a:r>
          </a:p>
          <a:p>
            <a:r>
              <a:rPr lang="en-US" altLang="en-US" sz="2000" b="1" i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"He who wishes to talk well must first think well.”</a:t>
            </a:r>
          </a:p>
          <a:p>
            <a:r>
              <a:rPr lang="en-US" altLang="en-US" sz="2000" b="1" i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"When you speak, your speech should be better than your silence would have been.“</a:t>
            </a:r>
          </a:p>
          <a:p>
            <a:r>
              <a:rPr lang="en-US" altLang="en-US" sz="2000" b="1" i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"Great speakers are not born, they're trained."</a:t>
            </a:r>
            <a:br>
              <a:rPr lang="en-US" altLang="en-US" sz="2000" b="1" i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</a:br>
            <a:r>
              <a:rPr lang="en-US" altLang="en-US" sz="2000" b="1" i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-- Dale Carnegie</a:t>
            </a:r>
          </a:p>
          <a:p>
            <a:r>
              <a:rPr lang="en-US" altLang="en-US" sz="2000" b="1" i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"Perhaps you will forget tomorrow the kind words you say today, but the recipient may cherish them over a lifetime.“ Dale Carnegie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16A4BCE9-3603-4C86-9CCE-7AE8E8935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Inspirational Quotes</a:t>
            </a:r>
            <a:endParaRPr lang="en-IN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184A925C-6A35-4A94-A5F3-751FC0C5B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i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"Communication is really all anyone ever gets paid for ultimately...and if you cannot effectively communicate...you will PAY...not get paid..." -- Doug Firebaugh </a:t>
            </a:r>
          </a:p>
          <a:p>
            <a:r>
              <a:rPr lang="en-US" altLang="en-US" b="1" i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"Kind words can be short and easy to speak, but their echoes are truly endless.“ …Mother Teresa</a:t>
            </a:r>
            <a:endParaRPr lang="en-IN" altLang="en-US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endParaRPr lang="en-IN" altLang="en-US" dirty="0">
              <a:solidFill>
                <a:schemeClr val="bg2"/>
              </a:solidFill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8A63D948-24BC-4C9A-9086-BFD0334D7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0"/>
            <a:ext cx="10287000" cy="685800"/>
          </a:xfrm>
        </p:spPr>
        <p:txBody>
          <a:bodyPr/>
          <a:lstStyle/>
          <a:p>
            <a:pPr algn="l"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itchFamily="18" charset="0"/>
              </a:rPr>
              <a:t>Framing Messages </a:t>
            </a:r>
          </a:p>
        </p:txBody>
      </p:sp>
      <p:sp>
        <p:nvSpPr>
          <p:cNvPr id="33795" name="Content Placeholder 6">
            <a:extLst>
              <a:ext uri="{FF2B5EF4-FFF2-40B4-BE49-F238E27FC236}">
                <a16:creationId xmlns:a16="http://schemas.microsoft.com/office/drawing/2014/main" id="{23A94254-82CE-4C63-8838-289E32FEA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66851" y="2174876"/>
            <a:ext cx="4545013" cy="4530725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ct val="5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12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You never call me.		</a:t>
            </a:r>
          </a:p>
          <a:p>
            <a:pPr>
              <a:spcBef>
                <a:spcPct val="5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12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You don’t listen to me!	</a:t>
            </a:r>
          </a:p>
          <a:p>
            <a:pPr>
              <a:spcBef>
                <a:spcPct val="5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12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Everyone here hates me!		</a:t>
            </a:r>
          </a:p>
          <a:p>
            <a:pPr>
              <a:spcBef>
                <a:spcPct val="5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12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That’s a dumb idea.			</a:t>
            </a:r>
          </a:p>
          <a:p>
            <a:pPr>
              <a:spcBef>
                <a:spcPct val="5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12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 No one does anything here.	</a:t>
            </a:r>
          </a:p>
          <a:p>
            <a:pPr>
              <a:spcBef>
                <a:spcPct val="5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12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You annoy me, go away!		</a:t>
            </a:r>
          </a:p>
          <a:p>
            <a:pPr>
              <a:spcBef>
                <a:spcPct val="5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12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Leave me alone!		</a:t>
            </a:r>
          </a:p>
          <a:p>
            <a:pPr>
              <a:spcBef>
                <a:spcPct val="5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12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You lied to me.		</a:t>
            </a:r>
          </a:p>
          <a:p>
            <a:pPr>
              <a:spcBef>
                <a:spcPct val="5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12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Who invited you!		</a:t>
            </a:r>
          </a:p>
          <a:p>
            <a:pPr>
              <a:spcBef>
                <a:spcPct val="5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12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You did a horrible job.		</a:t>
            </a:r>
          </a:p>
          <a:p>
            <a:pPr>
              <a:spcBef>
                <a:spcPct val="5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12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You make me so mad.		</a:t>
            </a:r>
          </a:p>
          <a:p>
            <a:pPr>
              <a:spcBef>
                <a:spcPct val="5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12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You are so inconsiderate!</a:t>
            </a:r>
          </a:p>
          <a:p>
            <a:pPr>
              <a:spcBef>
                <a:spcPct val="5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12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I won’t / I can’t</a:t>
            </a:r>
          </a:p>
          <a:p>
            <a:pPr>
              <a:spcBef>
                <a:spcPct val="5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12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You must </a:t>
            </a:r>
          </a:p>
          <a:p>
            <a:pPr>
              <a:spcBef>
                <a:spcPct val="5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12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They won’t allow that</a:t>
            </a:r>
          </a:p>
          <a:p>
            <a:pPr>
              <a:spcBef>
                <a:spcPct val="50000"/>
              </a:spcBef>
            </a:pPr>
            <a:endParaRPr lang="en-US" altLang="en-US" sz="1200" b="1" dirty="0">
              <a:solidFill>
                <a:schemeClr val="bg2"/>
              </a:solidFill>
              <a:latin typeface="Palatino Linotype" panose="0204050205050503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33796" name="Text Placeholder 7">
            <a:extLst>
              <a:ext uri="{FF2B5EF4-FFF2-40B4-BE49-F238E27FC236}">
                <a16:creationId xmlns:a16="http://schemas.microsoft.com/office/drawing/2014/main" id="{031FF4F1-ED50-4338-ADA7-82666CFFD7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8550" y="1447801"/>
            <a:ext cx="4546600" cy="639763"/>
          </a:xfrm>
        </p:spPr>
        <p:txBody>
          <a:bodyPr>
            <a:normAutofit lnSpcReduction="10000"/>
          </a:bodyPr>
          <a:lstStyle/>
          <a:p>
            <a:r>
              <a:rPr lang="en-US" altLang="en-US" sz="2000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Positive Approach(Assignment for the participant)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10DFA4D-0B63-4500-8399-68CE2049F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3101" y="2133600"/>
            <a:ext cx="4975225" cy="4419600"/>
          </a:xfrm>
        </p:spPr>
        <p:txBody>
          <a:bodyPr>
            <a:normAutofit fontScale="92500" lnSpcReduction="20000"/>
          </a:bodyPr>
          <a:lstStyle/>
          <a:p>
            <a:pPr marL="114300">
              <a:buFont typeface="Calibri" panose="020F0502020204030204" pitchFamily="34" charset="0"/>
              <a:buAutoNum type="arabicPeriod"/>
            </a:pPr>
            <a:r>
              <a:rPr lang="en-US" altLang="en-US" sz="14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I wish you called me more often</a:t>
            </a:r>
          </a:p>
          <a:p>
            <a:pPr marL="114300">
              <a:buFont typeface="Calibri" panose="020F0502020204030204" pitchFamily="34" charset="0"/>
              <a:buAutoNum type="arabicPeriod"/>
            </a:pPr>
            <a:r>
              <a:rPr lang="en-US" altLang="en-US" sz="14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Sometimes I feel I am not being listened to.</a:t>
            </a:r>
          </a:p>
          <a:p>
            <a:pPr marL="114300">
              <a:buFont typeface="Calibri" panose="020F0502020204030204" pitchFamily="34" charset="0"/>
              <a:buAutoNum type="arabicPeriod"/>
            </a:pPr>
            <a:r>
              <a:rPr lang="en-US" altLang="en-US" sz="14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 I sometimes feel people dislike me.</a:t>
            </a:r>
          </a:p>
          <a:p>
            <a:pPr marL="114300">
              <a:buFont typeface="Calibri" panose="020F0502020204030204" pitchFamily="34" charset="0"/>
              <a:buAutoNum type="arabicPeriod"/>
            </a:pPr>
            <a:r>
              <a:rPr lang="en-US" altLang="en-US" sz="14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Maybe we could try a different idea.</a:t>
            </a:r>
          </a:p>
          <a:p>
            <a:pPr marL="114300">
              <a:buFont typeface="Calibri" panose="020F0502020204030204" pitchFamily="34" charset="0"/>
              <a:buAutoNum type="arabicPeriod"/>
            </a:pPr>
            <a:r>
              <a:rPr lang="en-US" altLang="en-US" sz="14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 Let’s  all  work hard together.</a:t>
            </a:r>
          </a:p>
          <a:p>
            <a:pPr marL="114300">
              <a:buFont typeface="Calibri" panose="020F0502020204030204" pitchFamily="34" charset="0"/>
              <a:buAutoNum type="arabicPeriod"/>
            </a:pPr>
            <a:r>
              <a:rPr lang="en-US" altLang="en-US" sz="14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I am disturbed, could we talk later.</a:t>
            </a:r>
          </a:p>
          <a:p>
            <a:pPr marL="114300">
              <a:buFont typeface="Calibri" panose="020F0502020204030204" pitchFamily="34" charset="0"/>
              <a:buAutoNum type="arabicPeriod"/>
            </a:pPr>
            <a:r>
              <a:rPr lang="en-US" altLang="en-US" sz="14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I need some time to myself right now.</a:t>
            </a:r>
          </a:p>
          <a:p>
            <a:pPr marL="114300">
              <a:buFont typeface="Calibri" panose="020F0502020204030204" pitchFamily="34" charset="0"/>
              <a:buAutoNum type="arabicPeriod"/>
            </a:pPr>
            <a:r>
              <a:rPr lang="en-US" altLang="en-US" sz="14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I don’t think that I was told the complete truth.</a:t>
            </a:r>
          </a:p>
          <a:p>
            <a:pPr marL="114300">
              <a:buFont typeface="Calibri" panose="020F0502020204030204" pitchFamily="34" charset="0"/>
              <a:buAutoNum type="arabicPeriod"/>
            </a:pPr>
            <a:r>
              <a:rPr lang="en-US" altLang="en-US" sz="14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Glad you are coming.</a:t>
            </a:r>
          </a:p>
          <a:p>
            <a:pPr marL="114300">
              <a:buFont typeface="Calibri" panose="020F0502020204030204" pitchFamily="34" charset="0"/>
              <a:buAutoNum type="arabicPeriod"/>
            </a:pPr>
            <a:r>
              <a:rPr lang="en-US" altLang="en-US" sz="14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I think you can do a little better.</a:t>
            </a:r>
          </a:p>
          <a:p>
            <a:pPr marL="114300">
              <a:buFont typeface="Calibri" panose="020F0502020204030204" pitchFamily="34" charset="0"/>
              <a:buAutoNum type="arabicPeriod"/>
            </a:pPr>
            <a:r>
              <a:rPr lang="en-US" altLang="en-US" sz="14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I get angry at you sometimes when you…</a:t>
            </a:r>
          </a:p>
          <a:p>
            <a:pPr marL="114300">
              <a:buFont typeface="Calibri" panose="020F0502020204030204" pitchFamily="34" charset="0"/>
              <a:buAutoNum type="arabicPeriod"/>
            </a:pPr>
            <a:r>
              <a:rPr lang="en-US" altLang="en-US" sz="14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Sometimes I think you don’t consider how I feel.</a:t>
            </a:r>
          </a:p>
          <a:p>
            <a:pPr marL="114300">
              <a:buFont typeface="Calibri" panose="020F0502020204030204" pitchFamily="34" charset="0"/>
              <a:buAutoNum type="arabicPeriod"/>
            </a:pPr>
            <a:r>
              <a:rPr lang="en-US" altLang="en-US" sz="14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I will/I can</a:t>
            </a:r>
          </a:p>
          <a:p>
            <a:pPr marL="114300">
              <a:buFont typeface="Calibri" panose="020F0502020204030204" pitchFamily="34" charset="0"/>
              <a:buAutoNum type="arabicPeriod"/>
            </a:pPr>
            <a:r>
              <a:rPr lang="en-US" altLang="en-US" sz="14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Could you please…</a:t>
            </a:r>
          </a:p>
          <a:p>
            <a:pPr marL="114300">
              <a:buFont typeface="Calibri" panose="020F0502020204030204" pitchFamily="34" charset="0"/>
              <a:buAutoNum type="arabicPeriod"/>
            </a:pPr>
            <a:r>
              <a:rPr lang="en-US" altLang="en-US" sz="14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Let me check the possibility…</a:t>
            </a:r>
          </a:p>
          <a:p>
            <a:pPr marL="114300"/>
            <a:r>
              <a:rPr lang="en-US" altLang="en-US" sz="14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Note:  All answers are not shared, few kept for assignment purpose for the participant</a:t>
            </a:r>
          </a:p>
        </p:txBody>
      </p:sp>
      <p:sp>
        <p:nvSpPr>
          <p:cNvPr id="33798" name="Rectangle 4">
            <a:extLst>
              <a:ext uri="{FF2B5EF4-FFF2-40B4-BE49-F238E27FC236}">
                <a16:creationId xmlns:a16="http://schemas.microsoft.com/office/drawing/2014/main" id="{5A7003DC-1EA5-4D41-A792-57988EFCF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914401"/>
            <a:ext cx="1028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 dirty="0">
                <a:latin typeface="Palatino Linotype" panose="02040502050505030304" pitchFamily="18" charset="0"/>
              </a:rPr>
              <a:t>Change the following negative messages to a more positive I/We message.</a:t>
            </a:r>
          </a:p>
        </p:txBody>
      </p:sp>
      <p:sp>
        <p:nvSpPr>
          <p:cNvPr id="33799" name="Text Placeholder 9">
            <a:extLst>
              <a:ext uri="{FF2B5EF4-FFF2-40B4-BE49-F238E27FC236}">
                <a16:creationId xmlns:a16="http://schemas.microsoft.com/office/drawing/2014/main" id="{485AD0A6-6318-4A00-899B-624AF3035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2576" y="1447801"/>
            <a:ext cx="4545013" cy="639763"/>
          </a:xfrm>
        </p:spPr>
        <p:txBody>
          <a:bodyPr>
            <a:normAutofit lnSpcReduction="10000"/>
          </a:bodyPr>
          <a:lstStyle/>
          <a:p>
            <a:r>
              <a:rPr lang="en-US" altLang="en-US" sz="2000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Negative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9A1D00BA-05C0-45F6-9EB2-21AD6162E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457200"/>
            <a:ext cx="10287000" cy="685800"/>
          </a:xfrm>
        </p:spPr>
        <p:txBody>
          <a:bodyPr/>
          <a:lstStyle/>
          <a:p>
            <a:pPr algn="l"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itchFamily="18" charset="0"/>
              </a:rPr>
              <a:t>Key Phrases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73F437B9-16E0-4B92-BAE5-6939F2449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1125" y="1371600"/>
            <a:ext cx="8572500" cy="42878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I understand.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I’m sorry.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Please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Thank you.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You’re welcome.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I can help you …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I understand you’re upset / however … (next question)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My supervisor can help you.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Let me help you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Palatino Linotype" panose="02040502050505030304" pitchFamily="18" charset="0"/>
                <a:ea typeface="ＭＳ Ｐゴシック" panose="020B0600070205080204" pitchFamily="34" charset="-128"/>
              </a:rPr>
              <a:t>Good question! I can find out.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chemeClr val="bg2"/>
                </a:solidFill>
                <a:latin typeface="Palatino Linotype" panose="02040502050505030304" pitchFamily="18" charset="0"/>
                <a:ea typeface="ＭＳ Ｐゴシック" panose="020B0600070205080204" pitchFamily="34" charset="-128"/>
              </a:rPr>
              <a:t>Sure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 b="1" dirty="0">
              <a:solidFill>
                <a:schemeClr val="bg2"/>
              </a:solidFill>
              <a:latin typeface="Palatino Linotype" panose="02040502050505030304" pitchFamily="18" charset="0"/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sz="2000" b="1" dirty="0">
              <a:solidFill>
                <a:schemeClr val="bg2"/>
              </a:solidFill>
              <a:latin typeface="Palatino Linotype" panose="02040502050505030304" pitchFamily="18" charset="0"/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en-US" sz="2000" b="1" dirty="0">
              <a:solidFill>
                <a:schemeClr val="bg2"/>
              </a:solidFill>
              <a:latin typeface="Palatino Linotype" panose="02040502050505030304" pitchFamily="18" charset="0"/>
              <a:ea typeface="ＭＳ Ｐゴシック" panose="020B0600070205080204" pitchFamily="34" charset="-128"/>
            </a:endParaRPr>
          </a:p>
        </p:txBody>
      </p:sp>
      <p:pic>
        <p:nvPicPr>
          <p:cNvPr id="34820" name="Picture 4">
            <a:extLst>
              <a:ext uri="{FF2B5EF4-FFF2-40B4-BE49-F238E27FC236}">
                <a16:creationId xmlns:a16="http://schemas.microsoft.com/office/drawing/2014/main" id="{74CD9130-B8B1-4B09-AD4A-33D883A3B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976" y="4008438"/>
            <a:ext cx="3514725" cy="284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>
            <a:extLst>
              <a:ext uri="{FF2B5EF4-FFF2-40B4-BE49-F238E27FC236}">
                <a16:creationId xmlns:a16="http://schemas.microsoft.com/office/drawing/2014/main" id="{E764EB36-FC26-4EA2-ABCD-19891BBDE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676400"/>
            <a:ext cx="8301038" cy="231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3600" b="1" dirty="0">
                <a:latin typeface="Arial" panose="020B0604020202020204" pitchFamily="34" charset="0"/>
              </a:rPr>
              <a:t>The new global and diverse workplace requires</a:t>
            </a:r>
            <a:br>
              <a:rPr lang="en-US" altLang="en-US" sz="3600" b="1" dirty="0">
                <a:latin typeface="Arial" panose="020B0604020202020204" pitchFamily="34" charset="0"/>
              </a:rPr>
            </a:br>
            <a:r>
              <a:rPr lang="en-US" altLang="en-US" sz="3600" b="1" dirty="0">
                <a:latin typeface="Arial" panose="020B0604020202020204" pitchFamily="34" charset="0"/>
              </a:rPr>
              <a:t>excellent communication skills!</a:t>
            </a:r>
            <a:r>
              <a:rPr lang="en-US" altLang="en-US" sz="400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35843" name="Picture 5" descr="Ch01diversity">
            <a:extLst>
              <a:ext uri="{FF2B5EF4-FFF2-40B4-BE49-F238E27FC236}">
                <a16:creationId xmlns:a16="http://schemas.microsoft.com/office/drawing/2014/main" id="{2ADC9D77-B76D-4D03-8A01-84B5052CF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191001"/>
            <a:ext cx="3657600" cy="196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Rectangle 6">
            <a:extLst>
              <a:ext uri="{FF2B5EF4-FFF2-40B4-BE49-F238E27FC236}">
                <a16:creationId xmlns:a16="http://schemas.microsoft.com/office/drawing/2014/main" id="{8C063628-02FE-4DBC-B7C8-93CBDE0D8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33400"/>
            <a:ext cx="490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 dirty="0">
                <a:latin typeface="Arial" panose="020B0604020202020204" pitchFamily="34" charset="0"/>
              </a:rPr>
              <a:t>Success for YOU…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>
            <a:extLst>
              <a:ext uri="{FF2B5EF4-FFF2-40B4-BE49-F238E27FC236}">
                <a16:creationId xmlns:a16="http://schemas.microsoft.com/office/drawing/2014/main" id="{79752C9A-7964-4476-A803-2EE8665F1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876800"/>
            <a:ext cx="47434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 sz="44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pic>
        <p:nvPicPr>
          <p:cNvPr id="36867" name="Picture 3" descr="zuzu.jpg">
            <a:extLst>
              <a:ext uri="{FF2B5EF4-FFF2-40B4-BE49-F238E27FC236}">
                <a16:creationId xmlns:a16="http://schemas.microsoft.com/office/drawing/2014/main" id="{881ADB1B-351E-497D-80A8-2B5BEAB40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524000"/>
            <a:ext cx="3238500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1866</Words>
  <Application>Microsoft Office PowerPoint</Application>
  <PresentationFormat>Widescreen</PresentationFormat>
  <Paragraphs>321</Paragraphs>
  <Slides>35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48" baseType="lpstr">
      <vt:lpstr>Arial</vt:lpstr>
      <vt:lpstr>Calibri</vt:lpstr>
      <vt:lpstr>Calibri Light</vt:lpstr>
      <vt:lpstr>Garamond</vt:lpstr>
      <vt:lpstr>Palatino Linotype</vt:lpstr>
      <vt:lpstr>Times New Roman</vt:lpstr>
      <vt:lpstr>Verdana</vt:lpstr>
      <vt:lpstr>Wingdings</vt:lpstr>
      <vt:lpstr>Wingdings 2</vt:lpstr>
      <vt:lpstr>Office Theme</vt:lpstr>
      <vt:lpstr>Microsoft Excel Chart</vt:lpstr>
      <vt:lpstr>Microsoft Clip Gallery</vt:lpstr>
      <vt:lpstr>Microsoft Excel Worksheet</vt:lpstr>
      <vt:lpstr>PowerPoint Presentation</vt:lpstr>
      <vt:lpstr>PowerPoint Presentation</vt:lpstr>
      <vt:lpstr>PowerPoint Presentation</vt:lpstr>
      <vt:lpstr>Communication</vt:lpstr>
      <vt:lpstr>PowerPoint Presentation</vt:lpstr>
      <vt:lpstr>TOTAL COMMUNICATION PROCESS</vt:lpstr>
      <vt:lpstr>Communication is a Series of Experiences of</vt:lpstr>
      <vt:lpstr>Why Communication</vt:lpstr>
      <vt:lpstr>PowerPoint Presentation</vt:lpstr>
      <vt:lpstr>HIERARCHY LEVEL</vt:lpstr>
      <vt:lpstr>COMMUNICATION NETWORKS</vt:lpstr>
      <vt:lpstr>CHANNELS OF COMMUNICATION</vt:lpstr>
      <vt:lpstr>Types of  Nonverbal Communication</vt:lpstr>
      <vt:lpstr>PowerPoint Presentation</vt:lpstr>
      <vt:lpstr>CHANNELS OF COMMUNICATION</vt:lpstr>
      <vt:lpstr>PowerPoint Presentation</vt:lpstr>
      <vt:lpstr>PowerPoint Presentation</vt:lpstr>
      <vt:lpstr>Listening</vt:lpstr>
      <vt:lpstr>Why Listen</vt:lpstr>
      <vt:lpstr>PowerPoint Presentation</vt:lpstr>
      <vt:lpstr>Reasons why we Do Not Listen</vt:lpstr>
      <vt:lpstr>More &amp; Less Effective Listening Skills</vt:lpstr>
      <vt:lpstr>Signs of Ineffective Listening </vt:lpstr>
      <vt:lpstr>Comparison of Non-listening &amp; Active Listening</vt:lpstr>
      <vt:lpstr>Methods to improve Listening Skills</vt:lpstr>
      <vt:lpstr>PowerPoint Presentation</vt:lpstr>
      <vt:lpstr>PowerPoint Presentation</vt:lpstr>
      <vt:lpstr>PowerPoint Presentation</vt:lpstr>
      <vt:lpstr>PowerPoint Presentation</vt:lpstr>
      <vt:lpstr>Inspirational Quotes</vt:lpstr>
      <vt:lpstr>Inspirational Quotes</vt:lpstr>
      <vt:lpstr>Framing Messages </vt:lpstr>
      <vt:lpstr>Key Phrases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10</cp:revision>
  <dcterms:created xsi:type="dcterms:W3CDTF">2022-04-11T08:18:45Z</dcterms:created>
  <dcterms:modified xsi:type="dcterms:W3CDTF">2022-04-11T09:34:22Z</dcterms:modified>
</cp:coreProperties>
</file>