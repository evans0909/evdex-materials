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410" r:id="rId5"/>
    <p:sldId id="272" r:id="rId6"/>
    <p:sldId id="273" r:id="rId7"/>
    <p:sldId id="274" r:id="rId8"/>
    <p:sldId id="315" r:id="rId9"/>
    <p:sldId id="314" r:id="rId10"/>
    <p:sldId id="318" r:id="rId11"/>
    <p:sldId id="319" r:id="rId12"/>
    <p:sldId id="320" r:id="rId13"/>
    <p:sldId id="321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362" r:id="rId34"/>
    <p:sldId id="356" r:id="rId35"/>
    <p:sldId id="357" r:id="rId36"/>
    <p:sldId id="358" r:id="rId37"/>
    <p:sldId id="359" r:id="rId38"/>
    <p:sldId id="360" r:id="rId39"/>
    <p:sldId id="361" r:id="rId40"/>
    <p:sldId id="363" r:id="rId41"/>
    <p:sldId id="365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  <p:sldId id="379" r:id="rId56"/>
    <p:sldId id="380" r:id="rId57"/>
    <p:sldId id="382" r:id="rId58"/>
    <p:sldId id="399" r:id="rId59"/>
    <p:sldId id="408" r:id="rId60"/>
    <p:sldId id="409" r:id="rId61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25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073" y="585215"/>
            <a:ext cx="9143996" cy="31927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1948" y="2488378"/>
            <a:ext cx="4312284" cy="735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C2E67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C2E67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C2E67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C2E67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1C2E67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8645" y="585215"/>
            <a:ext cx="9139424" cy="6370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7726" y="1102258"/>
            <a:ext cx="7757946" cy="1339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0017" y="2544570"/>
            <a:ext cx="8008620" cy="3805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29012" y="6935157"/>
            <a:ext cx="165290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1C2E67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015614" y="6940318"/>
            <a:ext cx="1664970" cy="170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1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6.png"/><Relationship Id="rId13" Type="http://schemas.openxmlformats.org/officeDocument/2006/relationships/image" Target="../media/image45.png"/><Relationship Id="rId12" Type="http://schemas.openxmlformats.org/officeDocument/2006/relationships/image" Target="../media/image44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6" Type="http://schemas.openxmlformats.org/officeDocument/2006/relationships/slideLayout" Target="../slideLayouts/slideLayout4.xml"/><Relationship Id="rId25" Type="http://schemas.openxmlformats.org/officeDocument/2006/relationships/image" Target="../media/image71.png"/><Relationship Id="rId24" Type="http://schemas.openxmlformats.org/officeDocument/2006/relationships/image" Target="../media/image70.png"/><Relationship Id="rId23" Type="http://schemas.openxmlformats.org/officeDocument/2006/relationships/image" Target="../media/image69.png"/><Relationship Id="rId22" Type="http://schemas.openxmlformats.org/officeDocument/2006/relationships/image" Target="../media/image68.png"/><Relationship Id="rId21" Type="http://schemas.openxmlformats.org/officeDocument/2006/relationships/image" Target="../media/image67.png"/><Relationship Id="rId20" Type="http://schemas.openxmlformats.org/officeDocument/2006/relationships/image" Target="../media/image66.png"/><Relationship Id="rId2" Type="http://schemas.openxmlformats.org/officeDocument/2006/relationships/image" Target="../media/image48.png"/><Relationship Id="rId19" Type="http://schemas.openxmlformats.org/officeDocument/2006/relationships/image" Target="../media/image65.png"/><Relationship Id="rId18" Type="http://schemas.openxmlformats.org/officeDocument/2006/relationships/image" Target="../media/image64.png"/><Relationship Id="rId17" Type="http://schemas.openxmlformats.org/officeDocument/2006/relationships/image" Target="../media/image63.png"/><Relationship Id="rId16" Type="http://schemas.openxmlformats.org/officeDocument/2006/relationships/image" Target="../media/image62.png"/><Relationship Id="rId15" Type="http://schemas.openxmlformats.org/officeDocument/2006/relationships/image" Target="../media/image61.png"/><Relationship Id="rId14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99" Type="http://schemas.openxmlformats.org/officeDocument/2006/relationships/image" Target="../media/image177.png"/><Relationship Id="rId98" Type="http://schemas.openxmlformats.org/officeDocument/2006/relationships/image" Target="../media/image176.png"/><Relationship Id="rId97" Type="http://schemas.openxmlformats.org/officeDocument/2006/relationships/image" Target="../media/image175.png"/><Relationship Id="rId96" Type="http://schemas.openxmlformats.org/officeDocument/2006/relationships/image" Target="../media/image174.png"/><Relationship Id="rId95" Type="http://schemas.openxmlformats.org/officeDocument/2006/relationships/image" Target="../media/image173.png"/><Relationship Id="rId94" Type="http://schemas.openxmlformats.org/officeDocument/2006/relationships/image" Target="../media/image172.png"/><Relationship Id="rId93" Type="http://schemas.openxmlformats.org/officeDocument/2006/relationships/image" Target="../media/image171.png"/><Relationship Id="rId92" Type="http://schemas.openxmlformats.org/officeDocument/2006/relationships/image" Target="../media/image170.png"/><Relationship Id="rId91" Type="http://schemas.openxmlformats.org/officeDocument/2006/relationships/image" Target="../media/image169.png"/><Relationship Id="rId90" Type="http://schemas.openxmlformats.org/officeDocument/2006/relationships/image" Target="../media/image168.png"/><Relationship Id="rId9" Type="http://schemas.openxmlformats.org/officeDocument/2006/relationships/image" Target="../media/image87.png"/><Relationship Id="rId89" Type="http://schemas.openxmlformats.org/officeDocument/2006/relationships/image" Target="../media/image167.png"/><Relationship Id="rId88" Type="http://schemas.openxmlformats.org/officeDocument/2006/relationships/image" Target="../media/image166.png"/><Relationship Id="rId87" Type="http://schemas.openxmlformats.org/officeDocument/2006/relationships/image" Target="../media/image165.png"/><Relationship Id="rId86" Type="http://schemas.openxmlformats.org/officeDocument/2006/relationships/image" Target="../media/image164.png"/><Relationship Id="rId85" Type="http://schemas.openxmlformats.org/officeDocument/2006/relationships/image" Target="../media/image163.png"/><Relationship Id="rId84" Type="http://schemas.openxmlformats.org/officeDocument/2006/relationships/image" Target="../media/image162.png"/><Relationship Id="rId83" Type="http://schemas.openxmlformats.org/officeDocument/2006/relationships/image" Target="../media/image161.png"/><Relationship Id="rId82" Type="http://schemas.openxmlformats.org/officeDocument/2006/relationships/image" Target="../media/image160.png"/><Relationship Id="rId81" Type="http://schemas.openxmlformats.org/officeDocument/2006/relationships/image" Target="../media/image159.png"/><Relationship Id="rId80" Type="http://schemas.openxmlformats.org/officeDocument/2006/relationships/image" Target="../media/image158.png"/><Relationship Id="rId8" Type="http://schemas.openxmlformats.org/officeDocument/2006/relationships/image" Target="../media/image86.png"/><Relationship Id="rId79" Type="http://schemas.openxmlformats.org/officeDocument/2006/relationships/image" Target="../media/image157.png"/><Relationship Id="rId78" Type="http://schemas.openxmlformats.org/officeDocument/2006/relationships/image" Target="../media/image156.png"/><Relationship Id="rId77" Type="http://schemas.openxmlformats.org/officeDocument/2006/relationships/image" Target="../media/image155.png"/><Relationship Id="rId76" Type="http://schemas.openxmlformats.org/officeDocument/2006/relationships/image" Target="../media/image154.png"/><Relationship Id="rId75" Type="http://schemas.openxmlformats.org/officeDocument/2006/relationships/image" Target="../media/image153.png"/><Relationship Id="rId74" Type="http://schemas.openxmlformats.org/officeDocument/2006/relationships/image" Target="../media/image152.png"/><Relationship Id="rId73" Type="http://schemas.openxmlformats.org/officeDocument/2006/relationships/image" Target="../media/image151.png"/><Relationship Id="rId72" Type="http://schemas.openxmlformats.org/officeDocument/2006/relationships/image" Target="../media/image150.png"/><Relationship Id="rId71" Type="http://schemas.openxmlformats.org/officeDocument/2006/relationships/image" Target="../media/image149.png"/><Relationship Id="rId70" Type="http://schemas.openxmlformats.org/officeDocument/2006/relationships/image" Target="../media/image148.png"/><Relationship Id="rId7" Type="http://schemas.openxmlformats.org/officeDocument/2006/relationships/image" Target="../media/image85.png"/><Relationship Id="rId69" Type="http://schemas.openxmlformats.org/officeDocument/2006/relationships/image" Target="../media/image147.png"/><Relationship Id="rId68" Type="http://schemas.openxmlformats.org/officeDocument/2006/relationships/image" Target="../media/image146.png"/><Relationship Id="rId67" Type="http://schemas.openxmlformats.org/officeDocument/2006/relationships/image" Target="../media/image145.png"/><Relationship Id="rId66" Type="http://schemas.openxmlformats.org/officeDocument/2006/relationships/image" Target="../media/image144.png"/><Relationship Id="rId65" Type="http://schemas.openxmlformats.org/officeDocument/2006/relationships/image" Target="../media/image143.png"/><Relationship Id="rId64" Type="http://schemas.openxmlformats.org/officeDocument/2006/relationships/image" Target="../media/image142.png"/><Relationship Id="rId63" Type="http://schemas.openxmlformats.org/officeDocument/2006/relationships/image" Target="../media/image141.png"/><Relationship Id="rId62" Type="http://schemas.openxmlformats.org/officeDocument/2006/relationships/image" Target="../media/image140.png"/><Relationship Id="rId61" Type="http://schemas.openxmlformats.org/officeDocument/2006/relationships/image" Target="../media/image139.png"/><Relationship Id="rId60" Type="http://schemas.openxmlformats.org/officeDocument/2006/relationships/image" Target="../media/image138.png"/><Relationship Id="rId6" Type="http://schemas.openxmlformats.org/officeDocument/2006/relationships/image" Target="../media/image84.png"/><Relationship Id="rId59" Type="http://schemas.openxmlformats.org/officeDocument/2006/relationships/image" Target="../media/image137.png"/><Relationship Id="rId58" Type="http://schemas.openxmlformats.org/officeDocument/2006/relationships/image" Target="../media/image136.png"/><Relationship Id="rId57" Type="http://schemas.openxmlformats.org/officeDocument/2006/relationships/image" Target="../media/image135.png"/><Relationship Id="rId56" Type="http://schemas.openxmlformats.org/officeDocument/2006/relationships/image" Target="../media/image134.png"/><Relationship Id="rId55" Type="http://schemas.openxmlformats.org/officeDocument/2006/relationships/image" Target="../media/image133.png"/><Relationship Id="rId54" Type="http://schemas.openxmlformats.org/officeDocument/2006/relationships/image" Target="../media/image132.png"/><Relationship Id="rId53" Type="http://schemas.openxmlformats.org/officeDocument/2006/relationships/image" Target="../media/image131.png"/><Relationship Id="rId52" Type="http://schemas.openxmlformats.org/officeDocument/2006/relationships/image" Target="../media/image130.png"/><Relationship Id="rId51" Type="http://schemas.openxmlformats.org/officeDocument/2006/relationships/image" Target="../media/image129.png"/><Relationship Id="rId50" Type="http://schemas.openxmlformats.org/officeDocument/2006/relationships/image" Target="../media/image128.png"/><Relationship Id="rId5" Type="http://schemas.openxmlformats.org/officeDocument/2006/relationships/image" Target="../media/image83.png"/><Relationship Id="rId49" Type="http://schemas.openxmlformats.org/officeDocument/2006/relationships/image" Target="../media/image127.png"/><Relationship Id="rId48" Type="http://schemas.openxmlformats.org/officeDocument/2006/relationships/image" Target="../media/image126.png"/><Relationship Id="rId47" Type="http://schemas.openxmlformats.org/officeDocument/2006/relationships/image" Target="../media/image125.png"/><Relationship Id="rId46" Type="http://schemas.openxmlformats.org/officeDocument/2006/relationships/image" Target="../media/image124.png"/><Relationship Id="rId45" Type="http://schemas.openxmlformats.org/officeDocument/2006/relationships/image" Target="../media/image123.png"/><Relationship Id="rId44" Type="http://schemas.openxmlformats.org/officeDocument/2006/relationships/image" Target="../media/image122.png"/><Relationship Id="rId43" Type="http://schemas.openxmlformats.org/officeDocument/2006/relationships/image" Target="../media/image121.png"/><Relationship Id="rId42" Type="http://schemas.openxmlformats.org/officeDocument/2006/relationships/image" Target="../media/image120.png"/><Relationship Id="rId41" Type="http://schemas.openxmlformats.org/officeDocument/2006/relationships/image" Target="../media/image119.png"/><Relationship Id="rId40" Type="http://schemas.openxmlformats.org/officeDocument/2006/relationships/image" Target="../media/image118.png"/><Relationship Id="rId4" Type="http://schemas.openxmlformats.org/officeDocument/2006/relationships/image" Target="../media/image82.png"/><Relationship Id="rId39" Type="http://schemas.openxmlformats.org/officeDocument/2006/relationships/image" Target="../media/image117.png"/><Relationship Id="rId38" Type="http://schemas.openxmlformats.org/officeDocument/2006/relationships/image" Target="../media/image116.png"/><Relationship Id="rId37" Type="http://schemas.openxmlformats.org/officeDocument/2006/relationships/image" Target="../media/image115.png"/><Relationship Id="rId36" Type="http://schemas.openxmlformats.org/officeDocument/2006/relationships/image" Target="../media/image114.png"/><Relationship Id="rId35" Type="http://schemas.openxmlformats.org/officeDocument/2006/relationships/image" Target="../media/image113.png"/><Relationship Id="rId34" Type="http://schemas.openxmlformats.org/officeDocument/2006/relationships/image" Target="../media/image112.png"/><Relationship Id="rId33" Type="http://schemas.openxmlformats.org/officeDocument/2006/relationships/image" Target="../media/image111.png"/><Relationship Id="rId32" Type="http://schemas.openxmlformats.org/officeDocument/2006/relationships/image" Target="../media/image110.png"/><Relationship Id="rId31" Type="http://schemas.openxmlformats.org/officeDocument/2006/relationships/image" Target="../media/image109.png"/><Relationship Id="rId30" Type="http://schemas.openxmlformats.org/officeDocument/2006/relationships/image" Target="../media/image108.png"/><Relationship Id="rId3" Type="http://schemas.openxmlformats.org/officeDocument/2006/relationships/image" Target="../media/image81.png"/><Relationship Id="rId29" Type="http://schemas.openxmlformats.org/officeDocument/2006/relationships/image" Target="../media/image107.png"/><Relationship Id="rId28" Type="http://schemas.openxmlformats.org/officeDocument/2006/relationships/image" Target="../media/image106.png"/><Relationship Id="rId27" Type="http://schemas.openxmlformats.org/officeDocument/2006/relationships/image" Target="../media/image105.png"/><Relationship Id="rId26" Type="http://schemas.openxmlformats.org/officeDocument/2006/relationships/image" Target="../media/image104.png"/><Relationship Id="rId25" Type="http://schemas.openxmlformats.org/officeDocument/2006/relationships/image" Target="../media/image103.png"/><Relationship Id="rId24" Type="http://schemas.openxmlformats.org/officeDocument/2006/relationships/image" Target="../media/image102.png"/><Relationship Id="rId23" Type="http://schemas.openxmlformats.org/officeDocument/2006/relationships/image" Target="../media/image101.png"/><Relationship Id="rId22" Type="http://schemas.openxmlformats.org/officeDocument/2006/relationships/image" Target="../media/image100.png"/><Relationship Id="rId21" Type="http://schemas.openxmlformats.org/officeDocument/2006/relationships/image" Target="../media/image99.png"/><Relationship Id="rId20" Type="http://schemas.openxmlformats.org/officeDocument/2006/relationships/image" Target="../media/image98.png"/><Relationship Id="rId2" Type="http://schemas.openxmlformats.org/officeDocument/2006/relationships/image" Target="../media/image80.png"/><Relationship Id="rId19" Type="http://schemas.openxmlformats.org/officeDocument/2006/relationships/image" Target="../media/image97.png"/><Relationship Id="rId186" Type="http://schemas.openxmlformats.org/officeDocument/2006/relationships/slideLayout" Target="../slideLayouts/slideLayout4.xml"/><Relationship Id="rId185" Type="http://schemas.openxmlformats.org/officeDocument/2006/relationships/image" Target="../media/image263.png"/><Relationship Id="rId184" Type="http://schemas.openxmlformats.org/officeDocument/2006/relationships/image" Target="../media/image262.png"/><Relationship Id="rId183" Type="http://schemas.openxmlformats.org/officeDocument/2006/relationships/image" Target="../media/image261.png"/><Relationship Id="rId182" Type="http://schemas.openxmlformats.org/officeDocument/2006/relationships/image" Target="../media/image260.png"/><Relationship Id="rId181" Type="http://schemas.openxmlformats.org/officeDocument/2006/relationships/image" Target="../media/image259.png"/><Relationship Id="rId180" Type="http://schemas.openxmlformats.org/officeDocument/2006/relationships/image" Target="../media/image258.png"/><Relationship Id="rId18" Type="http://schemas.openxmlformats.org/officeDocument/2006/relationships/image" Target="../media/image96.png"/><Relationship Id="rId179" Type="http://schemas.openxmlformats.org/officeDocument/2006/relationships/image" Target="../media/image257.png"/><Relationship Id="rId178" Type="http://schemas.openxmlformats.org/officeDocument/2006/relationships/image" Target="../media/image256.png"/><Relationship Id="rId177" Type="http://schemas.openxmlformats.org/officeDocument/2006/relationships/image" Target="../media/image255.png"/><Relationship Id="rId176" Type="http://schemas.openxmlformats.org/officeDocument/2006/relationships/image" Target="../media/image254.png"/><Relationship Id="rId175" Type="http://schemas.openxmlformats.org/officeDocument/2006/relationships/image" Target="../media/image253.png"/><Relationship Id="rId174" Type="http://schemas.openxmlformats.org/officeDocument/2006/relationships/image" Target="../media/image252.png"/><Relationship Id="rId173" Type="http://schemas.openxmlformats.org/officeDocument/2006/relationships/image" Target="../media/image251.png"/><Relationship Id="rId172" Type="http://schemas.openxmlformats.org/officeDocument/2006/relationships/image" Target="../media/image250.png"/><Relationship Id="rId171" Type="http://schemas.openxmlformats.org/officeDocument/2006/relationships/image" Target="../media/image249.png"/><Relationship Id="rId170" Type="http://schemas.openxmlformats.org/officeDocument/2006/relationships/image" Target="../media/image248.png"/><Relationship Id="rId17" Type="http://schemas.openxmlformats.org/officeDocument/2006/relationships/image" Target="../media/image95.png"/><Relationship Id="rId169" Type="http://schemas.openxmlformats.org/officeDocument/2006/relationships/image" Target="../media/image247.png"/><Relationship Id="rId168" Type="http://schemas.openxmlformats.org/officeDocument/2006/relationships/image" Target="../media/image246.png"/><Relationship Id="rId167" Type="http://schemas.openxmlformats.org/officeDocument/2006/relationships/image" Target="../media/image245.png"/><Relationship Id="rId166" Type="http://schemas.openxmlformats.org/officeDocument/2006/relationships/image" Target="../media/image244.png"/><Relationship Id="rId165" Type="http://schemas.openxmlformats.org/officeDocument/2006/relationships/image" Target="../media/image243.png"/><Relationship Id="rId164" Type="http://schemas.openxmlformats.org/officeDocument/2006/relationships/image" Target="../media/image242.png"/><Relationship Id="rId163" Type="http://schemas.openxmlformats.org/officeDocument/2006/relationships/image" Target="../media/image241.png"/><Relationship Id="rId162" Type="http://schemas.openxmlformats.org/officeDocument/2006/relationships/image" Target="../media/image240.png"/><Relationship Id="rId161" Type="http://schemas.openxmlformats.org/officeDocument/2006/relationships/image" Target="../media/image239.png"/><Relationship Id="rId160" Type="http://schemas.openxmlformats.org/officeDocument/2006/relationships/image" Target="../media/image238.png"/><Relationship Id="rId16" Type="http://schemas.openxmlformats.org/officeDocument/2006/relationships/image" Target="../media/image94.png"/><Relationship Id="rId159" Type="http://schemas.openxmlformats.org/officeDocument/2006/relationships/image" Target="../media/image237.png"/><Relationship Id="rId158" Type="http://schemas.openxmlformats.org/officeDocument/2006/relationships/image" Target="../media/image236.png"/><Relationship Id="rId157" Type="http://schemas.openxmlformats.org/officeDocument/2006/relationships/image" Target="../media/image235.png"/><Relationship Id="rId156" Type="http://schemas.openxmlformats.org/officeDocument/2006/relationships/image" Target="../media/image234.png"/><Relationship Id="rId155" Type="http://schemas.openxmlformats.org/officeDocument/2006/relationships/image" Target="../media/image233.png"/><Relationship Id="rId154" Type="http://schemas.openxmlformats.org/officeDocument/2006/relationships/image" Target="../media/image232.png"/><Relationship Id="rId153" Type="http://schemas.openxmlformats.org/officeDocument/2006/relationships/image" Target="../media/image231.png"/><Relationship Id="rId152" Type="http://schemas.openxmlformats.org/officeDocument/2006/relationships/image" Target="../media/image230.png"/><Relationship Id="rId151" Type="http://schemas.openxmlformats.org/officeDocument/2006/relationships/image" Target="../media/image229.png"/><Relationship Id="rId150" Type="http://schemas.openxmlformats.org/officeDocument/2006/relationships/image" Target="../media/image228.png"/><Relationship Id="rId15" Type="http://schemas.openxmlformats.org/officeDocument/2006/relationships/image" Target="../media/image93.png"/><Relationship Id="rId149" Type="http://schemas.openxmlformats.org/officeDocument/2006/relationships/image" Target="../media/image227.png"/><Relationship Id="rId148" Type="http://schemas.openxmlformats.org/officeDocument/2006/relationships/image" Target="../media/image226.png"/><Relationship Id="rId147" Type="http://schemas.openxmlformats.org/officeDocument/2006/relationships/image" Target="../media/image225.png"/><Relationship Id="rId146" Type="http://schemas.openxmlformats.org/officeDocument/2006/relationships/image" Target="../media/image224.png"/><Relationship Id="rId145" Type="http://schemas.openxmlformats.org/officeDocument/2006/relationships/image" Target="../media/image223.png"/><Relationship Id="rId144" Type="http://schemas.openxmlformats.org/officeDocument/2006/relationships/image" Target="../media/image222.png"/><Relationship Id="rId143" Type="http://schemas.openxmlformats.org/officeDocument/2006/relationships/image" Target="../media/image221.png"/><Relationship Id="rId142" Type="http://schemas.openxmlformats.org/officeDocument/2006/relationships/image" Target="../media/image220.png"/><Relationship Id="rId141" Type="http://schemas.openxmlformats.org/officeDocument/2006/relationships/image" Target="../media/image219.png"/><Relationship Id="rId140" Type="http://schemas.openxmlformats.org/officeDocument/2006/relationships/image" Target="../media/image218.png"/><Relationship Id="rId14" Type="http://schemas.openxmlformats.org/officeDocument/2006/relationships/image" Target="../media/image92.png"/><Relationship Id="rId139" Type="http://schemas.openxmlformats.org/officeDocument/2006/relationships/image" Target="../media/image217.png"/><Relationship Id="rId138" Type="http://schemas.openxmlformats.org/officeDocument/2006/relationships/image" Target="../media/image216.png"/><Relationship Id="rId137" Type="http://schemas.openxmlformats.org/officeDocument/2006/relationships/image" Target="../media/image215.png"/><Relationship Id="rId136" Type="http://schemas.openxmlformats.org/officeDocument/2006/relationships/image" Target="../media/image214.png"/><Relationship Id="rId135" Type="http://schemas.openxmlformats.org/officeDocument/2006/relationships/image" Target="../media/image213.png"/><Relationship Id="rId134" Type="http://schemas.openxmlformats.org/officeDocument/2006/relationships/image" Target="../media/image212.png"/><Relationship Id="rId133" Type="http://schemas.openxmlformats.org/officeDocument/2006/relationships/image" Target="../media/image211.png"/><Relationship Id="rId132" Type="http://schemas.openxmlformats.org/officeDocument/2006/relationships/image" Target="../media/image210.png"/><Relationship Id="rId131" Type="http://schemas.openxmlformats.org/officeDocument/2006/relationships/image" Target="../media/image209.png"/><Relationship Id="rId130" Type="http://schemas.openxmlformats.org/officeDocument/2006/relationships/image" Target="../media/image208.png"/><Relationship Id="rId13" Type="http://schemas.openxmlformats.org/officeDocument/2006/relationships/image" Target="../media/image91.png"/><Relationship Id="rId129" Type="http://schemas.openxmlformats.org/officeDocument/2006/relationships/image" Target="../media/image207.png"/><Relationship Id="rId128" Type="http://schemas.openxmlformats.org/officeDocument/2006/relationships/image" Target="../media/image206.png"/><Relationship Id="rId127" Type="http://schemas.openxmlformats.org/officeDocument/2006/relationships/image" Target="../media/image205.png"/><Relationship Id="rId126" Type="http://schemas.openxmlformats.org/officeDocument/2006/relationships/image" Target="../media/image204.png"/><Relationship Id="rId125" Type="http://schemas.openxmlformats.org/officeDocument/2006/relationships/image" Target="../media/image203.png"/><Relationship Id="rId124" Type="http://schemas.openxmlformats.org/officeDocument/2006/relationships/image" Target="../media/image202.png"/><Relationship Id="rId123" Type="http://schemas.openxmlformats.org/officeDocument/2006/relationships/image" Target="../media/image201.png"/><Relationship Id="rId122" Type="http://schemas.openxmlformats.org/officeDocument/2006/relationships/image" Target="../media/image200.png"/><Relationship Id="rId121" Type="http://schemas.openxmlformats.org/officeDocument/2006/relationships/image" Target="../media/image199.png"/><Relationship Id="rId120" Type="http://schemas.openxmlformats.org/officeDocument/2006/relationships/image" Target="../media/image198.png"/><Relationship Id="rId12" Type="http://schemas.openxmlformats.org/officeDocument/2006/relationships/image" Target="../media/image90.png"/><Relationship Id="rId119" Type="http://schemas.openxmlformats.org/officeDocument/2006/relationships/image" Target="../media/image197.png"/><Relationship Id="rId118" Type="http://schemas.openxmlformats.org/officeDocument/2006/relationships/image" Target="../media/image196.png"/><Relationship Id="rId117" Type="http://schemas.openxmlformats.org/officeDocument/2006/relationships/image" Target="../media/image195.png"/><Relationship Id="rId116" Type="http://schemas.openxmlformats.org/officeDocument/2006/relationships/image" Target="../media/image194.png"/><Relationship Id="rId115" Type="http://schemas.openxmlformats.org/officeDocument/2006/relationships/image" Target="../media/image193.png"/><Relationship Id="rId114" Type="http://schemas.openxmlformats.org/officeDocument/2006/relationships/image" Target="../media/image192.png"/><Relationship Id="rId113" Type="http://schemas.openxmlformats.org/officeDocument/2006/relationships/image" Target="../media/image191.png"/><Relationship Id="rId112" Type="http://schemas.openxmlformats.org/officeDocument/2006/relationships/image" Target="../media/image190.png"/><Relationship Id="rId111" Type="http://schemas.openxmlformats.org/officeDocument/2006/relationships/image" Target="../media/image189.png"/><Relationship Id="rId110" Type="http://schemas.openxmlformats.org/officeDocument/2006/relationships/image" Target="../media/image188.png"/><Relationship Id="rId11" Type="http://schemas.openxmlformats.org/officeDocument/2006/relationships/image" Target="../media/image89.png"/><Relationship Id="rId109" Type="http://schemas.openxmlformats.org/officeDocument/2006/relationships/image" Target="../media/image187.png"/><Relationship Id="rId108" Type="http://schemas.openxmlformats.org/officeDocument/2006/relationships/image" Target="../media/image186.png"/><Relationship Id="rId107" Type="http://schemas.openxmlformats.org/officeDocument/2006/relationships/image" Target="../media/image185.png"/><Relationship Id="rId106" Type="http://schemas.openxmlformats.org/officeDocument/2006/relationships/image" Target="../media/image184.png"/><Relationship Id="rId105" Type="http://schemas.openxmlformats.org/officeDocument/2006/relationships/image" Target="../media/image183.png"/><Relationship Id="rId104" Type="http://schemas.openxmlformats.org/officeDocument/2006/relationships/image" Target="../media/image182.png"/><Relationship Id="rId103" Type="http://schemas.openxmlformats.org/officeDocument/2006/relationships/image" Target="../media/image181.png"/><Relationship Id="rId102" Type="http://schemas.openxmlformats.org/officeDocument/2006/relationships/image" Target="../media/image180.png"/><Relationship Id="rId101" Type="http://schemas.openxmlformats.org/officeDocument/2006/relationships/image" Target="../media/image179.png"/><Relationship Id="rId100" Type="http://schemas.openxmlformats.org/officeDocument/2006/relationships/image" Target="../media/image178.png"/><Relationship Id="rId10" Type="http://schemas.openxmlformats.org/officeDocument/2006/relationships/image" Target="../media/image88.png"/><Relationship Id="rId1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99" Type="http://schemas.openxmlformats.org/officeDocument/2006/relationships/image" Target="../media/image362.png"/><Relationship Id="rId98" Type="http://schemas.openxmlformats.org/officeDocument/2006/relationships/image" Target="../media/image361.png"/><Relationship Id="rId97" Type="http://schemas.openxmlformats.org/officeDocument/2006/relationships/image" Target="../media/image360.png"/><Relationship Id="rId96" Type="http://schemas.openxmlformats.org/officeDocument/2006/relationships/image" Target="../media/image359.png"/><Relationship Id="rId95" Type="http://schemas.openxmlformats.org/officeDocument/2006/relationships/image" Target="../media/image358.png"/><Relationship Id="rId94" Type="http://schemas.openxmlformats.org/officeDocument/2006/relationships/image" Target="../media/image357.png"/><Relationship Id="rId93" Type="http://schemas.openxmlformats.org/officeDocument/2006/relationships/image" Target="../media/image356.png"/><Relationship Id="rId92" Type="http://schemas.openxmlformats.org/officeDocument/2006/relationships/image" Target="../media/image355.png"/><Relationship Id="rId91" Type="http://schemas.openxmlformats.org/officeDocument/2006/relationships/image" Target="../media/image354.png"/><Relationship Id="rId90" Type="http://schemas.openxmlformats.org/officeDocument/2006/relationships/image" Target="../media/image353.png"/><Relationship Id="rId9" Type="http://schemas.openxmlformats.org/officeDocument/2006/relationships/image" Target="../media/image272.png"/><Relationship Id="rId89" Type="http://schemas.openxmlformats.org/officeDocument/2006/relationships/image" Target="../media/image352.png"/><Relationship Id="rId88" Type="http://schemas.openxmlformats.org/officeDocument/2006/relationships/image" Target="../media/image351.png"/><Relationship Id="rId87" Type="http://schemas.openxmlformats.org/officeDocument/2006/relationships/image" Target="../media/image350.png"/><Relationship Id="rId86" Type="http://schemas.openxmlformats.org/officeDocument/2006/relationships/image" Target="../media/image349.png"/><Relationship Id="rId85" Type="http://schemas.openxmlformats.org/officeDocument/2006/relationships/image" Target="../media/image348.png"/><Relationship Id="rId84" Type="http://schemas.openxmlformats.org/officeDocument/2006/relationships/image" Target="../media/image347.png"/><Relationship Id="rId83" Type="http://schemas.openxmlformats.org/officeDocument/2006/relationships/image" Target="../media/image346.png"/><Relationship Id="rId82" Type="http://schemas.openxmlformats.org/officeDocument/2006/relationships/image" Target="../media/image345.png"/><Relationship Id="rId81" Type="http://schemas.openxmlformats.org/officeDocument/2006/relationships/image" Target="../media/image344.png"/><Relationship Id="rId80" Type="http://schemas.openxmlformats.org/officeDocument/2006/relationships/image" Target="../media/image343.png"/><Relationship Id="rId8" Type="http://schemas.openxmlformats.org/officeDocument/2006/relationships/image" Target="../media/image271.png"/><Relationship Id="rId79" Type="http://schemas.openxmlformats.org/officeDocument/2006/relationships/image" Target="../media/image342.png"/><Relationship Id="rId78" Type="http://schemas.openxmlformats.org/officeDocument/2006/relationships/image" Target="../media/image341.png"/><Relationship Id="rId77" Type="http://schemas.openxmlformats.org/officeDocument/2006/relationships/image" Target="../media/image340.png"/><Relationship Id="rId76" Type="http://schemas.openxmlformats.org/officeDocument/2006/relationships/image" Target="../media/image339.png"/><Relationship Id="rId75" Type="http://schemas.openxmlformats.org/officeDocument/2006/relationships/image" Target="../media/image338.png"/><Relationship Id="rId74" Type="http://schemas.openxmlformats.org/officeDocument/2006/relationships/image" Target="../media/image337.png"/><Relationship Id="rId73" Type="http://schemas.openxmlformats.org/officeDocument/2006/relationships/image" Target="../media/image336.png"/><Relationship Id="rId72" Type="http://schemas.openxmlformats.org/officeDocument/2006/relationships/image" Target="../media/image335.png"/><Relationship Id="rId71" Type="http://schemas.openxmlformats.org/officeDocument/2006/relationships/image" Target="../media/image334.png"/><Relationship Id="rId70" Type="http://schemas.openxmlformats.org/officeDocument/2006/relationships/image" Target="../media/image333.png"/><Relationship Id="rId7" Type="http://schemas.openxmlformats.org/officeDocument/2006/relationships/image" Target="../media/image270.png"/><Relationship Id="rId69" Type="http://schemas.openxmlformats.org/officeDocument/2006/relationships/image" Target="../media/image332.png"/><Relationship Id="rId68" Type="http://schemas.openxmlformats.org/officeDocument/2006/relationships/image" Target="../media/image331.png"/><Relationship Id="rId67" Type="http://schemas.openxmlformats.org/officeDocument/2006/relationships/image" Target="../media/image330.png"/><Relationship Id="rId66" Type="http://schemas.openxmlformats.org/officeDocument/2006/relationships/image" Target="../media/image329.png"/><Relationship Id="rId65" Type="http://schemas.openxmlformats.org/officeDocument/2006/relationships/image" Target="../media/image328.png"/><Relationship Id="rId64" Type="http://schemas.openxmlformats.org/officeDocument/2006/relationships/image" Target="../media/image327.png"/><Relationship Id="rId63" Type="http://schemas.openxmlformats.org/officeDocument/2006/relationships/image" Target="../media/image326.png"/><Relationship Id="rId62" Type="http://schemas.openxmlformats.org/officeDocument/2006/relationships/image" Target="../media/image325.png"/><Relationship Id="rId61" Type="http://schemas.openxmlformats.org/officeDocument/2006/relationships/image" Target="../media/image324.png"/><Relationship Id="rId60" Type="http://schemas.openxmlformats.org/officeDocument/2006/relationships/image" Target="../media/image323.png"/><Relationship Id="rId6" Type="http://schemas.openxmlformats.org/officeDocument/2006/relationships/image" Target="../media/image269.png"/><Relationship Id="rId59" Type="http://schemas.openxmlformats.org/officeDocument/2006/relationships/image" Target="../media/image322.png"/><Relationship Id="rId58" Type="http://schemas.openxmlformats.org/officeDocument/2006/relationships/image" Target="../media/image321.png"/><Relationship Id="rId57" Type="http://schemas.openxmlformats.org/officeDocument/2006/relationships/image" Target="../media/image320.png"/><Relationship Id="rId56" Type="http://schemas.openxmlformats.org/officeDocument/2006/relationships/image" Target="../media/image319.png"/><Relationship Id="rId55" Type="http://schemas.openxmlformats.org/officeDocument/2006/relationships/image" Target="../media/image318.png"/><Relationship Id="rId54" Type="http://schemas.openxmlformats.org/officeDocument/2006/relationships/image" Target="../media/image317.png"/><Relationship Id="rId53" Type="http://schemas.openxmlformats.org/officeDocument/2006/relationships/image" Target="../media/image316.png"/><Relationship Id="rId52" Type="http://schemas.openxmlformats.org/officeDocument/2006/relationships/image" Target="../media/image315.png"/><Relationship Id="rId51" Type="http://schemas.openxmlformats.org/officeDocument/2006/relationships/image" Target="../media/image314.png"/><Relationship Id="rId50" Type="http://schemas.openxmlformats.org/officeDocument/2006/relationships/image" Target="../media/image313.png"/><Relationship Id="rId5" Type="http://schemas.openxmlformats.org/officeDocument/2006/relationships/image" Target="../media/image268.png"/><Relationship Id="rId49" Type="http://schemas.openxmlformats.org/officeDocument/2006/relationships/image" Target="../media/image312.png"/><Relationship Id="rId48" Type="http://schemas.openxmlformats.org/officeDocument/2006/relationships/image" Target="../media/image311.png"/><Relationship Id="rId47" Type="http://schemas.openxmlformats.org/officeDocument/2006/relationships/image" Target="../media/image310.png"/><Relationship Id="rId46" Type="http://schemas.openxmlformats.org/officeDocument/2006/relationships/image" Target="../media/image309.png"/><Relationship Id="rId45" Type="http://schemas.openxmlformats.org/officeDocument/2006/relationships/image" Target="../media/image308.png"/><Relationship Id="rId44" Type="http://schemas.openxmlformats.org/officeDocument/2006/relationships/image" Target="../media/image307.png"/><Relationship Id="rId43" Type="http://schemas.openxmlformats.org/officeDocument/2006/relationships/image" Target="../media/image306.png"/><Relationship Id="rId42" Type="http://schemas.openxmlformats.org/officeDocument/2006/relationships/image" Target="../media/image305.png"/><Relationship Id="rId41" Type="http://schemas.openxmlformats.org/officeDocument/2006/relationships/image" Target="../media/image304.png"/><Relationship Id="rId40" Type="http://schemas.openxmlformats.org/officeDocument/2006/relationships/image" Target="../media/image303.png"/><Relationship Id="rId4" Type="http://schemas.openxmlformats.org/officeDocument/2006/relationships/image" Target="../media/image267.png"/><Relationship Id="rId39" Type="http://schemas.openxmlformats.org/officeDocument/2006/relationships/image" Target="../media/image302.png"/><Relationship Id="rId38" Type="http://schemas.openxmlformats.org/officeDocument/2006/relationships/image" Target="../media/image301.png"/><Relationship Id="rId37" Type="http://schemas.openxmlformats.org/officeDocument/2006/relationships/image" Target="../media/image300.png"/><Relationship Id="rId36" Type="http://schemas.openxmlformats.org/officeDocument/2006/relationships/image" Target="../media/image299.png"/><Relationship Id="rId35" Type="http://schemas.openxmlformats.org/officeDocument/2006/relationships/image" Target="../media/image298.png"/><Relationship Id="rId34" Type="http://schemas.openxmlformats.org/officeDocument/2006/relationships/image" Target="../media/image297.png"/><Relationship Id="rId33" Type="http://schemas.openxmlformats.org/officeDocument/2006/relationships/image" Target="../media/image296.png"/><Relationship Id="rId32" Type="http://schemas.openxmlformats.org/officeDocument/2006/relationships/image" Target="../media/image295.png"/><Relationship Id="rId31" Type="http://schemas.openxmlformats.org/officeDocument/2006/relationships/image" Target="../media/image294.png"/><Relationship Id="rId30" Type="http://schemas.openxmlformats.org/officeDocument/2006/relationships/image" Target="../media/image293.png"/><Relationship Id="rId3" Type="http://schemas.openxmlformats.org/officeDocument/2006/relationships/image" Target="../media/image266.png"/><Relationship Id="rId29" Type="http://schemas.openxmlformats.org/officeDocument/2006/relationships/image" Target="../media/image292.png"/><Relationship Id="rId28" Type="http://schemas.openxmlformats.org/officeDocument/2006/relationships/image" Target="../media/image291.png"/><Relationship Id="rId27" Type="http://schemas.openxmlformats.org/officeDocument/2006/relationships/image" Target="../media/image290.png"/><Relationship Id="rId26" Type="http://schemas.openxmlformats.org/officeDocument/2006/relationships/image" Target="../media/image289.png"/><Relationship Id="rId25" Type="http://schemas.openxmlformats.org/officeDocument/2006/relationships/image" Target="../media/image288.png"/><Relationship Id="rId24" Type="http://schemas.openxmlformats.org/officeDocument/2006/relationships/image" Target="../media/image287.png"/><Relationship Id="rId23" Type="http://schemas.openxmlformats.org/officeDocument/2006/relationships/image" Target="../media/image286.png"/><Relationship Id="rId22" Type="http://schemas.openxmlformats.org/officeDocument/2006/relationships/image" Target="../media/image285.png"/><Relationship Id="rId21" Type="http://schemas.openxmlformats.org/officeDocument/2006/relationships/image" Target="../media/image284.png"/><Relationship Id="rId20" Type="http://schemas.openxmlformats.org/officeDocument/2006/relationships/image" Target="../media/image283.png"/><Relationship Id="rId2" Type="http://schemas.openxmlformats.org/officeDocument/2006/relationships/image" Target="../media/image265.png"/><Relationship Id="rId19" Type="http://schemas.openxmlformats.org/officeDocument/2006/relationships/image" Target="../media/image282.png"/><Relationship Id="rId18" Type="http://schemas.openxmlformats.org/officeDocument/2006/relationships/image" Target="../media/image281.png"/><Relationship Id="rId17" Type="http://schemas.openxmlformats.org/officeDocument/2006/relationships/image" Target="../media/image280.png"/><Relationship Id="rId16" Type="http://schemas.openxmlformats.org/officeDocument/2006/relationships/image" Target="../media/image279.png"/><Relationship Id="rId15" Type="http://schemas.openxmlformats.org/officeDocument/2006/relationships/image" Target="../media/image278.png"/><Relationship Id="rId14" Type="http://schemas.openxmlformats.org/officeDocument/2006/relationships/image" Target="../media/image277.png"/><Relationship Id="rId13" Type="http://schemas.openxmlformats.org/officeDocument/2006/relationships/image" Target="../media/image276.png"/><Relationship Id="rId123" Type="http://schemas.openxmlformats.org/officeDocument/2006/relationships/slideLayout" Target="../slideLayouts/slideLayout2.xml"/><Relationship Id="rId122" Type="http://schemas.openxmlformats.org/officeDocument/2006/relationships/image" Target="../media/image385.png"/><Relationship Id="rId121" Type="http://schemas.openxmlformats.org/officeDocument/2006/relationships/image" Target="../media/image384.png"/><Relationship Id="rId120" Type="http://schemas.openxmlformats.org/officeDocument/2006/relationships/image" Target="../media/image383.png"/><Relationship Id="rId12" Type="http://schemas.openxmlformats.org/officeDocument/2006/relationships/image" Target="../media/image275.png"/><Relationship Id="rId119" Type="http://schemas.openxmlformats.org/officeDocument/2006/relationships/image" Target="../media/image382.png"/><Relationship Id="rId118" Type="http://schemas.openxmlformats.org/officeDocument/2006/relationships/image" Target="../media/image381.png"/><Relationship Id="rId117" Type="http://schemas.openxmlformats.org/officeDocument/2006/relationships/image" Target="../media/image380.png"/><Relationship Id="rId116" Type="http://schemas.openxmlformats.org/officeDocument/2006/relationships/image" Target="../media/image379.png"/><Relationship Id="rId115" Type="http://schemas.openxmlformats.org/officeDocument/2006/relationships/image" Target="../media/image378.png"/><Relationship Id="rId114" Type="http://schemas.openxmlformats.org/officeDocument/2006/relationships/image" Target="../media/image377.png"/><Relationship Id="rId113" Type="http://schemas.openxmlformats.org/officeDocument/2006/relationships/image" Target="../media/image376.png"/><Relationship Id="rId112" Type="http://schemas.openxmlformats.org/officeDocument/2006/relationships/image" Target="../media/image375.png"/><Relationship Id="rId111" Type="http://schemas.openxmlformats.org/officeDocument/2006/relationships/image" Target="../media/image374.png"/><Relationship Id="rId110" Type="http://schemas.openxmlformats.org/officeDocument/2006/relationships/image" Target="../media/image373.png"/><Relationship Id="rId11" Type="http://schemas.openxmlformats.org/officeDocument/2006/relationships/image" Target="../media/image274.png"/><Relationship Id="rId109" Type="http://schemas.openxmlformats.org/officeDocument/2006/relationships/image" Target="../media/image372.png"/><Relationship Id="rId108" Type="http://schemas.openxmlformats.org/officeDocument/2006/relationships/image" Target="../media/image371.png"/><Relationship Id="rId107" Type="http://schemas.openxmlformats.org/officeDocument/2006/relationships/image" Target="../media/image370.png"/><Relationship Id="rId106" Type="http://schemas.openxmlformats.org/officeDocument/2006/relationships/image" Target="../media/image369.png"/><Relationship Id="rId105" Type="http://schemas.openxmlformats.org/officeDocument/2006/relationships/image" Target="../media/image368.png"/><Relationship Id="rId104" Type="http://schemas.openxmlformats.org/officeDocument/2006/relationships/image" Target="../media/image367.png"/><Relationship Id="rId103" Type="http://schemas.openxmlformats.org/officeDocument/2006/relationships/image" Target="../media/image366.png"/><Relationship Id="rId102" Type="http://schemas.openxmlformats.org/officeDocument/2006/relationships/image" Target="../media/image365.png"/><Relationship Id="rId101" Type="http://schemas.openxmlformats.org/officeDocument/2006/relationships/image" Target="../media/image364.png"/><Relationship Id="rId100" Type="http://schemas.openxmlformats.org/officeDocument/2006/relationships/image" Target="../media/image363.png"/><Relationship Id="rId10" Type="http://schemas.openxmlformats.org/officeDocument/2006/relationships/image" Target="../media/image273.png"/><Relationship Id="rId1" Type="http://schemas.openxmlformats.org/officeDocument/2006/relationships/image" Target="../media/image26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94" Type="http://schemas.openxmlformats.org/officeDocument/2006/relationships/slideLayout" Target="../slideLayouts/slideLayout2.xml"/><Relationship Id="rId93" Type="http://schemas.openxmlformats.org/officeDocument/2006/relationships/image" Target="../media/image478.png"/><Relationship Id="rId92" Type="http://schemas.openxmlformats.org/officeDocument/2006/relationships/image" Target="../media/image477.png"/><Relationship Id="rId91" Type="http://schemas.openxmlformats.org/officeDocument/2006/relationships/image" Target="../media/image476.png"/><Relationship Id="rId90" Type="http://schemas.openxmlformats.org/officeDocument/2006/relationships/image" Target="../media/image475.png"/><Relationship Id="rId9" Type="http://schemas.openxmlformats.org/officeDocument/2006/relationships/image" Target="../media/image394.png"/><Relationship Id="rId89" Type="http://schemas.openxmlformats.org/officeDocument/2006/relationships/image" Target="../media/image474.png"/><Relationship Id="rId88" Type="http://schemas.openxmlformats.org/officeDocument/2006/relationships/image" Target="../media/image473.png"/><Relationship Id="rId87" Type="http://schemas.openxmlformats.org/officeDocument/2006/relationships/image" Target="../media/image472.png"/><Relationship Id="rId86" Type="http://schemas.openxmlformats.org/officeDocument/2006/relationships/image" Target="../media/image471.png"/><Relationship Id="rId85" Type="http://schemas.openxmlformats.org/officeDocument/2006/relationships/image" Target="../media/image470.png"/><Relationship Id="rId84" Type="http://schemas.openxmlformats.org/officeDocument/2006/relationships/image" Target="../media/image469.png"/><Relationship Id="rId83" Type="http://schemas.openxmlformats.org/officeDocument/2006/relationships/image" Target="../media/image468.png"/><Relationship Id="rId82" Type="http://schemas.openxmlformats.org/officeDocument/2006/relationships/image" Target="../media/image467.png"/><Relationship Id="rId81" Type="http://schemas.openxmlformats.org/officeDocument/2006/relationships/image" Target="../media/image466.png"/><Relationship Id="rId80" Type="http://schemas.openxmlformats.org/officeDocument/2006/relationships/image" Target="../media/image465.png"/><Relationship Id="rId8" Type="http://schemas.openxmlformats.org/officeDocument/2006/relationships/image" Target="../media/image393.png"/><Relationship Id="rId79" Type="http://schemas.openxmlformats.org/officeDocument/2006/relationships/image" Target="../media/image464.png"/><Relationship Id="rId78" Type="http://schemas.openxmlformats.org/officeDocument/2006/relationships/image" Target="../media/image463.png"/><Relationship Id="rId77" Type="http://schemas.openxmlformats.org/officeDocument/2006/relationships/image" Target="../media/image462.png"/><Relationship Id="rId76" Type="http://schemas.openxmlformats.org/officeDocument/2006/relationships/image" Target="../media/image461.png"/><Relationship Id="rId75" Type="http://schemas.openxmlformats.org/officeDocument/2006/relationships/image" Target="../media/image460.png"/><Relationship Id="rId74" Type="http://schemas.openxmlformats.org/officeDocument/2006/relationships/image" Target="../media/image459.png"/><Relationship Id="rId73" Type="http://schemas.openxmlformats.org/officeDocument/2006/relationships/image" Target="../media/image458.png"/><Relationship Id="rId72" Type="http://schemas.openxmlformats.org/officeDocument/2006/relationships/image" Target="../media/image457.png"/><Relationship Id="rId71" Type="http://schemas.openxmlformats.org/officeDocument/2006/relationships/image" Target="../media/image456.png"/><Relationship Id="rId70" Type="http://schemas.openxmlformats.org/officeDocument/2006/relationships/image" Target="../media/image455.png"/><Relationship Id="rId7" Type="http://schemas.openxmlformats.org/officeDocument/2006/relationships/image" Target="../media/image392.png"/><Relationship Id="rId69" Type="http://schemas.openxmlformats.org/officeDocument/2006/relationships/image" Target="../media/image454.png"/><Relationship Id="rId68" Type="http://schemas.openxmlformats.org/officeDocument/2006/relationships/image" Target="../media/image453.png"/><Relationship Id="rId67" Type="http://schemas.openxmlformats.org/officeDocument/2006/relationships/image" Target="../media/image452.png"/><Relationship Id="rId66" Type="http://schemas.openxmlformats.org/officeDocument/2006/relationships/image" Target="../media/image451.png"/><Relationship Id="rId65" Type="http://schemas.openxmlformats.org/officeDocument/2006/relationships/image" Target="../media/image450.png"/><Relationship Id="rId64" Type="http://schemas.openxmlformats.org/officeDocument/2006/relationships/image" Target="../media/image449.png"/><Relationship Id="rId63" Type="http://schemas.openxmlformats.org/officeDocument/2006/relationships/image" Target="../media/image448.png"/><Relationship Id="rId62" Type="http://schemas.openxmlformats.org/officeDocument/2006/relationships/image" Target="../media/image447.png"/><Relationship Id="rId61" Type="http://schemas.openxmlformats.org/officeDocument/2006/relationships/image" Target="../media/image446.png"/><Relationship Id="rId60" Type="http://schemas.openxmlformats.org/officeDocument/2006/relationships/image" Target="../media/image445.png"/><Relationship Id="rId6" Type="http://schemas.openxmlformats.org/officeDocument/2006/relationships/image" Target="../media/image391.png"/><Relationship Id="rId59" Type="http://schemas.openxmlformats.org/officeDocument/2006/relationships/image" Target="../media/image444.png"/><Relationship Id="rId58" Type="http://schemas.openxmlformats.org/officeDocument/2006/relationships/image" Target="../media/image443.png"/><Relationship Id="rId57" Type="http://schemas.openxmlformats.org/officeDocument/2006/relationships/image" Target="../media/image442.png"/><Relationship Id="rId56" Type="http://schemas.openxmlformats.org/officeDocument/2006/relationships/image" Target="../media/image441.png"/><Relationship Id="rId55" Type="http://schemas.openxmlformats.org/officeDocument/2006/relationships/image" Target="../media/image440.png"/><Relationship Id="rId54" Type="http://schemas.openxmlformats.org/officeDocument/2006/relationships/image" Target="../media/image439.png"/><Relationship Id="rId53" Type="http://schemas.openxmlformats.org/officeDocument/2006/relationships/image" Target="../media/image438.png"/><Relationship Id="rId52" Type="http://schemas.openxmlformats.org/officeDocument/2006/relationships/image" Target="../media/image437.png"/><Relationship Id="rId51" Type="http://schemas.openxmlformats.org/officeDocument/2006/relationships/image" Target="../media/image436.png"/><Relationship Id="rId50" Type="http://schemas.openxmlformats.org/officeDocument/2006/relationships/image" Target="../media/image435.png"/><Relationship Id="rId5" Type="http://schemas.openxmlformats.org/officeDocument/2006/relationships/image" Target="../media/image390.png"/><Relationship Id="rId49" Type="http://schemas.openxmlformats.org/officeDocument/2006/relationships/image" Target="../media/image434.png"/><Relationship Id="rId48" Type="http://schemas.openxmlformats.org/officeDocument/2006/relationships/image" Target="../media/image433.png"/><Relationship Id="rId47" Type="http://schemas.openxmlformats.org/officeDocument/2006/relationships/image" Target="../media/image432.png"/><Relationship Id="rId46" Type="http://schemas.openxmlformats.org/officeDocument/2006/relationships/image" Target="../media/image431.png"/><Relationship Id="rId45" Type="http://schemas.openxmlformats.org/officeDocument/2006/relationships/image" Target="../media/image430.png"/><Relationship Id="rId44" Type="http://schemas.openxmlformats.org/officeDocument/2006/relationships/image" Target="../media/image429.png"/><Relationship Id="rId43" Type="http://schemas.openxmlformats.org/officeDocument/2006/relationships/image" Target="../media/image428.png"/><Relationship Id="rId42" Type="http://schemas.openxmlformats.org/officeDocument/2006/relationships/image" Target="../media/image427.png"/><Relationship Id="rId41" Type="http://schemas.openxmlformats.org/officeDocument/2006/relationships/image" Target="../media/image426.png"/><Relationship Id="rId40" Type="http://schemas.openxmlformats.org/officeDocument/2006/relationships/image" Target="../media/image425.png"/><Relationship Id="rId4" Type="http://schemas.openxmlformats.org/officeDocument/2006/relationships/image" Target="../media/image389.png"/><Relationship Id="rId39" Type="http://schemas.openxmlformats.org/officeDocument/2006/relationships/image" Target="../media/image424.png"/><Relationship Id="rId38" Type="http://schemas.openxmlformats.org/officeDocument/2006/relationships/image" Target="../media/image423.png"/><Relationship Id="rId37" Type="http://schemas.openxmlformats.org/officeDocument/2006/relationships/image" Target="../media/image422.png"/><Relationship Id="rId36" Type="http://schemas.openxmlformats.org/officeDocument/2006/relationships/image" Target="../media/image421.png"/><Relationship Id="rId35" Type="http://schemas.openxmlformats.org/officeDocument/2006/relationships/image" Target="../media/image420.png"/><Relationship Id="rId34" Type="http://schemas.openxmlformats.org/officeDocument/2006/relationships/image" Target="../media/image419.png"/><Relationship Id="rId33" Type="http://schemas.openxmlformats.org/officeDocument/2006/relationships/image" Target="../media/image418.png"/><Relationship Id="rId32" Type="http://schemas.openxmlformats.org/officeDocument/2006/relationships/image" Target="../media/image417.png"/><Relationship Id="rId31" Type="http://schemas.openxmlformats.org/officeDocument/2006/relationships/image" Target="../media/image416.png"/><Relationship Id="rId30" Type="http://schemas.openxmlformats.org/officeDocument/2006/relationships/image" Target="../media/image415.png"/><Relationship Id="rId3" Type="http://schemas.openxmlformats.org/officeDocument/2006/relationships/image" Target="../media/image388.png"/><Relationship Id="rId29" Type="http://schemas.openxmlformats.org/officeDocument/2006/relationships/image" Target="../media/image414.png"/><Relationship Id="rId28" Type="http://schemas.openxmlformats.org/officeDocument/2006/relationships/image" Target="../media/image413.png"/><Relationship Id="rId27" Type="http://schemas.openxmlformats.org/officeDocument/2006/relationships/image" Target="../media/image412.png"/><Relationship Id="rId26" Type="http://schemas.openxmlformats.org/officeDocument/2006/relationships/image" Target="../media/image411.png"/><Relationship Id="rId25" Type="http://schemas.openxmlformats.org/officeDocument/2006/relationships/image" Target="../media/image410.png"/><Relationship Id="rId24" Type="http://schemas.openxmlformats.org/officeDocument/2006/relationships/image" Target="../media/image409.png"/><Relationship Id="rId23" Type="http://schemas.openxmlformats.org/officeDocument/2006/relationships/image" Target="../media/image408.png"/><Relationship Id="rId22" Type="http://schemas.openxmlformats.org/officeDocument/2006/relationships/image" Target="../media/image407.png"/><Relationship Id="rId21" Type="http://schemas.openxmlformats.org/officeDocument/2006/relationships/image" Target="../media/image406.png"/><Relationship Id="rId20" Type="http://schemas.openxmlformats.org/officeDocument/2006/relationships/image" Target="../media/image405.png"/><Relationship Id="rId2" Type="http://schemas.openxmlformats.org/officeDocument/2006/relationships/image" Target="../media/image387.png"/><Relationship Id="rId19" Type="http://schemas.openxmlformats.org/officeDocument/2006/relationships/image" Target="../media/image404.png"/><Relationship Id="rId18" Type="http://schemas.openxmlformats.org/officeDocument/2006/relationships/image" Target="../media/image403.png"/><Relationship Id="rId17" Type="http://schemas.openxmlformats.org/officeDocument/2006/relationships/image" Target="../media/image402.png"/><Relationship Id="rId16" Type="http://schemas.openxmlformats.org/officeDocument/2006/relationships/image" Target="../media/image401.png"/><Relationship Id="rId15" Type="http://schemas.openxmlformats.org/officeDocument/2006/relationships/image" Target="../media/image400.png"/><Relationship Id="rId14" Type="http://schemas.openxmlformats.org/officeDocument/2006/relationships/image" Target="../media/image399.png"/><Relationship Id="rId13" Type="http://schemas.openxmlformats.org/officeDocument/2006/relationships/image" Target="../media/image398.png"/><Relationship Id="rId12" Type="http://schemas.openxmlformats.org/officeDocument/2006/relationships/image" Target="../media/image397.png"/><Relationship Id="rId11" Type="http://schemas.openxmlformats.org/officeDocument/2006/relationships/image" Target="../media/image396.png"/><Relationship Id="rId10" Type="http://schemas.openxmlformats.org/officeDocument/2006/relationships/image" Target="../media/image395.png"/><Relationship Id="rId1" Type="http://schemas.openxmlformats.org/officeDocument/2006/relationships/image" Target="../media/image38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2.png"/><Relationship Id="rId3" Type="http://schemas.openxmlformats.org/officeDocument/2006/relationships/image" Target="../media/image481.png"/><Relationship Id="rId2" Type="http://schemas.openxmlformats.org/officeDocument/2006/relationships/image" Target="../media/image480.png"/><Relationship Id="rId1" Type="http://schemas.openxmlformats.org/officeDocument/2006/relationships/image" Target="../media/image479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6.png"/><Relationship Id="rId3" Type="http://schemas.openxmlformats.org/officeDocument/2006/relationships/image" Target="../media/image485.png"/><Relationship Id="rId2" Type="http://schemas.openxmlformats.org/officeDocument/2006/relationships/image" Target="../media/image484.png"/><Relationship Id="rId1" Type="http://schemas.openxmlformats.org/officeDocument/2006/relationships/image" Target="../media/image483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0.png"/><Relationship Id="rId3" Type="http://schemas.openxmlformats.org/officeDocument/2006/relationships/image" Target="../media/image489.png"/><Relationship Id="rId2" Type="http://schemas.openxmlformats.org/officeDocument/2006/relationships/image" Target="../media/image488.png"/><Relationship Id="rId1" Type="http://schemas.openxmlformats.org/officeDocument/2006/relationships/image" Target="../media/image487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4.png"/><Relationship Id="rId3" Type="http://schemas.openxmlformats.org/officeDocument/2006/relationships/image" Target="../media/image493.png"/><Relationship Id="rId2" Type="http://schemas.openxmlformats.org/officeDocument/2006/relationships/image" Target="../media/image492.png"/><Relationship Id="rId1" Type="http://schemas.openxmlformats.org/officeDocument/2006/relationships/image" Target="../media/image49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9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9.png"/><Relationship Id="rId3" Type="http://schemas.openxmlformats.org/officeDocument/2006/relationships/image" Target="../media/image498.png"/><Relationship Id="rId2" Type="http://schemas.openxmlformats.org/officeDocument/2006/relationships/image" Target="../media/image497.png"/><Relationship Id="rId1" Type="http://schemas.openxmlformats.org/officeDocument/2006/relationships/image" Target="../media/image49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8.png"/><Relationship Id="rId8" Type="http://schemas.openxmlformats.org/officeDocument/2006/relationships/image" Target="../media/image507.png"/><Relationship Id="rId7" Type="http://schemas.openxmlformats.org/officeDocument/2006/relationships/image" Target="../media/image506.png"/><Relationship Id="rId6" Type="http://schemas.openxmlformats.org/officeDocument/2006/relationships/image" Target="../media/image505.png"/><Relationship Id="rId5" Type="http://schemas.openxmlformats.org/officeDocument/2006/relationships/image" Target="../media/image504.png"/><Relationship Id="rId4" Type="http://schemas.openxmlformats.org/officeDocument/2006/relationships/image" Target="../media/image503.png"/><Relationship Id="rId3" Type="http://schemas.openxmlformats.org/officeDocument/2006/relationships/image" Target="../media/image502.png"/><Relationship Id="rId2" Type="http://schemas.openxmlformats.org/officeDocument/2006/relationships/image" Target="../media/image501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13.png"/><Relationship Id="rId13" Type="http://schemas.openxmlformats.org/officeDocument/2006/relationships/image" Target="../media/image512.png"/><Relationship Id="rId12" Type="http://schemas.openxmlformats.org/officeDocument/2006/relationships/image" Target="../media/image511.png"/><Relationship Id="rId11" Type="http://schemas.openxmlformats.org/officeDocument/2006/relationships/image" Target="../media/image510.png"/><Relationship Id="rId10" Type="http://schemas.openxmlformats.org/officeDocument/2006/relationships/image" Target="../media/image509.png"/><Relationship Id="rId1" Type="http://schemas.openxmlformats.org/officeDocument/2006/relationships/image" Target="../media/image5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15.jpeg"/><Relationship Id="rId1" Type="http://schemas.openxmlformats.org/officeDocument/2006/relationships/image" Target="../media/image514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19.jpeg"/><Relationship Id="rId3" Type="http://schemas.openxmlformats.org/officeDocument/2006/relationships/image" Target="../media/image518.jpeg"/><Relationship Id="rId2" Type="http://schemas.openxmlformats.org/officeDocument/2006/relationships/image" Target="../media/image517.jpeg"/><Relationship Id="rId1" Type="http://schemas.openxmlformats.org/officeDocument/2006/relationships/image" Target="../media/image51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8.png"/><Relationship Id="rId8" Type="http://schemas.openxmlformats.org/officeDocument/2006/relationships/image" Target="../media/image527.png"/><Relationship Id="rId7" Type="http://schemas.openxmlformats.org/officeDocument/2006/relationships/image" Target="../media/image526.png"/><Relationship Id="rId6" Type="http://schemas.openxmlformats.org/officeDocument/2006/relationships/image" Target="../media/image525.png"/><Relationship Id="rId5" Type="http://schemas.openxmlformats.org/officeDocument/2006/relationships/image" Target="../media/image524.png"/><Relationship Id="rId4" Type="http://schemas.openxmlformats.org/officeDocument/2006/relationships/image" Target="../media/image523.png"/><Relationship Id="rId3" Type="http://schemas.openxmlformats.org/officeDocument/2006/relationships/image" Target="../media/image522.png"/><Relationship Id="rId2" Type="http://schemas.openxmlformats.org/officeDocument/2006/relationships/image" Target="../media/image521.png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532.png"/><Relationship Id="rId14" Type="http://schemas.openxmlformats.org/officeDocument/2006/relationships/hyperlink" Target="mailto:satriyo.dharmanto@gmail.com" TargetMode="External"/><Relationship Id="rId13" Type="http://schemas.openxmlformats.org/officeDocument/2006/relationships/hyperlink" Target="mailto:satriyo.dharmanto@conax.com" TargetMode="External"/><Relationship Id="rId12" Type="http://schemas.openxmlformats.org/officeDocument/2006/relationships/image" Target="../media/image531.png"/><Relationship Id="rId11" Type="http://schemas.openxmlformats.org/officeDocument/2006/relationships/image" Target="../media/image530.jpeg"/><Relationship Id="rId10" Type="http://schemas.openxmlformats.org/officeDocument/2006/relationships/image" Target="../media/image529.png"/><Relationship Id="rId1" Type="http://schemas.openxmlformats.org/officeDocument/2006/relationships/image" Target="../media/image5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0" y="348995"/>
            <a:ext cx="9919330" cy="3429000"/>
            <a:chOff x="774070" y="348995"/>
            <a:chExt cx="9754229" cy="3427476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74070" y="348995"/>
              <a:ext cx="9754229" cy="34274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56823" y="13144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3662" y="1310640"/>
              <a:ext cx="91439" cy="1219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6982" y="1310640"/>
              <a:ext cx="30480" cy="1219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1083" y="1325879"/>
              <a:ext cx="693418" cy="266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1083" y="1584959"/>
              <a:ext cx="701038" cy="304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1083" y="1607820"/>
              <a:ext cx="701038" cy="152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1083" y="1615440"/>
              <a:ext cx="693418" cy="1524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1083" y="1623059"/>
              <a:ext cx="693418" cy="381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43236" y="6947857"/>
            <a:ext cx="162750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900" b="1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©</a:t>
            </a:r>
            <a:r>
              <a:rPr sz="900" b="1" spc="-35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b="1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Bandung</a:t>
            </a:r>
            <a:r>
              <a:rPr sz="900" b="1" spc="-35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b="1" spc="-10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-</a:t>
            </a:r>
            <a:r>
              <a:rPr sz="900" b="1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Indonesia</a:t>
            </a:r>
            <a:r>
              <a:rPr sz="900" b="1" spc="-35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b="1" spc="-20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2012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9838" y="6953018"/>
            <a:ext cx="1639570" cy="14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0"/>
              </a:lnSpc>
            </a:pPr>
            <a:r>
              <a:rPr sz="1000" i="1" spc="-105" dirty="0">
                <a:latin typeface="Arial" panose="020B0604020202020204"/>
                <a:cs typeface="Arial" panose="020B0604020202020204"/>
              </a:rPr>
              <a:t>IEEE</a:t>
            </a:r>
            <a:r>
              <a:rPr sz="1000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5" dirty="0">
                <a:latin typeface="Arial" panose="020B0604020202020204"/>
                <a:cs typeface="Arial" panose="020B0604020202020204"/>
              </a:rPr>
              <a:t>–</a:t>
            </a:r>
            <a:r>
              <a:rPr sz="10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5" dirty="0">
                <a:latin typeface="Arial" panose="020B0604020202020204"/>
                <a:cs typeface="Arial" panose="020B0604020202020204"/>
              </a:rPr>
              <a:t>Cloud</a:t>
            </a:r>
            <a:r>
              <a:rPr sz="10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5" dirty="0">
                <a:latin typeface="Arial" panose="020B0604020202020204"/>
                <a:cs typeface="Arial" panose="020B0604020202020204"/>
              </a:rPr>
              <a:t>Computing</a:t>
            </a:r>
            <a:r>
              <a:rPr sz="1000" i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85" dirty="0">
                <a:latin typeface="Arial" panose="020B0604020202020204"/>
                <a:cs typeface="Arial" panose="020B0604020202020204"/>
              </a:rPr>
              <a:t>IT</a:t>
            </a:r>
            <a:r>
              <a:rPr sz="1000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95" dirty="0">
                <a:latin typeface="Arial" panose="020B0604020202020204"/>
                <a:cs typeface="Arial" panose="020B0604020202020204"/>
              </a:rPr>
              <a:t>Telkom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4070" y="3777995"/>
            <a:ext cx="9919329" cy="342747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95247" y="6519160"/>
            <a:ext cx="24822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04006" y="4949442"/>
            <a:ext cx="961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Presented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by: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38303" y="5043667"/>
            <a:ext cx="3939540" cy="453329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653540">
              <a:lnSpc>
                <a:spcPct val="100000"/>
              </a:lnSpc>
              <a:spcBef>
                <a:spcPts val="1135"/>
              </a:spcBef>
            </a:pPr>
            <a:r>
              <a:rPr lang="en-US" sz="2000" b="1" dirty="0" smtClean="0">
                <a:solidFill>
                  <a:srgbClr val="16365D"/>
                </a:solidFill>
                <a:latin typeface="Arial" panose="020B0604020202020204"/>
                <a:cs typeface="Arial" panose="020B0604020202020204"/>
              </a:rPr>
              <a:t>Ngos</a:t>
            </a:r>
            <a:r>
              <a:rPr lang="en-US" sz="2000" b="1" dirty="0" smtClean="0">
                <a:solidFill>
                  <a:srgbClr val="16365D"/>
                </a:solidFill>
                <a:latin typeface="Arial" panose="020B0604020202020204"/>
                <a:cs typeface="Arial" panose="020B0604020202020204"/>
              </a:rPr>
              <a:t>a Gathams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1275588"/>
            <a:ext cx="9144000" cy="2502535"/>
            <a:chOff x="774073" y="1275588"/>
            <a:chExt cx="9144000" cy="250253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74073" y="1275588"/>
              <a:ext cx="9143996" cy="2057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073" y="3244595"/>
              <a:ext cx="9143996" cy="5333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9844" y="2727546"/>
            <a:ext cx="6385560" cy="669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00" b="1" i="1" spc="-25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Cloud</a:t>
            </a:r>
            <a:r>
              <a:rPr sz="4200" b="1" i="1" spc="-200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i="1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Computing</a:t>
            </a:r>
            <a:r>
              <a:rPr sz="4200" b="1" i="1" spc="-190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i="1" spc="-10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Ecosystem</a:t>
            </a:r>
            <a:endParaRPr sz="4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073" y="3777995"/>
            <a:ext cx="9143996" cy="2743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68361" y="1492148"/>
            <a:ext cx="7757946" cy="492125"/>
          </a:xfrm>
        </p:spPr>
        <p:txBody>
          <a:bodyPr/>
          <a:p>
            <a:r>
              <a:rPr lang="en-US"/>
              <a:t>ECOSYSTEM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310017" y="2544570"/>
            <a:ext cx="8008620" cy="2153920"/>
          </a:xfrm>
        </p:spPr>
        <p:txBody>
          <a:bodyPr/>
          <a:p>
            <a:r>
              <a:rPr lang="en-US"/>
              <a:t> WHAT IS AN ECOSYSTEM?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WHO MAKE THE ECOSYSTEM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WHY IS IT IMPORTANT ?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55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Cloud</a:t>
            </a:r>
            <a:r>
              <a:rPr sz="4000" spc="-145" dirty="0"/>
              <a:t> </a:t>
            </a:r>
            <a:r>
              <a:rPr sz="4000" spc="-25" dirty="0"/>
              <a:t>Ecosystem</a:t>
            </a:r>
            <a:r>
              <a:rPr sz="4000" spc="-125" dirty="0"/>
              <a:t> </a:t>
            </a:r>
            <a:r>
              <a:rPr sz="4000" spc="-10" dirty="0"/>
              <a:t>Actors:</a:t>
            </a:r>
            <a:endParaRPr sz="4000"/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Calibri" panose="020F0502020204030204"/>
                <a:cs typeface="Calibri" panose="020F0502020204030204"/>
              </a:rPr>
              <a:t>Cloud</a:t>
            </a:r>
            <a:r>
              <a:rPr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20" dirty="0">
                <a:latin typeface="Calibri" panose="020F0502020204030204"/>
                <a:cs typeface="Calibri" panose="020F0502020204030204"/>
              </a:rPr>
              <a:t>User</a:t>
            </a:r>
            <a:endParaRPr b="1" spc="-2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4073" y="3122676"/>
            <a:ext cx="9144000" cy="4084320"/>
            <a:chOff x="774073" y="3122676"/>
            <a:chExt cx="9144000" cy="408432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12869" y="3122676"/>
              <a:ext cx="3505199" cy="6553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6" y="3428999"/>
                  </a:moveTo>
                  <a:lnTo>
                    <a:pt x="9143996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9143996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57612" y="2956050"/>
            <a:ext cx="5149850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4574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(CSU):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b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person</a:t>
            </a:r>
            <a:r>
              <a:rPr sz="2000" b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organization</a:t>
            </a:r>
            <a:r>
              <a:rPr sz="2000" b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delivered</a:t>
            </a:r>
            <a:r>
              <a:rPr sz="2000" b="1" i="1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services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CSU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intermediate</a:t>
            </a:r>
            <a:r>
              <a:rPr sz="2000" b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will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deliver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(CSP)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actual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service,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i.e.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219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persons,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machines,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2870" y="3777995"/>
            <a:ext cx="3505199" cy="14478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28476" y="6767572"/>
            <a:ext cx="1936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Arial" panose="020B0604020202020204"/>
                <a:cs typeface="Arial" panose="020B0604020202020204"/>
              </a:rPr>
              <a:t>Photograph:</a:t>
            </a:r>
            <a:r>
              <a:rPr sz="11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100" i="1" spc="-10" dirty="0">
                <a:latin typeface="Arial" panose="020B0604020202020204"/>
                <a:cs typeface="Arial" panose="020B0604020202020204"/>
              </a:rPr>
              <a:t>Urbanmyth/Alamy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6396" y="1393951"/>
            <a:ext cx="5036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Cloud</a:t>
            </a:r>
            <a:r>
              <a:rPr sz="4000" spc="-145" dirty="0"/>
              <a:t> </a:t>
            </a:r>
            <a:r>
              <a:rPr sz="4000" spc="-25" dirty="0"/>
              <a:t>Ecosystem</a:t>
            </a:r>
            <a:r>
              <a:rPr sz="4000" spc="-125" dirty="0"/>
              <a:t> </a:t>
            </a:r>
            <a:r>
              <a:rPr sz="4000" spc="-10" dirty="0"/>
              <a:t>Actors: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432948" y="2009647"/>
            <a:ext cx="38233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32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3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Provider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17" y="2803650"/>
            <a:ext cx="8037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(CSP):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organization</a:t>
            </a:r>
            <a:r>
              <a:rPr sz="2000"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provides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maintains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delivered</a:t>
            </a:r>
            <a:r>
              <a:rPr sz="2000" b="1" i="1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268346" y="3401567"/>
            <a:ext cx="4645152" cy="31760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02539" y="6715757"/>
            <a:ext cx="1127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 panose="020B0604020202020204"/>
                <a:cs typeface="Arial" panose="020B0604020202020204"/>
              </a:rPr>
              <a:t>Picture</a:t>
            </a:r>
            <a:r>
              <a:rPr sz="1200" i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200" i="1" dirty="0">
                <a:latin typeface="Arial" panose="020B0604020202020204"/>
                <a:cs typeface="Arial" panose="020B0604020202020204"/>
              </a:rPr>
              <a:t>;</a:t>
            </a:r>
            <a:r>
              <a:rPr sz="1200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200" i="1" spc="-10" dirty="0">
                <a:latin typeface="Arial" panose="020B0604020202020204"/>
                <a:cs typeface="Arial" panose="020B0604020202020204"/>
              </a:rPr>
              <a:t>Equinix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6396" y="1470151"/>
            <a:ext cx="5036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Cloud</a:t>
            </a:r>
            <a:r>
              <a:rPr sz="4000" spc="-145" dirty="0"/>
              <a:t> </a:t>
            </a:r>
            <a:r>
              <a:rPr sz="4000" spc="-25" dirty="0"/>
              <a:t>Ecosystem</a:t>
            </a:r>
            <a:r>
              <a:rPr sz="4000" spc="-125" dirty="0"/>
              <a:t> </a:t>
            </a:r>
            <a:r>
              <a:rPr sz="4000" spc="-10" dirty="0"/>
              <a:t>Actors: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10017" y="2085846"/>
            <a:ext cx="7355840" cy="165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3105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32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3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Partner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181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(CSN):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b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person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organization</a:t>
            </a:r>
            <a:r>
              <a:rPr sz="2000" b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provides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building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b="1" i="1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b="1" i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(e.g.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 integration).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6269" y="3701796"/>
            <a:ext cx="4914900" cy="3124200"/>
            <a:chOff x="3136269" y="3701796"/>
            <a:chExt cx="4914900" cy="312420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36269" y="3701796"/>
              <a:ext cx="4914900" cy="3124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6269" y="3777996"/>
              <a:ext cx="4914900" cy="3048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398" rIns="0" bIns="0" rtlCol="0">
            <a:spAutoFit/>
          </a:bodyPr>
          <a:lstStyle/>
          <a:p>
            <a:pPr marL="1187450" marR="5080" indent="-81534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Actors</a:t>
            </a:r>
            <a:r>
              <a:rPr sz="4000" spc="-90" dirty="0"/>
              <a:t> </a:t>
            </a:r>
            <a:r>
              <a:rPr sz="4000" dirty="0"/>
              <a:t>with</a:t>
            </a:r>
            <a:r>
              <a:rPr sz="4000" spc="-80" dirty="0"/>
              <a:t> </a:t>
            </a:r>
            <a:r>
              <a:rPr sz="4000" dirty="0"/>
              <a:t>some</a:t>
            </a:r>
            <a:r>
              <a:rPr sz="4000" spc="-70" dirty="0"/>
              <a:t> </a:t>
            </a:r>
            <a:r>
              <a:rPr sz="4000" dirty="0"/>
              <a:t>of</a:t>
            </a:r>
            <a:r>
              <a:rPr sz="4000" spc="-75" dirty="0"/>
              <a:t> </a:t>
            </a:r>
            <a:r>
              <a:rPr sz="4000" dirty="0"/>
              <a:t>their</a:t>
            </a:r>
            <a:r>
              <a:rPr sz="4000" spc="-75" dirty="0"/>
              <a:t> </a:t>
            </a:r>
            <a:r>
              <a:rPr sz="4000" spc="-10" dirty="0"/>
              <a:t>possible </a:t>
            </a:r>
            <a:r>
              <a:rPr sz="4000" dirty="0"/>
              <a:t>roles</a:t>
            </a:r>
            <a:r>
              <a:rPr sz="4000" spc="-75" dirty="0"/>
              <a:t> </a:t>
            </a:r>
            <a:r>
              <a:rPr sz="4000" dirty="0"/>
              <a:t>in</a:t>
            </a:r>
            <a:r>
              <a:rPr sz="4000" spc="-60" dirty="0"/>
              <a:t> </a:t>
            </a:r>
            <a:r>
              <a:rPr sz="4000" dirty="0"/>
              <a:t>a</a:t>
            </a:r>
            <a:r>
              <a:rPr sz="4000" spc="-55" dirty="0"/>
              <a:t> </a:t>
            </a:r>
            <a:r>
              <a:rPr sz="4000" dirty="0"/>
              <a:t>cloud</a:t>
            </a:r>
            <a:r>
              <a:rPr sz="4000" spc="-70" dirty="0"/>
              <a:t> </a:t>
            </a:r>
            <a:r>
              <a:rPr sz="4000" spc="-10" dirty="0"/>
              <a:t>ecosystem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64669" y="2673095"/>
            <a:ext cx="7133843" cy="4229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3397" y="1211071"/>
            <a:ext cx="7321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Possible</a:t>
            </a:r>
            <a:r>
              <a:rPr sz="4000" spc="-90" dirty="0"/>
              <a:t> </a:t>
            </a:r>
            <a:r>
              <a:rPr sz="4000" dirty="0"/>
              <a:t>roles</a:t>
            </a:r>
            <a:r>
              <a:rPr sz="4000" spc="-75" dirty="0"/>
              <a:t> </a:t>
            </a:r>
            <a:r>
              <a:rPr sz="4000" dirty="0"/>
              <a:t>in</a:t>
            </a:r>
            <a:r>
              <a:rPr sz="4000" spc="-85" dirty="0"/>
              <a:t> </a:t>
            </a:r>
            <a:r>
              <a:rPr sz="4000" dirty="0"/>
              <a:t>a</a:t>
            </a:r>
            <a:r>
              <a:rPr sz="4000" spc="-90" dirty="0"/>
              <a:t> </a:t>
            </a:r>
            <a:r>
              <a:rPr sz="4000" dirty="0"/>
              <a:t>cloud</a:t>
            </a:r>
            <a:r>
              <a:rPr sz="4000" spc="-85" dirty="0"/>
              <a:t> </a:t>
            </a:r>
            <a:r>
              <a:rPr sz="4000" spc="-10" dirty="0"/>
              <a:t>ecosystem: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1651242"/>
            <a:ext cx="5619115" cy="517144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2823845">
              <a:lnSpc>
                <a:spcPct val="100000"/>
              </a:lnSpc>
              <a:spcBef>
                <a:spcPts val="1455"/>
              </a:spcBef>
            </a:pPr>
            <a:r>
              <a:rPr sz="3600" b="1" dirty="0">
                <a:latin typeface="Calibri" panose="020F0502020204030204"/>
                <a:cs typeface="Calibri" panose="020F0502020204030204"/>
              </a:rPr>
              <a:t>CSU</a:t>
            </a:r>
            <a:r>
              <a:rPr sz="36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and</a:t>
            </a:r>
            <a:r>
              <a:rPr sz="3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25" dirty="0">
                <a:latin typeface="Calibri" panose="020F0502020204030204"/>
                <a:cs typeface="Calibri" panose="020F0502020204030204"/>
              </a:rPr>
              <a:t>CSN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(CSU):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(including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administrator),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Governmental/public institution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</a:t>
            </a:r>
            <a:r>
              <a:rPr sz="2000"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(CSN):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developer,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Content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Software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Equipment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integrator,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Auditor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177" y="1168399"/>
            <a:ext cx="7792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8525" marR="5080" indent="-342646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Business-</a:t>
            </a:r>
            <a:r>
              <a:rPr sz="3600" dirty="0"/>
              <a:t>value</a:t>
            </a:r>
            <a:r>
              <a:rPr sz="3600" spc="-70" dirty="0"/>
              <a:t> </a:t>
            </a:r>
            <a:r>
              <a:rPr sz="3600" dirty="0"/>
              <a:t>chain</a:t>
            </a:r>
            <a:r>
              <a:rPr sz="3600" spc="-50" dirty="0"/>
              <a:t> </a:t>
            </a:r>
            <a:r>
              <a:rPr sz="3600" dirty="0"/>
              <a:t>in</a:t>
            </a:r>
            <a:r>
              <a:rPr sz="3600" spc="-40" dirty="0"/>
              <a:t> </a:t>
            </a:r>
            <a:r>
              <a:rPr sz="3600" dirty="0"/>
              <a:t>a</a:t>
            </a:r>
            <a:r>
              <a:rPr sz="3600" spc="-40" dirty="0"/>
              <a:t> </a:t>
            </a:r>
            <a:r>
              <a:rPr sz="3600" dirty="0"/>
              <a:t>cloud</a:t>
            </a:r>
            <a:r>
              <a:rPr sz="3600" spc="-40" dirty="0"/>
              <a:t> </a:t>
            </a:r>
            <a:r>
              <a:rPr sz="3600" spc="-10" dirty="0"/>
              <a:t>ecosystem (1/3)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2575050"/>
            <a:ext cx="80022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Currently,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business-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value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chain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ecosystem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shared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following</a:t>
            </a:r>
            <a:r>
              <a:rPr sz="2000" b="1" i="1" spc="-114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actors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9304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partners</a:t>
            </a:r>
            <a:r>
              <a:rPr sz="2000"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suppliers,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supply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b="1" i="1" spc="-9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software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providers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447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providers</a:t>
            </a:r>
            <a:r>
              <a:rPr sz="2000" b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physical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computing capability,</a:t>
            </a:r>
            <a:r>
              <a:rPr sz="2000" b="1" i="1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storage,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communication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facilities,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2000" b="1" i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resources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i.e.,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provision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infrastructure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(IaaS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NaaS),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platform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(PaaS)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(SaaS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CaaS).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177" y="1244599"/>
            <a:ext cx="7792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8525" marR="5080" indent="-342646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Business-</a:t>
            </a:r>
            <a:r>
              <a:rPr sz="3600" dirty="0"/>
              <a:t>value</a:t>
            </a:r>
            <a:r>
              <a:rPr sz="3600" spc="-70" dirty="0"/>
              <a:t> </a:t>
            </a:r>
            <a:r>
              <a:rPr sz="3600" dirty="0"/>
              <a:t>chain</a:t>
            </a:r>
            <a:r>
              <a:rPr sz="3600" spc="-50" dirty="0"/>
              <a:t> </a:t>
            </a:r>
            <a:r>
              <a:rPr sz="3600" dirty="0"/>
              <a:t>in</a:t>
            </a:r>
            <a:r>
              <a:rPr sz="3600" spc="-40" dirty="0"/>
              <a:t> </a:t>
            </a:r>
            <a:r>
              <a:rPr sz="3600" dirty="0"/>
              <a:t>a</a:t>
            </a:r>
            <a:r>
              <a:rPr sz="3600" spc="-40" dirty="0"/>
              <a:t> </a:t>
            </a:r>
            <a:r>
              <a:rPr sz="3600" dirty="0"/>
              <a:t>cloud</a:t>
            </a:r>
            <a:r>
              <a:rPr sz="3600" spc="-40" dirty="0"/>
              <a:t> </a:t>
            </a:r>
            <a:r>
              <a:rPr sz="3600" spc="-10" dirty="0"/>
              <a:t>ecosystem (2/3)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2575050"/>
            <a:ext cx="7978775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286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purchase</a:t>
            </a:r>
            <a:r>
              <a:rPr sz="2000" b="1" i="1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software</a:t>
            </a:r>
            <a:r>
              <a:rPr sz="2000" b="1" i="1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software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 resources/services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(e.g.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developer)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integrate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resources/services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 providers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(playing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possible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roles,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cloud)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position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business-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value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chain.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177" y="1244599"/>
            <a:ext cx="7792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8525" marR="5080" indent="-342646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Business-</a:t>
            </a:r>
            <a:r>
              <a:rPr sz="3600" dirty="0"/>
              <a:t>value</a:t>
            </a:r>
            <a:r>
              <a:rPr sz="3600" spc="-70" dirty="0"/>
              <a:t> </a:t>
            </a:r>
            <a:r>
              <a:rPr sz="3600" dirty="0"/>
              <a:t>chain</a:t>
            </a:r>
            <a:r>
              <a:rPr sz="3600" spc="-50" dirty="0"/>
              <a:t> </a:t>
            </a:r>
            <a:r>
              <a:rPr sz="3600" dirty="0"/>
              <a:t>in</a:t>
            </a:r>
            <a:r>
              <a:rPr sz="3600" spc="-40" dirty="0"/>
              <a:t> </a:t>
            </a:r>
            <a:r>
              <a:rPr sz="3600" dirty="0"/>
              <a:t>a</a:t>
            </a:r>
            <a:r>
              <a:rPr sz="3600" spc="-40" dirty="0"/>
              <a:t> </a:t>
            </a:r>
            <a:r>
              <a:rPr sz="3600" dirty="0"/>
              <a:t>cloud</a:t>
            </a:r>
            <a:r>
              <a:rPr sz="3600" spc="-40" dirty="0"/>
              <a:t> </a:t>
            </a:r>
            <a:r>
              <a:rPr sz="3600" spc="-10" dirty="0"/>
              <a:t>ecosystem (3/3)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8923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b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b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partners</a:t>
            </a:r>
            <a:r>
              <a:rPr b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solidFill>
                  <a:srgbClr val="000099"/>
                </a:solidFill>
              </a:rPr>
              <a:t>playing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role</a:t>
            </a:r>
            <a:r>
              <a:rPr spc="-2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of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hardware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software providers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supply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hardware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and/or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basic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software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to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service providers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those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playing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role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of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application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developers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utilize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25" dirty="0">
                <a:solidFill>
                  <a:srgbClr val="000099"/>
                </a:solidFill>
              </a:rPr>
              <a:t>the </a:t>
            </a:r>
            <a:r>
              <a:rPr dirty="0">
                <a:solidFill>
                  <a:srgbClr val="000099"/>
                </a:solidFill>
              </a:rPr>
              <a:t>virtual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and/or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physical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computing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spc="-20" dirty="0">
                <a:solidFill>
                  <a:srgbClr val="000099"/>
                </a:solidFill>
              </a:rPr>
              <a:t>capability,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storage,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communication </a:t>
            </a:r>
            <a:r>
              <a:rPr dirty="0">
                <a:solidFill>
                  <a:srgbClr val="000099"/>
                </a:solidFill>
              </a:rPr>
              <a:t>facilities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and/or</a:t>
            </a:r>
            <a:r>
              <a:rPr spc="-7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API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resources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provided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by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7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service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providers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25" dirty="0">
                <a:solidFill>
                  <a:srgbClr val="000099"/>
                </a:solidFill>
              </a:rPr>
              <a:t>to </a:t>
            </a:r>
            <a:r>
              <a:rPr dirty="0">
                <a:solidFill>
                  <a:srgbClr val="000099"/>
                </a:solidFill>
              </a:rPr>
              <a:t>develop</a:t>
            </a:r>
            <a:r>
              <a:rPr spc="-9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applications.</a:t>
            </a:r>
            <a:endParaRPr spc="-10" dirty="0">
              <a:solidFill>
                <a:srgbClr val="000099"/>
              </a:solidFill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b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b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solidFill>
                  <a:srgbClr val="000099"/>
                </a:solidFill>
              </a:rPr>
              <a:t>do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not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utilize</a:t>
            </a:r>
            <a:r>
              <a:rPr spc="-2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their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purchased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services</a:t>
            </a:r>
            <a:r>
              <a:rPr spc="-25" dirty="0">
                <a:solidFill>
                  <a:srgbClr val="000099"/>
                </a:solidFill>
              </a:rPr>
              <a:t> to </a:t>
            </a:r>
            <a:r>
              <a:rPr spc="-10" dirty="0">
                <a:solidFill>
                  <a:srgbClr val="000099"/>
                </a:solidFill>
              </a:rPr>
              <a:t>generate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additional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value.</a:t>
            </a:r>
            <a:r>
              <a:rPr spc="-7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service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users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purchase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7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services </a:t>
            </a:r>
            <a:r>
              <a:rPr dirty="0">
                <a:solidFill>
                  <a:srgbClr val="000099"/>
                </a:solidFill>
              </a:rPr>
              <a:t>from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service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providers.</a:t>
            </a:r>
            <a:endParaRPr spc="-10" dirty="0">
              <a:solidFill>
                <a:srgbClr val="000099"/>
              </a:solidFill>
            </a:endParaRPr>
          </a:p>
          <a:p>
            <a:pPr marL="354965" marR="17081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99"/>
                </a:solidFill>
              </a:rPr>
              <a:t>The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large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enterprises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institutions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usually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buy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either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private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or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public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services,</a:t>
            </a:r>
            <a:r>
              <a:rPr spc="-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while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small</a:t>
            </a:r>
            <a:r>
              <a:rPr spc="-1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medium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enterprises</a:t>
            </a:r>
            <a:r>
              <a:rPr dirty="0">
                <a:solidFill>
                  <a:srgbClr val="000099"/>
                </a:solidFill>
              </a:rPr>
              <a:t> as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well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spc="-25" dirty="0">
                <a:solidFill>
                  <a:srgbClr val="000099"/>
                </a:solidFill>
              </a:rPr>
              <a:t>as </a:t>
            </a:r>
            <a:r>
              <a:rPr dirty="0">
                <a:solidFill>
                  <a:srgbClr val="000099"/>
                </a:solidFill>
              </a:rPr>
              <a:t>individual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persons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usually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buy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public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services.</a:t>
            </a:r>
            <a:endParaRPr spc="-10" dirty="0">
              <a:solidFill>
                <a:srgbClr val="000099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9473" y="1256791"/>
            <a:ext cx="763015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8450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</a:t>
            </a:r>
            <a:r>
              <a:rPr sz="4000" spc="-95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spc="-20" dirty="0"/>
              <a:t>business-</a:t>
            </a:r>
            <a:r>
              <a:rPr sz="4000" dirty="0"/>
              <a:t>value</a:t>
            </a:r>
            <a:r>
              <a:rPr sz="4000" spc="-70" dirty="0"/>
              <a:t> </a:t>
            </a:r>
            <a:r>
              <a:rPr sz="4000" spc="-10" dirty="0"/>
              <a:t>chain </a:t>
            </a:r>
            <a:r>
              <a:rPr sz="4000" dirty="0"/>
              <a:t>between</a:t>
            </a:r>
            <a:r>
              <a:rPr sz="4000" spc="-105" dirty="0"/>
              <a:t> </a:t>
            </a:r>
            <a:r>
              <a:rPr sz="4000" dirty="0"/>
              <a:t>actors</a:t>
            </a:r>
            <a:r>
              <a:rPr sz="4000" spc="-85" dirty="0"/>
              <a:t> </a:t>
            </a:r>
            <a:r>
              <a:rPr sz="4000" dirty="0"/>
              <a:t>of</a:t>
            </a:r>
            <a:r>
              <a:rPr sz="4000" spc="-80" dirty="0"/>
              <a:t> </a:t>
            </a:r>
            <a:r>
              <a:rPr sz="4000" dirty="0"/>
              <a:t>a</a:t>
            </a:r>
            <a:r>
              <a:rPr sz="4000" spc="-90" dirty="0"/>
              <a:t> </a:t>
            </a:r>
            <a:r>
              <a:rPr sz="4000" dirty="0"/>
              <a:t>cloud</a:t>
            </a:r>
            <a:r>
              <a:rPr sz="4000" spc="-85" dirty="0"/>
              <a:t> </a:t>
            </a:r>
            <a:r>
              <a:rPr sz="4000" spc="-10" dirty="0"/>
              <a:t>ecosystem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3649858" y="2802635"/>
            <a:ext cx="3996054" cy="3863340"/>
            <a:chOff x="3649858" y="2802635"/>
            <a:chExt cx="3996054" cy="38633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60370" y="3031235"/>
              <a:ext cx="790956" cy="1097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9858" y="2802635"/>
              <a:ext cx="3790187" cy="19019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20390" y="470230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50158" y="470230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0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9342" y="4700015"/>
              <a:ext cx="1060703" cy="91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93158" y="509549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D1D1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03854" y="5047487"/>
              <a:ext cx="795528" cy="1097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23794" y="5097779"/>
              <a:ext cx="2089404" cy="5349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2818" y="4704587"/>
              <a:ext cx="822960" cy="19613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93158" y="563498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25062" y="571271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88486" y="5715000"/>
              <a:ext cx="82296" cy="77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93058" y="5792723"/>
              <a:ext cx="77723" cy="411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25062" y="583615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96946" y="5747003"/>
              <a:ext cx="2148840" cy="5394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812414" y="628878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72034" y="2802635"/>
            <a:ext cx="818388" cy="386334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64657" y="2802635"/>
            <a:ext cx="813816" cy="386334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659002" y="5198364"/>
            <a:ext cx="758952" cy="640080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398" rIns="0" bIns="0" rtlCol="0">
            <a:spAutoFit/>
          </a:bodyPr>
          <a:lstStyle/>
          <a:p>
            <a:pPr marL="82232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Scenarios</a:t>
            </a:r>
            <a:r>
              <a:rPr sz="4000" spc="-85" dirty="0"/>
              <a:t> </a:t>
            </a:r>
            <a:r>
              <a:rPr sz="4000" dirty="0"/>
              <a:t>of</a:t>
            </a:r>
            <a:r>
              <a:rPr sz="4000" spc="-75" dirty="0"/>
              <a:t> </a:t>
            </a:r>
            <a:r>
              <a:rPr sz="4000" dirty="0"/>
              <a:t>cloud</a:t>
            </a:r>
            <a:r>
              <a:rPr sz="4000" spc="-75" dirty="0"/>
              <a:t> </a:t>
            </a:r>
            <a:r>
              <a:rPr sz="4000" spc="-10" dirty="0"/>
              <a:t>interaction</a:t>
            </a:r>
            <a:endParaRPr sz="4000"/>
          </a:p>
          <a:p>
            <a:pPr marL="831215">
              <a:lnSpc>
                <a:spcPct val="100000"/>
              </a:lnSpc>
            </a:pPr>
            <a:r>
              <a:rPr sz="4000" b="1" dirty="0">
                <a:latin typeface="Calibri" panose="020F0502020204030204"/>
                <a:cs typeface="Calibri" panose="020F0502020204030204"/>
              </a:rPr>
              <a:t>involving</a:t>
            </a:r>
            <a:r>
              <a:rPr sz="4000" b="1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b="1" dirty="0">
                <a:latin typeface="Calibri" panose="020F0502020204030204"/>
                <a:cs typeface="Calibri" panose="020F0502020204030204"/>
              </a:rPr>
              <a:t>the</a:t>
            </a:r>
            <a:r>
              <a:rPr sz="4000" b="1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40" dirty="0">
                <a:latin typeface="Calibri" panose="020F0502020204030204"/>
                <a:cs typeface="Calibri" panose="020F0502020204030204"/>
              </a:rPr>
              <a:t>inter-</a:t>
            </a:r>
            <a:r>
              <a:rPr sz="40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40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20" dirty="0">
                <a:latin typeface="Calibri" panose="020F0502020204030204"/>
                <a:cs typeface="Calibri" panose="020F0502020204030204"/>
              </a:rPr>
              <a:t>role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743300"/>
            <a:ext cx="5829300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Composition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845" y="1348231"/>
            <a:ext cx="7775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Inter-</a:t>
            </a:r>
            <a:r>
              <a:rPr sz="4000" dirty="0"/>
              <a:t>cloud</a:t>
            </a:r>
            <a:r>
              <a:rPr sz="4000" spc="-70" dirty="0"/>
              <a:t> </a:t>
            </a:r>
            <a:r>
              <a:rPr sz="4000" dirty="0"/>
              <a:t>scenario</a:t>
            </a:r>
            <a:r>
              <a:rPr sz="4000" spc="-55" dirty="0"/>
              <a:t> </a:t>
            </a:r>
            <a:r>
              <a:rPr sz="4000" dirty="0"/>
              <a:t>with</a:t>
            </a:r>
            <a:r>
              <a:rPr sz="4000" spc="-60" dirty="0"/>
              <a:t> </a:t>
            </a:r>
            <a:r>
              <a:rPr sz="4000" dirty="0"/>
              <a:t>QoS</a:t>
            </a:r>
            <a:r>
              <a:rPr sz="4000" spc="-50" dirty="0"/>
              <a:t> </a:t>
            </a:r>
            <a:r>
              <a:rPr sz="4000" spc="-10" dirty="0"/>
              <a:t>Control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914364"/>
            <a:ext cx="8060690" cy="49390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805555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(1/2)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 marR="554990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enabled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example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following.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524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supports</a:t>
            </a:r>
            <a:r>
              <a:rPr sz="2000" b="1" i="1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i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capability</a:t>
            </a:r>
            <a:r>
              <a:rPr sz="2000" b="1" i="1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b="1" i="1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monitor</a:t>
            </a:r>
            <a:r>
              <a:rPr sz="2000" b="1" i="1" spc="5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b="1" i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offered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Providers,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chooses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most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suitable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requested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7655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When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receives</a:t>
            </a:r>
            <a:r>
              <a:rPr sz="2000" spc="-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request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request.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marR="5080" indent="-28702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-5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000" dirty="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takes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account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CSP’s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requirements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request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type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parameters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etc.)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candidate terminating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CSP(s)’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status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(eventually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monitored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got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Clouds).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Then,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returns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result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845" y="1424431"/>
            <a:ext cx="7775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Inter-</a:t>
            </a:r>
            <a:r>
              <a:rPr sz="4000" dirty="0"/>
              <a:t>cloud</a:t>
            </a:r>
            <a:r>
              <a:rPr sz="4000" spc="-70" dirty="0"/>
              <a:t> </a:t>
            </a:r>
            <a:r>
              <a:rPr sz="4000" dirty="0"/>
              <a:t>scenario</a:t>
            </a:r>
            <a:r>
              <a:rPr sz="4000" spc="-55" dirty="0"/>
              <a:t> </a:t>
            </a:r>
            <a:r>
              <a:rPr sz="4000" dirty="0"/>
              <a:t>with</a:t>
            </a:r>
            <a:r>
              <a:rPr sz="4000" spc="-60" dirty="0"/>
              <a:t> </a:t>
            </a:r>
            <a:r>
              <a:rPr sz="4000" dirty="0"/>
              <a:t>QoS</a:t>
            </a:r>
            <a:r>
              <a:rPr sz="4000" spc="-50" dirty="0"/>
              <a:t> </a:t>
            </a:r>
            <a:r>
              <a:rPr sz="4000" spc="-10" dirty="0"/>
              <a:t>Control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2050794"/>
            <a:ext cx="7976870" cy="304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(2/2)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marR="57150" indent="-342900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example,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strict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bandwidth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requirements,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 reservation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terminating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Provider(s)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applied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addition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monitoring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their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status.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includes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reservation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multiple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candidates, acknowledgement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selected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one,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release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un-selected ones.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further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study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(e.g.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monitoring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000" b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only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at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network-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2000" b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storage-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process-level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).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92587" y="5650991"/>
            <a:ext cx="8674735" cy="878205"/>
            <a:chOff x="1092587" y="5650991"/>
            <a:chExt cx="8674735" cy="878205"/>
          </a:xfrm>
        </p:grpSpPr>
        <p:sp>
          <p:nvSpPr>
            <p:cNvPr id="6" name="object 6"/>
            <p:cNvSpPr/>
            <p:nvPr/>
          </p:nvSpPr>
          <p:spPr>
            <a:xfrm>
              <a:off x="1092587" y="5666231"/>
              <a:ext cx="5370830" cy="6350"/>
            </a:xfrm>
            <a:custGeom>
              <a:avLst/>
              <a:gdLst/>
              <a:ahLst/>
              <a:cxnLst/>
              <a:rect l="l" t="t" r="r" b="b"/>
              <a:pathLst>
                <a:path w="5370830" h="6350">
                  <a:moveTo>
                    <a:pt x="0" y="0"/>
                  </a:moveTo>
                  <a:lnTo>
                    <a:pt x="2066544" y="0"/>
                  </a:lnTo>
                </a:path>
                <a:path w="5370830" h="6350">
                  <a:moveTo>
                    <a:pt x="0" y="6096"/>
                  </a:moveTo>
                  <a:lnTo>
                    <a:pt x="2066544" y="6096"/>
                  </a:lnTo>
                </a:path>
                <a:path w="5370830" h="6350">
                  <a:moveTo>
                    <a:pt x="3304030" y="6096"/>
                  </a:moveTo>
                  <a:lnTo>
                    <a:pt x="5370574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719962" y="5702807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134112" y="0"/>
                  </a:moveTo>
                  <a:lnTo>
                    <a:pt x="140207" y="0"/>
                  </a:lnTo>
                </a:path>
                <a:path w="3328670">
                  <a:moveTo>
                    <a:pt x="3322320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5D7D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13866" y="5708903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707769" y="5714999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01674" y="572109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87018" y="572109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F76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66266" y="5721095"/>
              <a:ext cx="3164205" cy="0"/>
            </a:xfrm>
            <a:custGeom>
              <a:avLst/>
              <a:gdLst/>
              <a:ahLst/>
              <a:cxnLst/>
              <a:rect l="l" t="t" r="r" b="b"/>
              <a:pathLst>
                <a:path w="3164204">
                  <a:moveTo>
                    <a:pt x="0" y="0"/>
                  </a:moveTo>
                  <a:lnTo>
                    <a:pt x="6095" y="0"/>
                  </a:lnTo>
                </a:path>
                <a:path w="3164204">
                  <a:moveTo>
                    <a:pt x="3157727" y="0"/>
                  </a:moveTo>
                  <a:lnTo>
                    <a:pt x="3163823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084953" y="5699759"/>
              <a:ext cx="109727" cy="304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72362" y="57271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27626" y="5727191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3721" y="5705855"/>
              <a:ext cx="73151" cy="365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95578" y="5733287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20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77290" y="5739383"/>
              <a:ext cx="3542029" cy="55244"/>
            </a:xfrm>
            <a:custGeom>
              <a:avLst/>
              <a:gdLst/>
              <a:ahLst/>
              <a:cxnLst/>
              <a:rect l="l" t="t" r="r" b="b"/>
              <a:pathLst>
                <a:path w="3542029" h="55245">
                  <a:moveTo>
                    <a:pt x="201167" y="0"/>
                  </a:moveTo>
                  <a:lnTo>
                    <a:pt x="207263" y="0"/>
                  </a:lnTo>
                </a:path>
                <a:path w="3542029" h="55245">
                  <a:moveTo>
                    <a:pt x="3401567" y="0"/>
                  </a:moveTo>
                  <a:lnTo>
                    <a:pt x="3407663" y="0"/>
                  </a:lnTo>
                </a:path>
                <a:path w="3542029" h="55245">
                  <a:moveTo>
                    <a:pt x="3523488" y="0"/>
                  </a:moveTo>
                  <a:lnTo>
                    <a:pt x="3529583" y="0"/>
                  </a:lnTo>
                </a:path>
                <a:path w="3542029" h="55245">
                  <a:moveTo>
                    <a:pt x="207263" y="12192"/>
                  </a:moveTo>
                  <a:lnTo>
                    <a:pt x="213359" y="12192"/>
                  </a:lnTo>
                </a:path>
                <a:path w="3542029" h="55245">
                  <a:moveTo>
                    <a:pt x="3529584" y="12192"/>
                  </a:moveTo>
                  <a:lnTo>
                    <a:pt x="3535679" y="12192"/>
                  </a:lnTo>
                </a:path>
                <a:path w="3542029" h="55245">
                  <a:moveTo>
                    <a:pt x="6095" y="18288"/>
                  </a:moveTo>
                  <a:lnTo>
                    <a:pt x="12191" y="18288"/>
                  </a:lnTo>
                </a:path>
                <a:path w="3542029" h="55245">
                  <a:moveTo>
                    <a:pt x="3328416" y="18287"/>
                  </a:moveTo>
                  <a:lnTo>
                    <a:pt x="3334511" y="18287"/>
                  </a:lnTo>
                </a:path>
                <a:path w="3542029" h="55245">
                  <a:moveTo>
                    <a:pt x="213359" y="30480"/>
                  </a:moveTo>
                  <a:lnTo>
                    <a:pt x="219455" y="30480"/>
                  </a:lnTo>
                </a:path>
                <a:path w="3542029" h="55245">
                  <a:moveTo>
                    <a:pt x="3535679" y="30480"/>
                  </a:moveTo>
                  <a:lnTo>
                    <a:pt x="3541775" y="30480"/>
                  </a:lnTo>
                </a:path>
                <a:path w="3542029" h="55245">
                  <a:moveTo>
                    <a:pt x="0" y="54864"/>
                  </a:moveTo>
                  <a:lnTo>
                    <a:pt x="6095" y="54864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6537" y="5705855"/>
              <a:ext cx="146303" cy="15849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999609" y="57942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2587" y="5650991"/>
              <a:ext cx="8674607" cy="3169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683386" y="5818631"/>
              <a:ext cx="3535679" cy="12700"/>
            </a:xfrm>
            <a:custGeom>
              <a:avLst/>
              <a:gdLst/>
              <a:ahLst/>
              <a:cxnLst/>
              <a:rect l="l" t="t" r="r" b="b"/>
              <a:pathLst>
                <a:path w="3535679" h="12700">
                  <a:moveTo>
                    <a:pt x="207263" y="0"/>
                  </a:moveTo>
                  <a:lnTo>
                    <a:pt x="213359" y="0"/>
                  </a:lnTo>
                </a:path>
                <a:path w="3535679" h="12700">
                  <a:moveTo>
                    <a:pt x="3529583" y="0"/>
                  </a:moveTo>
                  <a:lnTo>
                    <a:pt x="3535679" y="0"/>
                  </a:lnTo>
                </a:path>
                <a:path w="3535679" h="12700">
                  <a:moveTo>
                    <a:pt x="0" y="12192"/>
                  </a:moveTo>
                  <a:lnTo>
                    <a:pt x="6095" y="12192"/>
                  </a:lnTo>
                </a:path>
                <a:path w="3535679" h="12700">
                  <a:moveTo>
                    <a:pt x="3322320" y="12191"/>
                  </a:moveTo>
                  <a:lnTo>
                    <a:pt x="3328415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091050" y="58308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84553" y="5836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084953" y="5836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45914" y="5836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568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206874" y="58369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078858" y="58430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145914" y="58430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345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878458" y="5849111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20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95578" y="5855207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20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872362" y="5861303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20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01674" y="5867399"/>
              <a:ext cx="3493135" cy="0"/>
            </a:xfrm>
            <a:custGeom>
              <a:avLst/>
              <a:gdLst/>
              <a:ahLst/>
              <a:cxnLst/>
              <a:rect l="l" t="t" r="r" b="b"/>
              <a:pathLst>
                <a:path w="3493134">
                  <a:moveTo>
                    <a:pt x="0" y="0"/>
                  </a:moveTo>
                  <a:lnTo>
                    <a:pt x="6095" y="0"/>
                  </a:lnTo>
                </a:path>
                <a:path w="3493134">
                  <a:moveTo>
                    <a:pt x="164592" y="0"/>
                  </a:moveTo>
                  <a:lnTo>
                    <a:pt x="170687" y="0"/>
                  </a:lnTo>
                </a:path>
                <a:path w="3493134">
                  <a:moveTo>
                    <a:pt x="3322319" y="0"/>
                  </a:moveTo>
                  <a:lnTo>
                    <a:pt x="3328415" y="0"/>
                  </a:lnTo>
                </a:path>
                <a:path w="3493134">
                  <a:moveTo>
                    <a:pt x="3486912" y="0"/>
                  </a:moveTo>
                  <a:lnTo>
                    <a:pt x="3493007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707769" y="5873495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713866" y="5879591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719962" y="588568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561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854074" y="588568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D7D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042282" y="588568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561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176394" y="588568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D7D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286890" y="59649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D7D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4826" y="5961887"/>
              <a:ext cx="12191" cy="609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738250" y="6038087"/>
              <a:ext cx="3322320" cy="0"/>
            </a:xfrm>
            <a:custGeom>
              <a:avLst/>
              <a:gdLst/>
              <a:ahLst/>
              <a:cxnLst/>
              <a:rect l="l" t="t" r="r" b="b"/>
              <a:pathLst>
                <a:path w="3322320">
                  <a:moveTo>
                    <a:pt x="0" y="0"/>
                  </a:moveTo>
                  <a:lnTo>
                    <a:pt x="6095" y="0"/>
                  </a:lnTo>
                </a:path>
                <a:path w="3322320">
                  <a:moveTo>
                    <a:pt x="128016" y="0"/>
                  </a:moveTo>
                  <a:lnTo>
                    <a:pt x="134111" y="0"/>
                  </a:lnTo>
                </a:path>
                <a:path w="3322320">
                  <a:moveTo>
                    <a:pt x="3316224" y="0"/>
                  </a:moveTo>
                  <a:lnTo>
                    <a:pt x="3322319" y="0"/>
                  </a:lnTo>
                </a:path>
              </a:pathLst>
            </a:custGeom>
            <a:ln w="6095">
              <a:solidFill>
                <a:srgbClr val="5D7D9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732153" y="6044183"/>
              <a:ext cx="3322320" cy="0"/>
            </a:xfrm>
            <a:custGeom>
              <a:avLst/>
              <a:gdLst/>
              <a:ahLst/>
              <a:cxnLst/>
              <a:rect l="l" t="t" r="r" b="b"/>
              <a:pathLst>
                <a:path w="3322320">
                  <a:moveTo>
                    <a:pt x="0" y="0"/>
                  </a:moveTo>
                  <a:lnTo>
                    <a:pt x="6095" y="0"/>
                  </a:lnTo>
                </a:path>
                <a:path w="3322320">
                  <a:moveTo>
                    <a:pt x="3316223" y="0"/>
                  </a:moveTo>
                  <a:lnTo>
                    <a:pt x="3322319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726058" y="6050279"/>
              <a:ext cx="3322320" cy="0"/>
            </a:xfrm>
            <a:custGeom>
              <a:avLst/>
              <a:gdLst/>
              <a:ahLst/>
              <a:cxnLst/>
              <a:rect l="l" t="t" r="r" b="b"/>
              <a:pathLst>
                <a:path w="3322320">
                  <a:moveTo>
                    <a:pt x="0" y="0"/>
                  </a:moveTo>
                  <a:lnTo>
                    <a:pt x="6095" y="0"/>
                  </a:lnTo>
                </a:path>
                <a:path w="3322320">
                  <a:moveTo>
                    <a:pt x="3316223" y="0"/>
                  </a:moveTo>
                  <a:lnTo>
                    <a:pt x="3322319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19962" y="60563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817497" y="60563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878458" y="6056375"/>
              <a:ext cx="3164205" cy="0"/>
            </a:xfrm>
            <a:custGeom>
              <a:avLst/>
              <a:gdLst/>
              <a:ahLst/>
              <a:cxnLst/>
              <a:rect l="l" t="t" r="r" b="b"/>
              <a:pathLst>
                <a:path w="3164204">
                  <a:moveTo>
                    <a:pt x="0" y="0"/>
                  </a:moveTo>
                  <a:lnTo>
                    <a:pt x="6095" y="0"/>
                  </a:lnTo>
                </a:path>
                <a:path w="3164204">
                  <a:moveTo>
                    <a:pt x="3157727" y="0"/>
                  </a:moveTo>
                  <a:lnTo>
                    <a:pt x="3163823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884553" y="606247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4953" y="6035039"/>
              <a:ext cx="134111" cy="4267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713866" y="6062471"/>
              <a:ext cx="3499485" cy="6350"/>
            </a:xfrm>
            <a:custGeom>
              <a:avLst/>
              <a:gdLst/>
              <a:ahLst/>
              <a:cxnLst/>
              <a:rect l="l" t="t" r="r" b="b"/>
              <a:pathLst>
                <a:path w="3499484" h="6350">
                  <a:moveTo>
                    <a:pt x="3493007" y="0"/>
                  </a:moveTo>
                  <a:lnTo>
                    <a:pt x="3499103" y="0"/>
                  </a:lnTo>
                </a:path>
                <a:path w="3499484" h="6350">
                  <a:moveTo>
                    <a:pt x="0" y="6096"/>
                  </a:moveTo>
                  <a:lnTo>
                    <a:pt x="6095" y="6096"/>
                  </a:lnTo>
                </a:path>
                <a:path w="3499484" h="6350">
                  <a:moveTo>
                    <a:pt x="3316223" y="6096"/>
                  </a:moveTo>
                  <a:lnTo>
                    <a:pt x="3322319" y="6096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890650" y="6074663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799209" y="60868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C34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701674" y="6086855"/>
              <a:ext cx="3523615" cy="6350"/>
            </a:xfrm>
            <a:custGeom>
              <a:avLst/>
              <a:gdLst/>
              <a:ahLst/>
              <a:cxnLst/>
              <a:rect l="l" t="t" r="r" b="b"/>
              <a:pathLst>
                <a:path w="3523615" h="6350">
                  <a:moveTo>
                    <a:pt x="195072" y="0"/>
                  </a:moveTo>
                  <a:lnTo>
                    <a:pt x="201167" y="0"/>
                  </a:lnTo>
                </a:path>
                <a:path w="3523615" h="6350">
                  <a:moveTo>
                    <a:pt x="3517391" y="0"/>
                  </a:moveTo>
                  <a:lnTo>
                    <a:pt x="3523487" y="0"/>
                  </a:lnTo>
                </a:path>
                <a:path w="3523615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793114" y="609295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017897" y="609295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793114" y="609904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257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787018" y="610514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902842" y="6105143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787018" y="611123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D7D9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5578" y="6041135"/>
              <a:ext cx="219455" cy="11582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780922" y="61173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345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774825" y="612343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95578" y="61295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2587" y="5961887"/>
              <a:ext cx="8674607" cy="323087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011802" y="61295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68730" y="61356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C34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62634" y="614171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62634" y="614781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345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244474" y="615391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A6A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548506" y="615391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1616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701674" y="6153911"/>
              <a:ext cx="3529965" cy="18415"/>
            </a:xfrm>
            <a:custGeom>
              <a:avLst/>
              <a:gdLst/>
              <a:ahLst/>
              <a:cxnLst/>
              <a:rect l="l" t="t" r="r" b="b"/>
              <a:pathLst>
                <a:path w="3529965" h="18414">
                  <a:moveTo>
                    <a:pt x="3523487" y="0"/>
                  </a:moveTo>
                  <a:lnTo>
                    <a:pt x="3529583" y="0"/>
                  </a:lnTo>
                </a:path>
                <a:path w="3529965" h="18414">
                  <a:moveTo>
                    <a:pt x="0" y="12192"/>
                  </a:moveTo>
                  <a:lnTo>
                    <a:pt x="6095" y="12192"/>
                  </a:lnTo>
                </a:path>
                <a:path w="3529965" h="18414">
                  <a:moveTo>
                    <a:pt x="3316224" y="12192"/>
                  </a:moveTo>
                  <a:lnTo>
                    <a:pt x="3322319" y="12192"/>
                  </a:lnTo>
                </a:path>
                <a:path w="3529965" h="18414">
                  <a:moveTo>
                    <a:pt x="3517391" y="18288"/>
                  </a:moveTo>
                  <a:lnTo>
                    <a:pt x="3523487" y="18288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74825" y="6126479"/>
              <a:ext cx="134111" cy="73151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890650" y="6184391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713866" y="6190487"/>
              <a:ext cx="3322320" cy="0"/>
            </a:xfrm>
            <a:custGeom>
              <a:avLst/>
              <a:gdLst/>
              <a:ahLst/>
              <a:cxnLst/>
              <a:rect l="l" t="t" r="r" b="b"/>
              <a:pathLst>
                <a:path w="3322320">
                  <a:moveTo>
                    <a:pt x="0" y="0"/>
                  </a:moveTo>
                  <a:lnTo>
                    <a:pt x="6095" y="0"/>
                  </a:lnTo>
                </a:path>
                <a:path w="3322320">
                  <a:moveTo>
                    <a:pt x="3316223" y="0"/>
                  </a:moveTo>
                  <a:lnTo>
                    <a:pt x="3322319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84553" y="6196583"/>
              <a:ext cx="3328670" cy="0"/>
            </a:xfrm>
            <a:custGeom>
              <a:avLst/>
              <a:gdLst/>
              <a:ahLst/>
              <a:cxnLst/>
              <a:rect l="l" t="t" r="r" b="b"/>
              <a:pathLst>
                <a:path w="3328670">
                  <a:moveTo>
                    <a:pt x="0" y="0"/>
                  </a:moveTo>
                  <a:lnTo>
                    <a:pt x="6095" y="0"/>
                  </a:lnTo>
                </a:path>
                <a:path w="3328670">
                  <a:moveTo>
                    <a:pt x="3322319" y="0"/>
                  </a:moveTo>
                  <a:lnTo>
                    <a:pt x="332841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719962" y="6202679"/>
              <a:ext cx="3487420" cy="0"/>
            </a:xfrm>
            <a:custGeom>
              <a:avLst/>
              <a:gdLst/>
              <a:ahLst/>
              <a:cxnLst/>
              <a:rect l="l" t="t" r="r" b="b"/>
              <a:pathLst>
                <a:path w="3487420">
                  <a:moveTo>
                    <a:pt x="0" y="0"/>
                  </a:moveTo>
                  <a:lnTo>
                    <a:pt x="6095" y="0"/>
                  </a:lnTo>
                </a:path>
                <a:path w="3487420">
                  <a:moveTo>
                    <a:pt x="158496" y="0"/>
                  </a:moveTo>
                  <a:lnTo>
                    <a:pt x="164591" y="0"/>
                  </a:lnTo>
                </a:path>
                <a:path w="3487420">
                  <a:moveTo>
                    <a:pt x="3316223" y="0"/>
                  </a:moveTo>
                  <a:lnTo>
                    <a:pt x="3322319" y="0"/>
                  </a:lnTo>
                </a:path>
                <a:path w="3487420">
                  <a:moveTo>
                    <a:pt x="3480816" y="0"/>
                  </a:moveTo>
                  <a:lnTo>
                    <a:pt x="3486911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244474" y="6281927"/>
              <a:ext cx="3310254" cy="0"/>
            </a:xfrm>
            <a:custGeom>
              <a:avLst/>
              <a:gdLst/>
              <a:ahLst/>
              <a:cxnLst/>
              <a:rect l="l" t="t" r="r" b="b"/>
              <a:pathLst>
                <a:path w="3310254">
                  <a:moveTo>
                    <a:pt x="0" y="0"/>
                  </a:moveTo>
                  <a:lnTo>
                    <a:pt x="6095" y="0"/>
                  </a:lnTo>
                </a:path>
                <a:path w="3310254">
                  <a:moveTo>
                    <a:pt x="3304031" y="0"/>
                  </a:moveTo>
                  <a:lnTo>
                    <a:pt x="3310127" y="0"/>
                  </a:lnTo>
                </a:path>
              </a:pathLst>
            </a:custGeom>
            <a:ln w="609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092587" y="6489191"/>
              <a:ext cx="2066925" cy="6350"/>
            </a:xfrm>
            <a:custGeom>
              <a:avLst/>
              <a:gdLst/>
              <a:ahLst/>
              <a:cxnLst/>
              <a:rect l="l" t="t" r="r" b="b"/>
              <a:pathLst>
                <a:path w="2066925" h="6350">
                  <a:moveTo>
                    <a:pt x="0" y="0"/>
                  </a:moveTo>
                  <a:lnTo>
                    <a:pt x="2066544" y="0"/>
                  </a:lnTo>
                </a:path>
                <a:path w="2066925" h="6350">
                  <a:moveTo>
                    <a:pt x="0" y="6096"/>
                  </a:moveTo>
                  <a:lnTo>
                    <a:pt x="2066544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2587" y="5684519"/>
              <a:ext cx="2042158" cy="762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2587" y="5692139"/>
              <a:ext cx="2066544" cy="81838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2587" y="6507479"/>
              <a:ext cx="2042158" cy="1371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94554" y="5667755"/>
              <a:ext cx="2072640" cy="85343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718938" y="5661660"/>
              <a:ext cx="2042160" cy="867410"/>
            </a:xfrm>
            <a:custGeom>
              <a:avLst/>
              <a:gdLst/>
              <a:ahLst/>
              <a:cxnLst/>
              <a:rect l="l" t="t" r="r" b="b"/>
              <a:pathLst>
                <a:path w="2042159" h="867409">
                  <a:moveTo>
                    <a:pt x="2042160" y="864108"/>
                  </a:moveTo>
                  <a:lnTo>
                    <a:pt x="2042160" y="3048"/>
                  </a:lnTo>
                  <a:lnTo>
                    <a:pt x="2039112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864108"/>
                  </a:lnTo>
                  <a:lnTo>
                    <a:pt x="3048" y="867156"/>
                  </a:lnTo>
                  <a:lnTo>
                    <a:pt x="6096" y="867156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2029968" y="12192"/>
                  </a:lnTo>
                  <a:lnTo>
                    <a:pt x="2029968" y="6096"/>
                  </a:lnTo>
                  <a:lnTo>
                    <a:pt x="2036064" y="12192"/>
                  </a:lnTo>
                  <a:lnTo>
                    <a:pt x="2036064" y="867156"/>
                  </a:lnTo>
                  <a:lnTo>
                    <a:pt x="2039112" y="867156"/>
                  </a:lnTo>
                  <a:lnTo>
                    <a:pt x="2042160" y="864108"/>
                  </a:lnTo>
                  <a:close/>
                </a:path>
                <a:path w="2042159" h="867409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2042159" h="867409">
                  <a:moveTo>
                    <a:pt x="12192" y="853440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853440"/>
                  </a:lnTo>
                  <a:lnTo>
                    <a:pt x="12192" y="853440"/>
                  </a:lnTo>
                  <a:close/>
                </a:path>
                <a:path w="2042159" h="867409">
                  <a:moveTo>
                    <a:pt x="2036064" y="853440"/>
                  </a:moveTo>
                  <a:lnTo>
                    <a:pt x="6096" y="853440"/>
                  </a:lnTo>
                  <a:lnTo>
                    <a:pt x="12192" y="859536"/>
                  </a:lnTo>
                  <a:lnTo>
                    <a:pt x="12192" y="867156"/>
                  </a:lnTo>
                  <a:lnTo>
                    <a:pt x="2029968" y="867156"/>
                  </a:lnTo>
                  <a:lnTo>
                    <a:pt x="2029968" y="859536"/>
                  </a:lnTo>
                  <a:lnTo>
                    <a:pt x="2036064" y="853440"/>
                  </a:lnTo>
                  <a:close/>
                </a:path>
                <a:path w="2042159" h="867409">
                  <a:moveTo>
                    <a:pt x="12192" y="867156"/>
                  </a:moveTo>
                  <a:lnTo>
                    <a:pt x="12192" y="859536"/>
                  </a:lnTo>
                  <a:lnTo>
                    <a:pt x="6096" y="853440"/>
                  </a:lnTo>
                  <a:lnTo>
                    <a:pt x="6096" y="867156"/>
                  </a:lnTo>
                  <a:lnTo>
                    <a:pt x="12192" y="867156"/>
                  </a:lnTo>
                  <a:close/>
                </a:path>
                <a:path w="2042159" h="867409">
                  <a:moveTo>
                    <a:pt x="2036064" y="12192"/>
                  </a:moveTo>
                  <a:lnTo>
                    <a:pt x="2029968" y="6096"/>
                  </a:lnTo>
                  <a:lnTo>
                    <a:pt x="2029968" y="12192"/>
                  </a:lnTo>
                  <a:lnTo>
                    <a:pt x="2036064" y="12192"/>
                  </a:lnTo>
                  <a:close/>
                </a:path>
                <a:path w="2042159" h="867409">
                  <a:moveTo>
                    <a:pt x="2036064" y="853440"/>
                  </a:moveTo>
                  <a:lnTo>
                    <a:pt x="2036064" y="12192"/>
                  </a:lnTo>
                  <a:lnTo>
                    <a:pt x="2029968" y="12192"/>
                  </a:lnTo>
                  <a:lnTo>
                    <a:pt x="2029968" y="853440"/>
                  </a:lnTo>
                  <a:lnTo>
                    <a:pt x="2036064" y="853440"/>
                  </a:lnTo>
                  <a:close/>
                </a:path>
                <a:path w="2042159" h="867409">
                  <a:moveTo>
                    <a:pt x="2036064" y="867156"/>
                  </a:moveTo>
                  <a:lnTo>
                    <a:pt x="2036064" y="853440"/>
                  </a:lnTo>
                  <a:lnTo>
                    <a:pt x="2029968" y="859536"/>
                  </a:lnTo>
                  <a:lnTo>
                    <a:pt x="2029968" y="867156"/>
                  </a:lnTo>
                  <a:lnTo>
                    <a:pt x="2036064" y="867156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84425" y="5667755"/>
              <a:ext cx="2078736" cy="853439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378330" y="5661660"/>
              <a:ext cx="2044064" cy="867410"/>
            </a:xfrm>
            <a:custGeom>
              <a:avLst/>
              <a:gdLst/>
              <a:ahLst/>
              <a:cxnLst/>
              <a:rect l="l" t="t" r="r" b="b"/>
              <a:pathLst>
                <a:path w="2044064" h="867409">
                  <a:moveTo>
                    <a:pt x="2043684" y="864108"/>
                  </a:moveTo>
                  <a:lnTo>
                    <a:pt x="2043684" y="3048"/>
                  </a:lnTo>
                  <a:lnTo>
                    <a:pt x="2040636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864108"/>
                  </a:lnTo>
                  <a:lnTo>
                    <a:pt x="3048" y="867156"/>
                  </a:lnTo>
                  <a:lnTo>
                    <a:pt x="6096" y="867156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lnTo>
                    <a:pt x="2029968" y="12192"/>
                  </a:lnTo>
                  <a:lnTo>
                    <a:pt x="2029968" y="6096"/>
                  </a:lnTo>
                  <a:lnTo>
                    <a:pt x="2037588" y="12192"/>
                  </a:lnTo>
                  <a:lnTo>
                    <a:pt x="2037588" y="867156"/>
                  </a:lnTo>
                  <a:lnTo>
                    <a:pt x="2040636" y="867156"/>
                  </a:lnTo>
                  <a:lnTo>
                    <a:pt x="2043684" y="864108"/>
                  </a:lnTo>
                  <a:close/>
                </a:path>
                <a:path w="2044064" h="867409">
                  <a:moveTo>
                    <a:pt x="12192" y="12192"/>
                  </a:move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close/>
                </a:path>
                <a:path w="2044064" h="867409">
                  <a:moveTo>
                    <a:pt x="12192" y="853440"/>
                  </a:moveTo>
                  <a:lnTo>
                    <a:pt x="12192" y="12192"/>
                  </a:lnTo>
                  <a:lnTo>
                    <a:pt x="6096" y="12192"/>
                  </a:lnTo>
                  <a:lnTo>
                    <a:pt x="6096" y="853440"/>
                  </a:lnTo>
                  <a:lnTo>
                    <a:pt x="12192" y="853440"/>
                  </a:lnTo>
                  <a:close/>
                </a:path>
                <a:path w="2044064" h="867409">
                  <a:moveTo>
                    <a:pt x="2037588" y="853440"/>
                  </a:moveTo>
                  <a:lnTo>
                    <a:pt x="6096" y="853440"/>
                  </a:lnTo>
                  <a:lnTo>
                    <a:pt x="12192" y="859536"/>
                  </a:lnTo>
                  <a:lnTo>
                    <a:pt x="12192" y="867156"/>
                  </a:lnTo>
                  <a:lnTo>
                    <a:pt x="2029968" y="867156"/>
                  </a:lnTo>
                  <a:lnTo>
                    <a:pt x="2029968" y="859536"/>
                  </a:lnTo>
                  <a:lnTo>
                    <a:pt x="2037588" y="853440"/>
                  </a:lnTo>
                  <a:close/>
                </a:path>
                <a:path w="2044064" h="867409">
                  <a:moveTo>
                    <a:pt x="12192" y="867156"/>
                  </a:moveTo>
                  <a:lnTo>
                    <a:pt x="12192" y="859536"/>
                  </a:lnTo>
                  <a:lnTo>
                    <a:pt x="6096" y="853440"/>
                  </a:lnTo>
                  <a:lnTo>
                    <a:pt x="6096" y="867156"/>
                  </a:lnTo>
                  <a:lnTo>
                    <a:pt x="12192" y="867156"/>
                  </a:lnTo>
                  <a:close/>
                </a:path>
                <a:path w="2044064" h="867409">
                  <a:moveTo>
                    <a:pt x="2037588" y="12192"/>
                  </a:moveTo>
                  <a:lnTo>
                    <a:pt x="2029968" y="6096"/>
                  </a:lnTo>
                  <a:lnTo>
                    <a:pt x="2029968" y="12192"/>
                  </a:lnTo>
                  <a:lnTo>
                    <a:pt x="2037588" y="12192"/>
                  </a:lnTo>
                  <a:close/>
                </a:path>
                <a:path w="2044064" h="867409">
                  <a:moveTo>
                    <a:pt x="2037588" y="853440"/>
                  </a:moveTo>
                  <a:lnTo>
                    <a:pt x="2037588" y="12192"/>
                  </a:lnTo>
                  <a:lnTo>
                    <a:pt x="2029968" y="12192"/>
                  </a:lnTo>
                  <a:lnTo>
                    <a:pt x="2029968" y="853440"/>
                  </a:lnTo>
                  <a:lnTo>
                    <a:pt x="2037588" y="853440"/>
                  </a:lnTo>
                  <a:close/>
                </a:path>
                <a:path w="2044064" h="867409">
                  <a:moveTo>
                    <a:pt x="2037588" y="867156"/>
                  </a:moveTo>
                  <a:lnTo>
                    <a:pt x="2037588" y="853440"/>
                  </a:lnTo>
                  <a:lnTo>
                    <a:pt x="2029968" y="859536"/>
                  </a:lnTo>
                  <a:lnTo>
                    <a:pt x="2029968" y="867156"/>
                  </a:lnTo>
                  <a:lnTo>
                    <a:pt x="2037588" y="867156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87" name="object 8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548" y="1256791"/>
            <a:ext cx="56527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Inter-</a:t>
            </a:r>
            <a:r>
              <a:rPr sz="4000" dirty="0"/>
              <a:t>cloud</a:t>
            </a:r>
            <a:r>
              <a:rPr sz="4000" spc="-75" dirty="0"/>
              <a:t> </a:t>
            </a:r>
            <a:r>
              <a:rPr sz="4000" dirty="0"/>
              <a:t>scenario</a:t>
            </a:r>
            <a:r>
              <a:rPr sz="4000" spc="-55" dirty="0"/>
              <a:t> </a:t>
            </a:r>
            <a:r>
              <a:rPr sz="4000" spc="-20" dirty="0"/>
              <a:t>with</a:t>
            </a:r>
            <a:endParaRPr sz="4000"/>
          </a:p>
          <a:p>
            <a:pPr algn="ctr">
              <a:lnSpc>
                <a:spcPct val="100000"/>
              </a:lnSpc>
            </a:pPr>
            <a:r>
              <a:rPr sz="40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40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40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10" dirty="0">
                <a:latin typeface="Calibri" panose="020F0502020204030204"/>
                <a:cs typeface="Calibri" panose="020F0502020204030204"/>
              </a:rPr>
              <a:t>Composition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803650"/>
            <a:ext cx="7893050" cy="228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composition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enables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b="1" i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b="1" i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via</a:t>
            </a:r>
            <a:r>
              <a:rPr sz="2000" b="1" i="1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mechanisms</a:t>
            </a:r>
            <a:r>
              <a:rPr sz="2000" b="1" i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multiple</a:t>
            </a:r>
            <a:r>
              <a:rPr sz="2000" b="1" i="1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offered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b="1" i="1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invoked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under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describes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invoking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related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parameters).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kinds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composition: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692150" lvl="1" indent="-339725">
              <a:lnSpc>
                <a:spcPct val="100000"/>
              </a:lnSpc>
              <a:spcBef>
                <a:spcPts val="480"/>
              </a:spcBef>
              <a:buFont typeface="Wingdings" panose="05000000000000000000"/>
              <a:buChar char=""/>
              <a:tabLst>
                <a:tab pos="692150" algn="l"/>
              </a:tabLst>
            </a:pP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static</a:t>
            </a:r>
            <a:r>
              <a:rPr sz="2000" b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dynamic</a:t>
            </a:r>
            <a:r>
              <a:rPr sz="2000" b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compositions.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6613" y="1297939"/>
            <a:ext cx="7673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Static</a:t>
            </a:r>
            <a:r>
              <a:rPr sz="4400" spc="-100" dirty="0"/>
              <a:t> </a:t>
            </a:r>
            <a:r>
              <a:rPr sz="4400" dirty="0"/>
              <a:t>cloud</a:t>
            </a:r>
            <a:r>
              <a:rPr sz="4400" spc="-85" dirty="0"/>
              <a:t> </a:t>
            </a:r>
            <a:r>
              <a:rPr sz="4400" dirty="0"/>
              <a:t>service</a:t>
            </a:r>
            <a:r>
              <a:rPr sz="4400" spc="-85" dirty="0"/>
              <a:t> </a:t>
            </a:r>
            <a:r>
              <a:rPr sz="4400" spc="-10" dirty="0"/>
              <a:t>compositions.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2194051"/>
            <a:ext cx="7903845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static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composition,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specifying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services,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interface invoking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(services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input/output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parameters)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(services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invoking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order)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given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(Arrow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(1)).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222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invokes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these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 according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gets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results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these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services.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comprise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resources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capabilities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multiple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(Arrows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(2),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(3),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(4),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(5)).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1790" marR="82550" indent="-3397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composes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entire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final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result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returns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(Arrow</a:t>
            </a:r>
            <a:r>
              <a:rPr sz="2000" spc="-10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(6)).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7093" y="1256791"/>
            <a:ext cx="7613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Dynamic</a:t>
            </a:r>
            <a:r>
              <a:rPr sz="4000" spc="-80" dirty="0"/>
              <a:t> </a:t>
            </a:r>
            <a:r>
              <a:rPr sz="4000" dirty="0"/>
              <a:t>cloud</a:t>
            </a:r>
            <a:r>
              <a:rPr sz="4000" spc="-75" dirty="0"/>
              <a:t> </a:t>
            </a:r>
            <a:r>
              <a:rPr sz="4000" dirty="0"/>
              <a:t>service</a:t>
            </a:r>
            <a:r>
              <a:rPr sz="4000" spc="-60" dirty="0"/>
              <a:t> </a:t>
            </a:r>
            <a:r>
              <a:rPr sz="4000" spc="-10" dirty="0"/>
              <a:t>compositions.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032507"/>
            <a:ext cx="8026400" cy="350075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marR="199390" indent="-342900">
              <a:lnSpc>
                <a:spcPct val="8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dynamic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composition,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abstract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specifying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classes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(different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same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function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belong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same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class),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control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these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abstract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given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(Arrow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(1)).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1790" marR="5080" indent="-339725" algn="just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translates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abstract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before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searching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fulfill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requirements.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58115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Specifically,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translation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replace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classes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create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interface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invoking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4953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executes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concrete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gets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results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services.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Finally,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composes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entire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final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result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returns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originating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796" y="1180591"/>
            <a:ext cx="55359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9705">
              <a:lnSpc>
                <a:spcPct val="100000"/>
              </a:lnSpc>
              <a:spcBef>
                <a:spcPts val="95"/>
              </a:spcBef>
            </a:pPr>
            <a:r>
              <a:rPr sz="4000" spc="-30" dirty="0"/>
              <a:t>Inter-</a:t>
            </a:r>
            <a:r>
              <a:rPr sz="4000" dirty="0"/>
              <a:t>cloud</a:t>
            </a:r>
            <a:r>
              <a:rPr sz="4000" spc="-75" dirty="0"/>
              <a:t> </a:t>
            </a:r>
            <a:r>
              <a:rPr sz="4000" dirty="0"/>
              <a:t>scenario</a:t>
            </a:r>
            <a:r>
              <a:rPr sz="4000" spc="-55" dirty="0"/>
              <a:t> </a:t>
            </a:r>
            <a:r>
              <a:rPr sz="4000" spc="-20" dirty="0"/>
              <a:t>with </a:t>
            </a:r>
            <a:r>
              <a:rPr sz="4000" dirty="0"/>
              <a:t>Cloud</a:t>
            </a:r>
            <a:r>
              <a:rPr sz="4000" spc="-95" dirty="0"/>
              <a:t> </a:t>
            </a:r>
            <a:r>
              <a:rPr sz="4000" dirty="0"/>
              <a:t>Service</a:t>
            </a:r>
            <a:r>
              <a:rPr sz="4000" spc="-55" dirty="0"/>
              <a:t> </a:t>
            </a:r>
            <a:r>
              <a:rPr sz="4000" spc="-10" dirty="0"/>
              <a:t>Composition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100209" y="3470148"/>
            <a:ext cx="8499475" cy="2068195"/>
            <a:chOff x="1100209" y="3470148"/>
            <a:chExt cx="8499475" cy="206819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359274" y="3474720"/>
              <a:ext cx="2206752" cy="2987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5097" y="3767328"/>
              <a:ext cx="18288" cy="121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2153" y="3483864"/>
              <a:ext cx="2033015" cy="2941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33009" y="3470148"/>
              <a:ext cx="2056130" cy="307975"/>
            </a:xfrm>
            <a:custGeom>
              <a:avLst/>
              <a:gdLst/>
              <a:ahLst/>
              <a:cxnLst/>
              <a:rect l="l" t="t" r="r" b="b"/>
              <a:pathLst>
                <a:path w="2056129" h="307975">
                  <a:moveTo>
                    <a:pt x="2055875" y="307847"/>
                  </a:moveTo>
                  <a:lnTo>
                    <a:pt x="2055875" y="6095"/>
                  </a:lnTo>
                  <a:lnTo>
                    <a:pt x="2049779" y="0"/>
                  </a:lnTo>
                  <a:lnTo>
                    <a:pt x="6095" y="0"/>
                  </a:lnTo>
                  <a:lnTo>
                    <a:pt x="0" y="6095"/>
                  </a:lnTo>
                  <a:lnTo>
                    <a:pt x="0" y="307847"/>
                  </a:lnTo>
                  <a:lnTo>
                    <a:pt x="12191" y="307847"/>
                  </a:lnTo>
                  <a:lnTo>
                    <a:pt x="12191" y="25907"/>
                  </a:lnTo>
                  <a:lnTo>
                    <a:pt x="25907" y="13715"/>
                  </a:lnTo>
                  <a:lnTo>
                    <a:pt x="25907" y="25907"/>
                  </a:lnTo>
                  <a:lnTo>
                    <a:pt x="2029967" y="25907"/>
                  </a:lnTo>
                  <a:lnTo>
                    <a:pt x="2029967" y="13715"/>
                  </a:lnTo>
                  <a:lnTo>
                    <a:pt x="2042159" y="25907"/>
                  </a:lnTo>
                  <a:lnTo>
                    <a:pt x="2042159" y="307847"/>
                  </a:lnTo>
                  <a:lnTo>
                    <a:pt x="2055875" y="307847"/>
                  </a:lnTo>
                  <a:close/>
                </a:path>
                <a:path w="2056129" h="307975">
                  <a:moveTo>
                    <a:pt x="25907" y="25907"/>
                  </a:moveTo>
                  <a:lnTo>
                    <a:pt x="25907" y="13715"/>
                  </a:lnTo>
                  <a:lnTo>
                    <a:pt x="12191" y="25907"/>
                  </a:lnTo>
                  <a:lnTo>
                    <a:pt x="25907" y="25907"/>
                  </a:lnTo>
                  <a:close/>
                </a:path>
                <a:path w="2056129" h="307975">
                  <a:moveTo>
                    <a:pt x="25907" y="307847"/>
                  </a:moveTo>
                  <a:lnTo>
                    <a:pt x="25907" y="25907"/>
                  </a:lnTo>
                  <a:lnTo>
                    <a:pt x="12191" y="25907"/>
                  </a:lnTo>
                  <a:lnTo>
                    <a:pt x="12191" y="307847"/>
                  </a:lnTo>
                  <a:lnTo>
                    <a:pt x="25907" y="307847"/>
                  </a:lnTo>
                  <a:close/>
                </a:path>
                <a:path w="2056129" h="307975">
                  <a:moveTo>
                    <a:pt x="2042159" y="25907"/>
                  </a:moveTo>
                  <a:lnTo>
                    <a:pt x="2029967" y="13715"/>
                  </a:lnTo>
                  <a:lnTo>
                    <a:pt x="2029967" y="25907"/>
                  </a:lnTo>
                  <a:lnTo>
                    <a:pt x="2042159" y="25907"/>
                  </a:lnTo>
                  <a:close/>
                </a:path>
                <a:path w="2056129" h="307975">
                  <a:moveTo>
                    <a:pt x="2042159" y="307847"/>
                  </a:moveTo>
                  <a:lnTo>
                    <a:pt x="2042159" y="25907"/>
                  </a:lnTo>
                  <a:lnTo>
                    <a:pt x="2029967" y="25907"/>
                  </a:lnTo>
                  <a:lnTo>
                    <a:pt x="2029967" y="307847"/>
                  </a:lnTo>
                  <a:lnTo>
                    <a:pt x="2042159" y="307847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2074" y="38130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42282" y="3819144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0"/>
                  </a:moveTo>
                  <a:lnTo>
                    <a:pt x="6095" y="0"/>
                  </a:lnTo>
                </a:path>
                <a:path w="12700" h="6350">
                  <a:moveTo>
                    <a:pt x="6096" y="6096"/>
                  </a:moveTo>
                  <a:lnTo>
                    <a:pt x="12191" y="6096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89882" y="3831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83786" y="3831336"/>
              <a:ext cx="177165" cy="6350"/>
            </a:xfrm>
            <a:custGeom>
              <a:avLst/>
              <a:gdLst/>
              <a:ahLst/>
              <a:cxnLst/>
              <a:rect l="l" t="t" r="r" b="b"/>
              <a:pathLst>
                <a:path w="177165" h="6350">
                  <a:moveTo>
                    <a:pt x="170688" y="0"/>
                  </a:moveTo>
                  <a:lnTo>
                    <a:pt x="176783" y="0"/>
                  </a:lnTo>
                </a:path>
                <a:path w="177165" h="6350">
                  <a:moveTo>
                    <a:pt x="0" y="6095"/>
                  </a:moveTo>
                  <a:lnTo>
                    <a:pt x="6095" y="6095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060570" y="38374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77690" y="3843528"/>
              <a:ext cx="195580" cy="6350"/>
            </a:xfrm>
            <a:custGeom>
              <a:avLst/>
              <a:gdLst/>
              <a:ahLst/>
              <a:cxnLst/>
              <a:rect l="l" t="t" r="r" b="b"/>
              <a:pathLst>
                <a:path w="195579" h="6350">
                  <a:moveTo>
                    <a:pt x="73151" y="0"/>
                  </a:moveTo>
                  <a:lnTo>
                    <a:pt x="79247" y="0"/>
                  </a:lnTo>
                </a:path>
                <a:path w="195579" h="6350">
                  <a:moveTo>
                    <a:pt x="0" y="6096"/>
                  </a:moveTo>
                  <a:lnTo>
                    <a:pt x="6095" y="6096"/>
                  </a:lnTo>
                </a:path>
                <a:path w="195579" h="6350">
                  <a:moveTo>
                    <a:pt x="67055" y="6096"/>
                  </a:moveTo>
                  <a:lnTo>
                    <a:pt x="73151" y="6096"/>
                  </a:lnTo>
                </a:path>
                <a:path w="195579" h="6350">
                  <a:moveTo>
                    <a:pt x="188975" y="6096"/>
                  </a:moveTo>
                  <a:lnTo>
                    <a:pt x="195071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5497" y="3816096"/>
              <a:ext cx="146303" cy="731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71594" y="38618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8650" y="3773424"/>
              <a:ext cx="457199" cy="17678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71594" y="38679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93514" y="3867912"/>
              <a:ext cx="85725" cy="18415"/>
            </a:xfrm>
            <a:custGeom>
              <a:avLst/>
              <a:gdLst/>
              <a:ahLst/>
              <a:cxnLst/>
              <a:rect l="l" t="t" r="r" b="b"/>
              <a:pathLst>
                <a:path w="85725" h="18414">
                  <a:moveTo>
                    <a:pt x="79248" y="0"/>
                  </a:moveTo>
                  <a:lnTo>
                    <a:pt x="85343" y="0"/>
                  </a:lnTo>
                </a:path>
                <a:path w="85725" h="18414">
                  <a:moveTo>
                    <a:pt x="0" y="18287"/>
                  </a:moveTo>
                  <a:lnTo>
                    <a:pt x="6095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969130" y="3904488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5"/>
                  </a:moveTo>
                  <a:lnTo>
                    <a:pt x="6095" y="6095"/>
                  </a:lnTo>
                </a:path>
              </a:pathLst>
            </a:custGeom>
            <a:ln w="6095">
              <a:solidFill>
                <a:srgbClr val="4B21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963034" y="39166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71594" y="39227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50842" y="3922776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5"/>
                  </a:moveTo>
                  <a:lnTo>
                    <a:pt x="6095" y="6095"/>
                  </a:lnTo>
                </a:path>
              </a:pathLst>
            </a:custGeom>
            <a:ln w="6095">
              <a:solidFill>
                <a:srgbClr val="3E2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005706" y="3928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F76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77690" y="3934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944746" y="3934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C34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005706" y="3934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868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938650" y="39410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883786" y="3947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060570" y="3947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889882" y="39532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054474" y="39532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048378" y="39593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902074" y="39715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77690" y="3777996"/>
              <a:ext cx="2688336" cy="4221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4809" y="3889248"/>
              <a:ext cx="359663" cy="2133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9562" y="4066032"/>
              <a:ext cx="2017776" cy="9753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914265" y="40995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054474" y="4105656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0"/>
                  </a:moveTo>
                  <a:lnTo>
                    <a:pt x="6095" y="0"/>
                  </a:lnTo>
                </a:path>
                <a:path w="12700" h="6350">
                  <a:moveTo>
                    <a:pt x="6095" y="6096"/>
                  </a:moveTo>
                  <a:lnTo>
                    <a:pt x="12191" y="6096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902074" y="41178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95978" y="4117848"/>
              <a:ext cx="177165" cy="6350"/>
            </a:xfrm>
            <a:custGeom>
              <a:avLst/>
              <a:gdLst/>
              <a:ahLst/>
              <a:cxnLst/>
              <a:rect l="l" t="t" r="r" b="b"/>
              <a:pathLst>
                <a:path w="177165" h="6350">
                  <a:moveTo>
                    <a:pt x="170687" y="0"/>
                  </a:moveTo>
                  <a:lnTo>
                    <a:pt x="176783" y="0"/>
                  </a:lnTo>
                </a:path>
                <a:path w="177165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963034" y="4123944"/>
              <a:ext cx="116205" cy="6350"/>
            </a:xfrm>
            <a:custGeom>
              <a:avLst/>
              <a:gdLst/>
              <a:ahLst/>
              <a:cxnLst/>
              <a:rect l="l" t="t" r="r" b="b"/>
              <a:pathLst>
                <a:path w="116204" h="6350">
                  <a:moveTo>
                    <a:pt x="109727" y="0"/>
                  </a:moveTo>
                  <a:lnTo>
                    <a:pt x="115823" y="0"/>
                  </a:lnTo>
                </a:path>
                <a:path w="116204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83786" y="4136136"/>
              <a:ext cx="79375" cy="12700"/>
            </a:xfrm>
            <a:custGeom>
              <a:avLst/>
              <a:gdLst/>
              <a:ahLst/>
              <a:cxnLst/>
              <a:rect l="l" t="t" r="r" b="b"/>
              <a:pathLst>
                <a:path w="79375" h="12700">
                  <a:moveTo>
                    <a:pt x="6096" y="0"/>
                  </a:moveTo>
                  <a:lnTo>
                    <a:pt x="12191" y="0"/>
                  </a:lnTo>
                </a:path>
                <a:path w="79375" h="12700">
                  <a:moveTo>
                    <a:pt x="73151" y="0"/>
                  </a:moveTo>
                  <a:lnTo>
                    <a:pt x="79247" y="0"/>
                  </a:lnTo>
                </a:path>
                <a:path w="79375" h="12700">
                  <a:moveTo>
                    <a:pt x="0" y="12191"/>
                  </a:moveTo>
                  <a:lnTo>
                    <a:pt x="6095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883786" y="4154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956938" y="4154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45258" y="4157472"/>
              <a:ext cx="91440" cy="3047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33194" y="4157472"/>
              <a:ext cx="146303" cy="3047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85338" y="4157472"/>
              <a:ext cx="231648" cy="365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524634" y="4184904"/>
              <a:ext cx="512445" cy="0"/>
            </a:xfrm>
            <a:custGeom>
              <a:avLst/>
              <a:gdLst/>
              <a:ahLst/>
              <a:cxnLst/>
              <a:rect l="l" t="t" r="r" b="b"/>
              <a:pathLst>
                <a:path w="512445">
                  <a:moveTo>
                    <a:pt x="0" y="0"/>
                  </a:moveTo>
                  <a:lnTo>
                    <a:pt x="12191" y="0"/>
                  </a:lnTo>
                </a:path>
                <a:path w="512445">
                  <a:moveTo>
                    <a:pt x="499872" y="0"/>
                  </a:moveTo>
                  <a:lnTo>
                    <a:pt x="512063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123067" y="4191000"/>
              <a:ext cx="1999614" cy="0"/>
            </a:xfrm>
            <a:custGeom>
              <a:avLst/>
              <a:gdLst/>
              <a:ahLst/>
              <a:cxnLst/>
              <a:rect l="l" t="t" r="r" b="b"/>
              <a:pathLst>
                <a:path w="1999614">
                  <a:moveTo>
                    <a:pt x="0" y="0"/>
                  </a:moveTo>
                  <a:lnTo>
                    <a:pt x="1999488" y="0"/>
                  </a:lnTo>
                </a:path>
              </a:pathLst>
            </a:custGeom>
            <a:ln w="609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616074" y="4191000"/>
              <a:ext cx="2402205" cy="6350"/>
            </a:xfrm>
            <a:custGeom>
              <a:avLst/>
              <a:gdLst/>
              <a:ahLst/>
              <a:cxnLst/>
              <a:rect l="l" t="t" r="r" b="b"/>
              <a:pathLst>
                <a:path w="2402204" h="6350">
                  <a:moveTo>
                    <a:pt x="0" y="0"/>
                  </a:moveTo>
                  <a:lnTo>
                    <a:pt x="48767" y="0"/>
                  </a:lnTo>
                </a:path>
                <a:path w="2402204" h="6350">
                  <a:moveTo>
                    <a:pt x="755903" y="0"/>
                  </a:moveTo>
                  <a:lnTo>
                    <a:pt x="804671" y="0"/>
                  </a:lnTo>
                </a:path>
                <a:path w="2402204" h="6350">
                  <a:moveTo>
                    <a:pt x="1158239" y="0"/>
                  </a:moveTo>
                  <a:lnTo>
                    <a:pt x="1207007" y="0"/>
                  </a:lnTo>
                </a:path>
                <a:path w="2402204" h="6350">
                  <a:moveTo>
                    <a:pt x="2395728" y="6095"/>
                  </a:moveTo>
                  <a:lnTo>
                    <a:pt x="2401823" y="609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11802" y="4133088"/>
              <a:ext cx="85343" cy="7315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883786" y="4209288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0" y="0"/>
                  </a:moveTo>
                  <a:lnTo>
                    <a:pt x="6095" y="0"/>
                  </a:lnTo>
                </a:path>
                <a:path w="79375">
                  <a:moveTo>
                    <a:pt x="73151" y="0"/>
                  </a:moveTo>
                  <a:lnTo>
                    <a:pt x="79247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50842" y="4200144"/>
              <a:ext cx="140207" cy="2438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889882" y="4221480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6095" y="0"/>
                  </a:lnTo>
                </a:path>
                <a:path w="195579">
                  <a:moveTo>
                    <a:pt x="188975" y="0"/>
                  </a:moveTo>
                  <a:lnTo>
                    <a:pt x="195071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665098" y="4233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895978" y="4233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072762" y="4233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805306" y="4239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902074" y="4239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066665" y="4239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811402" y="4245864"/>
              <a:ext cx="3255645" cy="0"/>
            </a:xfrm>
            <a:custGeom>
              <a:avLst/>
              <a:gdLst/>
              <a:ahLst/>
              <a:cxnLst/>
              <a:rect l="l" t="t" r="r" b="b"/>
              <a:pathLst>
                <a:path w="3255645">
                  <a:moveTo>
                    <a:pt x="0" y="0"/>
                  </a:moveTo>
                  <a:lnTo>
                    <a:pt x="6095" y="0"/>
                  </a:lnTo>
                </a:path>
                <a:path w="3255645">
                  <a:moveTo>
                    <a:pt x="3249167" y="0"/>
                  </a:moveTo>
                  <a:lnTo>
                    <a:pt x="3255263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52906" y="42519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46810" y="4251960"/>
              <a:ext cx="177165" cy="6350"/>
            </a:xfrm>
            <a:custGeom>
              <a:avLst/>
              <a:gdLst/>
              <a:ahLst/>
              <a:cxnLst/>
              <a:rect l="l" t="t" r="r" b="b"/>
              <a:pathLst>
                <a:path w="177164" h="6350">
                  <a:moveTo>
                    <a:pt x="170687" y="0"/>
                  </a:moveTo>
                  <a:lnTo>
                    <a:pt x="176783" y="0"/>
                  </a:lnTo>
                </a:path>
                <a:path w="177164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738250" y="42580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38D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823594" y="42580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34618" y="4270248"/>
              <a:ext cx="201295" cy="12700"/>
            </a:xfrm>
            <a:custGeom>
              <a:avLst/>
              <a:gdLst/>
              <a:ahLst/>
              <a:cxnLst/>
              <a:rect l="l" t="t" r="r" b="b"/>
              <a:pathLst>
                <a:path w="201295" h="12700">
                  <a:moveTo>
                    <a:pt x="6095" y="0"/>
                  </a:moveTo>
                  <a:lnTo>
                    <a:pt x="12191" y="0"/>
                  </a:lnTo>
                </a:path>
                <a:path w="201295" h="12700">
                  <a:moveTo>
                    <a:pt x="195072" y="0"/>
                  </a:moveTo>
                  <a:lnTo>
                    <a:pt x="201167" y="0"/>
                  </a:lnTo>
                </a:path>
                <a:path w="201295" h="12700">
                  <a:moveTo>
                    <a:pt x="0" y="12192"/>
                  </a:moveTo>
                  <a:lnTo>
                    <a:pt x="6095" y="12192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34618" y="42885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835786" y="42885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10875" y="4102608"/>
              <a:ext cx="5974078" cy="35356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634618" y="4337304"/>
              <a:ext cx="207645" cy="18415"/>
            </a:xfrm>
            <a:custGeom>
              <a:avLst/>
              <a:gdLst/>
              <a:ahLst/>
              <a:cxnLst/>
              <a:rect l="l" t="t" r="r" b="b"/>
              <a:pathLst>
                <a:path w="207645" h="18414">
                  <a:moveTo>
                    <a:pt x="201167" y="0"/>
                  </a:moveTo>
                  <a:lnTo>
                    <a:pt x="207263" y="0"/>
                  </a:lnTo>
                </a:path>
                <a:path w="207645" h="18414">
                  <a:moveTo>
                    <a:pt x="0" y="6096"/>
                  </a:moveTo>
                  <a:lnTo>
                    <a:pt x="6095" y="6096"/>
                  </a:lnTo>
                </a:path>
                <a:path w="207645" h="18414">
                  <a:moveTo>
                    <a:pt x="6095" y="18287"/>
                  </a:moveTo>
                  <a:lnTo>
                    <a:pt x="12191" y="18287"/>
                  </a:lnTo>
                </a:path>
                <a:path w="207645" h="18414">
                  <a:moveTo>
                    <a:pt x="195072" y="18287"/>
                  </a:moveTo>
                  <a:lnTo>
                    <a:pt x="201167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32026" y="43555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46810" y="43677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823594" y="43677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652906" y="43738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17498" y="43738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811402" y="43799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665098" y="43921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408297" y="44531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E8E8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25930" y="4456176"/>
              <a:ext cx="24383" cy="6095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232026" y="44653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677290" y="45201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817498" y="4526280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0"/>
                  </a:moveTo>
                  <a:lnTo>
                    <a:pt x="6095" y="0"/>
                  </a:lnTo>
                </a:path>
                <a:path w="12700" h="6350">
                  <a:moveTo>
                    <a:pt x="6096" y="6096"/>
                  </a:moveTo>
                  <a:lnTo>
                    <a:pt x="12191" y="6096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665098" y="45384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659002" y="4538472"/>
              <a:ext cx="177165" cy="6350"/>
            </a:xfrm>
            <a:custGeom>
              <a:avLst/>
              <a:gdLst/>
              <a:ahLst/>
              <a:cxnLst/>
              <a:rect l="l" t="t" r="r" b="b"/>
              <a:pathLst>
                <a:path w="177164" h="6350">
                  <a:moveTo>
                    <a:pt x="170688" y="0"/>
                  </a:moveTo>
                  <a:lnTo>
                    <a:pt x="176783" y="0"/>
                  </a:lnTo>
                </a:path>
                <a:path w="177164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744346" y="4544568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835786" y="45445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52906" y="45567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726058" y="45567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646810" y="4556760"/>
              <a:ext cx="201295" cy="12700"/>
            </a:xfrm>
            <a:custGeom>
              <a:avLst/>
              <a:gdLst/>
              <a:ahLst/>
              <a:cxnLst/>
              <a:rect l="l" t="t" r="r" b="b"/>
              <a:pathLst>
                <a:path w="201295" h="12700">
                  <a:moveTo>
                    <a:pt x="195072" y="0"/>
                  </a:moveTo>
                  <a:lnTo>
                    <a:pt x="201167" y="0"/>
                  </a:lnTo>
                </a:path>
                <a:path w="201295" h="12700">
                  <a:moveTo>
                    <a:pt x="0" y="12192"/>
                  </a:moveTo>
                  <a:lnTo>
                    <a:pt x="6095" y="12192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0714" y="4523232"/>
              <a:ext cx="140207" cy="7315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719962" y="45689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3646810" y="45750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847978" y="45750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732154" y="45933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713866" y="4605528"/>
              <a:ext cx="140335" cy="18415"/>
            </a:xfrm>
            <a:custGeom>
              <a:avLst/>
              <a:gdLst/>
              <a:ahLst/>
              <a:cxnLst/>
              <a:rect l="l" t="t" r="r" b="b"/>
              <a:pathLst>
                <a:path w="140335" h="18414">
                  <a:moveTo>
                    <a:pt x="0" y="0"/>
                  </a:moveTo>
                  <a:lnTo>
                    <a:pt x="12191" y="0"/>
                  </a:lnTo>
                </a:path>
                <a:path w="140335" h="18414">
                  <a:moveTo>
                    <a:pt x="134112" y="18287"/>
                  </a:moveTo>
                  <a:lnTo>
                    <a:pt x="140207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914265" y="46238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646810" y="46299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0875" y="4450080"/>
              <a:ext cx="5809486" cy="335279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3652906" y="4642104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6095" y="0"/>
                  </a:lnTo>
                </a:path>
                <a:path w="195579">
                  <a:moveTo>
                    <a:pt x="188975" y="0"/>
                  </a:moveTo>
                  <a:lnTo>
                    <a:pt x="195071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6902074" y="46421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6895978" y="4642104"/>
              <a:ext cx="177165" cy="6350"/>
            </a:xfrm>
            <a:custGeom>
              <a:avLst/>
              <a:gdLst/>
              <a:ahLst/>
              <a:cxnLst/>
              <a:rect l="l" t="t" r="r" b="b"/>
              <a:pathLst>
                <a:path w="177165" h="6350">
                  <a:moveTo>
                    <a:pt x="170687" y="0"/>
                  </a:moveTo>
                  <a:lnTo>
                    <a:pt x="176783" y="0"/>
                  </a:lnTo>
                </a:path>
                <a:path w="177165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7072762" y="46482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659002" y="46542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835786" y="46542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87418" y="4626864"/>
              <a:ext cx="79247" cy="36575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665098" y="46603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3829690" y="46603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889882" y="4660392"/>
              <a:ext cx="195580" cy="0"/>
            </a:xfrm>
            <a:custGeom>
              <a:avLst/>
              <a:gdLst/>
              <a:ahLst/>
              <a:cxnLst/>
              <a:rect l="l" t="t" r="r" b="b"/>
              <a:pathLst>
                <a:path w="195579">
                  <a:moveTo>
                    <a:pt x="0" y="0"/>
                  </a:moveTo>
                  <a:lnTo>
                    <a:pt x="6095" y="0"/>
                  </a:lnTo>
                </a:path>
                <a:path w="195579">
                  <a:moveTo>
                    <a:pt x="188975" y="0"/>
                  </a:moveTo>
                  <a:lnTo>
                    <a:pt x="195071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823594" y="46664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981321" y="46664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883786" y="4666488"/>
              <a:ext cx="121920" cy="6350"/>
            </a:xfrm>
            <a:custGeom>
              <a:avLst/>
              <a:gdLst/>
              <a:ahLst/>
              <a:cxnLst/>
              <a:rect l="l" t="t" r="r" b="b"/>
              <a:pathLst>
                <a:path w="121920" h="6350">
                  <a:moveTo>
                    <a:pt x="115824" y="0"/>
                  </a:moveTo>
                  <a:lnTo>
                    <a:pt x="121919" y="0"/>
                  </a:lnTo>
                </a:path>
                <a:path w="121920" h="6350">
                  <a:moveTo>
                    <a:pt x="0" y="6095"/>
                  </a:moveTo>
                  <a:lnTo>
                    <a:pt x="6095" y="609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981321" y="4672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257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999609" y="4672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883786" y="46786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975226" y="46786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C34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999609" y="4678680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>
                  <a:moveTo>
                    <a:pt x="0" y="0"/>
                  </a:moveTo>
                  <a:lnTo>
                    <a:pt x="6095" y="0"/>
                  </a:lnTo>
                </a:path>
                <a:path w="91440">
                  <a:moveTo>
                    <a:pt x="85344" y="0"/>
                  </a:moveTo>
                  <a:lnTo>
                    <a:pt x="91439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969130" y="46847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999609" y="46847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969130" y="4690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257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6999609" y="4690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963034" y="4696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C34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6999609" y="4696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77690" y="4626864"/>
              <a:ext cx="152399" cy="115823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956938" y="47030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999609" y="47030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6956938" y="4709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257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6999609" y="4709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950842" y="47152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C34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999609" y="47152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6944746" y="47213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6883786" y="4721352"/>
              <a:ext cx="207645" cy="36830"/>
            </a:xfrm>
            <a:custGeom>
              <a:avLst/>
              <a:gdLst/>
              <a:ahLst/>
              <a:cxnLst/>
              <a:rect l="l" t="t" r="r" b="b"/>
              <a:pathLst>
                <a:path w="207645" h="36829">
                  <a:moveTo>
                    <a:pt x="115824" y="0"/>
                  </a:moveTo>
                  <a:lnTo>
                    <a:pt x="121919" y="0"/>
                  </a:lnTo>
                </a:path>
                <a:path w="207645" h="36829">
                  <a:moveTo>
                    <a:pt x="201168" y="6095"/>
                  </a:moveTo>
                  <a:lnTo>
                    <a:pt x="207263" y="6095"/>
                  </a:lnTo>
                </a:path>
                <a:path w="207645" h="36829">
                  <a:moveTo>
                    <a:pt x="0" y="12191"/>
                  </a:moveTo>
                  <a:lnTo>
                    <a:pt x="6095" y="12191"/>
                  </a:lnTo>
                </a:path>
                <a:path w="207645" h="36829">
                  <a:moveTo>
                    <a:pt x="115824" y="12191"/>
                  </a:moveTo>
                  <a:lnTo>
                    <a:pt x="121919" y="12191"/>
                  </a:lnTo>
                </a:path>
                <a:path w="207645" h="36829">
                  <a:moveTo>
                    <a:pt x="115824" y="18287"/>
                  </a:moveTo>
                  <a:lnTo>
                    <a:pt x="121919" y="18287"/>
                  </a:lnTo>
                </a:path>
                <a:path w="207645" h="36829">
                  <a:moveTo>
                    <a:pt x="6096" y="24383"/>
                  </a:moveTo>
                  <a:lnTo>
                    <a:pt x="12191" y="24383"/>
                  </a:lnTo>
                </a:path>
                <a:path w="207645" h="36829">
                  <a:moveTo>
                    <a:pt x="115824" y="24383"/>
                  </a:moveTo>
                  <a:lnTo>
                    <a:pt x="121919" y="24383"/>
                  </a:lnTo>
                </a:path>
                <a:path w="207645" h="36829">
                  <a:moveTo>
                    <a:pt x="195072" y="24383"/>
                  </a:moveTo>
                  <a:lnTo>
                    <a:pt x="201167" y="24383"/>
                  </a:lnTo>
                </a:path>
                <a:path w="207645" h="36829">
                  <a:moveTo>
                    <a:pt x="115824" y="30479"/>
                  </a:moveTo>
                  <a:lnTo>
                    <a:pt x="121919" y="30479"/>
                  </a:lnTo>
                </a:path>
                <a:path w="207645" h="36829">
                  <a:moveTo>
                    <a:pt x="12192" y="36575"/>
                  </a:moveTo>
                  <a:lnTo>
                    <a:pt x="18287" y="3657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7072762" y="47579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6902074" y="4764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7066665" y="4764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060570" y="47701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6914265" y="47823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560442" y="4800600"/>
              <a:ext cx="2011680" cy="0"/>
            </a:xfrm>
            <a:custGeom>
              <a:avLst/>
              <a:gdLst/>
              <a:ahLst/>
              <a:cxnLst/>
              <a:rect l="l" t="t" r="r" b="b"/>
              <a:pathLst>
                <a:path w="2011679">
                  <a:moveTo>
                    <a:pt x="0" y="0"/>
                  </a:moveTo>
                  <a:lnTo>
                    <a:pt x="2011679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04538" y="4651248"/>
              <a:ext cx="493776" cy="268223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29562" y="4785360"/>
              <a:ext cx="2706623" cy="249935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6926458" y="49103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67D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7066665" y="4916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475097" y="4916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072762" y="49225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914265" y="49286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078858" y="49286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6408297" y="493471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6908170" y="49347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7084953" y="49347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121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420490" y="4946904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79">
                  <a:moveTo>
                    <a:pt x="0" y="0"/>
                  </a:moveTo>
                  <a:lnTo>
                    <a:pt x="6095" y="0"/>
                  </a:lnTo>
                </a:path>
                <a:path w="487679">
                  <a:moveTo>
                    <a:pt x="481584" y="0"/>
                  </a:moveTo>
                  <a:lnTo>
                    <a:pt x="487679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6969130" y="49469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568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7091050" y="49469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969130" y="49530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568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895978" y="4959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969130" y="4959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568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895978" y="49651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969130" y="49651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84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7097146" y="49651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969130" y="49712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84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969130" y="4977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376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969130" y="4983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868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981321" y="4983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257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969130" y="49895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969130" y="4995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345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895978" y="5013960"/>
              <a:ext cx="207645" cy="18415"/>
            </a:xfrm>
            <a:custGeom>
              <a:avLst/>
              <a:gdLst/>
              <a:ahLst/>
              <a:cxnLst/>
              <a:rect l="l" t="t" r="r" b="b"/>
              <a:pathLst>
                <a:path w="207645" h="18414">
                  <a:moveTo>
                    <a:pt x="201167" y="0"/>
                  </a:moveTo>
                  <a:lnTo>
                    <a:pt x="207263" y="0"/>
                  </a:lnTo>
                </a:path>
                <a:path w="207645" h="18414">
                  <a:moveTo>
                    <a:pt x="0" y="6096"/>
                  </a:moveTo>
                  <a:lnTo>
                    <a:pt x="6095" y="6096"/>
                  </a:lnTo>
                </a:path>
                <a:path w="207645" h="18414">
                  <a:moveTo>
                    <a:pt x="6096" y="18287"/>
                  </a:moveTo>
                  <a:lnTo>
                    <a:pt x="12191" y="18287"/>
                  </a:lnTo>
                </a:path>
                <a:path w="207645" h="18414">
                  <a:moveTo>
                    <a:pt x="195072" y="18287"/>
                  </a:moveTo>
                  <a:lnTo>
                    <a:pt x="201167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7084953" y="50444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21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7078858" y="50505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D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7072762" y="50566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657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7560442" y="5507736"/>
              <a:ext cx="2011680" cy="0"/>
            </a:xfrm>
            <a:custGeom>
              <a:avLst/>
              <a:gdLst/>
              <a:ahLst/>
              <a:cxnLst/>
              <a:rect l="l" t="t" r="r" b="b"/>
              <a:pathLst>
                <a:path w="2011679">
                  <a:moveTo>
                    <a:pt x="0" y="0"/>
                  </a:moveTo>
                  <a:lnTo>
                    <a:pt x="2011679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572634" y="5519928"/>
              <a:ext cx="1993900" cy="0"/>
            </a:xfrm>
            <a:custGeom>
              <a:avLst/>
              <a:gdLst/>
              <a:ahLst/>
              <a:cxnLst/>
              <a:rect l="l" t="t" r="r" b="b"/>
              <a:pathLst>
                <a:path w="1993900">
                  <a:moveTo>
                    <a:pt x="0" y="0"/>
                  </a:moveTo>
                  <a:lnTo>
                    <a:pt x="1993392" y="0"/>
                  </a:lnTo>
                </a:path>
              </a:pathLst>
            </a:custGeom>
            <a:ln w="609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06305" y="4195572"/>
              <a:ext cx="2029964" cy="729996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1100209" y="4189476"/>
              <a:ext cx="2044064" cy="731520"/>
            </a:xfrm>
            <a:custGeom>
              <a:avLst/>
              <a:gdLst/>
              <a:ahLst/>
              <a:cxnLst/>
              <a:rect l="l" t="t" r="r" b="b"/>
              <a:pathLst>
                <a:path w="2044064" h="731520">
                  <a:moveTo>
                    <a:pt x="2043681" y="729996"/>
                  </a:moveTo>
                  <a:lnTo>
                    <a:pt x="2043681" y="3048"/>
                  </a:lnTo>
                  <a:lnTo>
                    <a:pt x="2040633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729996"/>
                  </a:lnTo>
                  <a:lnTo>
                    <a:pt x="3048" y="731520"/>
                  </a:lnTo>
                  <a:lnTo>
                    <a:pt x="6096" y="731520"/>
                  </a:lnTo>
                  <a:lnTo>
                    <a:pt x="6096" y="13716"/>
                  </a:lnTo>
                  <a:lnTo>
                    <a:pt x="12192" y="6096"/>
                  </a:lnTo>
                  <a:lnTo>
                    <a:pt x="12192" y="13716"/>
                  </a:lnTo>
                  <a:lnTo>
                    <a:pt x="2029965" y="13716"/>
                  </a:lnTo>
                  <a:lnTo>
                    <a:pt x="2029965" y="6096"/>
                  </a:lnTo>
                  <a:lnTo>
                    <a:pt x="2036061" y="13716"/>
                  </a:lnTo>
                  <a:lnTo>
                    <a:pt x="2036061" y="731520"/>
                  </a:lnTo>
                  <a:lnTo>
                    <a:pt x="2040633" y="731520"/>
                  </a:lnTo>
                  <a:lnTo>
                    <a:pt x="2043681" y="729996"/>
                  </a:lnTo>
                  <a:close/>
                </a:path>
                <a:path w="2044064" h="731520">
                  <a:moveTo>
                    <a:pt x="12192" y="13716"/>
                  </a:moveTo>
                  <a:lnTo>
                    <a:pt x="12192" y="6096"/>
                  </a:lnTo>
                  <a:lnTo>
                    <a:pt x="6096" y="13716"/>
                  </a:lnTo>
                  <a:lnTo>
                    <a:pt x="12192" y="13716"/>
                  </a:lnTo>
                  <a:close/>
                </a:path>
                <a:path w="2044064" h="731520">
                  <a:moveTo>
                    <a:pt x="12192" y="719328"/>
                  </a:moveTo>
                  <a:lnTo>
                    <a:pt x="12192" y="13716"/>
                  </a:lnTo>
                  <a:lnTo>
                    <a:pt x="6096" y="13716"/>
                  </a:lnTo>
                  <a:lnTo>
                    <a:pt x="6096" y="719328"/>
                  </a:lnTo>
                  <a:lnTo>
                    <a:pt x="12192" y="719328"/>
                  </a:lnTo>
                  <a:close/>
                </a:path>
                <a:path w="2044064" h="731520">
                  <a:moveTo>
                    <a:pt x="2036061" y="719328"/>
                  </a:moveTo>
                  <a:lnTo>
                    <a:pt x="6096" y="719328"/>
                  </a:lnTo>
                  <a:lnTo>
                    <a:pt x="12192" y="725424"/>
                  </a:lnTo>
                  <a:lnTo>
                    <a:pt x="12192" y="731520"/>
                  </a:lnTo>
                  <a:lnTo>
                    <a:pt x="2029965" y="731520"/>
                  </a:lnTo>
                  <a:lnTo>
                    <a:pt x="2029965" y="725424"/>
                  </a:lnTo>
                  <a:lnTo>
                    <a:pt x="2036061" y="719328"/>
                  </a:lnTo>
                  <a:close/>
                </a:path>
                <a:path w="2044064" h="731520">
                  <a:moveTo>
                    <a:pt x="12192" y="731520"/>
                  </a:moveTo>
                  <a:lnTo>
                    <a:pt x="12192" y="725424"/>
                  </a:lnTo>
                  <a:lnTo>
                    <a:pt x="6096" y="719328"/>
                  </a:lnTo>
                  <a:lnTo>
                    <a:pt x="6096" y="731520"/>
                  </a:lnTo>
                  <a:lnTo>
                    <a:pt x="12192" y="731520"/>
                  </a:lnTo>
                  <a:close/>
                </a:path>
                <a:path w="2044064" h="731520">
                  <a:moveTo>
                    <a:pt x="2036061" y="13716"/>
                  </a:moveTo>
                  <a:lnTo>
                    <a:pt x="2029965" y="6096"/>
                  </a:lnTo>
                  <a:lnTo>
                    <a:pt x="2029965" y="13716"/>
                  </a:lnTo>
                  <a:lnTo>
                    <a:pt x="2036061" y="13716"/>
                  </a:lnTo>
                  <a:close/>
                </a:path>
                <a:path w="2044064" h="731520">
                  <a:moveTo>
                    <a:pt x="2036061" y="719328"/>
                  </a:moveTo>
                  <a:lnTo>
                    <a:pt x="2036061" y="13716"/>
                  </a:lnTo>
                  <a:lnTo>
                    <a:pt x="2029965" y="13716"/>
                  </a:lnTo>
                  <a:lnTo>
                    <a:pt x="2029965" y="719328"/>
                  </a:lnTo>
                  <a:lnTo>
                    <a:pt x="2036061" y="719328"/>
                  </a:lnTo>
                  <a:close/>
                </a:path>
                <a:path w="2044064" h="731520">
                  <a:moveTo>
                    <a:pt x="2036061" y="731520"/>
                  </a:moveTo>
                  <a:lnTo>
                    <a:pt x="2036061" y="719328"/>
                  </a:lnTo>
                  <a:lnTo>
                    <a:pt x="2029965" y="725424"/>
                  </a:lnTo>
                  <a:lnTo>
                    <a:pt x="2029965" y="731520"/>
                  </a:lnTo>
                  <a:lnTo>
                    <a:pt x="2036061" y="731520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28921" y="4785360"/>
              <a:ext cx="2758439" cy="739139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55470" y="4081272"/>
              <a:ext cx="1981199" cy="838199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4343278" y="4069080"/>
              <a:ext cx="2007235" cy="864235"/>
            </a:xfrm>
            <a:custGeom>
              <a:avLst/>
              <a:gdLst/>
              <a:ahLst/>
              <a:cxnLst/>
              <a:rect l="l" t="t" r="r" b="b"/>
              <a:pathLst>
                <a:path w="2007235" h="864235">
                  <a:moveTo>
                    <a:pt x="2007108" y="858012"/>
                  </a:moveTo>
                  <a:lnTo>
                    <a:pt x="2007108" y="6096"/>
                  </a:lnTo>
                  <a:lnTo>
                    <a:pt x="2001012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858012"/>
                  </a:lnTo>
                  <a:lnTo>
                    <a:pt x="6096" y="864108"/>
                  </a:lnTo>
                  <a:lnTo>
                    <a:pt x="12192" y="864108"/>
                  </a:lnTo>
                  <a:lnTo>
                    <a:pt x="12192" y="25908"/>
                  </a:lnTo>
                  <a:lnTo>
                    <a:pt x="25908" y="12192"/>
                  </a:lnTo>
                  <a:lnTo>
                    <a:pt x="25908" y="25908"/>
                  </a:lnTo>
                  <a:lnTo>
                    <a:pt x="1981200" y="25908"/>
                  </a:lnTo>
                  <a:lnTo>
                    <a:pt x="1981200" y="12192"/>
                  </a:lnTo>
                  <a:lnTo>
                    <a:pt x="1993392" y="25908"/>
                  </a:lnTo>
                  <a:lnTo>
                    <a:pt x="1993392" y="864108"/>
                  </a:lnTo>
                  <a:lnTo>
                    <a:pt x="2001012" y="864108"/>
                  </a:lnTo>
                  <a:lnTo>
                    <a:pt x="2007108" y="858012"/>
                  </a:lnTo>
                  <a:close/>
                </a:path>
                <a:path w="2007235" h="864235">
                  <a:moveTo>
                    <a:pt x="25908" y="25908"/>
                  </a:moveTo>
                  <a:lnTo>
                    <a:pt x="25908" y="12192"/>
                  </a:lnTo>
                  <a:lnTo>
                    <a:pt x="12192" y="25908"/>
                  </a:lnTo>
                  <a:lnTo>
                    <a:pt x="25908" y="25908"/>
                  </a:lnTo>
                  <a:close/>
                </a:path>
                <a:path w="2007235" h="864235">
                  <a:moveTo>
                    <a:pt x="25908" y="838200"/>
                  </a:moveTo>
                  <a:lnTo>
                    <a:pt x="25908" y="25908"/>
                  </a:lnTo>
                  <a:lnTo>
                    <a:pt x="12192" y="25908"/>
                  </a:lnTo>
                  <a:lnTo>
                    <a:pt x="12192" y="838200"/>
                  </a:lnTo>
                  <a:lnTo>
                    <a:pt x="25908" y="838200"/>
                  </a:lnTo>
                  <a:close/>
                </a:path>
                <a:path w="2007235" h="864235">
                  <a:moveTo>
                    <a:pt x="1993392" y="838200"/>
                  </a:moveTo>
                  <a:lnTo>
                    <a:pt x="12192" y="838200"/>
                  </a:lnTo>
                  <a:lnTo>
                    <a:pt x="25908" y="850392"/>
                  </a:lnTo>
                  <a:lnTo>
                    <a:pt x="25908" y="864108"/>
                  </a:lnTo>
                  <a:lnTo>
                    <a:pt x="1981200" y="864108"/>
                  </a:lnTo>
                  <a:lnTo>
                    <a:pt x="1981200" y="850392"/>
                  </a:lnTo>
                  <a:lnTo>
                    <a:pt x="1993392" y="838200"/>
                  </a:lnTo>
                  <a:close/>
                </a:path>
                <a:path w="2007235" h="864235">
                  <a:moveTo>
                    <a:pt x="25908" y="864108"/>
                  </a:moveTo>
                  <a:lnTo>
                    <a:pt x="25908" y="850392"/>
                  </a:lnTo>
                  <a:lnTo>
                    <a:pt x="12192" y="838200"/>
                  </a:lnTo>
                  <a:lnTo>
                    <a:pt x="12192" y="864108"/>
                  </a:lnTo>
                  <a:lnTo>
                    <a:pt x="25908" y="864108"/>
                  </a:lnTo>
                  <a:close/>
                </a:path>
                <a:path w="2007235" h="864235">
                  <a:moveTo>
                    <a:pt x="1993392" y="25908"/>
                  </a:moveTo>
                  <a:lnTo>
                    <a:pt x="1981200" y="12192"/>
                  </a:lnTo>
                  <a:lnTo>
                    <a:pt x="1981200" y="25908"/>
                  </a:lnTo>
                  <a:lnTo>
                    <a:pt x="1993392" y="25908"/>
                  </a:lnTo>
                  <a:close/>
                </a:path>
                <a:path w="2007235" h="864235">
                  <a:moveTo>
                    <a:pt x="1993392" y="838200"/>
                  </a:moveTo>
                  <a:lnTo>
                    <a:pt x="1993392" y="25908"/>
                  </a:lnTo>
                  <a:lnTo>
                    <a:pt x="1981200" y="25908"/>
                  </a:lnTo>
                  <a:lnTo>
                    <a:pt x="1981200" y="838200"/>
                  </a:lnTo>
                  <a:lnTo>
                    <a:pt x="1993392" y="838200"/>
                  </a:lnTo>
                  <a:close/>
                </a:path>
                <a:path w="2007235" h="864235">
                  <a:moveTo>
                    <a:pt x="1993392" y="864108"/>
                  </a:moveTo>
                  <a:lnTo>
                    <a:pt x="1993392" y="838200"/>
                  </a:lnTo>
                  <a:lnTo>
                    <a:pt x="1981200" y="850392"/>
                  </a:lnTo>
                  <a:lnTo>
                    <a:pt x="1981200" y="864108"/>
                  </a:lnTo>
                  <a:lnTo>
                    <a:pt x="1993392" y="864108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542153" y="3777996"/>
              <a:ext cx="2033015" cy="428244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7533005" y="3778008"/>
              <a:ext cx="2066925" cy="1760220"/>
            </a:xfrm>
            <a:custGeom>
              <a:avLst/>
              <a:gdLst/>
              <a:ahLst/>
              <a:cxnLst/>
              <a:rect l="l" t="t" r="r" b="b"/>
              <a:pathLst>
                <a:path w="2066925" h="1760220">
                  <a:moveTo>
                    <a:pt x="2055876" y="0"/>
                  </a:moveTo>
                  <a:lnTo>
                    <a:pt x="2029968" y="0"/>
                  </a:lnTo>
                  <a:lnTo>
                    <a:pt x="2029968" y="405384"/>
                  </a:lnTo>
                  <a:lnTo>
                    <a:pt x="25908" y="405384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425196"/>
                  </a:lnTo>
                  <a:lnTo>
                    <a:pt x="6096" y="431292"/>
                  </a:lnTo>
                  <a:lnTo>
                    <a:pt x="12192" y="431292"/>
                  </a:lnTo>
                  <a:lnTo>
                    <a:pt x="25908" y="431292"/>
                  </a:lnTo>
                  <a:lnTo>
                    <a:pt x="2029968" y="431292"/>
                  </a:lnTo>
                  <a:lnTo>
                    <a:pt x="2042160" y="431292"/>
                  </a:lnTo>
                  <a:lnTo>
                    <a:pt x="2049780" y="431292"/>
                  </a:lnTo>
                  <a:lnTo>
                    <a:pt x="2055876" y="425196"/>
                  </a:lnTo>
                  <a:lnTo>
                    <a:pt x="2055876" y="0"/>
                  </a:lnTo>
                  <a:close/>
                </a:path>
                <a:path w="2066925" h="1760220">
                  <a:moveTo>
                    <a:pt x="2066544" y="1027176"/>
                  </a:moveTo>
                  <a:lnTo>
                    <a:pt x="2060448" y="1021080"/>
                  </a:lnTo>
                  <a:lnTo>
                    <a:pt x="2040636" y="1021080"/>
                  </a:lnTo>
                  <a:lnTo>
                    <a:pt x="2040636" y="1046988"/>
                  </a:lnTo>
                  <a:lnTo>
                    <a:pt x="2040636" y="1734312"/>
                  </a:lnTo>
                  <a:lnTo>
                    <a:pt x="36576" y="1734312"/>
                  </a:lnTo>
                  <a:lnTo>
                    <a:pt x="36576" y="1046988"/>
                  </a:lnTo>
                  <a:lnTo>
                    <a:pt x="2040636" y="1046988"/>
                  </a:lnTo>
                  <a:lnTo>
                    <a:pt x="2040636" y="1021080"/>
                  </a:lnTo>
                  <a:lnTo>
                    <a:pt x="16764" y="1021080"/>
                  </a:lnTo>
                  <a:lnTo>
                    <a:pt x="10668" y="1027176"/>
                  </a:lnTo>
                  <a:lnTo>
                    <a:pt x="10668" y="1754124"/>
                  </a:lnTo>
                  <a:lnTo>
                    <a:pt x="16764" y="1760220"/>
                  </a:lnTo>
                  <a:lnTo>
                    <a:pt x="22860" y="1760220"/>
                  </a:lnTo>
                  <a:lnTo>
                    <a:pt x="36576" y="1760220"/>
                  </a:lnTo>
                  <a:lnTo>
                    <a:pt x="2040636" y="1760220"/>
                  </a:lnTo>
                  <a:lnTo>
                    <a:pt x="2054352" y="1760220"/>
                  </a:lnTo>
                  <a:lnTo>
                    <a:pt x="2060448" y="1760220"/>
                  </a:lnTo>
                  <a:lnTo>
                    <a:pt x="2066544" y="1754124"/>
                  </a:lnTo>
                  <a:lnTo>
                    <a:pt x="2066544" y="1027176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78" name="object 17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992" y="1297939"/>
            <a:ext cx="54051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Scenarios</a:t>
            </a:r>
            <a:r>
              <a:rPr sz="4400" spc="-75" dirty="0"/>
              <a:t> </a:t>
            </a:r>
            <a:r>
              <a:rPr sz="4400" dirty="0"/>
              <a:t>of</a:t>
            </a:r>
            <a:r>
              <a:rPr sz="4400" spc="-55" dirty="0"/>
              <a:t> </a:t>
            </a:r>
            <a:r>
              <a:rPr sz="4400" spc="-30" dirty="0"/>
              <a:t>inter-</a:t>
            </a:r>
            <a:r>
              <a:rPr sz="4400" spc="-10" dirty="0"/>
              <a:t>cloud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315971"/>
            <a:ext cx="7525384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clause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provides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scenarios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involving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inter- </a:t>
            </a:r>
            <a:r>
              <a:rPr sz="2000" dirty="0">
                <a:latin typeface="Calibri" panose="020F0502020204030204"/>
                <a:cs typeface="Calibri" panose="020F0502020204030204"/>
              </a:rPr>
              <a:t>cloud</a:t>
            </a:r>
            <a:r>
              <a:rPr sz="20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roles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identified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before.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inter-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peering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inter-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federation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inter-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20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20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broker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2852" y="1332991"/>
            <a:ext cx="6883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Scenario</a:t>
            </a:r>
            <a:r>
              <a:rPr sz="4000" spc="-75" dirty="0"/>
              <a:t> </a:t>
            </a:r>
            <a:r>
              <a:rPr sz="4000" dirty="0"/>
              <a:t>with</a:t>
            </a:r>
            <a:r>
              <a:rPr sz="4000" spc="-70" dirty="0"/>
              <a:t> </a:t>
            </a:r>
            <a:r>
              <a:rPr sz="4000" spc="-30" dirty="0"/>
              <a:t>inter-</a:t>
            </a:r>
            <a:r>
              <a:rPr sz="4000" dirty="0"/>
              <a:t>cloud</a:t>
            </a:r>
            <a:r>
              <a:rPr sz="4000" spc="-75" dirty="0"/>
              <a:t> </a:t>
            </a:r>
            <a:r>
              <a:rPr sz="4000" spc="-10" dirty="0"/>
              <a:t>peering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10017" y="2422651"/>
            <a:ext cx="8018780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5080" indent="-33972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directly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other.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exposes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own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interworking,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directly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CSP’s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11150" indent="-342900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406400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	In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figure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versa.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7718" y="4317491"/>
            <a:ext cx="1929764" cy="1987550"/>
          </a:xfrm>
          <a:custGeom>
            <a:avLst/>
            <a:gdLst/>
            <a:ahLst/>
            <a:cxnLst/>
            <a:rect l="l" t="t" r="r" b="b"/>
            <a:pathLst>
              <a:path w="1929764" h="1987550">
                <a:moveTo>
                  <a:pt x="0" y="0"/>
                </a:moveTo>
                <a:lnTo>
                  <a:pt x="0" y="1987295"/>
                </a:lnTo>
                <a:lnTo>
                  <a:pt x="1929383" y="1987295"/>
                </a:lnTo>
                <a:lnTo>
                  <a:pt x="1929383" y="0"/>
                </a:lnTo>
                <a:lnTo>
                  <a:pt x="0" y="0"/>
                </a:lnTo>
                <a:close/>
              </a:path>
            </a:pathLst>
          </a:custGeom>
          <a:ln w="12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74161" y="4364523"/>
            <a:ext cx="1917064" cy="6007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15290" marR="201295" indent="-203200">
              <a:lnSpc>
                <a:spcPct val="102000"/>
              </a:lnSpc>
              <a:spcBef>
                <a:spcPts val="80"/>
              </a:spcBef>
            </a:pPr>
            <a:r>
              <a:rPr sz="1850" dirty="0">
                <a:latin typeface="Arial MT"/>
                <a:cs typeface="Arial MT"/>
              </a:rPr>
              <a:t>Cloud</a:t>
            </a:r>
            <a:r>
              <a:rPr sz="1850" spc="5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Service </a:t>
            </a:r>
            <a:r>
              <a:rPr sz="1850" dirty="0">
                <a:latin typeface="Arial MT"/>
                <a:cs typeface="Arial MT"/>
              </a:rPr>
              <a:t>provider</a:t>
            </a:r>
            <a:r>
              <a:rPr sz="1850" spc="9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A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46853" y="4317491"/>
            <a:ext cx="1929764" cy="1987550"/>
          </a:xfrm>
          <a:custGeom>
            <a:avLst/>
            <a:gdLst/>
            <a:ahLst/>
            <a:cxnLst/>
            <a:rect l="l" t="t" r="r" b="b"/>
            <a:pathLst>
              <a:path w="1929765" h="1987550">
                <a:moveTo>
                  <a:pt x="0" y="0"/>
                </a:moveTo>
                <a:lnTo>
                  <a:pt x="0" y="1987295"/>
                </a:lnTo>
                <a:lnTo>
                  <a:pt x="1929383" y="1987295"/>
                </a:lnTo>
                <a:lnTo>
                  <a:pt x="1929383" y="0"/>
                </a:lnTo>
                <a:lnTo>
                  <a:pt x="0" y="0"/>
                </a:lnTo>
                <a:close/>
              </a:path>
            </a:pathLst>
          </a:custGeom>
          <a:ln w="12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46853" y="4364523"/>
            <a:ext cx="1923414" cy="6007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20370" marR="201295" indent="-201295">
              <a:lnSpc>
                <a:spcPct val="102000"/>
              </a:lnSpc>
              <a:spcBef>
                <a:spcPts val="80"/>
              </a:spcBef>
            </a:pPr>
            <a:r>
              <a:rPr sz="1850" dirty="0">
                <a:latin typeface="Arial MT"/>
                <a:cs typeface="Arial MT"/>
              </a:rPr>
              <a:t>Cloud</a:t>
            </a:r>
            <a:r>
              <a:rPr sz="1850" spc="5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Service </a:t>
            </a:r>
            <a:r>
              <a:rPr sz="1850" dirty="0">
                <a:latin typeface="Arial MT"/>
                <a:cs typeface="Arial MT"/>
              </a:rPr>
              <a:t>provider</a:t>
            </a:r>
            <a:r>
              <a:rPr sz="1850" spc="90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B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6429" y="5021592"/>
            <a:ext cx="3369945" cy="501650"/>
          </a:xfrm>
          <a:custGeom>
            <a:avLst/>
            <a:gdLst/>
            <a:ahLst/>
            <a:cxnLst/>
            <a:rect l="l" t="t" r="r" b="b"/>
            <a:pathLst>
              <a:path w="3369945" h="501650">
                <a:moveTo>
                  <a:pt x="3360420" y="50292"/>
                </a:moveTo>
                <a:lnTo>
                  <a:pt x="3258312" y="0"/>
                </a:lnTo>
                <a:lnTo>
                  <a:pt x="3258312" y="42672"/>
                </a:lnTo>
                <a:lnTo>
                  <a:pt x="3048" y="42672"/>
                </a:lnTo>
                <a:lnTo>
                  <a:pt x="0" y="45720"/>
                </a:lnTo>
                <a:lnTo>
                  <a:pt x="0" y="56388"/>
                </a:lnTo>
                <a:lnTo>
                  <a:pt x="3048" y="59436"/>
                </a:lnTo>
                <a:lnTo>
                  <a:pt x="3258312" y="59436"/>
                </a:lnTo>
                <a:lnTo>
                  <a:pt x="3258312" y="102108"/>
                </a:lnTo>
                <a:lnTo>
                  <a:pt x="3284220" y="88950"/>
                </a:lnTo>
                <a:lnTo>
                  <a:pt x="3360420" y="50292"/>
                </a:lnTo>
                <a:close/>
              </a:path>
              <a:path w="3369945" h="501650">
                <a:moveTo>
                  <a:pt x="3369564" y="445008"/>
                </a:moveTo>
                <a:lnTo>
                  <a:pt x="3366516" y="441960"/>
                </a:lnTo>
                <a:lnTo>
                  <a:pt x="111252" y="441960"/>
                </a:lnTo>
                <a:lnTo>
                  <a:pt x="111252" y="399288"/>
                </a:lnTo>
                <a:lnTo>
                  <a:pt x="7620" y="449580"/>
                </a:lnTo>
                <a:lnTo>
                  <a:pt x="85344" y="488442"/>
                </a:lnTo>
                <a:lnTo>
                  <a:pt x="111252" y="501396"/>
                </a:lnTo>
                <a:lnTo>
                  <a:pt x="111252" y="458724"/>
                </a:lnTo>
                <a:lnTo>
                  <a:pt x="3366516" y="458724"/>
                </a:lnTo>
                <a:lnTo>
                  <a:pt x="3369564" y="454152"/>
                </a:lnTo>
                <a:lnTo>
                  <a:pt x="3369564" y="445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99035" y="4611664"/>
            <a:ext cx="731520" cy="87312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50" spc="-10" dirty="0">
                <a:latin typeface="Arial MT"/>
                <a:cs typeface="Arial MT"/>
              </a:rPr>
              <a:t>API(B)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850" spc="-10" dirty="0">
                <a:latin typeface="Arial MT"/>
                <a:cs typeface="Arial MT"/>
              </a:rPr>
              <a:t>API(A)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9050" y="6577370"/>
            <a:ext cx="534860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14400" algn="l"/>
              </a:tabLst>
            </a:pPr>
            <a:r>
              <a:rPr sz="1850" spc="-10" dirty="0">
                <a:latin typeface="Arial MT"/>
                <a:cs typeface="Arial MT"/>
              </a:rPr>
              <a:t>API(X):</a:t>
            </a:r>
            <a:r>
              <a:rPr sz="1850" dirty="0">
                <a:latin typeface="Arial MT"/>
                <a:cs typeface="Arial MT"/>
              </a:rPr>
              <a:t>	API</a:t>
            </a:r>
            <a:r>
              <a:rPr sz="1850" spc="8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provided</a:t>
            </a:r>
            <a:r>
              <a:rPr sz="1850" spc="8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by</a:t>
            </a:r>
            <a:r>
              <a:rPr sz="1850" spc="10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Cloud</a:t>
            </a:r>
            <a:r>
              <a:rPr sz="1850" spc="114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Service</a:t>
            </a:r>
            <a:r>
              <a:rPr sz="1850" spc="114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provider</a:t>
            </a:r>
            <a:r>
              <a:rPr sz="1850" spc="1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X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73814" y="4299204"/>
            <a:ext cx="1918970" cy="2007235"/>
            <a:chOff x="1773814" y="4299204"/>
            <a:chExt cx="1918970" cy="2007235"/>
          </a:xfrm>
        </p:grpSpPr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86006" y="4311396"/>
              <a:ext cx="1894331" cy="19811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73814" y="4299204"/>
              <a:ext cx="1918970" cy="2007235"/>
            </a:xfrm>
            <a:custGeom>
              <a:avLst/>
              <a:gdLst/>
              <a:ahLst/>
              <a:cxnLst/>
              <a:rect l="l" t="t" r="r" b="b"/>
              <a:pathLst>
                <a:path w="1918970" h="2007235">
                  <a:moveTo>
                    <a:pt x="1918716" y="2001012"/>
                  </a:moveTo>
                  <a:lnTo>
                    <a:pt x="1918716" y="6096"/>
                  </a:lnTo>
                  <a:lnTo>
                    <a:pt x="191262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001012"/>
                  </a:lnTo>
                  <a:lnTo>
                    <a:pt x="4572" y="2007108"/>
                  </a:lnTo>
                  <a:lnTo>
                    <a:pt x="12192" y="2007108"/>
                  </a:lnTo>
                  <a:lnTo>
                    <a:pt x="12192" y="25908"/>
                  </a:lnTo>
                  <a:lnTo>
                    <a:pt x="24384" y="12192"/>
                  </a:lnTo>
                  <a:lnTo>
                    <a:pt x="24384" y="25908"/>
                  </a:lnTo>
                  <a:lnTo>
                    <a:pt x="1892808" y="25908"/>
                  </a:lnTo>
                  <a:lnTo>
                    <a:pt x="1892808" y="12192"/>
                  </a:lnTo>
                  <a:lnTo>
                    <a:pt x="1906524" y="25908"/>
                  </a:lnTo>
                  <a:lnTo>
                    <a:pt x="1906524" y="2007108"/>
                  </a:lnTo>
                  <a:lnTo>
                    <a:pt x="1912620" y="2007108"/>
                  </a:lnTo>
                  <a:lnTo>
                    <a:pt x="1918716" y="2001012"/>
                  </a:lnTo>
                  <a:close/>
                </a:path>
                <a:path w="1918970" h="2007235">
                  <a:moveTo>
                    <a:pt x="24384" y="25908"/>
                  </a:moveTo>
                  <a:lnTo>
                    <a:pt x="24384" y="12192"/>
                  </a:lnTo>
                  <a:lnTo>
                    <a:pt x="12192" y="25908"/>
                  </a:lnTo>
                  <a:lnTo>
                    <a:pt x="24384" y="25908"/>
                  </a:lnTo>
                  <a:close/>
                </a:path>
                <a:path w="1918970" h="2007235">
                  <a:moveTo>
                    <a:pt x="24384" y="1981200"/>
                  </a:moveTo>
                  <a:lnTo>
                    <a:pt x="24384" y="25908"/>
                  </a:lnTo>
                  <a:lnTo>
                    <a:pt x="12192" y="25908"/>
                  </a:lnTo>
                  <a:lnTo>
                    <a:pt x="12192" y="1981200"/>
                  </a:lnTo>
                  <a:lnTo>
                    <a:pt x="24384" y="1981200"/>
                  </a:lnTo>
                  <a:close/>
                </a:path>
                <a:path w="1918970" h="2007235">
                  <a:moveTo>
                    <a:pt x="1906524" y="1981200"/>
                  </a:moveTo>
                  <a:lnTo>
                    <a:pt x="12192" y="1981200"/>
                  </a:lnTo>
                  <a:lnTo>
                    <a:pt x="24384" y="1993392"/>
                  </a:lnTo>
                  <a:lnTo>
                    <a:pt x="24384" y="2007108"/>
                  </a:lnTo>
                  <a:lnTo>
                    <a:pt x="1892808" y="2007108"/>
                  </a:lnTo>
                  <a:lnTo>
                    <a:pt x="1892808" y="1993392"/>
                  </a:lnTo>
                  <a:lnTo>
                    <a:pt x="1906524" y="1981200"/>
                  </a:lnTo>
                  <a:close/>
                </a:path>
                <a:path w="1918970" h="2007235">
                  <a:moveTo>
                    <a:pt x="24384" y="2007108"/>
                  </a:moveTo>
                  <a:lnTo>
                    <a:pt x="24384" y="1993392"/>
                  </a:lnTo>
                  <a:lnTo>
                    <a:pt x="12192" y="1981200"/>
                  </a:lnTo>
                  <a:lnTo>
                    <a:pt x="12192" y="2007108"/>
                  </a:lnTo>
                  <a:lnTo>
                    <a:pt x="24384" y="2007108"/>
                  </a:lnTo>
                  <a:close/>
                </a:path>
                <a:path w="1918970" h="2007235">
                  <a:moveTo>
                    <a:pt x="1906524" y="25908"/>
                  </a:moveTo>
                  <a:lnTo>
                    <a:pt x="1892808" y="12192"/>
                  </a:lnTo>
                  <a:lnTo>
                    <a:pt x="1892808" y="25908"/>
                  </a:lnTo>
                  <a:lnTo>
                    <a:pt x="1906524" y="25908"/>
                  </a:lnTo>
                  <a:close/>
                </a:path>
                <a:path w="1918970" h="2007235">
                  <a:moveTo>
                    <a:pt x="1906524" y="1981200"/>
                  </a:moveTo>
                  <a:lnTo>
                    <a:pt x="1906524" y="25908"/>
                  </a:lnTo>
                  <a:lnTo>
                    <a:pt x="1892808" y="25908"/>
                  </a:lnTo>
                  <a:lnTo>
                    <a:pt x="1892808" y="1981200"/>
                  </a:lnTo>
                  <a:lnTo>
                    <a:pt x="1906524" y="1981200"/>
                  </a:lnTo>
                  <a:close/>
                </a:path>
                <a:path w="1918970" h="2007235">
                  <a:moveTo>
                    <a:pt x="1906524" y="2007108"/>
                  </a:moveTo>
                  <a:lnTo>
                    <a:pt x="1906524" y="1981200"/>
                  </a:lnTo>
                  <a:lnTo>
                    <a:pt x="1892808" y="1993392"/>
                  </a:lnTo>
                  <a:lnTo>
                    <a:pt x="1892808" y="2007108"/>
                  </a:lnTo>
                  <a:lnTo>
                    <a:pt x="1906524" y="2007108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7031614" y="4299204"/>
            <a:ext cx="1929764" cy="2007235"/>
            <a:chOff x="7031614" y="4299204"/>
            <a:chExt cx="1929764" cy="20072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3805" y="4311396"/>
              <a:ext cx="1904999" cy="1981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31614" y="4299204"/>
              <a:ext cx="1929764" cy="2007235"/>
            </a:xfrm>
            <a:custGeom>
              <a:avLst/>
              <a:gdLst/>
              <a:ahLst/>
              <a:cxnLst/>
              <a:rect l="l" t="t" r="r" b="b"/>
              <a:pathLst>
                <a:path w="1929765" h="2007235">
                  <a:moveTo>
                    <a:pt x="1929384" y="2001012"/>
                  </a:moveTo>
                  <a:lnTo>
                    <a:pt x="1929384" y="6096"/>
                  </a:lnTo>
                  <a:lnTo>
                    <a:pt x="192481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001012"/>
                  </a:lnTo>
                  <a:lnTo>
                    <a:pt x="4572" y="2007108"/>
                  </a:lnTo>
                  <a:lnTo>
                    <a:pt x="12192" y="2007108"/>
                  </a:lnTo>
                  <a:lnTo>
                    <a:pt x="12192" y="25908"/>
                  </a:lnTo>
                  <a:lnTo>
                    <a:pt x="24384" y="12192"/>
                  </a:lnTo>
                  <a:lnTo>
                    <a:pt x="24384" y="25908"/>
                  </a:lnTo>
                  <a:lnTo>
                    <a:pt x="1905000" y="25908"/>
                  </a:lnTo>
                  <a:lnTo>
                    <a:pt x="1905000" y="12192"/>
                  </a:lnTo>
                  <a:lnTo>
                    <a:pt x="1917192" y="25908"/>
                  </a:lnTo>
                  <a:lnTo>
                    <a:pt x="1917192" y="2007108"/>
                  </a:lnTo>
                  <a:lnTo>
                    <a:pt x="1924812" y="2007108"/>
                  </a:lnTo>
                  <a:lnTo>
                    <a:pt x="1929384" y="2001012"/>
                  </a:lnTo>
                  <a:close/>
                </a:path>
                <a:path w="1929765" h="2007235">
                  <a:moveTo>
                    <a:pt x="24384" y="25908"/>
                  </a:moveTo>
                  <a:lnTo>
                    <a:pt x="24384" y="12192"/>
                  </a:lnTo>
                  <a:lnTo>
                    <a:pt x="12192" y="25908"/>
                  </a:lnTo>
                  <a:lnTo>
                    <a:pt x="24384" y="25908"/>
                  </a:lnTo>
                  <a:close/>
                </a:path>
                <a:path w="1929765" h="2007235">
                  <a:moveTo>
                    <a:pt x="24384" y="1981200"/>
                  </a:moveTo>
                  <a:lnTo>
                    <a:pt x="24384" y="25908"/>
                  </a:lnTo>
                  <a:lnTo>
                    <a:pt x="12192" y="25908"/>
                  </a:lnTo>
                  <a:lnTo>
                    <a:pt x="12192" y="1981200"/>
                  </a:lnTo>
                  <a:lnTo>
                    <a:pt x="24384" y="1981200"/>
                  </a:lnTo>
                  <a:close/>
                </a:path>
                <a:path w="1929765" h="2007235">
                  <a:moveTo>
                    <a:pt x="1917192" y="1981200"/>
                  </a:moveTo>
                  <a:lnTo>
                    <a:pt x="12192" y="1981200"/>
                  </a:lnTo>
                  <a:lnTo>
                    <a:pt x="24384" y="1993392"/>
                  </a:lnTo>
                  <a:lnTo>
                    <a:pt x="24384" y="2007108"/>
                  </a:lnTo>
                  <a:lnTo>
                    <a:pt x="1905000" y="2007108"/>
                  </a:lnTo>
                  <a:lnTo>
                    <a:pt x="1905000" y="1993392"/>
                  </a:lnTo>
                  <a:lnTo>
                    <a:pt x="1917192" y="1981200"/>
                  </a:lnTo>
                  <a:close/>
                </a:path>
                <a:path w="1929765" h="2007235">
                  <a:moveTo>
                    <a:pt x="24384" y="2007108"/>
                  </a:moveTo>
                  <a:lnTo>
                    <a:pt x="24384" y="1993392"/>
                  </a:lnTo>
                  <a:lnTo>
                    <a:pt x="12192" y="1981200"/>
                  </a:lnTo>
                  <a:lnTo>
                    <a:pt x="12192" y="2007108"/>
                  </a:lnTo>
                  <a:lnTo>
                    <a:pt x="24384" y="2007108"/>
                  </a:lnTo>
                  <a:close/>
                </a:path>
                <a:path w="1929765" h="2007235">
                  <a:moveTo>
                    <a:pt x="1917192" y="25908"/>
                  </a:moveTo>
                  <a:lnTo>
                    <a:pt x="1905000" y="12192"/>
                  </a:lnTo>
                  <a:lnTo>
                    <a:pt x="1905000" y="25908"/>
                  </a:lnTo>
                  <a:lnTo>
                    <a:pt x="1917192" y="25908"/>
                  </a:lnTo>
                  <a:close/>
                </a:path>
                <a:path w="1929765" h="2007235">
                  <a:moveTo>
                    <a:pt x="1917192" y="1981200"/>
                  </a:moveTo>
                  <a:lnTo>
                    <a:pt x="1917192" y="25908"/>
                  </a:lnTo>
                  <a:lnTo>
                    <a:pt x="1905000" y="25908"/>
                  </a:lnTo>
                  <a:lnTo>
                    <a:pt x="1905000" y="1981200"/>
                  </a:lnTo>
                  <a:lnTo>
                    <a:pt x="1917192" y="1981200"/>
                  </a:lnTo>
                  <a:close/>
                </a:path>
                <a:path w="1929765" h="2007235">
                  <a:moveTo>
                    <a:pt x="1917192" y="2007108"/>
                  </a:moveTo>
                  <a:lnTo>
                    <a:pt x="1917192" y="1981200"/>
                  </a:lnTo>
                  <a:lnTo>
                    <a:pt x="1905000" y="1993392"/>
                  </a:lnTo>
                  <a:lnTo>
                    <a:pt x="1905000" y="2007108"/>
                  </a:lnTo>
                  <a:lnTo>
                    <a:pt x="1917192" y="2007108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8196" y="1290319"/>
            <a:ext cx="6710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Scenario</a:t>
            </a:r>
            <a:r>
              <a:rPr sz="3600" spc="-75" dirty="0"/>
              <a:t> </a:t>
            </a:r>
            <a:r>
              <a:rPr sz="3600" dirty="0"/>
              <a:t>with</a:t>
            </a:r>
            <a:r>
              <a:rPr sz="3600" spc="-40" dirty="0"/>
              <a:t> </a:t>
            </a:r>
            <a:r>
              <a:rPr sz="3600" spc="-20" dirty="0"/>
              <a:t>inter-</a:t>
            </a:r>
            <a:r>
              <a:rPr sz="3600" dirty="0"/>
              <a:t>cloud</a:t>
            </a:r>
            <a:r>
              <a:rPr sz="3600" spc="-75" dirty="0"/>
              <a:t> </a:t>
            </a:r>
            <a:r>
              <a:rPr sz="3600" spc="-10" dirty="0"/>
              <a:t>federation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310017" y="1905100"/>
            <a:ext cx="7891780" cy="13665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Mutually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trusted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logically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join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alliance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together.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common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interworking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defined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alliance,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alliance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common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7187" y="3363494"/>
            <a:ext cx="1255395" cy="500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435" marR="5080" indent="-166370">
              <a:lnSpc>
                <a:spcPct val="101000"/>
              </a:lnSpc>
              <a:spcBef>
                <a:spcPts val="95"/>
              </a:spcBef>
            </a:pPr>
            <a:r>
              <a:rPr sz="1550" dirty="0">
                <a:latin typeface="Arial MT"/>
                <a:cs typeface="Arial MT"/>
              </a:rPr>
              <a:t>Cloud</a:t>
            </a:r>
            <a:r>
              <a:rPr sz="1550" spc="-8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Service </a:t>
            </a:r>
            <a:r>
              <a:rPr sz="1550" dirty="0">
                <a:latin typeface="Arial MT"/>
                <a:cs typeface="Arial MT"/>
              </a:rPr>
              <a:t>provider</a:t>
            </a:r>
            <a:r>
              <a:rPr sz="1550" spc="-8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B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5980" y="3363494"/>
            <a:ext cx="3350895" cy="50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latin typeface="Arial MT"/>
                <a:cs typeface="Arial MT"/>
              </a:rPr>
              <a:t>Cloud</a:t>
            </a:r>
            <a:r>
              <a:rPr sz="1550" spc="-8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Service</a:t>
            </a:r>
            <a:endParaRPr sz="1550">
              <a:latin typeface="Arial MT"/>
              <a:cs typeface="Arial MT"/>
            </a:endParaRPr>
          </a:p>
          <a:p>
            <a:pPr marL="178435">
              <a:lnSpc>
                <a:spcPct val="100000"/>
              </a:lnSpc>
              <a:spcBef>
                <a:spcPts val="10"/>
              </a:spcBef>
              <a:tabLst>
                <a:tab pos="2162810" algn="l"/>
              </a:tabLst>
            </a:pPr>
            <a:r>
              <a:rPr sz="1550" dirty="0">
                <a:latin typeface="Arial MT"/>
                <a:cs typeface="Arial MT"/>
              </a:rPr>
              <a:t>provider</a:t>
            </a:r>
            <a:r>
              <a:rPr sz="1550" spc="-90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A</a:t>
            </a:r>
            <a:r>
              <a:rPr sz="1550" dirty="0">
                <a:latin typeface="Arial MT"/>
                <a:cs typeface="Arial MT"/>
              </a:rPr>
              <a:t>	Common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API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4073" y="3297936"/>
            <a:ext cx="9144000" cy="3909060"/>
            <a:chOff x="774073" y="3297936"/>
            <a:chExt cx="9144000" cy="3909060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73533" y="3310127"/>
              <a:ext cx="1600936" cy="4731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3217" y="3321583"/>
              <a:ext cx="1603984" cy="4617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62073" y="3297948"/>
              <a:ext cx="5958840" cy="480059"/>
            </a:xfrm>
            <a:custGeom>
              <a:avLst/>
              <a:gdLst/>
              <a:ahLst/>
              <a:cxnLst/>
              <a:rect l="l" t="t" r="r" b="b"/>
              <a:pathLst>
                <a:path w="5958840" h="480060">
                  <a:moveTo>
                    <a:pt x="1626108" y="6096"/>
                  </a:moveTo>
                  <a:lnTo>
                    <a:pt x="1620012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480060"/>
                  </a:lnTo>
                  <a:lnTo>
                    <a:pt x="12192" y="480060"/>
                  </a:lnTo>
                  <a:lnTo>
                    <a:pt x="25908" y="480060"/>
                  </a:lnTo>
                  <a:lnTo>
                    <a:pt x="25908" y="25908"/>
                  </a:lnTo>
                  <a:lnTo>
                    <a:pt x="1600200" y="25908"/>
                  </a:lnTo>
                  <a:lnTo>
                    <a:pt x="1600200" y="480060"/>
                  </a:lnTo>
                  <a:lnTo>
                    <a:pt x="1612392" y="480060"/>
                  </a:lnTo>
                  <a:lnTo>
                    <a:pt x="1626108" y="480060"/>
                  </a:lnTo>
                  <a:lnTo>
                    <a:pt x="1626108" y="6096"/>
                  </a:lnTo>
                  <a:close/>
                </a:path>
                <a:path w="5958840" h="480060">
                  <a:moveTo>
                    <a:pt x="5958840" y="19812"/>
                  </a:moveTo>
                  <a:lnTo>
                    <a:pt x="5952744" y="13716"/>
                  </a:lnTo>
                  <a:lnTo>
                    <a:pt x="4338828" y="13716"/>
                  </a:lnTo>
                  <a:lnTo>
                    <a:pt x="4332732" y="19812"/>
                  </a:lnTo>
                  <a:lnTo>
                    <a:pt x="4332732" y="480060"/>
                  </a:lnTo>
                  <a:lnTo>
                    <a:pt x="4344924" y="480060"/>
                  </a:lnTo>
                  <a:lnTo>
                    <a:pt x="4358640" y="480060"/>
                  </a:lnTo>
                  <a:lnTo>
                    <a:pt x="4358640" y="39624"/>
                  </a:lnTo>
                  <a:lnTo>
                    <a:pt x="5932932" y="39624"/>
                  </a:lnTo>
                  <a:lnTo>
                    <a:pt x="5932932" y="480060"/>
                  </a:lnTo>
                  <a:lnTo>
                    <a:pt x="5945124" y="480060"/>
                  </a:lnTo>
                  <a:lnTo>
                    <a:pt x="5958840" y="480060"/>
                  </a:lnTo>
                  <a:lnTo>
                    <a:pt x="5958840" y="19812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6" y="3428999"/>
                  </a:moveTo>
                  <a:lnTo>
                    <a:pt x="9143996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9143996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78841" y="3777996"/>
              <a:ext cx="5918200" cy="3023870"/>
            </a:xfrm>
            <a:custGeom>
              <a:avLst/>
              <a:gdLst/>
              <a:ahLst/>
              <a:cxnLst/>
              <a:rect l="l" t="t" r="r" b="b"/>
              <a:pathLst>
                <a:path w="5918200" h="3023870">
                  <a:moveTo>
                    <a:pt x="0" y="0"/>
                  </a:moveTo>
                  <a:lnTo>
                    <a:pt x="0" y="1191767"/>
                  </a:lnTo>
                  <a:lnTo>
                    <a:pt x="1588007" y="1191767"/>
                  </a:lnTo>
                  <a:lnTo>
                    <a:pt x="1588007" y="0"/>
                  </a:lnTo>
                </a:path>
                <a:path w="5918200" h="3023870">
                  <a:moveTo>
                    <a:pt x="4329683" y="0"/>
                  </a:moveTo>
                  <a:lnTo>
                    <a:pt x="4329683" y="1191767"/>
                  </a:lnTo>
                  <a:lnTo>
                    <a:pt x="5917691" y="1191767"/>
                  </a:lnTo>
                  <a:lnTo>
                    <a:pt x="5917691" y="0"/>
                  </a:lnTo>
                </a:path>
                <a:path w="5918200" h="3023870">
                  <a:moveTo>
                    <a:pt x="4314444" y="1380743"/>
                  </a:moveTo>
                  <a:lnTo>
                    <a:pt x="4314444" y="3023615"/>
                  </a:lnTo>
                  <a:lnTo>
                    <a:pt x="5903976" y="3023615"/>
                  </a:lnTo>
                  <a:lnTo>
                    <a:pt x="5903976" y="1380743"/>
                  </a:lnTo>
                  <a:lnTo>
                    <a:pt x="4314444" y="1380743"/>
                  </a:lnTo>
                  <a:close/>
                </a:path>
              </a:pathLst>
            </a:custGeom>
            <a:ln w="106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63797" y="3921264"/>
              <a:ext cx="2727960" cy="2143125"/>
            </a:xfrm>
            <a:custGeom>
              <a:avLst/>
              <a:gdLst/>
              <a:ahLst/>
              <a:cxnLst/>
              <a:rect l="l" t="t" r="r" b="b"/>
              <a:pathLst>
                <a:path w="2727959" h="2143125">
                  <a:moveTo>
                    <a:pt x="182880" y="469392"/>
                  </a:moveTo>
                  <a:lnTo>
                    <a:pt x="87769" y="409105"/>
                  </a:lnTo>
                  <a:lnTo>
                    <a:pt x="105156" y="382524"/>
                  </a:lnTo>
                  <a:lnTo>
                    <a:pt x="0" y="370332"/>
                  </a:lnTo>
                  <a:lnTo>
                    <a:pt x="53340" y="461772"/>
                  </a:lnTo>
                  <a:lnTo>
                    <a:pt x="57912" y="454774"/>
                  </a:lnTo>
                  <a:lnTo>
                    <a:pt x="70739" y="435152"/>
                  </a:lnTo>
                  <a:lnTo>
                    <a:pt x="164592" y="496824"/>
                  </a:lnTo>
                  <a:lnTo>
                    <a:pt x="182880" y="469392"/>
                  </a:lnTo>
                  <a:close/>
                </a:path>
                <a:path w="2727959" h="2143125">
                  <a:moveTo>
                    <a:pt x="207264" y="32004"/>
                  </a:moveTo>
                  <a:lnTo>
                    <a:pt x="95491" y="32004"/>
                  </a:lnTo>
                  <a:lnTo>
                    <a:pt x="96012" y="0"/>
                  </a:lnTo>
                  <a:lnTo>
                    <a:pt x="0" y="47244"/>
                  </a:lnTo>
                  <a:lnTo>
                    <a:pt x="79248" y="86868"/>
                  </a:lnTo>
                  <a:lnTo>
                    <a:pt x="94488" y="94488"/>
                  </a:lnTo>
                  <a:lnTo>
                    <a:pt x="94983" y="64008"/>
                  </a:lnTo>
                  <a:lnTo>
                    <a:pt x="207264" y="64008"/>
                  </a:lnTo>
                  <a:lnTo>
                    <a:pt x="207264" y="32004"/>
                  </a:lnTo>
                  <a:close/>
                </a:path>
                <a:path w="2727959" h="2143125">
                  <a:moveTo>
                    <a:pt x="368808" y="591312"/>
                  </a:moveTo>
                  <a:lnTo>
                    <a:pt x="262128" y="521208"/>
                  </a:lnTo>
                  <a:lnTo>
                    <a:pt x="245364" y="548640"/>
                  </a:lnTo>
                  <a:lnTo>
                    <a:pt x="352044" y="618744"/>
                  </a:lnTo>
                  <a:lnTo>
                    <a:pt x="368808" y="591312"/>
                  </a:lnTo>
                  <a:close/>
                </a:path>
                <a:path w="2727959" h="2143125">
                  <a:moveTo>
                    <a:pt x="429768" y="32004"/>
                  </a:moveTo>
                  <a:lnTo>
                    <a:pt x="301752" y="32004"/>
                  </a:lnTo>
                  <a:lnTo>
                    <a:pt x="301752" y="64008"/>
                  </a:lnTo>
                  <a:lnTo>
                    <a:pt x="429768" y="64008"/>
                  </a:lnTo>
                  <a:lnTo>
                    <a:pt x="429768" y="32004"/>
                  </a:lnTo>
                  <a:close/>
                </a:path>
                <a:path w="2727959" h="2143125">
                  <a:moveTo>
                    <a:pt x="556260" y="713232"/>
                  </a:moveTo>
                  <a:lnTo>
                    <a:pt x="449580" y="643128"/>
                  </a:lnTo>
                  <a:lnTo>
                    <a:pt x="432816" y="670560"/>
                  </a:lnTo>
                  <a:lnTo>
                    <a:pt x="539496" y="739140"/>
                  </a:lnTo>
                  <a:lnTo>
                    <a:pt x="556260" y="713232"/>
                  </a:lnTo>
                  <a:close/>
                </a:path>
                <a:path w="2727959" h="2143125">
                  <a:moveTo>
                    <a:pt x="652272" y="32004"/>
                  </a:moveTo>
                  <a:lnTo>
                    <a:pt x="525780" y="32004"/>
                  </a:lnTo>
                  <a:lnTo>
                    <a:pt x="525780" y="64008"/>
                  </a:lnTo>
                  <a:lnTo>
                    <a:pt x="652272" y="64008"/>
                  </a:lnTo>
                  <a:lnTo>
                    <a:pt x="652272" y="32004"/>
                  </a:lnTo>
                  <a:close/>
                </a:path>
                <a:path w="2727959" h="2143125">
                  <a:moveTo>
                    <a:pt x="743712" y="833628"/>
                  </a:moveTo>
                  <a:lnTo>
                    <a:pt x="637032" y="765048"/>
                  </a:lnTo>
                  <a:lnTo>
                    <a:pt x="618744" y="790956"/>
                  </a:lnTo>
                  <a:lnTo>
                    <a:pt x="725424" y="861060"/>
                  </a:lnTo>
                  <a:lnTo>
                    <a:pt x="743712" y="833628"/>
                  </a:lnTo>
                  <a:close/>
                </a:path>
                <a:path w="2727959" h="2143125">
                  <a:moveTo>
                    <a:pt x="876300" y="32004"/>
                  </a:moveTo>
                  <a:lnTo>
                    <a:pt x="748284" y="32004"/>
                  </a:lnTo>
                  <a:lnTo>
                    <a:pt x="748284" y="64008"/>
                  </a:lnTo>
                  <a:lnTo>
                    <a:pt x="876300" y="64008"/>
                  </a:lnTo>
                  <a:lnTo>
                    <a:pt x="876300" y="32004"/>
                  </a:lnTo>
                  <a:close/>
                </a:path>
                <a:path w="2727959" h="2143125">
                  <a:moveTo>
                    <a:pt x="931164" y="955548"/>
                  </a:moveTo>
                  <a:lnTo>
                    <a:pt x="822960" y="886968"/>
                  </a:lnTo>
                  <a:lnTo>
                    <a:pt x="806196" y="912876"/>
                  </a:lnTo>
                  <a:lnTo>
                    <a:pt x="912876" y="982980"/>
                  </a:lnTo>
                  <a:lnTo>
                    <a:pt x="931164" y="955548"/>
                  </a:lnTo>
                  <a:close/>
                </a:path>
                <a:path w="2727959" h="2143125">
                  <a:moveTo>
                    <a:pt x="1098804" y="32004"/>
                  </a:moveTo>
                  <a:lnTo>
                    <a:pt x="970788" y="32004"/>
                  </a:lnTo>
                  <a:lnTo>
                    <a:pt x="970788" y="64008"/>
                  </a:lnTo>
                  <a:lnTo>
                    <a:pt x="1098804" y="64008"/>
                  </a:lnTo>
                  <a:lnTo>
                    <a:pt x="1098804" y="32004"/>
                  </a:lnTo>
                  <a:close/>
                </a:path>
                <a:path w="2727959" h="2143125">
                  <a:moveTo>
                    <a:pt x="1117092" y="1077468"/>
                  </a:moveTo>
                  <a:lnTo>
                    <a:pt x="1010412" y="1007364"/>
                  </a:lnTo>
                  <a:lnTo>
                    <a:pt x="993648" y="1034796"/>
                  </a:lnTo>
                  <a:lnTo>
                    <a:pt x="1100328" y="1104900"/>
                  </a:lnTo>
                  <a:lnTo>
                    <a:pt x="1117092" y="1077468"/>
                  </a:lnTo>
                  <a:close/>
                </a:path>
                <a:path w="2727959" h="2143125">
                  <a:moveTo>
                    <a:pt x="1304544" y="1199388"/>
                  </a:moveTo>
                  <a:lnTo>
                    <a:pt x="1197864" y="1129284"/>
                  </a:lnTo>
                  <a:lnTo>
                    <a:pt x="1181100" y="1156716"/>
                  </a:lnTo>
                  <a:lnTo>
                    <a:pt x="1287780" y="1225296"/>
                  </a:lnTo>
                  <a:lnTo>
                    <a:pt x="1304544" y="1199388"/>
                  </a:lnTo>
                  <a:close/>
                </a:path>
                <a:path w="2727959" h="2143125">
                  <a:moveTo>
                    <a:pt x="1321308" y="32004"/>
                  </a:moveTo>
                  <a:lnTo>
                    <a:pt x="1194816" y="32004"/>
                  </a:lnTo>
                  <a:lnTo>
                    <a:pt x="1194816" y="64008"/>
                  </a:lnTo>
                  <a:lnTo>
                    <a:pt x="1321308" y="64008"/>
                  </a:lnTo>
                  <a:lnTo>
                    <a:pt x="1321308" y="32004"/>
                  </a:lnTo>
                  <a:close/>
                </a:path>
                <a:path w="2727959" h="2143125">
                  <a:moveTo>
                    <a:pt x="1491996" y="1319784"/>
                  </a:moveTo>
                  <a:lnTo>
                    <a:pt x="1385316" y="1251204"/>
                  </a:lnTo>
                  <a:lnTo>
                    <a:pt x="1367028" y="1278636"/>
                  </a:lnTo>
                  <a:lnTo>
                    <a:pt x="1475232" y="1347216"/>
                  </a:lnTo>
                  <a:lnTo>
                    <a:pt x="1491996" y="1319784"/>
                  </a:lnTo>
                  <a:close/>
                </a:path>
                <a:path w="2727959" h="2143125">
                  <a:moveTo>
                    <a:pt x="1543812" y="32004"/>
                  </a:moveTo>
                  <a:lnTo>
                    <a:pt x="1417320" y="32004"/>
                  </a:lnTo>
                  <a:lnTo>
                    <a:pt x="1417320" y="64008"/>
                  </a:lnTo>
                  <a:lnTo>
                    <a:pt x="1543812" y="64008"/>
                  </a:lnTo>
                  <a:lnTo>
                    <a:pt x="1543812" y="32004"/>
                  </a:lnTo>
                  <a:close/>
                </a:path>
                <a:path w="2727959" h="2143125">
                  <a:moveTo>
                    <a:pt x="1679448" y="1441704"/>
                  </a:moveTo>
                  <a:lnTo>
                    <a:pt x="1572768" y="1373124"/>
                  </a:lnTo>
                  <a:lnTo>
                    <a:pt x="1554480" y="1399032"/>
                  </a:lnTo>
                  <a:lnTo>
                    <a:pt x="1661160" y="1469136"/>
                  </a:lnTo>
                  <a:lnTo>
                    <a:pt x="1679448" y="1441704"/>
                  </a:lnTo>
                  <a:close/>
                </a:path>
                <a:path w="2727959" h="2143125">
                  <a:moveTo>
                    <a:pt x="1767840" y="32004"/>
                  </a:moveTo>
                  <a:lnTo>
                    <a:pt x="1639824" y="32004"/>
                  </a:lnTo>
                  <a:lnTo>
                    <a:pt x="1639824" y="64008"/>
                  </a:lnTo>
                  <a:lnTo>
                    <a:pt x="1767840" y="64008"/>
                  </a:lnTo>
                  <a:lnTo>
                    <a:pt x="1767840" y="32004"/>
                  </a:lnTo>
                  <a:close/>
                </a:path>
                <a:path w="2727959" h="2143125">
                  <a:moveTo>
                    <a:pt x="1866900" y="1563624"/>
                  </a:moveTo>
                  <a:lnTo>
                    <a:pt x="1758696" y="1493520"/>
                  </a:lnTo>
                  <a:lnTo>
                    <a:pt x="1741932" y="1520952"/>
                  </a:lnTo>
                  <a:lnTo>
                    <a:pt x="1848612" y="1591056"/>
                  </a:lnTo>
                  <a:lnTo>
                    <a:pt x="1866900" y="1563624"/>
                  </a:lnTo>
                  <a:close/>
                </a:path>
                <a:path w="2727959" h="2143125">
                  <a:moveTo>
                    <a:pt x="1976628" y="925068"/>
                  </a:moveTo>
                  <a:lnTo>
                    <a:pt x="1947672" y="909828"/>
                  </a:lnTo>
                  <a:lnTo>
                    <a:pt x="1940052" y="925068"/>
                  </a:lnTo>
                  <a:lnTo>
                    <a:pt x="1929384" y="949452"/>
                  </a:lnTo>
                  <a:lnTo>
                    <a:pt x="1921764" y="973836"/>
                  </a:lnTo>
                  <a:lnTo>
                    <a:pt x="1915668" y="998220"/>
                  </a:lnTo>
                  <a:lnTo>
                    <a:pt x="1911096" y="1036320"/>
                  </a:lnTo>
                  <a:lnTo>
                    <a:pt x="1911096" y="1039368"/>
                  </a:lnTo>
                  <a:lnTo>
                    <a:pt x="1943100" y="1039368"/>
                  </a:lnTo>
                  <a:lnTo>
                    <a:pt x="1943100" y="1025652"/>
                  </a:lnTo>
                  <a:lnTo>
                    <a:pt x="1947672" y="1002792"/>
                  </a:lnTo>
                  <a:lnTo>
                    <a:pt x="1952244" y="981456"/>
                  </a:lnTo>
                  <a:lnTo>
                    <a:pt x="1959864" y="960120"/>
                  </a:lnTo>
                  <a:lnTo>
                    <a:pt x="1969008" y="937260"/>
                  </a:lnTo>
                  <a:lnTo>
                    <a:pt x="1976628" y="925068"/>
                  </a:lnTo>
                  <a:close/>
                </a:path>
                <a:path w="2727959" h="2143125">
                  <a:moveTo>
                    <a:pt x="1990344" y="32004"/>
                  </a:moveTo>
                  <a:lnTo>
                    <a:pt x="1862328" y="32004"/>
                  </a:lnTo>
                  <a:lnTo>
                    <a:pt x="1862328" y="64008"/>
                  </a:lnTo>
                  <a:lnTo>
                    <a:pt x="1990344" y="64008"/>
                  </a:lnTo>
                  <a:lnTo>
                    <a:pt x="1990344" y="32004"/>
                  </a:lnTo>
                  <a:close/>
                </a:path>
                <a:path w="2727959" h="2143125">
                  <a:moveTo>
                    <a:pt x="2010156" y="1239012"/>
                  </a:moveTo>
                  <a:lnTo>
                    <a:pt x="2008632" y="1235964"/>
                  </a:lnTo>
                  <a:lnTo>
                    <a:pt x="1993392" y="1211580"/>
                  </a:lnTo>
                  <a:lnTo>
                    <a:pt x="1979676" y="1187196"/>
                  </a:lnTo>
                  <a:lnTo>
                    <a:pt x="1969008" y="1162812"/>
                  </a:lnTo>
                  <a:lnTo>
                    <a:pt x="1959864" y="1139952"/>
                  </a:lnTo>
                  <a:lnTo>
                    <a:pt x="1955292" y="1127760"/>
                  </a:lnTo>
                  <a:lnTo>
                    <a:pt x="1926336" y="1138428"/>
                  </a:lnTo>
                  <a:lnTo>
                    <a:pt x="1940052" y="1176528"/>
                  </a:lnTo>
                  <a:lnTo>
                    <a:pt x="1965960" y="1228344"/>
                  </a:lnTo>
                  <a:lnTo>
                    <a:pt x="1984248" y="1255776"/>
                  </a:lnTo>
                  <a:lnTo>
                    <a:pt x="2010156" y="1239012"/>
                  </a:lnTo>
                  <a:close/>
                </a:path>
                <a:path w="2727959" h="2143125">
                  <a:moveTo>
                    <a:pt x="2052828" y="1685544"/>
                  </a:moveTo>
                  <a:lnTo>
                    <a:pt x="1946148" y="1615440"/>
                  </a:lnTo>
                  <a:lnTo>
                    <a:pt x="1929384" y="1642872"/>
                  </a:lnTo>
                  <a:lnTo>
                    <a:pt x="2036064" y="1711452"/>
                  </a:lnTo>
                  <a:lnTo>
                    <a:pt x="2052828" y="1685544"/>
                  </a:lnTo>
                  <a:close/>
                </a:path>
                <a:path w="2727959" h="2143125">
                  <a:moveTo>
                    <a:pt x="2115312" y="758952"/>
                  </a:moveTo>
                  <a:lnTo>
                    <a:pt x="2093976" y="734568"/>
                  </a:lnTo>
                  <a:lnTo>
                    <a:pt x="2087880" y="740664"/>
                  </a:lnTo>
                  <a:lnTo>
                    <a:pt x="2063496" y="763524"/>
                  </a:lnTo>
                  <a:lnTo>
                    <a:pt x="2019300" y="807720"/>
                  </a:lnTo>
                  <a:lnTo>
                    <a:pt x="2002536" y="827532"/>
                  </a:lnTo>
                  <a:lnTo>
                    <a:pt x="2026920" y="848868"/>
                  </a:lnTo>
                  <a:lnTo>
                    <a:pt x="2043684" y="829056"/>
                  </a:lnTo>
                  <a:lnTo>
                    <a:pt x="2063496" y="807720"/>
                  </a:lnTo>
                  <a:lnTo>
                    <a:pt x="2109216" y="765048"/>
                  </a:lnTo>
                  <a:lnTo>
                    <a:pt x="2115312" y="758952"/>
                  </a:lnTo>
                  <a:close/>
                </a:path>
                <a:path w="2727959" h="2143125">
                  <a:moveTo>
                    <a:pt x="2151888" y="1406652"/>
                  </a:moveTo>
                  <a:lnTo>
                    <a:pt x="2133600" y="1388364"/>
                  </a:lnTo>
                  <a:lnTo>
                    <a:pt x="2109216" y="1362456"/>
                  </a:lnTo>
                  <a:lnTo>
                    <a:pt x="2086356" y="1336548"/>
                  </a:lnTo>
                  <a:lnTo>
                    <a:pt x="2066544" y="1313688"/>
                  </a:lnTo>
                  <a:lnTo>
                    <a:pt x="2042160" y="1335024"/>
                  </a:lnTo>
                  <a:lnTo>
                    <a:pt x="2061972" y="1357884"/>
                  </a:lnTo>
                  <a:lnTo>
                    <a:pt x="2112264" y="1411224"/>
                  </a:lnTo>
                  <a:lnTo>
                    <a:pt x="2130552" y="1429512"/>
                  </a:lnTo>
                  <a:lnTo>
                    <a:pt x="2151888" y="1406652"/>
                  </a:lnTo>
                  <a:close/>
                </a:path>
                <a:path w="2727959" h="2143125">
                  <a:moveTo>
                    <a:pt x="2212848" y="32004"/>
                  </a:moveTo>
                  <a:lnTo>
                    <a:pt x="2086356" y="32004"/>
                  </a:lnTo>
                  <a:lnTo>
                    <a:pt x="2086356" y="64008"/>
                  </a:lnTo>
                  <a:lnTo>
                    <a:pt x="2212848" y="64008"/>
                  </a:lnTo>
                  <a:lnTo>
                    <a:pt x="2212848" y="32004"/>
                  </a:lnTo>
                  <a:close/>
                </a:path>
                <a:path w="2727959" h="2143125">
                  <a:moveTo>
                    <a:pt x="2240280" y="1807464"/>
                  </a:moveTo>
                  <a:lnTo>
                    <a:pt x="2133600" y="1737360"/>
                  </a:lnTo>
                  <a:lnTo>
                    <a:pt x="2116836" y="1764792"/>
                  </a:lnTo>
                  <a:lnTo>
                    <a:pt x="2223516" y="1833372"/>
                  </a:lnTo>
                  <a:lnTo>
                    <a:pt x="2240280" y="1807464"/>
                  </a:lnTo>
                  <a:close/>
                </a:path>
                <a:path w="2727959" h="2143125">
                  <a:moveTo>
                    <a:pt x="2292096" y="626364"/>
                  </a:moveTo>
                  <a:lnTo>
                    <a:pt x="2273808" y="600456"/>
                  </a:lnTo>
                  <a:lnTo>
                    <a:pt x="2257044" y="611124"/>
                  </a:lnTo>
                  <a:lnTo>
                    <a:pt x="2196084" y="653796"/>
                  </a:lnTo>
                  <a:lnTo>
                    <a:pt x="2168652" y="673608"/>
                  </a:lnTo>
                  <a:lnTo>
                    <a:pt x="2188464" y="699516"/>
                  </a:lnTo>
                  <a:lnTo>
                    <a:pt x="2214372" y="679704"/>
                  </a:lnTo>
                  <a:lnTo>
                    <a:pt x="2275332" y="637032"/>
                  </a:lnTo>
                  <a:lnTo>
                    <a:pt x="2292096" y="626364"/>
                  </a:lnTo>
                  <a:close/>
                </a:path>
                <a:path w="2727959" h="2143125">
                  <a:moveTo>
                    <a:pt x="2318004" y="1552956"/>
                  </a:moveTo>
                  <a:lnTo>
                    <a:pt x="2308860" y="1545336"/>
                  </a:lnTo>
                  <a:lnTo>
                    <a:pt x="2276856" y="1519428"/>
                  </a:lnTo>
                  <a:lnTo>
                    <a:pt x="2246376" y="1491996"/>
                  </a:lnTo>
                  <a:lnTo>
                    <a:pt x="2221992" y="1470660"/>
                  </a:lnTo>
                  <a:lnTo>
                    <a:pt x="2200656" y="1495044"/>
                  </a:lnTo>
                  <a:lnTo>
                    <a:pt x="2225040" y="1516380"/>
                  </a:lnTo>
                  <a:lnTo>
                    <a:pt x="2255520" y="1543812"/>
                  </a:lnTo>
                  <a:lnTo>
                    <a:pt x="2287524" y="1569720"/>
                  </a:lnTo>
                  <a:lnTo>
                    <a:pt x="2298192" y="1578864"/>
                  </a:lnTo>
                  <a:lnTo>
                    <a:pt x="2318004" y="1552956"/>
                  </a:lnTo>
                  <a:close/>
                </a:path>
                <a:path w="2727959" h="2143125">
                  <a:moveTo>
                    <a:pt x="2427732" y="1927860"/>
                  </a:moveTo>
                  <a:lnTo>
                    <a:pt x="2321052" y="1859280"/>
                  </a:lnTo>
                  <a:lnTo>
                    <a:pt x="2302764" y="1885188"/>
                  </a:lnTo>
                  <a:lnTo>
                    <a:pt x="2409444" y="1955292"/>
                  </a:lnTo>
                  <a:lnTo>
                    <a:pt x="2427732" y="1927860"/>
                  </a:lnTo>
                  <a:close/>
                </a:path>
                <a:path w="2727959" h="2143125">
                  <a:moveTo>
                    <a:pt x="2436876" y="33528"/>
                  </a:moveTo>
                  <a:lnTo>
                    <a:pt x="2308860" y="33528"/>
                  </a:lnTo>
                  <a:lnTo>
                    <a:pt x="2308860" y="64008"/>
                  </a:lnTo>
                  <a:lnTo>
                    <a:pt x="2436876" y="65532"/>
                  </a:lnTo>
                  <a:lnTo>
                    <a:pt x="2436876" y="33528"/>
                  </a:lnTo>
                  <a:close/>
                </a:path>
                <a:path w="2727959" h="2143125">
                  <a:moveTo>
                    <a:pt x="2481072" y="510540"/>
                  </a:moveTo>
                  <a:lnTo>
                    <a:pt x="2464308" y="483108"/>
                  </a:lnTo>
                  <a:lnTo>
                    <a:pt x="2461260" y="484632"/>
                  </a:lnTo>
                  <a:lnTo>
                    <a:pt x="2424684" y="505968"/>
                  </a:lnTo>
                  <a:lnTo>
                    <a:pt x="2389632" y="527304"/>
                  </a:lnTo>
                  <a:lnTo>
                    <a:pt x="2356104" y="547116"/>
                  </a:lnTo>
                  <a:lnTo>
                    <a:pt x="2354580" y="548640"/>
                  </a:lnTo>
                  <a:lnTo>
                    <a:pt x="2371344" y="574548"/>
                  </a:lnTo>
                  <a:lnTo>
                    <a:pt x="2372868" y="574548"/>
                  </a:lnTo>
                  <a:lnTo>
                    <a:pt x="2406396" y="553212"/>
                  </a:lnTo>
                  <a:lnTo>
                    <a:pt x="2441448" y="533400"/>
                  </a:lnTo>
                  <a:lnTo>
                    <a:pt x="2476500" y="512064"/>
                  </a:lnTo>
                  <a:lnTo>
                    <a:pt x="2481072" y="510540"/>
                  </a:lnTo>
                  <a:close/>
                </a:path>
                <a:path w="2727959" h="2143125">
                  <a:moveTo>
                    <a:pt x="2493264" y="1690116"/>
                  </a:moveTo>
                  <a:lnTo>
                    <a:pt x="2478024" y="1679448"/>
                  </a:lnTo>
                  <a:lnTo>
                    <a:pt x="2442972" y="1652016"/>
                  </a:lnTo>
                  <a:lnTo>
                    <a:pt x="2407920" y="1626108"/>
                  </a:lnTo>
                  <a:lnTo>
                    <a:pt x="2392680" y="1612392"/>
                  </a:lnTo>
                  <a:lnTo>
                    <a:pt x="2372868" y="1638300"/>
                  </a:lnTo>
                  <a:lnTo>
                    <a:pt x="2389632" y="1650492"/>
                  </a:lnTo>
                  <a:lnTo>
                    <a:pt x="2459736" y="1705356"/>
                  </a:lnTo>
                  <a:lnTo>
                    <a:pt x="2474976" y="1716024"/>
                  </a:lnTo>
                  <a:lnTo>
                    <a:pt x="2493264" y="1690116"/>
                  </a:lnTo>
                  <a:close/>
                </a:path>
                <a:path w="2727959" h="2143125">
                  <a:moveTo>
                    <a:pt x="2615184" y="2049780"/>
                  </a:moveTo>
                  <a:lnTo>
                    <a:pt x="2506980" y="1979676"/>
                  </a:lnTo>
                  <a:lnTo>
                    <a:pt x="2490216" y="2007108"/>
                  </a:lnTo>
                  <a:lnTo>
                    <a:pt x="2596896" y="2077212"/>
                  </a:lnTo>
                  <a:lnTo>
                    <a:pt x="2615184" y="2049780"/>
                  </a:lnTo>
                  <a:close/>
                </a:path>
                <a:path w="2727959" h="2143125">
                  <a:moveTo>
                    <a:pt x="2727960" y="2142744"/>
                  </a:moveTo>
                  <a:lnTo>
                    <a:pt x="2674620" y="2049780"/>
                  </a:lnTo>
                  <a:lnTo>
                    <a:pt x="2622804" y="2130552"/>
                  </a:lnTo>
                  <a:lnTo>
                    <a:pt x="2727960" y="2142744"/>
                  </a:lnTo>
                  <a:close/>
                </a:path>
                <a:path w="2727959" h="2143125">
                  <a:moveTo>
                    <a:pt x="2727960" y="1882140"/>
                  </a:moveTo>
                  <a:lnTo>
                    <a:pt x="2679192" y="1787652"/>
                  </a:lnTo>
                  <a:lnTo>
                    <a:pt x="2660472" y="1813458"/>
                  </a:lnTo>
                  <a:lnTo>
                    <a:pt x="2587752" y="1760220"/>
                  </a:lnTo>
                  <a:lnTo>
                    <a:pt x="2569464" y="1748028"/>
                  </a:lnTo>
                  <a:lnTo>
                    <a:pt x="2551176" y="1772412"/>
                  </a:lnTo>
                  <a:lnTo>
                    <a:pt x="2569464" y="1786128"/>
                  </a:lnTo>
                  <a:lnTo>
                    <a:pt x="2641854" y="1839112"/>
                  </a:lnTo>
                  <a:lnTo>
                    <a:pt x="2622804" y="1865376"/>
                  </a:lnTo>
                  <a:lnTo>
                    <a:pt x="2673096" y="1873389"/>
                  </a:lnTo>
                  <a:lnTo>
                    <a:pt x="2727960" y="1882140"/>
                  </a:lnTo>
                  <a:close/>
                </a:path>
                <a:path w="2727959" h="2143125">
                  <a:moveTo>
                    <a:pt x="2727960" y="353568"/>
                  </a:moveTo>
                  <a:lnTo>
                    <a:pt x="2621280" y="358140"/>
                  </a:lnTo>
                  <a:lnTo>
                    <a:pt x="2636316" y="385711"/>
                  </a:lnTo>
                  <a:lnTo>
                    <a:pt x="2570988" y="422148"/>
                  </a:lnTo>
                  <a:lnTo>
                    <a:pt x="2548128" y="435864"/>
                  </a:lnTo>
                  <a:lnTo>
                    <a:pt x="2563368" y="463296"/>
                  </a:lnTo>
                  <a:lnTo>
                    <a:pt x="2586228" y="451104"/>
                  </a:lnTo>
                  <a:lnTo>
                    <a:pt x="2651988" y="414426"/>
                  </a:lnTo>
                  <a:lnTo>
                    <a:pt x="2665476" y="439166"/>
                  </a:lnTo>
                  <a:lnTo>
                    <a:pt x="2667000" y="441960"/>
                  </a:lnTo>
                  <a:lnTo>
                    <a:pt x="2727960" y="353568"/>
                  </a:lnTo>
                  <a:close/>
                </a:path>
                <a:path w="2727959" h="2143125">
                  <a:moveTo>
                    <a:pt x="2727960" y="48768"/>
                  </a:moveTo>
                  <a:lnTo>
                    <a:pt x="2631948" y="1524"/>
                  </a:lnTo>
                  <a:lnTo>
                    <a:pt x="2631948" y="33528"/>
                  </a:lnTo>
                  <a:lnTo>
                    <a:pt x="2531364" y="33528"/>
                  </a:lnTo>
                  <a:lnTo>
                    <a:pt x="2531364" y="65532"/>
                  </a:lnTo>
                  <a:lnTo>
                    <a:pt x="2631948" y="65532"/>
                  </a:lnTo>
                  <a:lnTo>
                    <a:pt x="2631948" y="97536"/>
                  </a:lnTo>
                  <a:lnTo>
                    <a:pt x="2648712" y="89014"/>
                  </a:lnTo>
                  <a:lnTo>
                    <a:pt x="2727960" y="48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96343" y="5195341"/>
            <a:ext cx="3419475" cy="6788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334895" marR="5080" indent="-158750">
              <a:lnSpc>
                <a:spcPct val="101000"/>
              </a:lnSpc>
              <a:spcBef>
                <a:spcPts val="80"/>
              </a:spcBef>
            </a:pPr>
            <a:r>
              <a:rPr sz="1550" dirty="0">
                <a:latin typeface="Arial MT"/>
                <a:cs typeface="Arial MT"/>
              </a:rPr>
              <a:t>Cloud</a:t>
            </a:r>
            <a:r>
              <a:rPr sz="1550" spc="-8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Service </a:t>
            </a:r>
            <a:r>
              <a:rPr sz="1550" dirty="0">
                <a:latin typeface="Arial MT"/>
                <a:cs typeface="Arial MT"/>
              </a:rPr>
              <a:t>provider</a:t>
            </a:r>
            <a:r>
              <a:rPr sz="1550" spc="-80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C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ts val="1390"/>
              </a:lnSpc>
            </a:pPr>
            <a:r>
              <a:rPr sz="1550" dirty="0">
                <a:latin typeface="Arial MT"/>
                <a:cs typeface="Arial MT"/>
              </a:rPr>
              <a:t>Common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API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7135" y="4323614"/>
            <a:ext cx="120205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latin typeface="Arial MT"/>
                <a:cs typeface="Arial MT"/>
              </a:rPr>
              <a:t>Common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API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62078" y="3777995"/>
            <a:ext cx="1626235" cy="1222375"/>
            <a:chOff x="2362078" y="3777995"/>
            <a:chExt cx="1626235" cy="122237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270" y="3777995"/>
              <a:ext cx="1600199" cy="120853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62078" y="3777996"/>
              <a:ext cx="1626235" cy="1222375"/>
            </a:xfrm>
            <a:custGeom>
              <a:avLst/>
              <a:gdLst/>
              <a:ahLst/>
              <a:cxnLst/>
              <a:rect l="l" t="t" r="r" b="b"/>
              <a:pathLst>
                <a:path w="1626235" h="1222375">
                  <a:moveTo>
                    <a:pt x="25907" y="1196339"/>
                  </a:moveTo>
                  <a:lnTo>
                    <a:pt x="25907" y="0"/>
                  </a:lnTo>
                  <a:lnTo>
                    <a:pt x="0" y="0"/>
                  </a:lnTo>
                  <a:lnTo>
                    <a:pt x="0" y="1216151"/>
                  </a:lnTo>
                  <a:lnTo>
                    <a:pt x="6095" y="1222247"/>
                  </a:lnTo>
                  <a:lnTo>
                    <a:pt x="12191" y="1222247"/>
                  </a:lnTo>
                  <a:lnTo>
                    <a:pt x="12191" y="1196339"/>
                  </a:lnTo>
                  <a:lnTo>
                    <a:pt x="25907" y="1196339"/>
                  </a:lnTo>
                  <a:close/>
                </a:path>
                <a:path w="1626235" h="1222375">
                  <a:moveTo>
                    <a:pt x="1612391" y="1196339"/>
                  </a:moveTo>
                  <a:lnTo>
                    <a:pt x="12191" y="1196339"/>
                  </a:lnTo>
                  <a:lnTo>
                    <a:pt x="25907" y="1208531"/>
                  </a:lnTo>
                  <a:lnTo>
                    <a:pt x="25907" y="1222247"/>
                  </a:lnTo>
                  <a:lnTo>
                    <a:pt x="1600199" y="1222247"/>
                  </a:lnTo>
                  <a:lnTo>
                    <a:pt x="1600199" y="1208531"/>
                  </a:lnTo>
                  <a:lnTo>
                    <a:pt x="1612391" y="1196339"/>
                  </a:lnTo>
                  <a:close/>
                </a:path>
                <a:path w="1626235" h="1222375">
                  <a:moveTo>
                    <a:pt x="25907" y="1222247"/>
                  </a:moveTo>
                  <a:lnTo>
                    <a:pt x="25907" y="1208531"/>
                  </a:lnTo>
                  <a:lnTo>
                    <a:pt x="12191" y="1196339"/>
                  </a:lnTo>
                  <a:lnTo>
                    <a:pt x="12191" y="1222247"/>
                  </a:lnTo>
                  <a:lnTo>
                    <a:pt x="25907" y="1222247"/>
                  </a:lnTo>
                  <a:close/>
                </a:path>
                <a:path w="1626235" h="1222375">
                  <a:moveTo>
                    <a:pt x="1626107" y="1216151"/>
                  </a:moveTo>
                  <a:lnTo>
                    <a:pt x="1626107" y="0"/>
                  </a:lnTo>
                  <a:lnTo>
                    <a:pt x="1600199" y="0"/>
                  </a:lnTo>
                  <a:lnTo>
                    <a:pt x="1600199" y="1196339"/>
                  </a:lnTo>
                  <a:lnTo>
                    <a:pt x="1612391" y="1196339"/>
                  </a:lnTo>
                  <a:lnTo>
                    <a:pt x="1612391" y="1222247"/>
                  </a:lnTo>
                  <a:lnTo>
                    <a:pt x="1620011" y="1222247"/>
                  </a:lnTo>
                  <a:lnTo>
                    <a:pt x="1626107" y="1216151"/>
                  </a:lnTo>
                  <a:close/>
                </a:path>
                <a:path w="1626235" h="1222375">
                  <a:moveTo>
                    <a:pt x="1612391" y="1222247"/>
                  </a:moveTo>
                  <a:lnTo>
                    <a:pt x="1612391" y="1196339"/>
                  </a:lnTo>
                  <a:lnTo>
                    <a:pt x="1600199" y="1208531"/>
                  </a:lnTo>
                  <a:lnTo>
                    <a:pt x="1600199" y="1222247"/>
                  </a:lnTo>
                  <a:lnTo>
                    <a:pt x="1612391" y="1222247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694809" y="3777995"/>
            <a:ext cx="1626235" cy="1236345"/>
            <a:chOff x="6694809" y="3777995"/>
            <a:chExt cx="1626235" cy="123634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7002" y="3777995"/>
              <a:ext cx="1600199" cy="12237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94809" y="3777996"/>
              <a:ext cx="1626235" cy="1236345"/>
            </a:xfrm>
            <a:custGeom>
              <a:avLst/>
              <a:gdLst/>
              <a:ahLst/>
              <a:cxnLst/>
              <a:rect l="l" t="t" r="r" b="b"/>
              <a:pathLst>
                <a:path w="1626234" h="1236345">
                  <a:moveTo>
                    <a:pt x="25907" y="1210055"/>
                  </a:moveTo>
                  <a:lnTo>
                    <a:pt x="25907" y="0"/>
                  </a:lnTo>
                  <a:lnTo>
                    <a:pt x="0" y="0"/>
                  </a:lnTo>
                  <a:lnTo>
                    <a:pt x="0" y="1229867"/>
                  </a:lnTo>
                  <a:lnTo>
                    <a:pt x="6095" y="1235963"/>
                  </a:lnTo>
                  <a:lnTo>
                    <a:pt x="12191" y="1235963"/>
                  </a:lnTo>
                  <a:lnTo>
                    <a:pt x="12191" y="1210055"/>
                  </a:lnTo>
                  <a:lnTo>
                    <a:pt x="25907" y="1210055"/>
                  </a:lnTo>
                  <a:close/>
                </a:path>
                <a:path w="1626234" h="1236345">
                  <a:moveTo>
                    <a:pt x="1612391" y="1210055"/>
                  </a:moveTo>
                  <a:lnTo>
                    <a:pt x="12191" y="1210055"/>
                  </a:lnTo>
                  <a:lnTo>
                    <a:pt x="25907" y="1223771"/>
                  </a:lnTo>
                  <a:lnTo>
                    <a:pt x="25907" y="1235963"/>
                  </a:lnTo>
                  <a:lnTo>
                    <a:pt x="1600199" y="1235963"/>
                  </a:lnTo>
                  <a:lnTo>
                    <a:pt x="1600199" y="1223771"/>
                  </a:lnTo>
                  <a:lnTo>
                    <a:pt x="1612391" y="1210055"/>
                  </a:lnTo>
                  <a:close/>
                </a:path>
                <a:path w="1626234" h="1236345">
                  <a:moveTo>
                    <a:pt x="25907" y="1235963"/>
                  </a:moveTo>
                  <a:lnTo>
                    <a:pt x="25907" y="1223771"/>
                  </a:lnTo>
                  <a:lnTo>
                    <a:pt x="12191" y="1210055"/>
                  </a:lnTo>
                  <a:lnTo>
                    <a:pt x="12191" y="1235963"/>
                  </a:lnTo>
                  <a:lnTo>
                    <a:pt x="25907" y="1235963"/>
                  </a:lnTo>
                  <a:close/>
                </a:path>
                <a:path w="1626234" h="1236345">
                  <a:moveTo>
                    <a:pt x="1626107" y="1229867"/>
                  </a:moveTo>
                  <a:lnTo>
                    <a:pt x="1626107" y="0"/>
                  </a:lnTo>
                  <a:lnTo>
                    <a:pt x="1600199" y="0"/>
                  </a:lnTo>
                  <a:lnTo>
                    <a:pt x="1600199" y="1210055"/>
                  </a:lnTo>
                  <a:lnTo>
                    <a:pt x="1612391" y="1210055"/>
                  </a:lnTo>
                  <a:lnTo>
                    <a:pt x="1612391" y="1235963"/>
                  </a:lnTo>
                  <a:lnTo>
                    <a:pt x="1620011" y="1235963"/>
                  </a:lnTo>
                  <a:lnTo>
                    <a:pt x="1626107" y="1229867"/>
                  </a:lnTo>
                  <a:close/>
                </a:path>
                <a:path w="1626234" h="1236345">
                  <a:moveTo>
                    <a:pt x="1612391" y="1235963"/>
                  </a:moveTo>
                  <a:lnTo>
                    <a:pt x="1612391" y="1210055"/>
                  </a:lnTo>
                  <a:lnTo>
                    <a:pt x="1600199" y="1223771"/>
                  </a:lnTo>
                  <a:lnTo>
                    <a:pt x="1600199" y="1235963"/>
                  </a:lnTo>
                  <a:lnTo>
                    <a:pt x="1612391" y="1235963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6685666" y="5128260"/>
            <a:ext cx="1624965" cy="1702435"/>
            <a:chOff x="6685666" y="5128260"/>
            <a:chExt cx="1624965" cy="170243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7857" y="5140451"/>
              <a:ext cx="1600199" cy="1676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685666" y="5128260"/>
              <a:ext cx="1624965" cy="1702435"/>
            </a:xfrm>
            <a:custGeom>
              <a:avLst/>
              <a:gdLst/>
              <a:ahLst/>
              <a:cxnLst/>
              <a:rect l="l" t="t" r="r" b="b"/>
              <a:pathLst>
                <a:path w="1624965" h="1702434">
                  <a:moveTo>
                    <a:pt x="1624584" y="1696212"/>
                  </a:moveTo>
                  <a:lnTo>
                    <a:pt x="1624584" y="6096"/>
                  </a:lnTo>
                  <a:lnTo>
                    <a:pt x="162001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1696212"/>
                  </a:lnTo>
                  <a:lnTo>
                    <a:pt x="4572" y="1702308"/>
                  </a:lnTo>
                  <a:lnTo>
                    <a:pt x="12192" y="1702308"/>
                  </a:lnTo>
                  <a:lnTo>
                    <a:pt x="12192" y="25908"/>
                  </a:lnTo>
                  <a:lnTo>
                    <a:pt x="24384" y="12192"/>
                  </a:lnTo>
                  <a:lnTo>
                    <a:pt x="24384" y="25908"/>
                  </a:lnTo>
                  <a:lnTo>
                    <a:pt x="1600200" y="25908"/>
                  </a:lnTo>
                  <a:lnTo>
                    <a:pt x="1600200" y="12192"/>
                  </a:lnTo>
                  <a:lnTo>
                    <a:pt x="1612392" y="25908"/>
                  </a:lnTo>
                  <a:lnTo>
                    <a:pt x="1612392" y="1702308"/>
                  </a:lnTo>
                  <a:lnTo>
                    <a:pt x="1620012" y="1702308"/>
                  </a:lnTo>
                  <a:lnTo>
                    <a:pt x="1624584" y="1696212"/>
                  </a:lnTo>
                  <a:close/>
                </a:path>
                <a:path w="1624965" h="1702434">
                  <a:moveTo>
                    <a:pt x="24384" y="25908"/>
                  </a:moveTo>
                  <a:lnTo>
                    <a:pt x="24384" y="12192"/>
                  </a:lnTo>
                  <a:lnTo>
                    <a:pt x="12192" y="25908"/>
                  </a:lnTo>
                  <a:lnTo>
                    <a:pt x="24384" y="25908"/>
                  </a:lnTo>
                  <a:close/>
                </a:path>
                <a:path w="1624965" h="1702434">
                  <a:moveTo>
                    <a:pt x="24384" y="1676400"/>
                  </a:moveTo>
                  <a:lnTo>
                    <a:pt x="24384" y="25908"/>
                  </a:lnTo>
                  <a:lnTo>
                    <a:pt x="12192" y="25908"/>
                  </a:lnTo>
                  <a:lnTo>
                    <a:pt x="12192" y="1676400"/>
                  </a:lnTo>
                  <a:lnTo>
                    <a:pt x="24384" y="1676400"/>
                  </a:lnTo>
                  <a:close/>
                </a:path>
                <a:path w="1624965" h="1702434">
                  <a:moveTo>
                    <a:pt x="1612392" y="1676400"/>
                  </a:moveTo>
                  <a:lnTo>
                    <a:pt x="12192" y="1676400"/>
                  </a:lnTo>
                  <a:lnTo>
                    <a:pt x="24384" y="1688592"/>
                  </a:lnTo>
                  <a:lnTo>
                    <a:pt x="24384" y="1702308"/>
                  </a:lnTo>
                  <a:lnTo>
                    <a:pt x="1600200" y="1702308"/>
                  </a:lnTo>
                  <a:lnTo>
                    <a:pt x="1600200" y="1688592"/>
                  </a:lnTo>
                  <a:lnTo>
                    <a:pt x="1612392" y="1676400"/>
                  </a:lnTo>
                  <a:close/>
                </a:path>
                <a:path w="1624965" h="1702434">
                  <a:moveTo>
                    <a:pt x="24384" y="1702308"/>
                  </a:moveTo>
                  <a:lnTo>
                    <a:pt x="24384" y="1688592"/>
                  </a:lnTo>
                  <a:lnTo>
                    <a:pt x="12192" y="1676400"/>
                  </a:lnTo>
                  <a:lnTo>
                    <a:pt x="12192" y="1702308"/>
                  </a:lnTo>
                  <a:lnTo>
                    <a:pt x="24384" y="1702308"/>
                  </a:lnTo>
                  <a:close/>
                </a:path>
                <a:path w="1624965" h="1702434">
                  <a:moveTo>
                    <a:pt x="1612392" y="25908"/>
                  </a:moveTo>
                  <a:lnTo>
                    <a:pt x="1600200" y="12192"/>
                  </a:lnTo>
                  <a:lnTo>
                    <a:pt x="1600200" y="25908"/>
                  </a:lnTo>
                  <a:lnTo>
                    <a:pt x="1612392" y="25908"/>
                  </a:lnTo>
                  <a:close/>
                </a:path>
                <a:path w="1624965" h="1702434">
                  <a:moveTo>
                    <a:pt x="1612392" y="1676400"/>
                  </a:moveTo>
                  <a:lnTo>
                    <a:pt x="1612392" y="25908"/>
                  </a:lnTo>
                  <a:lnTo>
                    <a:pt x="1600200" y="25908"/>
                  </a:lnTo>
                  <a:lnTo>
                    <a:pt x="1600200" y="1676400"/>
                  </a:lnTo>
                  <a:lnTo>
                    <a:pt x="1612392" y="1676400"/>
                  </a:lnTo>
                  <a:close/>
                </a:path>
                <a:path w="1624965" h="1702434">
                  <a:moveTo>
                    <a:pt x="1612392" y="1702308"/>
                  </a:moveTo>
                  <a:lnTo>
                    <a:pt x="1612392" y="1676400"/>
                  </a:lnTo>
                  <a:lnTo>
                    <a:pt x="1600200" y="1688592"/>
                  </a:lnTo>
                  <a:lnTo>
                    <a:pt x="1600200" y="1702308"/>
                  </a:lnTo>
                  <a:lnTo>
                    <a:pt x="1612392" y="1702308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61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Scenario</a:t>
            </a:r>
            <a:r>
              <a:rPr sz="3600" spc="-65" dirty="0"/>
              <a:t> </a:t>
            </a:r>
            <a:r>
              <a:rPr sz="3600" dirty="0"/>
              <a:t>with</a:t>
            </a:r>
            <a:r>
              <a:rPr sz="3600" spc="-30" dirty="0"/>
              <a:t> </a:t>
            </a:r>
            <a:r>
              <a:rPr sz="3600" spc="-20" dirty="0"/>
              <a:t>inter-</a:t>
            </a:r>
            <a:r>
              <a:rPr sz="3600" dirty="0"/>
              <a:t>cloud</a:t>
            </a:r>
            <a:r>
              <a:rPr sz="3600" spc="-65" dirty="0"/>
              <a:t> </a:t>
            </a:r>
            <a:r>
              <a:rPr sz="3600" dirty="0"/>
              <a:t>service</a:t>
            </a:r>
            <a:r>
              <a:rPr sz="3600" spc="-40" dirty="0"/>
              <a:t> </a:t>
            </a:r>
            <a:r>
              <a:rPr sz="3600" spc="-10" dirty="0"/>
              <a:t>broker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620770"/>
            <a:ext cx="7952105" cy="356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359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Broker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shown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next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figure.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984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broker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receives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request</a:t>
            </a:r>
            <a:r>
              <a:rPr sz="2000" spc="3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own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API.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broker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more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brokering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functions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integrating</a:t>
            </a:r>
            <a:r>
              <a:rPr sz="2000" b="1" i="1" spc="-9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b="1" i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9271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Interworking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broker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3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established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either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9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peering</a:t>
            </a:r>
            <a:r>
              <a:rPr sz="2000" b="1" i="1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b="1" i="1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inter- </a:t>
            </a:r>
            <a:r>
              <a:rPr sz="2000" b="1" i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b="1" i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federation.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61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Scenario</a:t>
            </a:r>
            <a:r>
              <a:rPr sz="3600" spc="-65" dirty="0"/>
              <a:t> </a:t>
            </a:r>
            <a:r>
              <a:rPr sz="3600" dirty="0"/>
              <a:t>with</a:t>
            </a:r>
            <a:r>
              <a:rPr sz="3600" spc="-30" dirty="0"/>
              <a:t> </a:t>
            </a:r>
            <a:r>
              <a:rPr sz="3600" spc="-20" dirty="0"/>
              <a:t>inter-</a:t>
            </a:r>
            <a:r>
              <a:rPr sz="3600" dirty="0"/>
              <a:t>cloud</a:t>
            </a:r>
            <a:r>
              <a:rPr sz="3600" spc="-65" dirty="0"/>
              <a:t> </a:t>
            </a:r>
            <a:r>
              <a:rPr sz="3600" dirty="0"/>
              <a:t>service</a:t>
            </a:r>
            <a:r>
              <a:rPr sz="3600" spc="-40" dirty="0"/>
              <a:t> </a:t>
            </a:r>
            <a:r>
              <a:rPr sz="3600" spc="-10" dirty="0"/>
              <a:t>broker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076321" y="2273807"/>
            <a:ext cx="1005840" cy="128270"/>
            <a:chOff x="5076321" y="2273807"/>
            <a:chExt cx="1005840" cy="128270"/>
          </a:xfrm>
        </p:grpSpPr>
        <p:sp>
          <p:nvSpPr>
            <p:cNvPr id="4" name="object 4"/>
            <p:cNvSpPr/>
            <p:nvPr/>
          </p:nvSpPr>
          <p:spPr>
            <a:xfrm>
              <a:off x="5140329" y="2276855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6095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68345" y="2273807"/>
              <a:ext cx="704088" cy="487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24961" y="2319527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4" h="12700">
                  <a:moveTo>
                    <a:pt x="0" y="0"/>
                  </a:moveTo>
                  <a:lnTo>
                    <a:pt x="18288" y="0"/>
                  </a:lnTo>
                </a:path>
                <a:path w="18414" h="12700">
                  <a:moveTo>
                    <a:pt x="0" y="6095"/>
                  </a:moveTo>
                  <a:lnTo>
                    <a:pt x="18288" y="6095"/>
                  </a:lnTo>
                </a:path>
                <a:path w="18414" h="12700">
                  <a:moveTo>
                    <a:pt x="0" y="12191"/>
                  </a:moveTo>
                  <a:lnTo>
                    <a:pt x="18288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6321" y="2279903"/>
              <a:ext cx="576072" cy="97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4105" y="2273807"/>
              <a:ext cx="44805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1809" y="2334767"/>
              <a:ext cx="91440" cy="670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9201" y="2359151"/>
              <a:ext cx="182880" cy="426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4609" y="2377439"/>
              <a:ext cx="118872" cy="2438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969897" y="2273807"/>
            <a:ext cx="1051560" cy="170815"/>
            <a:chOff x="3969897" y="2273807"/>
            <a:chExt cx="1051560" cy="17081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3129" y="2273807"/>
              <a:ext cx="82296" cy="182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15617" y="231343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71649" y="231343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90521" y="231343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69897" y="2310383"/>
              <a:ext cx="365760" cy="426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7138" y="2285999"/>
              <a:ext cx="274320" cy="6705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47138" y="233171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0521" y="2292095"/>
              <a:ext cx="338328" cy="792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71649" y="2350007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4" h="6350">
                  <a:moveTo>
                    <a:pt x="0" y="0"/>
                  </a:moveTo>
                  <a:lnTo>
                    <a:pt x="18288" y="0"/>
                  </a:lnTo>
                </a:path>
                <a:path w="18414" h="6350">
                  <a:moveTo>
                    <a:pt x="0" y="6096"/>
                  </a:moveTo>
                  <a:lnTo>
                    <a:pt x="18288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2193" y="2346959"/>
              <a:ext cx="146304" cy="2438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189354" y="2362199"/>
              <a:ext cx="100965" cy="0"/>
            </a:xfrm>
            <a:custGeom>
              <a:avLst/>
              <a:gdLst/>
              <a:ahLst/>
              <a:cxnLst/>
              <a:rect l="l" t="t" r="r" b="b"/>
              <a:pathLst>
                <a:path w="100964">
                  <a:moveTo>
                    <a:pt x="0" y="0"/>
                  </a:moveTo>
                  <a:lnTo>
                    <a:pt x="9144" y="0"/>
                  </a:lnTo>
                </a:path>
                <a:path w="100964">
                  <a:moveTo>
                    <a:pt x="82295" y="0"/>
                  </a:moveTo>
                  <a:lnTo>
                    <a:pt x="1005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88769" y="2368295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71649" y="236829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81961" y="2368295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609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69897" y="2353055"/>
              <a:ext cx="27432" cy="4876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47138" y="2334767"/>
              <a:ext cx="73152" cy="6705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66009" y="2346959"/>
              <a:ext cx="155448" cy="548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52193" y="2346959"/>
              <a:ext cx="713232" cy="548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4529" y="2395727"/>
              <a:ext cx="54864" cy="60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91689" y="2395727"/>
              <a:ext cx="54864" cy="609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01417" y="2383535"/>
              <a:ext cx="64008" cy="1828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47138" y="239877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62506" y="2395727"/>
              <a:ext cx="146304" cy="4267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271649" y="240487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4" h="24764">
                  <a:moveTo>
                    <a:pt x="0" y="0"/>
                  </a:moveTo>
                  <a:lnTo>
                    <a:pt x="18288" y="0"/>
                  </a:lnTo>
                </a:path>
                <a:path w="18414" h="24764">
                  <a:moveTo>
                    <a:pt x="0" y="6095"/>
                  </a:moveTo>
                  <a:lnTo>
                    <a:pt x="18288" y="6095"/>
                  </a:lnTo>
                </a:path>
                <a:path w="18414" h="24764">
                  <a:moveTo>
                    <a:pt x="0" y="12191"/>
                  </a:moveTo>
                  <a:lnTo>
                    <a:pt x="18288" y="12191"/>
                  </a:lnTo>
                </a:path>
                <a:path w="18414" h="24764">
                  <a:moveTo>
                    <a:pt x="0" y="18287"/>
                  </a:moveTo>
                  <a:lnTo>
                    <a:pt x="18288" y="18287"/>
                  </a:lnTo>
                </a:path>
                <a:path w="18414" h="24764">
                  <a:moveTo>
                    <a:pt x="0" y="24384"/>
                  </a:moveTo>
                  <a:lnTo>
                    <a:pt x="18288" y="24384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11730" y="2395727"/>
              <a:ext cx="109728" cy="4876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271649" y="24414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1606174" y="2505455"/>
            <a:ext cx="6697980" cy="3904615"/>
            <a:chOff x="1606174" y="2505455"/>
            <a:chExt cx="6697980" cy="3904615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84882" y="2505455"/>
              <a:ext cx="82296" cy="1523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21457" y="26609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021457" y="2666999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9144" y="0"/>
                  </a:lnTo>
                </a:path>
                <a:path w="9525" h="30480">
                  <a:moveTo>
                    <a:pt x="0" y="6096"/>
                  </a:moveTo>
                  <a:lnTo>
                    <a:pt x="9144" y="6096"/>
                  </a:lnTo>
                </a:path>
                <a:path w="9525" h="30480">
                  <a:moveTo>
                    <a:pt x="0" y="12191"/>
                  </a:moveTo>
                  <a:lnTo>
                    <a:pt x="9144" y="12191"/>
                  </a:lnTo>
                </a:path>
                <a:path w="9525" h="30480">
                  <a:moveTo>
                    <a:pt x="0" y="18287"/>
                  </a:moveTo>
                  <a:lnTo>
                    <a:pt x="9144" y="18287"/>
                  </a:lnTo>
                </a:path>
                <a:path w="9525" h="30480">
                  <a:moveTo>
                    <a:pt x="0" y="24384"/>
                  </a:moveTo>
                  <a:lnTo>
                    <a:pt x="9144" y="24384"/>
                  </a:lnTo>
                </a:path>
                <a:path w="9525" h="30480">
                  <a:moveTo>
                    <a:pt x="0" y="30480"/>
                  </a:moveTo>
                  <a:lnTo>
                    <a:pt x="9144" y="30480"/>
                  </a:lnTo>
                </a:path>
              </a:pathLst>
            </a:custGeom>
            <a:ln w="609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021457" y="270357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21457" y="270967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21457" y="271576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0"/>
                  </a:moveTo>
                  <a:lnTo>
                    <a:pt x="9144" y="0"/>
                  </a:lnTo>
                </a:path>
                <a:path w="9525" h="12700">
                  <a:moveTo>
                    <a:pt x="0" y="6096"/>
                  </a:moveTo>
                  <a:lnTo>
                    <a:pt x="9144" y="6096"/>
                  </a:lnTo>
                </a:path>
                <a:path w="9525" h="12700">
                  <a:moveTo>
                    <a:pt x="0" y="12192"/>
                  </a:moveTo>
                  <a:lnTo>
                    <a:pt x="9144" y="12192"/>
                  </a:lnTo>
                </a:path>
              </a:pathLst>
            </a:custGeom>
            <a:ln w="6095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66210" y="272795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021457" y="2734055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6096"/>
                  </a:moveTo>
                  <a:lnTo>
                    <a:pt x="9144" y="6096"/>
                  </a:lnTo>
                </a:path>
              </a:pathLst>
            </a:custGeom>
            <a:ln w="6095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021457" y="274624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A6A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86633" y="27462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021457" y="275234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676522" y="275843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424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42666" y="2718815"/>
              <a:ext cx="859536" cy="7315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22042" y="2718815"/>
              <a:ext cx="347472" cy="9753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542666" y="2788919"/>
              <a:ext cx="165100" cy="12700"/>
            </a:xfrm>
            <a:custGeom>
              <a:avLst/>
              <a:gdLst/>
              <a:ahLst/>
              <a:cxnLst/>
              <a:rect l="l" t="t" r="r" b="b"/>
              <a:pathLst>
                <a:path w="165100" h="12700">
                  <a:moveTo>
                    <a:pt x="146303" y="0"/>
                  </a:moveTo>
                  <a:lnTo>
                    <a:pt x="164592" y="0"/>
                  </a:lnTo>
                </a:path>
                <a:path w="165100" h="12700">
                  <a:moveTo>
                    <a:pt x="0" y="12191"/>
                  </a:moveTo>
                  <a:lnTo>
                    <a:pt x="100584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12313" y="2755391"/>
              <a:ext cx="18288" cy="9753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42666" y="2807207"/>
              <a:ext cx="100965" cy="0"/>
            </a:xfrm>
            <a:custGeom>
              <a:avLst/>
              <a:gdLst/>
              <a:ahLst/>
              <a:cxnLst/>
              <a:rect l="l" t="t" r="r" b="b"/>
              <a:pathLst>
                <a:path w="100964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66210" y="2718815"/>
              <a:ext cx="228600" cy="17068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688970" y="281939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24378" y="2785871"/>
              <a:ext cx="877824" cy="14020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688970" y="282549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42082" y="2810255"/>
              <a:ext cx="27432" cy="4267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03754" y="2773679"/>
              <a:ext cx="54864" cy="7924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31770" y="2773679"/>
              <a:ext cx="82296" cy="7924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286633" y="284987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2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012313" y="285597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012313" y="286207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012313" y="2868167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0"/>
                  </a:moveTo>
                  <a:lnTo>
                    <a:pt x="9144" y="0"/>
                  </a:lnTo>
                </a:path>
                <a:path w="9525" h="12700">
                  <a:moveTo>
                    <a:pt x="0" y="6096"/>
                  </a:moveTo>
                  <a:lnTo>
                    <a:pt x="9144" y="6096"/>
                  </a:lnTo>
                </a:path>
                <a:path w="9525" h="12700">
                  <a:moveTo>
                    <a:pt x="0" y="12192"/>
                  </a:moveTo>
                  <a:lnTo>
                    <a:pt x="9144" y="12192"/>
                  </a:lnTo>
                </a:path>
              </a:pathLst>
            </a:custGeom>
            <a:ln w="609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012313" y="28864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012313" y="28925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012313" y="289864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636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012313" y="2904743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6096"/>
                  </a:moveTo>
                  <a:lnTo>
                    <a:pt x="9144" y="6096"/>
                  </a:lnTo>
                </a:path>
              </a:pathLst>
            </a:custGeom>
            <a:ln w="609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012313" y="291693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012313" y="292303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259201" y="292303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012313" y="292912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71850" y="2919983"/>
              <a:ext cx="91440" cy="18287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012313" y="2935223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6096"/>
                  </a:moveTo>
                  <a:lnTo>
                    <a:pt x="9144" y="6096"/>
                  </a:lnTo>
                </a:path>
              </a:pathLst>
            </a:custGeom>
            <a:ln w="609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012313" y="29474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447922" y="294741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012313" y="29535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012313" y="29596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676522" y="29596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152010" y="295960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86250" y="2919983"/>
              <a:ext cx="137160" cy="4876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012313" y="296570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895978" y="2965704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256031" y="0"/>
                  </a:moveTo>
                  <a:lnTo>
                    <a:pt x="274320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62706" y="2932175"/>
              <a:ext cx="283464" cy="54863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012313" y="29718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A3A3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255898" y="2919983"/>
              <a:ext cx="438911" cy="73151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895978" y="2971800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256031" y="0"/>
                  </a:moveTo>
                  <a:lnTo>
                    <a:pt x="274320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122042" y="2926079"/>
              <a:ext cx="685800" cy="73151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012313" y="29778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A3A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895978" y="2977895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256031" y="0"/>
                  </a:moveTo>
                  <a:lnTo>
                    <a:pt x="274320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012313" y="29839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A3A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895978" y="2983991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256031" y="0"/>
                  </a:moveTo>
                  <a:lnTo>
                    <a:pt x="274320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5012313" y="299008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A3A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6895978" y="2990087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256031" y="0"/>
                  </a:moveTo>
                  <a:lnTo>
                    <a:pt x="274320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71850" y="2987039"/>
              <a:ext cx="91440" cy="12191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012313" y="299618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5487801" y="2996183"/>
              <a:ext cx="1682750" cy="0"/>
            </a:xfrm>
            <a:custGeom>
              <a:avLst/>
              <a:gdLst/>
              <a:ahLst/>
              <a:cxnLst/>
              <a:rect l="l" t="t" r="r" b="b"/>
              <a:pathLst>
                <a:path w="1682750">
                  <a:moveTo>
                    <a:pt x="0" y="0"/>
                  </a:moveTo>
                  <a:lnTo>
                    <a:pt x="9144" y="0"/>
                  </a:lnTo>
                </a:path>
                <a:path w="1682750">
                  <a:moveTo>
                    <a:pt x="1408176" y="0"/>
                  </a:moveTo>
                  <a:lnTo>
                    <a:pt x="1426464" y="0"/>
                  </a:lnTo>
                </a:path>
                <a:path w="1682750">
                  <a:moveTo>
                    <a:pt x="1664208" y="0"/>
                  </a:moveTo>
                  <a:lnTo>
                    <a:pt x="168249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393057" y="2987039"/>
              <a:ext cx="137160" cy="18287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012313" y="300227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502786" y="3002279"/>
              <a:ext cx="668020" cy="0"/>
            </a:xfrm>
            <a:custGeom>
              <a:avLst/>
              <a:gdLst/>
              <a:ahLst/>
              <a:cxnLst/>
              <a:rect l="l" t="t" r="r" b="b"/>
              <a:pathLst>
                <a:path w="668020">
                  <a:moveTo>
                    <a:pt x="0" y="0"/>
                  </a:moveTo>
                  <a:lnTo>
                    <a:pt x="100584" y="0"/>
                  </a:lnTo>
                </a:path>
                <a:path w="668020">
                  <a:moveTo>
                    <a:pt x="393192" y="0"/>
                  </a:moveTo>
                  <a:lnTo>
                    <a:pt x="411480" y="0"/>
                  </a:lnTo>
                </a:path>
                <a:path w="668020">
                  <a:moveTo>
                    <a:pt x="649224" y="0"/>
                  </a:moveTo>
                  <a:lnTo>
                    <a:pt x="667512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04338" y="2999231"/>
              <a:ext cx="182880" cy="1828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5012313" y="300837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E4E4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93057" y="2919983"/>
              <a:ext cx="914400" cy="12801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6895978" y="300837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5012313" y="301447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895978" y="3014472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012313" y="302056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009010" y="2980943"/>
              <a:ext cx="155448" cy="73151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6895978" y="302056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122042" y="2993136"/>
              <a:ext cx="475488" cy="4876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255898" y="2993136"/>
              <a:ext cx="91440" cy="60959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012313" y="302666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871850" y="2993136"/>
              <a:ext cx="91440" cy="54863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6895978" y="302666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5012313" y="30327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643250" y="2993136"/>
              <a:ext cx="164592" cy="97535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895978" y="303275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012313" y="30388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F4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012313" y="30449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524378" y="3035807"/>
              <a:ext cx="73152" cy="18287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895978" y="30449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250057" y="3041904"/>
              <a:ext cx="18288" cy="12191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5012313" y="305104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097145" y="3005327"/>
              <a:ext cx="73152" cy="48767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969130" y="3041904"/>
              <a:ext cx="54864" cy="12191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225162" y="3041904"/>
              <a:ext cx="82296" cy="1219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890138" y="3029711"/>
              <a:ext cx="64008" cy="2438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5935857" y="30510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122042" y="3041904"/>
              <a:ext cx="82295" cy="42671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393057" y="3048000"/>
              <a:ext cx="91440" cy="6095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502786" y="3005327"/>
              <a:ext cx="100584" cy="48767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630801" y="3048000"/>
              <a:ext cx="27432" cy="609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795394" y="3048000"/>
              <a:ext cx="54864" cy="6095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6895978" y="30510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314066" y="3035807"/>
              <a:ext cx="164592" cy="48767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7152010" y="30510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012313" y="305714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122042" y="3057143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>
                  <a:moveTo>
                    <a:pt x="0" y="0"/>
                  </a:moveTo>
                  <a:lnTo>
                    <a:pt x="18288" y="0"/>
                  </a:lnTo>
                </a:path>
                <a:path w="356870">
                  <a:moveTo>
                    <a:pt x="338327" y="0"/>
                  </a:moveTo>
                  <a:lnTo>
                    <a:pt x="35661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012313" y="306323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012313" y="306933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0"/>
                  </a:moveTo>
                  <a:lnTo>
                    <a:pt x="9144" y="0"/>
                  </a:lnTo>
                </a:path>
                <a:path w="9525" h="12700">
                  <a:moveTo>
                    <a:pt x="0" y="6096"/>
                  </a:moveTo>
                  <a:lnTo>
                    <a:pt x="9144" y="6096"/>
                  </a:lnTo>
                </a:path>
                <a:path w="9525" h="12700">
                  <a:moveTo>
                    <a:pt x="0" y="12192"/>
                  </a:moveTo>
                  <a:lnTo>
                    <a:pt x="9144" y="12192"/>
                  </a:lnTo>
                </a:path>
              </a:pathLst>
            </a:custGeom>
            <a:ln w="6095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012313" y="308762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122042" y="308762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423794" y="3087623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6095">
              <a:solidFill>
                <a:srgbClr val="45454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012313" y="30937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868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003170" y="309981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003170" y="31059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0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003170" y="3108959"/>
              <a:ext cx="18288" cy="36575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5003170" y="314858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003170" y="315467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003170" y="3160775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9144" y="0"/>
                  </a:lnTo>
                </a:path>
                <a:path w="9525" h="30480">
                  <a:moveTo>
                    <a:pt x="0" y="6095"/>
                  </a:moveTo>
                  <a:lnTo>
                    <a:pt x="9144" y="6095"/>
                  </a:lnTo>
                </a:path>
                <a:path w="9525" h="30480">
                  <a:moveTo>
                    <a:pt x="0" y="12191"/>
                  </a:moveTo>
                  <a:lnTo>
                    <a:pt x="9144" y="12191"/>
                  </a:lnTo>
                </a:path>
                <a:path w="9525" h="30480">
                  <a:moveTo>
                    <a:pt x="0" y="18287"/>
                  </a:moveTo>
                  <a:lnTo>
                    <a:pt x="9144" y="18287"/>
                  </a:lnTo>
                </a:path>
                <a:path w="9525" h="30480">
                  <a:moveTo>
                    <a:pt x="0" y="24383"/>
                  </a:moveTo>
                  <a:lnTo>
                    <a:pt x="9144" y="24383"/>
                  </a:lnTo>
                </a:path>
                <a:path w="9525" h="30480">
                  <a:moveTo>
                    <a:pt x="0" y="30479"/>
                  </a:moveTo>
                  <a:lnTo>
                    <a:pt x="9144" y="30479"/>
                  </a:lnTo>
                </a:path>
              </a:pathLst>
            </a:custGeom>
            <a:ln w="609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003170" y="31973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003170" y="320344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448690" y="3206495"/>
              <a:ext cx="3116579" cy="571499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3441070" y="3288792"/>
              <a:ext cx="3138170" cy="489584"/>
            </a:xfrm>
            <a:custGeom>
              <a:avLst/>
              <a:gdLst/>
              <a:ahLst/>
              <a:cxnLst/>
              <a:rect l="l" t="t" r="r" b="b"/>
              <a:pathLst>
                <a:path w="3138170" h="489585">
                  <a:moveTo>
                    <a:pt x="3137915" y="489203"/>
                  </a:moveTo>
                  <a:lnTo>
                    <a:pt x="3137915" y="4571"/>
                  </a:lnTo>
                  <a:lnTo>
                    <a:pt x="3131819" y="0"/>
                  </a:lnTo>
                  <a:lnTo>
                    <a:pt x="6095" y="0"/>
                  </a:lnTo>
                  <a:lnTo>
                    <a:pt x="0" y="4571"/>
                  </a:lnTo>
                  <a:lnTo>
                    <a:pt x="0" y="489203"/>
                  </a:lnTo>
                  <a:lnTo>
                    <a:pt x="13715" y="489203"/>
                  </a:lnTo>
                  <a:lnTo>
                    <a:pt x="13715" y="24383"/>
                  </a:lnTo>
                  <a:lnTo>
                    <a:pt x="25907" y="12191"/>
                  </a:lnTo>
                  <a:lnTo>
                    <a:pt x="25907" y="24383"/>
                  </a:lnTo>
                  <a:lnTo>
                    <a:pt x="3112007" y="24383"/>
                  </a:lnTo>
                  <a:lnTo>
                    <a:pt x="3112007" y="12191"/>
                  </a:lnTo>
                  <a:lnTo>
                    <a:pt x="3124199" y="24383"/>
                  </a:lnTo>
                  <a:lnTo>
                    <a:pt x="3124199" y="489203"/>
                  </a:lnTo>
                  <a:lnTo>
                    <a:pt x="3137915" y="489203"/>
                  </a:lnTo>
                  <a:close/>
                </a:path>
                <a:path w="3138170" h="489585">
                  <a:moveTo>
                    <a:pt x="25907" y="24383"/>
                  </a:moveTo>
                  <a:lnTo>
                    <a:pt x="25907" y="12191"/>
                  </a:lnTo>
                  <a:lnTo>
                    <a:pt x="13715" y="24383"/>
                  </a:lnTo>
                  <a:lnTo>
                    <a:pt x="25907" y="24383"/>
                  </a:lnTo>
                  <a:close/>
                </a:path>
                <a:path w="3138170" h="489585">
                  <a:moveTo>
                    <a:pt x="25907" y="489203"/>
                  </a:moveTo>
                  <a:lnTo>
                    <a:pt x="25907" y="24383"/>
                  </a:lnTo>
                  <a:lnTo>
                    <a:pt x="13715" y="24383"/>
                  </a:lnTo>
                  <a:lnTo>
                    <a:pt x="13715" y="489203"/>
                  </a:lnTo>
                  <a:lnTo>
                    <a:pt x="25907" y="489203"/>
                  </a:lnTo>
                  <a:close/>
                </a:path>
                <a:path w="3138170" h="489585">
                  <a:moveTo>
                    <a:pt x="3124199" y="24383"/>
                  </a:moveTo>
                  <a:lnTo>
                    <a:pt x="3112007" y="12191"/>
                  </a:lnTo>
                  <a:lnTo>
                    <a:pt x="3112007" y="24383"/>
                  </a:lnTo>
                  <a:lnTo>
                    <a:pt x="3124199" y="24383"/>
                  </a:lnTo>
                  <a:close/>
                </a:path>
                <a:path w="3138170" h="489585">
                  <a:moveTo>
                    <a:pt x="3124199" y="489203"/>
                  </a:moveTo>
                  <a:lnTo>
                    <a:pt x="3124199" y="24383"/>
                  </a:lnTo>
                  <a:lnTo>
                    <a:pt x="3112007" y="24383"/>
                  </a:lnTo>
                  <a:lnTo>
                    <a:pt x="3112007" y="489203"/>
                  </a:lnTo>
                  <a:lnTo>
                    <a:pt x="3124199" y="489203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448690" y="3777995"/>
              <a:ext cx="3127248" cy="257556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3055498" y="401421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923410" y="40142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7106289" y="40142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3055498" y="402031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3156082" y="40203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A5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329818" y="40203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890906" y="4011167"/>
              <a:ext cx="118872" cy="30479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6914266" y="40203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7106289" y="40203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55498" y="402640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115433" y="402640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55498" y="403250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762890" y="4011167"/>
              <a:ext cx="64008" cy="42671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658233" y="4011167"/>
              <a:ext cx="182880" cy="42671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119506" y="4011167"/>
              <a:ext cx="256032" cy="42671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6566794" y="40325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909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991490" y="4038600"/>
              <a:ext cx="82550" cy="0"/>
            </a:xfrm>
            <a:custGeom>
              <a:avLst/>
              <a:gdLst/>
              <a:ahLst/>
              <a:cxnLst/>
              <a:rect l="l" t="t" r="r" b="b"/>
              <a:pathLst>
                <a:path w="82550">
                  <a:moveTo>
                    <a:pt x="0" y="0"/>
                  </a:moveTo>
                  <a:lnTo>
                    <a:pt x="18288" y="0"/>
                  </a:lnTo>
                </a:path>
                <a:path w="82550">
                  <a:moveTo>
                    <a:pt x="64007" y="0"/>
                  </a:moveTo>
                  <a:lnTo>
                    <a:pt x="8229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5003170" y="4035552"/>
              <a:ext cx="0" cy="634365"/>
            </a:xfrm>
            <a:custGeom>
              <a:avLst/>
              <a:gdLst/>
              <a:ahLst/>
              <a:cxnLst/>
              <a:rect l="l" t="t" r="r" b="b"/>
              <a:pathLst>
                <a:path h="634364">
                  <a:moveTo>
                    <a:pt x="0" y="0"/>
                  </a:moveTo>
                  <a:lnTo>
                    <a:pt x="0" y="633983"/>
                  </a:lnTo>
                </a:path>
              </a:pathLst>
            </a:custGeom>
            <a:ln w="1828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2799466" y="4044695"/>
              <a:ext cx="3977640" cy="6350"/>
            </a:xfrm>
            <a:custGeom>
              <a:avLst/>
              <a:gdLst/>
              <a:ahLst/>
              <a:cxnLst/>
              <a:rect l="l" t="t" r="r" b="b"/>
              <a:pathLst>
                <a:path w="3977640" h="6350">
                  <a:moveTo>
                    <a:pt x="192024" y="0"/>
                  </a:moveTo>
                  <a:lnTo>
                    <a:pt x="210312" y="0"/>
                  </a:lnTo>
                </a:path>
                <a:path w="3977640" h="6350">
                  <a:moveTo>
                    <a:pt x="256031" y="0"/>
                  </a:moveTo>
                  <a:lnTo>
                    <a:pt x="274320" y="0"/>
                  </a:lnTo>
                </a:path>
                <a:path w="3977640" h="6350">
                  <a:moveTo>
                    <a:pt x="0" y="6096"/>
                  </a:moveTo>
                  <a:lnTo>
                    <a:pt x="18288" y="6096"/>
                  </a:lnTo>
                </a:path>
                <a:path w="3977640" h="6350">
                  <a:moveTo>
                    <a:pt x="192024" y="6096"/>
                  </a:moveTo>
                  <a:lnTo>
                    <a:pt x="210312" y="6096"/>
                  </a:lnTo>
                </a:path>
                <a:path w="3977640" h="6350">
                  <a:moveTo>
                    <a:pt x="256031" y="6096"/>
                  </a:moveTo>
                  <a:lnTo>
                    <a:pt x="274320" y="6096"/>
                  </a:lnTo>
                </a:path>
                <a:path w="3977640" h="6350">
                  <a:moveTo>
                    <a:pt x="3959351" y="6095"/>
                  </a:moveTo>
                  <a:lnTo>
                    <a:pt x="3977640" y="609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658233" y="4011167"/>
              <a:ext cx="502920" cy="73151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991490" y="4056888"/>
              <a:ext cx="82550" cy="12700"/>
            </a:xfrm>
            <a:custGeom>
              <a:avLst/>
              <a:gdLst/>
              <a:ahLst/>
              <a:cxnLst/>
              <a:rect l="l" t="t" r="r" b="b"/>
              <a:pathLst>
                <a:path w="82550" h="12700">
                  <a:moveTo>
                    <a:pt x="0" y="0"/>
                  </a:moveTo>
                  <a:lnTo>
                    <a:pt x="18288" y="0"/>
                  </a:lnTo>
                </a:path>
                <a:path w="82550" h="12700">
                  <a:moveTo>
                    <a:pt x="64007" y="0"/>
                  </a:moveTo>
                  <a:lnTo>
                    <a:pt x="82296" y="0"/>
                  </a:lnTo>
                </a:path>
                <a:path w="82550" h="12700">
                  <a:moveTo>
                    <a:pt x="0" y="6095"/>
                  </a:moveTo>
                  <a:lnTo>
                    <a:pt x="18288" y="6095"/>
                  </a:lnTo>
                </a:path>
                <a:path w="82550" h="12700">
                  <a:moveTo>
                    <a:pt x="64007" y="6095"/>
                  </a:moveTo>
                  <a:lnTo>
                    <a:pt x="82296" y="6095"/>
                  </a:lnTo>
                </a:path>
                <a:path w="82550" h="12700">
                  <a:moveTo>
                    <a:pt x="0" y="12191"/>
                  </a:moveTo>
                  <a:lnTo>
                    <a:pt x="18288" y="12191"/>
                  </a:lnTo>
                </a:path>
                <a:path w="82550" h="12700">
                  <a:moveTo>
                    <a:pt x="64007" y="12191"/>
                  </a:moveTo>
                  <a:lnTo>
                    <a:pt x="82296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201802" y="4047744"/>
              <a:ext cx="192024" cy="42671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2744602" y="4075175"/>
              <a:ext cx="640080" cy="18415"/>
            </a:xfrm>
            <a:custGeom>
              <a:avLst/>
              <a:gdLst/>
              <a:ahLst/>
              <a:cxnLst/>
              <a:rect l="l" t="t" r="r" b="b"/>
              <a:pathLst>
                <a:path w="640079" h="18414">
                  <a:moveTo>
                    <a:pt x="310895" y="0"/>
                  </a:moveTo>
                  <a:lnTo>
                    <a:pt x="329184" y="0"/>
                  </a:lnTo>
                </a:path>
                <a:path w="640079" h="18414">
                  <a:moveTo>
                    <a:pt x="310895" y="6095"/>
                  </a:moveTo>
                  <a:lnTo>
                    <a:pt x="329184" y="6095"/>
                  </a:lnTo>
                </a:path>
                <a:path w="640079" h="18414">
                  <a:moveTo>
                    <a:pt x="310895" y="12191"/>
                  </a:moveTo>
                  <a:lnTo>
                    <a:pt x="329184" y="12191"/>
                  </a:lnTo>
                </a:path>
                <a:path w="640079" h="18414">
                  <a:moveTo>
                    <a:pt x="621791" y="12191"/>
                  </a:moveTo>
                  <a:lnTo>
                    <a:pt x="640080" y="12191"/>
                  </a:lnTo>
                </a:path>
                <a:path w="640079" h="18414">
                  <a:moveTo>
                    <a:pt x="0" y="18287"/>
                  </a:moveTo>
                  <a:lnTo>
                    <a:pt x="100584" y="18287"/>
                  </a:lnTo>
                </a:path>
                <a:path w="640079" h="18414">
                  <a:moveTo>
                    <a:pt x="310895" y="18287"/>
                  </a:moveTo>
                  <a:lnTo>
                    <a:pt x="329184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717170" y="4041647"/>
              <a:ext cx="292608" cy="103631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3366394" y="4093463"/>
              <a:ext cx="3237230" cy="0"/>
            </a:xfrm>
            <a:custGeom>
              <a:avLst/>
              <a:gdLst/>
              <a:ahLst/>
              <a:cxnLst/>
              <a:rect l="l" t="t" r="r" b="b"/>
              <a:pathLst>
                <a:path w="3237229">
                  <a:moveTo>
                    <a:pt x="0" y="0"/>
                  </a:moveTo>
                  <a:lnTo>
                    <a:pt x="18288" y="0"/>
                  </a:lnTo>
                </a:path>
                <a:path w="3237229">
                  <a:moveTo>
                    <a:pt x="3136391" y="0"/>
                  </a:moveTo>
                  <a:lnTo>
                    <a:pt x="323697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475354" y="4035552"/>
              <a:ext cx="283464" cy="109727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3055498" y="4099559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>
                  <a:moveTo>
                    <a:pt x="0" y="0"/>
                  </a:moveTo>
                  <a:lnTo>
                    <a:pt x="18288" y="0"/>
                  </a:lnTo>
                </a:path>
                <a:path w="329564">
                  <a:moveTo>
                    <a:pt x="310895" y="0"/>
                  </a:moveTo>
                  <a:lnTo>
                    <a:pt x="3291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758818" y="4053839"/>
              <a:ext cx="137160" cy="60959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110362" y="4053839"/>
              <a:ext cx="210312" cy="85343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3055498" y="4105655"/>
              <a:ext cx="3840479" cy="18415"/>
            </a:xfrm>
            <a:custGeom>
              <a:avLst/>
              <a:gdLst/>
              <a:ahLst/>
              <a:cxnLst/>
              <a:rect l="l" t="t" r="r" b="b"/>
              <a:pathLst>
                <a:path w="3840479" h="18414">
                  <a:moveTo>
                    <a:pt x="0" y="0"/>
                  </a:moveTo>
                  <a:lnTo>
                    <a:pt x="18288" y="0"/>
                  </a:lnTo>
                </a:path>
                <a:path w="3840479" h="18414">
                  <a:moveTo>
                    <a:pt x="0" y="6096"/>
                  </a:moveTo>
                  <a:lnTo>
                    <a:pt x="18288" y="6096"/>
                  </a:lnTo>
                </a:path>
                <a:path w="3840479" h="18414">
                  <a:moveTo>
                    <a:pt x="3822191" y="6095"/>
                  </a:moveTo>
                  <a:lnTo>
                    <a:pt x="3840480" y="6095"/>
                  </a:lnTo>
                </a:path>
                <a:path w="3840479" h="18414">
                  <a:moveTo>
                    <a:pt x="0" y="12191"/>
                  </a:moveTo>
                  <a:lnTo>
                    <a:pt x="18288" y="12191"/>
                  </a:lnTo>
                </a:path>
                <a:path w="3840479" h="18414">
                  <a:moveTo>
                    <a:pt x="3822191" y="12191"/>
                  </a:moveTo>
                  <a:lnTo>
                    <a:pt x="3840480" y="12191"/>
                  </a:lnTo>
                </a:path>
                <a:path w="3840479" h="18414">
                  <a:moveTo>
                    <a:pt x="0" y="18287"/>
                  </a:moveTo>
                  <a:lnTo>
                    <a:pt x="18288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886833" y="4078223"/>
              <a:ext cx="274320" cy="91439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813682" y="4114800"/>
              <a:ext cx="82296" cy="18287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3055498" y="413003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338962" y="4102608"/>
              <a:ext cx="54864" cy="60959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3055498" y="4136135"/>
              <a:ext cx="265430" cy="0"/>
            </a:xfrm>
            <a:custGeom>
              <a:avLst/>
              <a:gdLst/>
              <a:ahLst/>
              <a:cxnLst/>
              <a:rect l="l" t="t" r="r" b="b"/>
              <a:pathLst>
                <a:path w="265429">
                  <a:moveTo>
                    <a:pt x="0" y="0"/>
                  </a:moveTo>
                  <a:lnTo>
                    <a:pt x="18288" y="0"/>
                  </a:lnTo>
                </a:path>
                <a:path w="265429">
                  <a:moveTo>
                    <a:pt x="256031" y="0"/>
                  </a:moveTo>
                  <a:lnTo>
                    <a:pt x="26517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813682" y="4133088"/>
              <a:ext cx="27432" cy="6095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3055498" y="4142232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3311530" y="414223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612513" y="4139183"/>
              <a:ext cx="73152" cy="6095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6813682" y="4142232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3338962" y="41666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B1B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7115433" y="41666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3329818" y="41727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886833" y="4126991"/>
              <a:ext cx="45720" cy="48767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7106289" y="41727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165226" y="41788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329818" y="41788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6923410" y="41788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7106289" y="41788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165226" y="418490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329818" y="418490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6923410" y="418490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3393826" y="421538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101218" y="4139183"/>
              <a:ext cx="310896" cy="103631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3851026" y="422757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5A5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013082" y="4239767"/>
              <a:ext cx="1143000" cy="12700"/>
            </a:xfrm>
            <a:custGeom>
              <a:avLst/>
              <a:gdLst/>
              <a:ahLst/>
              <a:cxnLst/>
              <a:rect l="l" t="t" r="r" b="b"/>
              <a:pathLst>
                <a:path w="1143000" h="12700">
                  <a:moveTo>
                    <a:pt x="1124712" y="0"/>
                  </a:moveTo>
                  <a:lnTo>
                    <a:pt x="1143000" y="0"/>
                  </a:lnTo>
                </a:path>
                <a:path w="1143000" h="12700">
                  <a:moveTo>
                    <a:pt x="1124712" y="6096"/>
                  </a:moveTo>
                  <a:lnTo>
                    <a:pt x="1143000" y="6096"/>
                  </a:lnTo>
                </a:path>
                <a:path w="1143000" h="12700">
                  <a:moveTo>
                    <a:pt x="0" y="12191"/>
                  </a:moveTo>
                  <a:lnTo>
                    <a:pt x="9144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737226" y="4212335"/>
              <a:ext cx="82296" cy="60959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2909194" y="425196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909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7755513" y="42519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2013082" y="42580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2909194" y="425805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909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095378" y="4212335"/>
              <a:ext cx="905256" cy="73151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7755513" y="42580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740530" y="4181855"/>
              <a:ext cx="914400" cy="97535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2095378" y="4264151"/>
              <a:ext cx="5724525" cy="6350"/>
            </a:xfrm>
            <a:custGeom>
              <a:avLst/>
              <a:gdLst/>
              <a:ahLst/>
              <a:cxnLst/>
              <a:rect l="l" t="t" r="r" b="b"/>
              <a:pathLst>
                <a:path w="5724525" h="6350">
                  <a:moveTo>
                    <a:pt x="0" y="0"/>
                  </a:moveTo>
                  <a:lnTo>
                    <a:pt x="18288" y="0"/>
                  </a:lnTo>
                </a:path>
                <a:path w="5724525" h="6350">
                  <a:moveTo>
                    <a:pt x="0" y="6095"/>
                  </a:moveTo>
                  <a:lnTo>
                    <a:pt x="18288" y="6095"/>
                  </a:lnTo>
                </a:path>
                <a:path w="5724525" h="6350">
                  <a:moveTo>
                    <a:pt x="5705856" y="6095"/>
                  </a:moveTo>
                  <a:lnTo>
                    <a:pt x="5724144" y="609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3092074" y="427634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380610" y="4276344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256031" y="0"/>
                  </a:moveTo>
                  <a:lnTo>
                    <a:pt x="274320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662306" y="4279391"/>
              <a:ext cx="18288" cy="6095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1839346" y="4282439"/>
              <a:ext cx="5815965" cy="6350"/>
            </a:xfrm>
            <a:custGeom>
              <a:avLst/>
              <a:gdLst/>
              <a:ahLst/>
              <a:cxnLst/>
              <a:rect l="l" t="t" r="r" b="b"/>
              <a:pathLst>
                <a:path w="5815965" h="6350">
                  <a:moveTo>
                    <a:pt x="5541263" y="0"/>
                  </a:moveTo>
                  <a:lnTo>
                    <a:pt x="5559552" y="0"/>
                  </a:lnTo>
                </a:path>
                <a:path w="5815965" h="6350">
                  <a:moveTo>
                    <a:pt x="5797295" y="0"/>
                  </a:moveTo>
                  <a:lnTo>
                    <a:pt x="5815584" y="0"/>
                  </a:lnTo>
                </a:path>
                <a:path w="5815965" h="6350">
                  <a:moveTo>
                    <a:pt x="0" y="6096"/>
                  </a:moveTo>
                  <a:lnTo>
                    <a:pt x="18288" y="6096"/>
                  </a:lnTo>
                </a:path>
                <a:path w="5815965" h="6350">
                  <a:moveTo>
                    <a:pt x="82296" y="6096"/>
                  </a:moveTo>
                  <a:lnTo>
                    <a:pt x="100584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700650" y="4212335"/>
              <a:ext cx="365760" cy="134111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188586" y="4279391"/>
              <a:ext cx="73152" cy="12191"/>
            </a:xfrm>
            <a:prstGeom prst="rect">
              <a:avLst/>
            </a:prstGeom>
          </p:spPr>
        </p:pic>
        <p:sp>
          <p:nvSpPr>
            <p:cNvPr id="230" name="object 230"/>
            <p:cNvSpPr/>
            <p:nvPr/>
          </p:nvSpPr>
          <p:spPr>
            <a:xfrm>
              <a:off x="2662306" y="4288535"/>
              <a:ext cx="4993005" cy="0"/>
            </a:xfrm>
            <a:custGeom>
              <a:avLst/>
              <a:gdLst/>
              <a:ahLst/>
              <a:cxnLst/>
              <a:rect l="l" t="t" r="r" b="b"/>
              <a:pathLst>
                <a:path w="4993005">
                  <a:moveTo>
                    <a:pt x="0" y="0"/>
                  </a:moveTo>
                  <a:lnTo>
                    <a:pt x="9144" y="0"/>
                  </a:lnTo>
                </a:path>
                <a:path w="4993005">
                  <a:moveTo>
                    <a:pt x="4718304" y="0"/>
                  </a:moveTo>
                  <a:lnTo>
                    <a:pt x="4736592" y="0"/>
                  </a:lnTo>
                </a:path>
                <a:path w="4993005">
                  <a:moveTo>
                    <a:pt x="4974335" y="0"/>
                  </a:moveTo>
                  <a:lnTo>
                    <a:pt x="499262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046354" y="4236720"/>
              <a:ext cx="365760" cy="109727"/>
            </a:xfrm>
            <a:prstGeom prst="rect">
              <a:avLst/>
            </a:prstGeom>
          </p:spPr>
        </p:pic>
        <p:sp>
          <p:nvSpPr>
            <p:cNvPr id="232" name="object 232"/>
            <p:cNvSpPr/>
            <p:nvPr/>
          </p:nvSpPr>
          <p:spPr>
            <a:xfrm>
              <a:off x="1839346" y="4294632"/>
              <a:ext cx="832485" cy="0"/>
            </a:xfrm>
            <a:custGeom>
              <a:avLst/>
              <a:gdLst/>
              <a:ahLst/>
              <a:cxnLst/>
              <a:rect l="l" t="t" r="r" b="b"/>
              <a:pathLst>
                <a:path w="832485">
                  <a:moveTo>
                    <a:pt x="0" y="0"/>
                  </a:moveTo>
                  <a:lnTo>
                    <a:pt x="18288" y="0"/>
                  </a:lnTo>
                </a:path>
                <a:path w="832485">
                  <a:moveTo>
                    <a:pt x="82296" y="0"/>
                  </a:moveTo>
                  <a:lnTo>
                    <a:pt x="100584" y="0"/>
                  </a:lnTo>
                </a:path>
                <a:path w="832485">
                  <a:moveTo>
                    <a:pt x="822960" y="0"/>
                  </a:moveTo>
                  <a:lnTo>
                    <a:pt x="83210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3" name="object 23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39346" y="4248911"/>
              <a:ext cx="192023" cy="97535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1839346" y="4294632"/>
              <a:ext cx="5815965" cy="12700"/>
            </a:xfrm>
            <a:custGeom>
              <a:avLst/>
              <a:gdLst/>
              <a:ahLst/>
              <a:cxnLst/>
              <a:rect l="l" t="t" r="r" b="b"/>
              <a:pathLst>
                <a:path w="5815965" h="12700">
                  <a:moveTo>
                    <a:pt x="5541263" y="0"/>
                  </a:moveTo>
                  <a:lnTo>
                    <a:pt x="5559552" y="0"/>
                  </a:lnTo>
                </a:path>
                <a:path w="5815965" h="12700">
                  <a:moveTo>
                    <a:pt x="5797295" y="0"/>
                  </a:moveTo>
                  <a:lnTo>
                    <a:pt x="5815584" y="0"/>
                  </a:lnTo>
                </a:path>
                <a:path w="5815965" h="12700">
                  <a:moveTo>
                    <a:pt x="0" y="6096"/>
                  </a:moveTo>
                  <a:lnTo>
                    <a:pt x="18288" y="6096"/>
                  </a:lnTo>
                </a:path>
                <a:path w="5815965" h="12700">
                  <a:moveTo>
                    <a:pt x="82296" y="6096"/>
                  </a:moveTo>
                  <a:lnTo>
                    <a:pt x="100584" y="6096"/>
                  </a:lnTo>
                </a:path>
                <a:path w="5815965" h="12700">
                  <a:moveTo>
                    <a:pt x="822960" y="6096"/>
                  </a:moveTo>
                  <a:lnTo>
                    <a:pt x="832104" y="6096"/>
                  </a:lnTo>
                </a:path>
                <a:path w="5815965" h="12700">
                  <a:moveTo>
                    <a:pt x="5541263" y="6096"/>
                  </a:moveTo>
                  <a:lnTo>
                    <a:pt x="5559552" y="6096"/>
                  </a:lnTo>
                </a:path>
                <a:path w="5815965" h="12700">
                  <a:moveTo>
                    <a:pt x="5797295" y="6096"/>
                  </a:moveTo>
                  <a:lnTo>
                    <a:pt x="5815584" y="6096"/>
                  </a:lnTo>
                </a:path>
                <a:path w="5815965" h="12700">
                  <a:moveTo>
                    <a:pt x="0" y="12192"/>
                  </a:moveTo>
                  <a:lnTo>
                    <a:pt x="18288" y="12192"/>
                  </a:lnTo>
                </a:path>
                <a:path w="5815965" h="12700">
                  <a:moveTo>
                    <a:pt x="82296" y="12192"/>
                  </a:moveTo>
                  <a:lnTo>
                    <a:pt x="100584" y="12192"/>
                  </a:lnTo>
                </a:path>
                <a:path w="5815965" h="12700">
                  <a:moveTo>
                    <a:pt x="822960" y="12192"/>
                  </a:moveTo>
                  <a:lnTo>
                    <a:pt x="832104" y="12192"/>
                  </a:lnTo>
                </a:path>
                <a:path w="5815965" h="12700">
                  <a:moveTo>
                    <a:pt x="5541263" y="12192"/>
                  </a:moveTo>
                  <a:lnTo>
                    <a:pt x="5559552" y="12192"/>
                  </a:lnTo>
                </a:path>
                <a:path w="5815965" h="12700">
                  <a:moveTo>
                    <a:pt x="5797295" y="12192"/>
                  </a:moveTo>
                  <a:lnTo>
                    <a:pt x="5815584" y="12192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461138" y="4279391"/>
              <a:ext cx="27432" cy="67055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534290" y="4279391"/>
              <a:ext cx="73152" cy="67055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2662306" y="431292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2982346" y="4279391"/>
              <a:ext cx="18288" cy="67055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726314" y="4279391"/>
              <a:ext cx="201168" cy="67055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115433" y="4279391"/>
              <a:ext cx="18288" cy="67055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380610" y="4273295"/>
              <a:ext cx="210312" cy="73151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307457" y="4279391"/>
              <a:ext cx="27432" cy="67055"/>
            </a:xfrm>
            <a:prstGeom prst="rect">
              <a:avLst/>
            </a:prstGeom>
          </p:spPr>
        </p:pic>
        <p:sp>
          <p:nvSpPr>
            <p:cNvPr id="243" name="object 243"/>
            <p:cNvSpPr/>
            <p:nvPr/>
          </p:nvSpPr>
          <p:spPr>
            <a:xfrm>
              <a:off x="7380610" y="4312920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>
                  <a:moveTo>
                    <a:pt x="0" y="0"/>
                  </a:moveTo>
                  <a:lnTo>
                    <a:pt x="18288" y="0"/>
                  </a:lnTo>
                </a:path>
                <a:path w="356870">
                  <a:moveTo>
                    <a:pt x="256031" y="0"/>
                  </a:moveTo>
                  <a:lnTo>
                    <a:pt x="274320" y="0"/>
                  </a:lnTo>
                </a:path>
                <a:path w="356870">
                  <a:moveTo>
                    <a:pt x="338327" y="0"/>
                  </a:moveTo>
                  <a:lnTo>
                    <a:pt x="35661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4" name="object 24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740530" y="4279391"/>
              <a:ext cx="329184" cy="67055"/>
            </a:xfrm>
            <a:prstGeom prst="rect">
              <a:avLst/>
            </a:prstGeom>
          </p:spPr>
        </p:pic>
        <p:sp>
          <p:nvSpPr>
            <p:cNvPr id="245" name="object 245"/>
            <p:cNvSpPr/>
            <p:nvPr/>
          </p:nvSpPr>
          <p:spPr>
            <a:xfrm>
              <a:off x="2662306" y="43190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095378" y="4273295"/>
              <a:ext cx="320040" cy="73151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7380610" y="431901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188586" y="4285488"/>
              <a:ext cx="64008" cy="60959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2662306" y="4319016"/>
              <a:ext cx="4993005" cy="18415"/>
            </a:xfrm>
            <a:custGeom>
              <a:avLst/>
              <a:gdLst/>
              <a:ahLst/>
              <a:cxnLst/>
              <a:rect l="l" t="t" r="r" b="b"/>
              <a:pathLst>
                <a:path w="4993005" h="18414">
                  <a:moveTo>
                    <a:pt x="4974335" y="0"/>
                  </a:moveTo>
                  <a:lnTo>
                    <a:pt x="4992624" y="0"/>
                  </a:lnTo>
                </a:path>
                <a:path w="4993005" h="18414">
                  <a:moveTo>
                    <a:pt x="0" y="6096"/>
                  </a:moveTo>
                  <a:lnTo>
                    <a:pt x="9144" y="6096"/>
                  </a:lnTo>
                </a:path>
                <a:path w="4993005" h="18414">
                  <a:moveTo>
                    <a:pt x="4572000" y="6096"/>
                  </a:moveTo>
                  <a:lnTo>
                    <a:pt x="4590288" y="6096"/>
                  </a:lnTo>
                </a:path>
                <a:path w="4993005" h="18414">
                  <a:moveTo>
                    <a:pt x="4718304" y="6096"/>
                  </a:moveTo>
                  <a:lnTo>
                    <a:pt x="4736592" y="6096"/>
                  </a:lnTo>
                </a:path>
                <a:path w="4993005" h="18414">
                  <a:moveTo>
                    <a:pt x="4974335" y="6096"/>
                  </a:moveTo>
                  <a:lnTo>
                    <a:pt x="4992624" y="6096"/>
                  </a:lnTo>
                </a:path>
                <a:path w="4993005" h="18414">
                  <a:moveTo>
                    <a:pt x="0" y="12192"/>
                  </a:moveTo>
                  <a:lnTo>
                    <a:pt x="9144" y="12192"/>
                  </a:lnTo>
                </a:path>
                <a:path w="4993005" h="18414">
                  <a:moveTo>
                    <a:pt x="4572000" y="12191"/>
                  </a:moveTo>
                  <a:lnTo>
                    <a:pt x="4590288" y="12191"/>
                  </a:lnTo>
                </a:path>
                <a:path w="4993005" h="18414">
                  <a:moveTo>
                    <a:pt x="4718304" y="12191"/>
                  </a:moveTo>
                  <a:lnTo>
                    <a:pt x="4736592" y="12191"/>
                  </a:lnTo>
                </a:path>
                <a:path w="4993005" h="18414">
                  <a:moveTo>
                    <a:pt x="4974335" y="12191"/>
                  </a:moveTo>
                  <a:lnTo>
                    <a:pt x="4992624" y="12191"/>
                  </a:lnTo>
                </a:path>
                <a:path w="4993005" h="18414">
                  <a:moveTo>
                    <a:pt x="0" y="18288"/>
                  </a:moveTo>
                  <a:lnTo>
                    <a:pt x="9144" y="18288"/>
                  </a:lnTo>
                </a:path>
                <a:path w="4993005" h="18414">
                  <a:moveTo>
                    <a:pt x="4974335" y="18287"/>
                  </a:moveTo>
                  <a:lnTo>
                    <a:pt x="4992624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2662306" y="4343400"/>
              <a:ext cx="5240020" cy="0"/>
            </a:xfrm>
            <a:custGeom>
              <a:avLst/>
              <a:gdLst/>
              <a:ahLst/>
              <a:cxnLst/>
              <a:rect l="l" t="t" r="r" b="b"/>
              <a:pathLst>
                <a:path w="5240020">
                  <a:moveTo>
                    <a:pt x="0" y="0"/>
                  </a:moveTo>
                  <a:lnTo>
                    <a:pt x="9144" y="0"/>
                  </a:lnTo>
                </a:path>
                <a:path w="5240020">
                  <a:moveTo>
                    <a:pt x="246887" y="0"/>
                  </a:moveTo>
                  <a:lnTo>
                    <a:pt x="265176" y="0"/>
                  </a:lnTo>
                </a:path>
                <a:path w="5240020">
                  <a:moveTo>
                    <a:pt x="731519" y="0"/>
                  </a:moveTo>
                  <a:lnTo>
                    <a:pt x="749808" y="0"/>
                  </a:lnTo>
                </a:path>
                <a:path w="5240020">
                  <a:moveTo>
                    <a:pt x="4572000" y="0"/>
                  </a:moveTo>
                  <a:lnTo>
                    <a:pt x="4590288" y="0"/>
                  </a:lnTo>
                </a:path>
                <a:path w="5240020">
                  <a:moveTo>
                    <a:pt x="4718304" y="0"/>
                  </a:moveTo>
                  <a:lnTo>
                    <a:pt x="4736592" y="0"/>
                  </a:lnTo>
                </a:path>
                <a:path w="5240020">
                  <a:moveTo>
                    <a:pt x="4974335" y="0"/>
                  </a:moveTo>
                  <a:lnTo>
                    <a:pt x="4992624" y="0"/>
                  </a:lnTo>
                </a:path>
                <a:path w="5240020">
                  <a:moveTo>
                    <a:pt x="5221224" y="0"/>
                  </a:moveTo>
                  <a:lnTo>
                    <a:pt x="5239512" y="0"/>
                  </a:lnTo>
                </a:path>
              </a:pathLst>
            </a:custGeom>
            <a:ln w="609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1" name="object 25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038978" y="4340351"/>
              <a:ext cx="27432" cy="6095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4994026" y="4447032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2598298" y="46603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4994026" y="4672583"/>
              <a:ext cx="9525" cy="207645"/>
            </a:xfrm>
            <a:custGeom>
              <a:avLst/>
              <a:gdLst/>
              <a:ahLst/>
              <a:cxnLst/>
              <a:rect l="l" t="t" r="r" b="b"/>
              <a:pathLst>
                <a:path w="9525" h="207645">
                  <a:moveTo>
                    <a:pt x="0" y="0"/>
                  </a:moveTo>
                  <a:lnTo>
                    <a:pt x="9144" y="0"/>
                  </a:lnTo>
                </a:path>
                <a:path w="9525" h="207645">
                  <a:moveTo>
                    <a:pt x="0" y="6096"/>
                  </a:moveTo>
                  <a:lnTo>
                    <a:pt x="9144" y="6096"/>
                  </a:lnTo>
                </a:path>
                <a:path w="9525" h="207645">
                  <a:moveTo>
                    <a:pt x="0" y="12192"/>
                  </a:moveTo>
                  <a:lnTo>
                    <a:pt x="9144" y="12192"/>
                  </a:lnTo>
                </a:path>
                <a:path w="9525" h="207645">
                  <a:moveTo>
                    <a:pt x="0" y="18287"/>
                  </a:moveTo>
                  <a:lnTo>
                    <a:pt x="9144" y="18287"/>
                  </a:lnTo>
                </a:path>
                <a:path w="9525" h="207645">
                  <a:moveTo>
                    <a:pt x="0" y="24384"/>
                  </a:moveTo>
                  <a:lnTo>
                    <a:pt x="9144" y="24384"/>
                  </a:lnTo>
                </a:path>
                <a:path w="9525" h="207645">
                  <a:moveTo>
                    <a:pt x="0" y="30480"/>
                  </a:moveTo>
                  <a:lnTo>
                    <a:pt x="9144" y="30480"/>
                  </a:lnTo>
                </a:path>
                <a:path w="9525" h="207645">
                  <a:moveTo>
                    <a:pt x="0" y="36575"/>
                  </a:moveTo>
                  <a:lnTo>
                    <a:pt x="9144" y="36575"/>
                  </a:lnTo>
                </a:path>
                <a:path w="9525" h="207645">
                  <a:moveTo>
                    <a:pt x="0" y="42672"/>
                  </a:moveTo>
                  <a:lnTo>
                    <a:pt x="9144" y="42672"/>
                  </a:lnTo>
                </a:path>
                <a:path w="9525" h="207645">
                  <a:moveTo>
                    <a:pt x="0" y="48768"/>
                  </a:moveTo>
                  <a:lnTo>
                    <a:pt x="9144" y="48768"/>
                  </a:lnTo>
                </a:path>
                <a:path w="9525" h="207645">
                  <a:moveTo>
                    <a:pt x="0" y="54863"/>
                  </a:moveTo>
                  <a:lnTo>
                    <a:pt x="9144" y="54863"/>
                  </a:lnTo>
                </a:path>
                <a:path w="9525" h="207645">
                  <a:moveTo>
                    <a:pt x="0" y="60960"/>
                  </a:moveTo>
                  <a:lnTo>
                    <a:pt x="9144" y="60960"/>
                  </a:lnTo>
                </a:path>
                <a:path w="9525" h="207645">
                  <a:moveTo>
                    <a:pt x="0" y="67056"/>
                  </a:moveTo>
                  <a:lnTo>
                    <a:pt x="9144" y="67056"/>
                  </a:lnTo>
                </a:path>
                <a:path w="9525" h="207645">
                  <a:moveTo>
                    <a:pt x="0" y="73151"/>
                  </a:moveTo>
                  <a:lnTo>
                    <a:pt x="9144" y="73151"/>
                  </a:lnTo>
                </a:path>
                <a:path w="9525" h="207645">
                  <a:moveTo>
                    <a:pt x="0" y="79248"/>
                  </a:moveTo>
                  <a:lnTo>
                    <a:pt x="9144" y="79248"/>
                  </a:lnTo>
                </a:path>
                <a:path w="9525" h="207645">
                  <a:moveTo>
                    <a:pt x="0" y="85344"/>
                  </a:moveTo>
                  <a:lnTo>
                    <a:pt x="9144" y="85344"/>
                  </a:lnTo>
                </a:path>
                <a:path w="9525" h="207645">
                  <a:moveTo>
                    <a:pt x="0" y="91440"/>
                  </a:moveTo>
                  <a:lnTo>
                    <a:pt x="9144" y="91440"/>
                  </a:lnTo>
                </a:path>
                <a:path w="9525" h="207645">
                  <a:moveTo>
                    <a:pt x="0" y="97536"/>
                  </a:moveTo>
                  <a:lnTo>
                    <a:pt x="9144" y="97536"/>
                  </a:lnTo>
                </a:path>
                <a:path w="9525" h="207645">
                  <a:moveTo>
                    <a:pt x="0" y="103632"/>
                  </a:moveTo>
                  <a:lnTo>
                    <a:pt x="9144" y="103632"/>
                  </a:lnTo>
                </a:path>
                <a:path w="9525" h="207645">
                  <a:moveTo>
                    <a:pt x="0" y="109728"/>
                  </a:moveTo>
                  <a:lnTo>
                    <a:pt x="9144" y="109728"/>
                  </a:lnTo>
                </a:path>
                <a:path w="9525" h="207645">
                  <a:moveTo>
                    <a:pt x="0" y="115824"/>
                  </a:moveTo>
                  <a:lnTo>
                    <a:pt x="9144" y="115824"/>
                  </a:lnTo>
                </a:path>
                <a:path w="9525" h="207645">
                  <a:moveTo>
                    <a:pt x="0" y="121920"/>
                  </a:moveTo>
                  <a:lnTo>
                    <a:pt x="9144" y="121920"/>
                  </a:lnTo>
                </a:path>
                <a:path w="9525" h="207645">
                  <a:moveTo>
                    <a:pt x="0" y="128016"/>
                  </a:moveTo>
                  <a:lnTo>
                    <a:pt x="9144" y="128016"/>
                  </a:lnTo>
                </a:path>
                <a:path w="9525" h="207645">
                  <a:moveTo>
                    <a:pt x="0" y="134112"/>
                  </a:moveTo>
                  <a:lnTo>
                    <a:pt x="9144" y="134112"/>
                  </a:lnTo>
                </a:path>
                <a:path w="9525" h="207645">
                  <a:moveTo>
                    <a:pt x="0" y="140208"/>
                  </a:moveTo>
                  <a:lnTo>
                    <a:pt x="9144" y="140208"/>
                  </a:lnTo>
                </a:path>
                <a:path w="9525" h="207645">
                  <a:moveTo>
                    <a:pt x="0" y="146304"/>
                  </a:moveTo>
                  <a:lnTo>
                    <a:pt x="9144" y="146304"/>
                  </a:lnTo>
                </a:path>
                <a:path w="9525" h="207645">
                  <a:moveTo>
                    <a:pt x="0" y="152400"/>
                  </a:moveTo>
                  <a:lnTo>
                    <a:pt x="9144" y="152400"/>
                  </a:lnTo>
                </a:path>
                <a:path w="9525" h="207645">
                  <a:moveTo>
                    <a:pt x="0" y="158496"/>
                  </a:moveTo>
                  <a:lnTo>
                    <a:pt x="9144" y="158496"/>
                  </a:lnTo>
                </a:path>
                <a:path w="9525" h="207645">
                  <a:moveTo>
                    <a:pt x="0" y="164592"/>
                  </a:moveTo>
                  <a:lnTo>
                    <a:pt x="9144" y="164592"/>
                  </a:lnTo>
                </a:path>
                <a:path w="9525" h="207645">
                  <a:moveTo>
                    <a:pt x="0" y="170687"/>
                  </a:moveTo>
                  <a:lnTo>
                    <a:pt x="9144" y="170687"/>
                  </a:lnTo>
                </a:path>
                <a:path w="9525" h="207645">
                  <a:moveTo>
                    <a:pt x="0" y="176784"/>
                  </a:moveTo>
                  <a:lnTo>
                    <a:pt x="9144" y="176784"/>
                  </a:lnTo>
                </a:path>
                <a:path w="9525" h="207645">
                  <a:moveTo>
                    <a:pt x="0" y="182880"/>
                  </a:moveTo>
                  <a:lnTo>
                    <a:pt x="9144" y="182880"/>
                  </a:lnTo>
                </a:path>
                <a:path w="9525" h="207645">
                  <a:moveTo>
                    <a:pt x="0" y="188975"/>
                  </a:moveTo>
                  <a:lnTo>
                    <a:pt x="9144" y="188975"/>
                  </a:lnTo>
                </a:path>
                <a:path w="9525" h="207645">
                  <a:moveTo>
                    <a:pt x="0" y="195072"/>
                  </a:moveTo>
                  <a:lnTo>
                    <a:pt x="9144" y="195072"/>
                  </a:lnTo>
                </a:path>
                <a:path w="9525" h="207645">
                  <a:moveTo>
                    <a:pt x="0" y="201168"/>
                  </a:moveTo>
                  <a:lnTo>
                    <a:pt x="9144" y="201168"/>
                  </a:lnTo>
                </a:path>
                <a:path w="9525" h="207645">
                  <a:moveTo>
                    <a:pt x="0" y="207263"/>
                  </a:moveTo>
                  <a:lnTo>
                    <a:pt x="9144" y="207263"/>
                  </a:lnTo>
                </a:path>
              </a:pathLst>
            </a:custGeom>
            <a:ln w="6095">
              <a:solidFill>
                <a:srgbClr val="6868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4994026" y="4885944"/>
              <a:ext cx="9525" cy="60960"/>
            </a:xfrm>
            <a:custGeom>
              <a:avLst/>
              <a:gdLst/>
              <a:ahLst/>
              <a:cxnLst/>
              <a:rect l="l" t="t" r="r" b="b"/>
              <a:pathLst>
                <a:path w="9525" h="60960">
                  <a:moveTo>
                    <a:pt x="0" y="0"/>
                  </a:moveTo>
                  <a:lnTo>
                    <a:pt x="9144" y="0"/>
                  </a:lnTo>
                </a:path>
                <a:path w="9525" h="60960">
                  <a:moveTo>
                    <a:pt x="0" y="6096"/>
                  </a:moveTo>
                  <a:lnTo>
                    <a:pt x="9144" y="6096"/>
                  </a:lnTo>
                </a:path>
                <a:path w="9525" h="60960">
                  <a:moveTo>
                    <a:pt x="0" y="12191"/>
                  </a:moveTo>
                  <a:lnTo>
                    <a:pt x="9144" y="12191"/>
                  </a:lnTo>
                </a:path>
                <a:path w="9525" h="60960">
                  <a:moveTo>
                    <a:pt x="0" y="18287"/>
                  </a:moveTo>
                  <a:lnTo>
                    <a:pt x="9144" y="18287"/>
                  </a:lnTo>
                </a:path>
                <a:path w="9525" h="60960">
                  <a:moveTo>
                    <a:pt x="0" y="24384"/>
                  </a:moveTo>
                  <a:lnTo>
                    <a:pt x="9144" y="24384"/>
                  </a:lnTo>
                </a:path>
                <a:path w="9525" h="60960">
                  <a:moveTo>
                    <a:pt x="0" y="30480"/>
                  </a:moveTo>
                  <a:lnTo>
                    <a:pt x="9144" y="30480"/>
                  </a:lnTo>
                </a:path>
                <a:path w="9525" h="60960">
                  <a:moveTo>
                    <a:pt x="0" y="36575"/>
                  </a:moveTo>
                  <a:lnTo>
                    <a:pt x="9144" y="36575"/>
                  </a:lnTo>
                </a:path>
                <a:path w="9525" h="60960">
                  <a:moveTo>
                    <a:pt x="0" y="42672"/>
                  </a:moveTo>
                  <a:lnTo>
                    <a:pt x="9144" y="42672"/>
                  </a:lnTo>
                </a:path>
                <a:path w="9525" h="60960">
                  <a:moveTo>
                    <a:pt x="0" y="48768"/>
                  </a:moveTo>
                  <a:lnTo>
                    <a:pt x="9144" y="48768"/>
                  </a:lnTo>
                </a:path>
                <a:path w="9525" h="60960">
                  <a:moveTo>
                    <a:pt x="0" y="54863"/>
                  </a:moveTo>
                  <a:lnTo>
                    <a:pt x="9144" y="54863"/>
                  </a:lnTo>
                </a:path>
                <a:path w="9525" h="60960">
                  <a:moveTo>
                    <a:pt x="0" y="60960"/>
                  </a:moveTo>
                  <a:lnTo>
                    <a:pt x="9144" y="60960"/>
                  </a:lnTo>
                </a:path>
              </a:pathLst>
            </a:custGeom>
            <a:ln w="609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6" name="object 256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629034" y="4035552"/>
              <a:ext cx="2743200" cy="1194815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4994026" y="4953000"/>
              <a:ext cx="9525" cy="146685"/>
            </a:xfrm>
            <a:custGeom>
              <a:avLst/>
              <a:gdLst/>
              <a:ahLst/>
              <a:cxnLst/>
              <a:rect l="l" t="t" r="r" b="b"/>
              <a:pathLst>
                <a:path w="9525" h="146685">
                  <a:moveTo>
                    <a:pt x="0" y="0"/>
                  </a:moveTo>
                  <a:lnTo>
                    <a:pt x="9144" y="0"/>
                  </a:lnTo>
                </a:path>
                <a:path w="9525" h="146685">
                  <a:moveTo>
                    <a:pt x="0" y="6095"/>
                  </a:moveTo>
                  <a:lnTo>
                    <a:pt x="9144" y="6095"/>
                  </a:lnTo>
                </a:path>
                <a:path w="9525" h="146685">
                  <a:moveTo>
                    <a:pt x="0" y="12191"/>
                  </a:moveTo>
                  <a:lnTo>
                    <a:pt x="9144" y="12191"/>
                  </a:lnTo>
                </a:path>
                <a:path w="9525" h="146685">
                  <a:moveTo>
                    <a:pt x="0" y="18287"/>
                  </a:moveTo>
                  <a:lnTo>
                    <a:pt x="9144" y="18287"/>
                  </a:lnTo>
                </a:path>
                <a:path w="9525" h="146685">
                  <a:moveTo>
                    <a:pt x="0" y="24383"/>
                  </a:moveTo>
                  <a:lnTo>
                    <a:pt x="9144" y="24383"/>
                  </a:lnTo>
                </a:path>
                <a:path w="9525" h="146685">
                  <a:moveTo>
                    <a:pt x="0" y="30479"/>
                  </a:moveTo>
                  <a:lnTo>
                    <a:pt x="9144" y="30479"/>
                  </a:lnTo>
                </a:path>
                <a:path w="9525" h="146685">
                  <a:moveTo>
                    <a:pt x="0" y="36575"/>
                  </a:moveTo>
                  <a:lnTo>
                    <a:pt x="9144" y="36575"/>
                  </a:lnTo>
                </a:path>
                <a:path w="9525" h="146685">
                  <a:moveTo>
                    <a:pt x="0" y="42671"/>
                  </a:moveTo>
                  <a:lnTo>
                    <a:pt x="9144" y="42671"/>
                  </a:lnTo>
                </a:path>
                <a:path w="9525" h="146685">
                  <a:moveTo>
                    <a:pt x="0" y="48767"/>
                  </a:moveTo>
                  <a:lnTo>
                    <a:pt x="9144" y="48767"/>
                  </a:lnTo>
                </a:path>
                <a:path w="9525" h="146685">
                  <a:moveTo>
                    <a:pt x="0" y="54863"/>
                  </a:moveTo>
                  <a:lnTo>
                    <a:pt x="9144" y="54863"/>
                  </a:lnTo>
                </a:path>
                <a:path w="9525" h="146685">
                  <a:moveTo>
                    <a:pt x="0" y="60959"/>
                  </a:moveTo>
                  <a:lnTo>
                    <a:pt x="9144" y="60959"/>
                  </a:lnTo>
                </a:path>
                <a:path w="9525" h="146685">
                  <a:moveTo>
                    <a:pt x="0" y="67055"/>
                  </a:moveTo>
                  <a:lnTo>
                    <a:pt x="9144" y="67055"/>
                  </a:lnTo>
                </a:path>
                <a:path w="9525" h="146685">
                  <a:moveTo>
                    <a:pt x="0" y="73151"/>
                  </a:moveTo>
                  <a:lnTo>
                    <a:pt x="9144" y="73151"/>
                  </a:lnTo>
                </a:path>
                <a:path w="9525" h="146685">
                  <a:moveTo>
                    <a:pt x="0" y="79247"/>
                  </a:moveTo>
                  <a:lnTo>
                    <a:pt x="9144" y="79247"/>
                  </a:lnTo>
                </a:path>
                <a:path w="9525" h="146685">
                  <a:moveTo>
                    <a:pt x="0" y="85343"/>
                  </a:moveTo>
                  <a:lnTo>
                    <a:pt x="9144" y="85343"/>
                  </a:lnTo>
                </a:path>
                <a:path w="9525" h="146685">
                  <a:moveTo>
                    <a:pt x="0" y="91439"/>
                  </a:moveTo>
                  <a:lnTo>
                    <a:pt x="9144" y="91439"/>
                  </a:lnTo>
                </a:path>
                <a:path w="9525" h="146685">
                  <a:moveTo>
                    <a:pt x="0" y="97535"/>
                  </a:moveTo>
                  <a:lnTo>
                    <a:pt x="9144" y="97535"/>
                  </a:lnTo>
                </a:path>
                <a:path w="9525" h="146685">
                  <a:moveTo>
                    <a:pt x="0" y="103631"/>
                  </a:moveTo>
                  <a:lnTo>
                    <a:pt x="9144" y="103631"/>
                  </a:lnTo>
                </a:path>
                <a:path w="9525" h="146685">
                  <a:moveTo>
                    <a:pt x="0" y="109727"/>
                  </a:moveTo>
                  <a:lnTo>
                    <a:pt x="9144" y="109727"/>
                  </a:lnTo>
                </a:path>
                <a:path w="9525" h="146685">
                  <a:moveTo>
                    <a:pt x="0" y="115824"/>
                  </a:moveTo>
                  <a:lnTo>
                    <a:pt x="9144" y="115824"/>
                  </a:lnTo>
                </a:path>
                <a:path w="9525" h="146685">
                  <a:moveTo>
                    <a:pt x="0" y="121919"/>
                  </a:moveTo>
                  <a:lnTo>
                    <a:pt x="9144" y="121919"/>
                  </a:lnTo>
                </a:path>
                <a:path w="9525" h="146685">
                  <a:moveTo>
                    <a:pt x="0" y="128015"/>
                  </a:moveTo>
                  <a:lnTo>
                    <a:pt x="9144" y="128015"/>
                  </a:lnTo>
                </a:path>
                <a:path w="9525" h="146685">
                  <a:moveTo>
                    <a:pt x="0" y="134112"/>
                  </a:moveTo>
                  <a:lnTo>
                    <a:pt x="9144" y="134112"/>
                  </a:lnTo>
                </a:path>
                <a:path w="9525" h="146685">
                  <a:moveTo>
                    <a:pt x="0" y="140207"/>
                  </a:moveTo>
                  <a:lnTo>
                    <a:pt x="9144" y="140207"/>
                  </a:lnTo>
                </a:path>
                <a:path w="9525" h="146685">
                  <a:moveTo>
                    <a:pt x="0" y="146303"/>
                  </a:moveTo>
                  <a:lnTo>
                    <a:pt x="9144" y="146303"/>
                  </a:lnTo>
                </a:path>
              </a:pathLst>
            </a:custGeom>
            <a:ln w="609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4994026" y="5105400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6095"/>
                  </a:moveTo>
                  <a:lnTo>
                    <a:pt x="9144" y="6095"/>
                  </a:lnTo>
                </a:path>
              </a:pathLst>
            </a:custGeom>
            <a:ln w="6095">
              <a:solidFill>
                <a:srgbClr val="6A6A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4994026" y="51175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4994026" y="5120639"/>
              <a:ext cx="0" cy="530860"/>
            </a:xfrm>
            <a:custGeom>
              <a:avLst/>
              <a:gdLst/>
              <a:ahLst/>
              <a:cxnLst/>
              <a:rect l="l" t="t" r="r" b="b"/>
              <a:pathLst>
                <a:path h="530860">
                  <a:moveTo>
                    <a:pt x="0" y="0"/>
                  </a:moveTo>
                  <a:lnTo>
                    <a:pt x="0" y="530351"/>
                  </a:lnTo>
                </a:path>
              </a:pathLst>
            </a:custGeom>
            <a:ln w="1828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4436242" y="522122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2" name="object 26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518538" y="5218176"/>
              <a:ext cx="210312" cy="24383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143634" y="5224272"/>
              <a:ext cx="45720" cy="18287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4189354" y="523951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4189354" y="5245607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6096"/>
                  </a:moveTo>
                  <a:lnTo>
                    <a:pt x="9144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6" name="object 266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509394" y="5242560"/>
              <a:ext cx="18288" cy="24383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4189354" y="52578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4189354" y="52638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4509394" y="52699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4500250" y="527608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1" name="object 27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527682" y="5230367"/>
              <a:ext cx="237744" cy="73151"/>
            </a:xfrm>
            <a:prstGeom prst="rect">
              <a:avLst/>
            </a:prstGeom>
          </p:spPr>
        </p:pic>
        <p:sp>
          <p:nvSpPr>
            <p:cNvPr id="272" name="object 272"/>
            <p:cNvSpPr/>
            <p:nvPr/>
          </p:nvSpPr>
          <p:spPr>
            <a:xfrm>
              <a:off x="4500250" y="528218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088770" y="5224272"/>
              <a:ext cx="365760" cy="128015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4500250" y="5288279"/>
              <a:ext cx="265430" cy="36830"/>
            </a:xfrm>
            <a:custGeom>
              <a:avLst/>
              <a:gdLst/>
              <a:ahLst/>
              <a:cxnLst/>
              <a:rect l="l" t="t" r="r" b="b"/>
              <a:pathLst>
                <a:path w="265429" h="36829">
                  <a:moveTo>
                    <a:pt x="0" y="0"/>
                  </a:moveTo>
                  <a:lnTo>
                    <a:pt x="9144" y="0"/>
                  </a:lnTo>
                </a:path>
                <a:path w="265429" h="36829">
                  <a:moveTo>
                    <a:pt x="246887" y="0"/>
                  </a:moveTo>
                  <a:lnTo>
                    <a:pt x="265176" y="0"/>
                  </a:lnTo>
                </a:path>
                <a:path w="265429" h="36829">
                  <a:moveTo>
                    <a:pt x="0" y="6096"/>
                  </a:moveTo>
                  <a:lnTo>
                    <a:pt x="9144" y="6096"/>
                  </a:lnTo>
                </a:path>
                <a:path w="265429" h="36829">
                  <a:moveTo>
                    <a:pt x="246887" y="6096"/>
                  </a:moveTo>
                  <a:lnTo>
                    <a:pt x="265176" y="6096"/>
                  </a:lnTo>
                </a:path>
                <a:path w="265429" h="36829">
                  <a:moveTo>
                    <a:pt x="0" y="12191"/>
                  </a:moveTo>
                  <a:lnTo>
                    <a:pt x="9144" y="12191"/>
                  </a:lnTo>
                </a:path>
                <a:path w="265429" h="36829">
                  <a:moveTo>
                    <a:pt x="82296" y="12191"/>
                  </a:moveTo>
                  <a:lnTo>
                    <a:pt x="100584" y="12191"/>
                  </a:lnTo>
                </a:path>
                <a:path w="265429" h="36829">
                  <a:moveTo>
                    <a:pt x="246887" y="12191"/>
                  </a:moveTo>
                  <a:lnTo>
                    <a:pt x="265176" y="12191"/>
                  </a:lnTo>
                </a:path>
                <a:path w="265429" h="36829">
                  <a:moveTo>
                    <a:pt x="0" y="18287"/>
                  </a:moveTo>
                  <a:lnTo>
                    <a:pt x="9144" y="18287"/>
                  </a:lnTo>
                </a:path>
                <a:path w="265429" h="36829">
                  <a:moveTo>
                    <a:pt x="82296" y="18287"/>
                  </a:moveTo>
                  <a:lnTo>
                    <a:pt x="100584" y="18287"/>
                  </a:lnTo>
                </a:path>
                <a:path w="265429" h="36829">
                  <a:moveTo>
                    <a:pt x="246887" y="18287"/>
                  </a:moveTo>
                  <a:lnTo>
                    <a:pt x="265176" y="18287"/>
                  </a:lnTo>
                </a:path>
                <a:path w="265429" h="36829">
                  <a:moveTo>
                    <a:pt x="0" y="24384"/>
                  </a:moveTo>
                  <a:lnTo>
                    <a:pt x="9144" y="24384"/>
                  </a:lnTo>
                </a:path>
                <a:path w="265429" h="36829">
                  <a:moveTo>
                    <a:pt x="82296" y="24384"/>
                  </a:moveTo>
                  <a:lnTo>
                    <a:pt x="100584" y="24384"/>
                  </a:lnTo>
                </a:path>
                <a:path w="265429" h="36829">
                  <a:moveTo>
                    <a:pt x="246887" y="24384"/>
                  </a:moveTo>
                  <a:lnTo>
                    <a:pt x="265176" y="24384"/>
                  </a:lnTo>
                </a:path>
                <a:path w="265429" h="36829">
                  <a:moveTo>
                    <a:pt x="0" y="30479"/>
                  </a:moveTo>
                  <a:lnTo>
                    <a:pt x="9144" y="30479"/>
                  </a:lnTo>
                </a:path>
                <a:path w="265429" h="36829">
                  <a:moveTo>
                    <a:pt x="82296" y="30479"/>
                  </a:moveTo>
                  <a:lnTo>
                    <a:pt x="100584" y="30479"/>
                  </a:lnTo>
                </a:path>
                <a:path w="265429" h="36829">
                  <a:moveTo>
                    <a:pt x="246887" y="30479"/>
                  </a:moveTo>
                  <a:lnTo>
                    <a:pt x="265176" y="30479"/>
                  </a:lnTo>
                </a:path>
                <a:path w="265429" h="36829">
                  <a:moveTo>
                    <a:pt x="0" y="36575"/>
                  </a:moveTo>
                  <a:lnTo>
                    <a:pt x="9144" y="36575"/>
                  </a:lnTo>
                </a:path>
                <a:path w="265429" h="36829">
                  <a:moveTo>
                    <a:pt x="82296" y="36575"/>
                  </a:moveTo>
                  <a:lnTo>
                    <a:pt x="100584" y="36575"/>
                  </a:lnTo>
                </a:path>
                <a:path w="265429" h="36829">
                  <a:moveTo>
                    <a:pt x="246887" y="36575"/>
                  </a:moveTo>
                  <a:lnTo>
                    <a:pt x="265176" y="3657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4500250" y="53309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4582546" y="53309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4509394" y="533704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D7D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4509394" y="5303520"/>
              <a:ext cx="256032" cy="85343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4509394" y="534314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4436242" y="534923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424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4728850" y="536752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2" name="object 282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445386" y="5370576"/>
              <a:ext cx="310896" cy="79247"/>
            </a:xfrm>
            <a:prstGeom prst="rect">
              <a:avLst/>
            </a:prstGeom>
          </p:spPr>
        </p:pic>
        <p:sp>
          <p:nvSpPr>
            <p:cNvPr id="283" name="object 283"/>
            <p:cNvSpPr/>
            <p:nvPr/>
          </p:nvSpPr>
          <p:spPr>
            <a:xfrm>
              <a:off x="4582546" y="5446776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4" h="6350">
                  <a:moveTo>
                    <a:pt x="0" y="0"/>
                  </a:moveTo>
                  <a:lnTo>
                    <a:pt x="18288" y="0"/>
                  </a:lnTo>
                </a:path>
                <a:path w="18414" h="6350">
                  <a:moveTo>
                    <a:pt x="0" y="6095"/>
                  </a:moveTo>
                  <a:lnTo>
                    <a:pt x="18288" y="609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3933322" y="545896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B0B0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4582546" y="545896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6" name="object 286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4427098" y="5449823"/>
              <a:ext cx="82296" cy="30479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3933322" y="546506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B0B0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4582546" y="546506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430402" y="5419344"/>
              <a:ext cx="923544" cy="79247"/>
            </a:xfrm>
            <a:prstGeom prst="rect">
              <a:avLst/>
            </a:prstGeom>
          </p:spPr>
        </p:pic>
        <p:sp>
          <p:nvSpPr>
            <p:cNvPr id="290" name="object 290"/>
            <p:cNvSpPr/>
            <p:nvPr/>
          </p:nvSpPr>
          <p:spPr>
            <a:xfrm>
              <a:off x="4500250" y="5471160"/>
              <a:ext cx="100965" cy="6350"/>
            </a:xfrm>
            <a:custGeom>
              <a:avLst/>
              <a:gdLst/>
              <a:ahLst/>
              <a:cxnLst/>
              <a:rect l="l" t="t" r="r" b="b"/>
              <a:pathLst>
                <a:path w="100964" h="6350">
                  <a:moveTo>
                    <a:pt x="82296" y="0"/>
                  </a:moveTo>
                  <a:lnTo>
                    <a:pt x="100584" y="0"/>
                  </a:lnTo>
                </a:path>
                <a:path w="100964" h="6350">
                  <a:moveTo>
                    <a:pt x="0" y="6096"/>
                  </a:moveTo>
                  <a:lnTo>
                    <a:pt x="9144" y="6096"/>
                  </a:lnTo>
                </a:path>
                <a:path w="100964" h="6350">
                  <a:moveTo>
                    <a:pt x="82296" y="6096"/>
                  </a:moveTo>
                  <a:lnTo>
                    <a:pt x="100584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1" name="object 291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399666" y="5443727"/>
              <a:ext cx="356616" cy="97535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3183514" y="5455920"/>
              <a:ext cx="192024" cy="97535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326514" y="5492495"/>
              <a:ext cx="27432" cy="54863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3878458" y="5492495"/>
              <a:ext cx="146304" cy="60959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805306" y="5498591"/>
              <a:ext cx="27432" cy="54863"/>
            </a:xfrm>
            <a:prstGeom prst="rect">
              <a:avLst/>
            </a:prstGeom>
          </p:spPr>
        </p:pic>
        <p:pic>
          <p:nvPicPr>
            <p:cNvPr id="296" name="object 296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079626" y="5492495"/>
              <a:ext cx="201168" cy="60959"/>
            </a:xfrm>
            <a:prstGeom prst="rect">
              <a:avLst/>
            </a:prstGeom>
          </p:spPr>
        </p:pic>
        <p:sp>
          <p:nvSpPr>
            <p:cNvPr id="297" name="object 297"/>
            <p:cNvSpPr/>
            <p:nvPr/>
          </p:nvSpPr>
          <p:spPr>
            <a:xfrm>
              <a:off x="3933322" y="552602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8" name="object 29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3430402" y="5498591"/>
              <a:ext cx="329184" cy="54863"/>
            </a:xfrm>
            <a:prstGeom prst="rect">
              <a:avLst/>
            </a:prstGeom>
          </p:spPr>
        </p:pic>
        <p:sp>
          <p:nvSpPr>
            <p:cNvPr id="299" name="object 299"/>
            <p:cNvSpPr/>
            <p:nvPr/>
          </p:nvSpPr>
          <p:spPr>
            <a:xfrm>
              <a:off x="3933322" y="5532120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4" h="6350">
                  <a:moveTo>
                    <a:pt x="0" y="0"/>
                  </a:moveTo>
                  <a:lnTo>
                    <a:pt x="18288" y="0"/>
                  </a:lnTo>
                </a:path>
                <a:path w="18414" h="6350">
                  <a:moveTo>
                    <a:pt x="0" y="6096"/>
                  </a:moveTo>
                  <a:lnTo>
                    <a:pt x="18288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4728850" y="5535167"/>
              <a:ext cx="27432" cy="18287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4399666" y="5516879"/>
              <a:ext cx="27432" cy="36575"/>
            </a:xfrm>
            <a:prstGeom prst="rect">
              <a:avLst/>
            </a:prstGeom>
          </p:spPr>
        </p:pic>
        <p:pic>
          <p:nvPicPr>
            <p:cNvPr id="302" name="object 30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4527682" y="5510783"/>
              <a:ext cx="73152" cy="42671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3933322" y="555040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3997330" y="5547360"/>
              <a:ext cx="27432" cy="6095"/>
            </a:xfrm>
            <a:prstGeom prst="rect">
              <a:avLst/>
            </a:prstGeom>
          </p:spPr>
        </p:pic>
        <p:sp>
          <p:nvSpPr>
            <p:cNvPr id="305" name="object 305"/>
            <p:cNvSpPr/>
            <p:nvPr/>
          </p:nvSpPr>
          <p:spPr>
            <a:xfrm>
              <a:off x="4079626" y="5550407"/>
              <a:ext cx="521334" cy="0"/>
            </a:xfrm>
            <a:custGeom>
              <a:avLst/>
              <a:gdLst/>
              <a:ahLst/>
              <a:cxnLst/>
              <a:rect l="l" t="t" r="r" b="b"/>
              <a:pathLst>
                <a:path w="521335">
                  <a:moveTo>
                    <a:pt x="0" y="0"/>
                  </a:moveTo>
                  <a:lnTo>
                    <a:pt x="9144" y="0"/>
                  </a:lnTo>
                </a:path>
                <a:path w="521335">
                  <a:moveTo>
                    <a:pt x="246887" y="0"/>
                  </a:moveTo>
                  <a:lnTo>
                    <a:pt x="265176" y="0"/>
                  </a:lnTo>
                </a:path>
                <a:path w="521335">
                  <a:moveTo>
                    <a:pt x="502920" y="0"/>
                  </a:moveTo>
                  <a:lnTo>
                    <a:pt x="521208" y="0"/>
                  </a:lnTo>
                </a:path>
              </a:pathLst>
            </a:custGeom>
            <a:ln w="6095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624962" y="4035552"/>
              <a:ext cx="2673095" cy="1365503"/>
            </a:xfrm>
            <a:prstGeom prst="rect">
              <a:avLst/>
            </a:prstGeom>
          </p:spPr>
        </p:pic>
        <p:pic>
          <p:nvPicPr>
            <p:cNvPr id="307" name="object 30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612270" y="4681727"/>
              <a:ext cx="1836420" cy="719327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4079626" y="5650991"/>
              <a:ext cx="1845563" cy="751331"/>
            </a:xfrm>
            <a:prstGeom prst="rect">
              <a:avLst/>
            </a:prstGeom>
          </p:spPr>
        </p:pic>
        <p:sp>
          <p:nvSpPr>
            <p:cNvPr id="309" name="object 309"/>
            <p:cNvSpPr/>
            <p:nvPr/>
          </p:nvSpPr>
          <p:spPr>
            <a:xfrm>
              <a:off x="1606174" y="4675632"/>
              <a:ext cx="1842770" cy="731520"/>
            </a:xfrm>
            <a:custGeom>
              <a:avLst/>
              <a:gdLst/>
              <a:ahLst/>
              <a:cxnLst/>
              <a:rect l="l" t="t" r="r" b="b"/>
              <a:pathLst>
                <a:path w="1842770" h="731520">
                  <a:moveTo>
                    <a:pt x="1842516" y="728472"/>
                  </a:moveTo>
                  <a:lnTo>
                    <a:pt x="1842516" y="3048"/>
                  </a:lnTo>
                  <a:lnTo>
                    <a:pt x="183946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728472"/>
                  </a:lnTo>
                  <a:lnTo>
                    <a:pt x="3048" y="731520"/>
                  </a:lnTo>
                  <a:lnTo>
                    <a:pt x="6096" y="731520"/>
                  </a:lnTo>
                  <a:lnTo>
                    <a:pt x="6096" y="12192"/>
                  </a:lnTo>
                  <a:lnTo>
                    <a:pt x="13716" y="6096"/>
                  </a:lnTo>
                  <a:lnTo>
                    <a:pt x="13716" y="12192"/>
                  </a:lnTo>
                  <a:lnTo>
                    <a:pt x="1828800" y="12192"/>
                  </a:lnTo>
                  <a:lnTo>
                    <a:pt x="1828800" y="6096"/>
                  </a:lnTo>
                  <a:lnTo>
                    <a:pt x="1834896" y="12192"/>
                  </a:lnTo>
                  <a:lnTo>
                    <a:pt x="1834896" y="731520"/>
                  </a:lnTo>
                  <a:lnTo>
                    <a:pt x="1839468" y="731520"/>
                  </a:lnTo>
                  <a:lnTo>
                    <a:pt x="1842516" y="728472"/>
                  </a:lnTo>
                  <a:close/>
                </a:path>
                <a:path w="1842770" h="731520">
                  <a:moveTo>
                    <a:pt x="13716" y="12192"/>
                  </a:moveTo>
                  <a:lnTo>
                    <a:pt x="13716" y="6096"/>
                  </a:lnTo>
                  <a:lnTo>
                    <a:pt x="6096" y="12192"/>
                  </a:lnTo>
                  <a:lnTo>
                    <a:pt x="13716" y="12192"/>
                  </a:lnTo>
                  <a:close/>
                </a:path>
                <a:path w="1842770" h="731520">
                  <a:moveTo>
                    <a:pt x="13716" y="719328"/>
                  </a:moveTo>
                  <a:lnTo>
                    <a:pt x="13716" y="12192"/>
                  </a:lnTo>
                  <a:lnTo>
                    <a:pt x="6096" y="12192"/>
                  </a:lnTo>
                  <a:lnTo>
                    <a:pt x="6096" y="719328"/>
                  </a:lnTo>
                  <a:lnTo>
                    <a:pt x="13716" y="719328"/>
                  </a:lnTo>
                  <a:close/>
                </a:path>
                <a:path w="1842770" h="731520">
                  <a:moveTo>
                    <a:pt x="1834896" y="719328"/>
                  </a:moveTo>
                  <a:lnTo>
                    <a:pt x="6096" y="719328"/>
                  </a:lnTo>
                  <a:lnTo>
                    <a:pt x="13716" y="725424"/>
                  </a:lnTo>
                  <a:lnTo>
                    <a:pt x="13716" y="731520"/>
                  </a:lnTo>
                  <a:lnTo>
                    <a:pt x="1828800" y="731520"/>
                  </a:lnTo>
                  <a:lnTo>
                    <a:pt x="1828800" y="725424"/>
                  </a:lnTo>
                  <a:lnTo>
                    <a:pt x="1834896" y="719328"/>
                  </a:lnTo>
                  <a:close/>
                </a:path>
                <a:path w="1842770" h="731520">
                  <a:moveTo>
                    <a:pt x="13716" y="731520"/>
                  </a:moveTo>
                  <a:lnTo>
                    <a:pt x="13716" y="725424"/>
                  </a:lnTo>
                  <a:lnTo>
                    <a:pt x="6096" y="719328"/>
                  </a:lnTo>
                  <a:lnTo>
                    <a:pt x="6096" y="731520"/>
                  </a:lnTo>
                  <a:lnTo>
                    <a:pt x="13716" y="731520"/>
                  </a:lnTo>
                  <a:close/>
                </a:path>
                <a:path w="1842770" h="731520">
                  <a:moveTo>
                    <a:pt x="1834896" y="12192"/>
                  </a:moveTo>
                  <a:lnTo>
                    <a:pt x="1828800" y="6096"/>
                  </a:lnTo>
                  <a:lnTo>
                    <a:pt x="1828800" y="12192"/>
                  </a:lnTo>
                  <a:lnTo>
                    <a:pt x="1834896" y="12192"/>
                  </a:lnTo>
                  <a:close/>
                </a:path>
                <a:path w="1842770" h="731520">
                  <a:moveTo>
                    <a:pt x="1834896" y="719328"/>
                  </a:moveTo>
                  <a:lnTo>
                    <a:pt x="1834896" y="12192"/>
                  </a:lnTo>
                  <a:lnTo>
                    <a:pt x="1828800" y="12192"/>
                  </a:lnTo>
                  <a:lnTo>
                    <a:pt x="1828800" y="719328"/>
                  </a:lnTo>
                  <a:lnTo>
                    <a:pt x="1834896" y="719328"/>
                  </a:lnTo>
                  <a:close/>
                </a:path>
                <a:path w="1842770" h="731520">
                  <a:moveTo>
                    <a:pt x="1834896" y="731520"/>
                  </a:moveTo>
                  <a:lnTo>
                    <a:pt x="1834896" y="719328"/>
                  </a:lnTo>
                  <a:lnTo>
                    <a:pt x="1828800" y="725424"/>
                  </a:lnTo>
                  <a:lnTo>
                    <a:pt x="1828800" y="731520"/>
                  </a:lnTo>
                  <a:lnTo>
                    <a:pt x="1834896" y="731520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0" name="object 310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454785" y="3777995"/>
              <a:ext cx="3110483" cy="152399"/>
            </a:xfrm>
            <a:prstGeom prst="rect">
              <a:avLst/>
            </a:prstGeom>
          </p:spPr>
        </p:pic>
        <p:sp>
          <p:nvSpPr>
            <p:cNvPr id="311" name="object 311"/>
            <p:cNvSpPr/>
            <p:nvPr/>
          </p:nvSpPr>
          <p:spPr>
            <a:xfrm>
              <a:off x="3441065" y="3778008"/>
              <a:ext cx="4863465" cy="2632075"/>
            </a:xfrm>
            <a:custGeom>
              <a:avLst/>
              <a:gdLst/>
              <a:ahLst/>
              <a:cxnLst/>
              <a:rect l="l" t="t" r="r" b="b"/>
              <a:pathLst>
                <a:path w="4863465" h="2632075">
                  <a:moveTo>
                    <a:pt x="2490216" y="1901952"/>
                  </a:moveTo>
                  <a:lnTo>
                    <a:pt x="2487168" y="1898904"/>
                  </a:lnTo>
                  <a:lnTo>
                    <a:pt x="2476500" y="1898904"/>
                  </a:lnTo>
                  <a:lnTo>
                    <a:pt x="2476500" y="1912620"/>
                  </a:lnTo>
                  <a:lnTo>
                    <a:pt x="2476500" y="2618232"/>
                  </a:lnTo>
                  <a:lnTo>
                    <a:pt x="661416" y="2618232"/>
                  </a:lnTo>
                  <a:lnTo>
                    <a:pt x="661416" y="1912620"/>
                  </a:lnTo>
                  <a:lnTo>
                    <a:pt x="2476500" y="1912620"/>
                  </a:lnTo>
                  <a:lnTo>
                    <a:pt x="2476500" y="1898904"/>
                  </a:lnTo>
                  <a:lnTo>
                    <a:pt x="650748" y="1898904"/>
                  </a:lnTo>
                  <a:lnTo>
                    <a:pt x="647700" y="1901952"/>
                  </a:lnTo>
                  <a:lnTo>
                    <a:pt x="647700" y="2628900"/>
                  </a:lnTo>
                  <a:lnTo>
                    <a:pt x="650748" y="2631948"/>
                  </a:lnTo>
                  <a:lnTo>
                    <a:pt x="655320" y="2631948"/>
                  </a:lnTo>
                  <a:lnTo>
                    <a:pt x="661416" y="2631948"/>
                  </a:lnTo>
                  <a:lnTo>
                    <a:pt x="2476500" y="2631948"/>
                  </a:lnTo>
                  <a:lnTo>
                    <a:pt x="2484120" y="2631948"/>
                  </a:lnTo>
                  <a:lnTo>
                    <a:pt x="2487168" y="2631948"/>
                  </a:lnTo>
                  <a:lnTo>
                    <a:pt x="2490216" y="2628900"/>
                  </a:lnTo>
                  <a:lnTo>
                    <a:pt x="2490216" y="1901952"/>
                  </a:lnTo>
                  <a:close/>
                </a:path>
                <a:path w="4863465" h="2632075">
                  <a:moveTo>
                    <a:pt x="3137916" y="0"/>
                  </a:moveTo>
                  <a:lnTo>
                    <a:pt x="3112008" y="0"/>
                  </a:lnTo>
                  <a:lnTo>
                    <a:pt x="3112008" y="140208"/>
                  </a:lnTo>
                  <a:lnTo>
                    <a:pt x="25908" y="140208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160020"/>
                  </a:lnTo>
                  <a:lnTo>
                    <a:pt x="6096" y="166116"/>
                  </a:lnTo>
                  <a:lnTo>
                    <a:pt x="13716" y="166116"/>
                  </a:lnTo>
                  <a:lnTo>
                    <a:pt x="25908" y="166116"/>
                  </a:lnTo>
                  <a:lnTo>
                    <a:pt x="3112008" y="166116"/>
                  </a:lnTo>
                  <a:lnTo>
                    <a:pt x="3124200" y="166116"/>
                  </a:lnTo>
                  <a:lnTo>
                    <a:pt x="3131820" y="166116"/>
                  </a:lnTo>
                  <a:lnTo>
                    <a:pt x="3137916" y="160020"/>
                  </a:lnTo>
                  <a:lnTo>
                    <a:pt x="3137916" y="0"/>
                  </a:lnTo>
                  <a:close/>
                </a:path>
                <a:path w="4863465" h="2632075">
                  <a:moveTo>
                    <a:pt x="4863084" y="960120"/>
                  </a:moveTo>
                  <a:lnTo>
                    <a:pt x="4860036" y="958596"/>
                  </a:lnTo>
                  <a:lnTo>
                    <a:pt x="4850892" y="958596"/>
                  </a:lnTo>
                  <a:lnTo>
                    <a:pt x="4850892" y="970788"/>
                  </a:lnTo>
                  <a:lnTo>
                    <a:pt x="4850892" y="1616964"/>
                  </a:lnTo>
                  <a:lnTo>
                    <a:pt x="3034284" y="1616964"/>
                  </a:lnTo>
                  <a:lnTo>
                    <a:pt x="3034284" y="970788"/>
                  </a:lnTo>
                  <a:lnTo>
                    <a:pt x="4850892" y="970788"/>
                  </a:lnTo>
                  <a:lnTo>
                    <a:pt x="4850892" y="958596"/>
                  </a:lnTo>
                  <a:lnTo>
                    <a:pt x="3025140" y="958596"/>
                  </a:lnTo>
                  <a:lnTo>
                    <a:pt x="3022092" y="960120"/>
                  </a:lnTo>
                  <a:lnTo>
                    <a:pt x="3022092" y="1626108"/>
                  </a:lnTo>
                  <a:lnTo>
                    <a:pt x="3025140" y="1629156"/>
                  </a:lnTo>
                  <a:lnTo>
                    <a:pt x="3028188" y="1629156"/>
                  </a:lnTo>
                  <a:lnTo>
                    <a:pt x="3034284" y="1629156"/>
                  </a:lnTo>
                  <a:lnTo>
                    <a:pt x="4850892" y="1629156"/>
                  </a:lnTo>
                  <a:lnTo>
                    <a:pt x="4856988" y="1629156"/>
                  </a:lnTo>
                  <a:lnTo>
                    <a:pt x="4860036" y="1629156"/>
                  </a:lnTo>
                  <a:lnTo>
                    <a:pt x="4863084" y="1626108"/>
                  </a:lnTo>
                  <a:lnTo>
                    <a:pt x="4863084" y="960120"/>
                  </a:lnTo>
                  <a:close/>
                </a:path>
              </a:pathLst>
            </a:custGeom>
            <a:solidFill>
              <a:srgbClr val="37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2" name="object 312"/>
          <p:cNvGrpSpPr/>
          <p:nvPr/>
        </p:nvGrpSpPr>
        <p:grpSpPr>
          <a:xfrm>
            <a:off x="6740530" y="2718816"/>
            <a:ext cx="585470" cy="134620"/>
            <a:chOff x="6740530" y="2718816"/>
            <a:chExt cx="585470" cy="134620"/>
          </a:xfrm>
        </p:grpSpPr>
        <p:sp>
          <p:nvSpPr>
            <p:cNvPr id="313" name="object 313"/>
            <p:cNvSpPr/>
            <p:nvPr/>
          </p:nvSpPr>
          <p:spPr>
            <a:xfrm>
              <a:off x="7298314" y="272186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4" name="object 314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161154" y="2724912"/>
              <a:ext cx="164592" cy="73151"/>
            </a:xfrm>
            <a:prstGeom prst="rect">
              <a:avLst/>
            </a:prstGeom>
          </p:spPr>
        </p:pic>
        <p:sp>
          <p:nvSpPr>
            <p:cNvPr id="315" name="object 315"/>
            <p:cNvSpPr/>
            <p:nvPr/>
          </p:nvSpPr>
          <p:spPr>
            <a:xfrm>
              <a:off x="7216018" y="27950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6" name="object 316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740530" y="2718816"/>
              <a:ext cx="585216" cy="134111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7161154" y="2798064"/>
              <a:ext cx="73152" cy="18287"/>
            </a:xfrm>
            <a:prstGeom prst="rect">
              <a:avLst/>
            </a:prstGeom>
          </p:spPr>
        </p:pic>
        <p:sp>
          <p:nvSpPr>
            <p:cNvPr id="318" name="object 318"/>
            <p:cNvSpPr/>
            <p:nvPr/>
          </p:nvSpPr>
          <p:spPr>
            <a:xfrm>
              <a:off x="7216018" y="281330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7298314" y="284988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212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0" name="object 320"/>
          <p:cNvGrpSpPr/>
          <p:nvPr/>
        </p:nvGrpSpPr>
        <p:grpSpPr>
          <a:xfrm>
            <a:off x="7389754" y="2718816"/>
            <a:ext cx="741045" cy="134620"/>
            <a:chOff x="7389754" y="2718816"/>
            <a:chExt cx="741045" cy="134620"/>
          </a:xfrm>
        </p:grpSpPr>
        <p:pic>
          <p:nvPicPr>
            <p:cNvPr id="321" name="object 321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7828666" y="2718816"/>
              <a:ext cx="54864" cy="42671"/>
            </a:xfrm>
            <a:prstGeom prst="rect">
              <a:avLst/>
            </a:prstGeom>
          </p:spPr>
        </p:pic>
        <p:pic>
          <p:nvPicPr>
            <p:cNvPr id="322" name="object 322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819522" y="2755392"/>
              <a:ext cx="164592" cy="24383"/>
            </a:xfrm>
            <a:prstGeom prst="rect">
              <a:avLst/>
            </a:prstGeom>
          </p:spPr>
        </p:pic>
        <p:pic>
          <p:nvPicPr>
            <p:cNvPr id="323" name="object 323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7398898" y="2718816"/>
              <a:ext cx="438912" cy="85343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7865242" y="2755392"/>
              <a:ext cx="265176" cy="48767"/>
            </a:xfrm>
            <a:prstGeom prst="rect">
              <a:avLst/>
            </a:prstGeom>
          </p:spPr>
        </p:pic>
        <p:sp>
          <p:nvSpPr>
            <p:cNvPr id="325" name="object 325"/>
            <p:cNvSpPr/>
            <p:nvPr/>
          </p:nvSpPr>
          <p:spPr>
            <a:xfrm>
              <a:off x="8029834" y="2801112"/>
              <a:ext cx="100965" cy="0"/>
            </a:xfrm>
            <a:custGeom>
              <a:avLst/>
              <a:gdLst/>
              <a:ahLst/>
              <a:cxnLst/>
              <a:rect l="l" t="t" r="r" b="b"/>
              <a:pathLst>
                <a:path w="10096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6" name="object 326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7755514" y="2779776"/>
              <a:ext cx="118872" cy="36575"/>
            </a:xfrm>
            <a:prstGeom prst="rect">
              <a:avLst/>
            </a:prstGeom>
          </p:spPr>
        </p:pic>
        <p:sp>
          <p:nvSpPr>
            <p:cNvPr id="327" name="object 327"/>
            <p:cNvSpPr/>
            <p:nvPr/>
          </p:nvSpPr>
          <p:spPr>
            <a:xfrm>
              <a:off x="8029834" y="2807208"/>
              <a:ext cx="100965" cy="0"/>
            </a:xfrm>
            <a:custGeom>
              <a:avLst/>
              <a:gdLst/>
              <a:ahLst/>
              <a:cxnLst/>
              <a:rect l="l" t="t" r="r" b="b"/>
              <a:pathLst>
                <a:path w="10096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389754" y="2798064"/>
              <a:ext cx="310896" cy="54863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7764658" y="2804160"/>
              <a:ext cx="109728" cy="48767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7865242" y="2804160"/>
              <a:ext cx="265176" cy="48767"/>
            </a:xfrm>
            <a:prstGeom prst="rect">
              <a:avLst/>
            </a:prstGeom>
          </p:spPr>
        </p:pic>
        <p:sp>
          <p:nvSpPr>
            <p:cNvPr id="331" name="object 331"/>
            <p:cNvSpPr/>
            <p:nvPr/>
          </p:nvSpPr>
          <p:spPr>
            <a:xfrm>
              <a:off x="7865242" y="283768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7865242" y="284988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212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3" name="object 333"/>
          <p:cNvGrpSpPr/>
          <p:nvPr/>
        </p:nvGrpSpPr>
        <p:grpSpPr>
          <a:xfrm>
            <a:off x="8203569" y="2718816"/>
            <a:ext cx="832485" cy="134620"/>
            <a:chOff x="8203569" y="2718816"/>
            <a:chExt cx="832485" cy="134620"/>
          </a:xfrm>
        </p:grpSpPr>
        <p:sp>
          <p:nvSpPr>
            <p:cNvPr id="334" name="object 334"/>
            <p:cNvSpPr/>
            <p:nvPr/>
          </p:nvSpPr>
          <p:spPr>
            <a:xfrm>
              <a:off x="8633337" y="275844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9017385" y="275844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8203569" y="2718816"/>
              <a:ext cx="832103" cy="79247"/>
            </a:xfrm>
            <a:prstGeom prst="rect">
              <a:avLst/>
            </a:prstGeom>
          </p:spPr>
        </p:pic>
        <p:sp>
          <p:nvSpPr>
            <p:cNvPr id="337" name="object 337"/>
            <p:cNvSpPr/>
            <p:nvPr/>
          </p:nvSpPr>
          <p:spPr>
            <a:xfrm>
              <a:off x="8633337" y="277672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8423025" y="2795016"/>
              <a:ext cx="100965" cy="0"/>
            </a:xfrm>
            <a:custGeom>
              <a:avLst/>
              <a:gdLst/>
              <a:ahLst/>
              <a:cxnLst/>
              <a:rect l="l" t="t" r="r" b="b"/>
              <a:pathLst>
                <a:path w="100965">
                  <a:moveTo>
                    <a:pt x="0" y="0"/>
                  </a:moveTo>
                  <a:lnTo>
                    <a:pt x="18288" y="0"/>
                  </a:lnTo>
                </a:path>
                <a:path w="100965">
                  <a:moveTo>
                    <a:pt x="91439" y="0"/>
                  </a:moveTo>
                  <a:lnTo>
                    <a:pt x="1005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9" name="object 339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8797929" y="2791968"/>
              <a:ext cx="73152" cy="12191"/>
            </a:xfrm>
            <a:prstGeom prst="rect">
              <a:avLst/>
            </a:prstGeom>
          </p:spPr>
        </p:pic>
        <p:pic>
          <p:nvPicPr>
            <p:cNvPr id="340" name="object 340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8203569" y="2798064"/>
              <a:ext cx="100584" cy="54863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8349873" y="2798064"/>
              <a:ext cx="27432" cy="54863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423025" y="2791968"/>
              <a:ext cx="576072" cy="60959"/>
            </a:xfrm>
            <a:prstGeom prst="rect">
              <a:avLst/>
            </a:prstGeom>
          </p:spPr>
        </p:pic>
      </p:grpSp>
      <p:grpSp>
        <p:nvGrpSpPr>
          <p:cNvPr id="343" name="object 343"/>
          <p:cNvGrpSpPr/>
          <p:nvPr/>
        </p:nvGrpSpPr>
        <p:grpSpPr>
          <a:xfrm>
            <a:off x="8843650" y="2919983"/>
            <a:ext cx="356870" cy="134620"/>
            <a:chOff x="8843650" y="2919983"/>
            <a:chExt cx="356870" cy="134620"/>
          </a:xfrm>
        </p:grpSpPr>
        <p:sp>
          <p:nvSpPr>
            <p:cNvPr id="344" name="object 344"/>
            <p:cNvSpPr/>
            <p:nvPr/>
          </p:nvSpPr>
          <p:spPr>
            <a:xfrm>
              <a:off x="9053962" y="2929127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5" h="6350">
                  <a:moveTo>
                    <a:pt x="0" y="0"/>
                  </a:moveTo>
                  <a:lnTo>
                    <a:pt x="18288" y="0"/>
                  </a:lnTo>
                </a:path>
                <a:path w="18415" h="6350">
                  <a:moveTo>
                    <a:pt x="0" y="6095"/>
                  </a:moveTo>
                  <a:lnTo>
                    <a:pt x="18288" y="609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8852794" y="295960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8843650" y="2919983"/>
              <a:ext cx="356616" cy="79247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8916802" y="2993135"/>
              <a:ext cx="283464" cy="48767"/>
            </a:xfrm>
            <a:prstGeom prst="rect">
              <a:avLst/>
            </a:prstGeom>
          </p:spPr>
        </p:pic>
        <p:pic>
          <p:nvPicPr>
            <p:cNvPr id="348" name="object 348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8843650" y="2993135"/>
              <a:ext cx="18288" cy="48767"/>
            </a:xfrm>
            <a:prstGeom prst="rect">
              <a:avLst/>
            </a:prstGeom>
          </p:spPr>
        </p:pic>
        <p:sp>
          <p:nvSpPr>
            <p:cNvPr id="349" name="object 349"/>
            <p:cNvSpPr/>
            <p:nvPr/>
          </p:nvSpPr>
          <p:spPr>
            <a:xfrm>
              <a:off x="8852794" y="30449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0" name="object 350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9053962" y="3035807"/>
              <a:ext cx="128016" cy="18287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8944234" y="3041903"/>
              <a:ext cx="54864" cy="12191"/>
            </a:xfrm>
            <a:prstGeom prst="rect">
              <a:avLst/>
            </a:prstGeom>
          </p:spPr>
        </p:pic>
        <p:sp>
          <p:nvSpPr>
            <p:cNvPr id="352" name="object 352"/>
            <p:cNvSpPr/>
            <p:nvPr/>
          </p:nvSpPr>
          <p:spPr>
            <a:xfrm>
              <a:off x="8852794" y="305104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3" name="object 353"/>
          <p:cNvGrpSpPr/>
          <p:nvPr/>
        </p:nvGrpSpPr>
        <p:grpSpPr>
          <a:xfrm>
            <a:off x="7380609" y="2919983"/>
            <a:ext cx="713740" cy="134620"/>
            <a:chOff x="7380609" y="2919983"/>
            <a:chExt cx="713740" cy="134620"/>
          </a:xfrm>
        </p:grpSpPr>
        <p:sp>
          <p:nvSpPr>
            <p:cNvPr id="354" name="object 354"/>
            <p:cNvSpPr/>
            <p:nvPr/>
          </p:nvSpPr>
          <p:spPr>
            <a:xfrm>
              <a:off x="7636641" y="295960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7773801" y="296570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380609" y="2919983"/>
              <a:ext cx="694944" cy="73151"/>
            </a:xfrm>
            <a:prstGeom prst="rect">
              <a:avLst/>
            </a:prstGeom>
          </p:spPr>
        </p:pic>
        <p:pic>
          <p:nvPicPr>
            <p:cNvPr id="357" name="object 357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7700649" y="2987039"/>
              <a:ext cx="182880" cy="12191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7700649" y="2993135"/>
              <a:ext cx="173736" cy="30479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380609" y="2987039"/>
              <a:ext cx="274320" cy="67055"/>
            </a:xfrm>
            <a:prstGeom prst="rect">
              <a:avLst/>
            </a:prstGeom>
          </p:spPr>
        </p:pic>
        <p:sp>
          <p:nvSpPr>
            <p:cNvPr id="360" name="object 360"/>
            <p:cNvSpPr/>
            <p:nvPr/>
          </p:nvSpPr>
          <p:spPr>
            <a:xfrm>
              <a:off x="7636641" y="302666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1" name="object 361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810377" y="2987039"/>
              <a:ext cx="283464" cy="67055"/>
            </a:xfrm>
            <a:prstGeom prst="rect">
              <a:avLst/>
            </a:prstGeom>
          </p:spPr>
        </p:pic>
        <p:sp>
          <p:nvSpPr>
            <p:cNvPr id="362" name="object 362"/>
            <p:cNvSpPr/>
            <p:nvPr/>
          </p:nvSpPr>
          <p:spPr>
            <a:xfrm>
              <a:off x="7636641" y="3032759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718937" y="3011423"/>
              <a:ext cx="45720" cy="42671"/>
            </a:xfrm>
            <a:prstGeom prst="rect">
              <a:avLst/>
            </a:prstGeom>
          </p:spPr>
        </p:pic>
        <p:sp>
          <p:nvSpPr>
            <p:cNvPr id="364" name="object 364"/>
            <p:cNvSpPr/>
            <p:nvPr/>
          </p:nvSpPr>
          <p:spPr>
            <a:xfrm>
              <a:off x="7636641" y="303885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7636641" y="3044951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5" h="6350">
                  <a:moveTo>
                    <a:pt x="0" y="0"/>
                  </a:moveTo>
                  <a:lnTo>
                    <a:pt x="18288" y="0"/>
                  </a:lnTo>
                </a:path>
                <a:path w="18415" h="6350">
                  <a:moveTo>
                    <a:pt x="0" y="6095"/>
                  </a:moveTo>
                  <a:lnTo>
                    <a:pt x="18288" y="6095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6" name="object 366"/>
          <p:cNvGrpSpPr/>
          <p:nvPr/>
        </p:nvGrpSpPr>
        <p:grpSpPr>
          <a:xfrm>
            <a:off x="8148705" y="2919983"/>
            <a:ext cx="631190" cy="134620"/>
            <a:chOff x="8148705" y="2919983"/>
            <a:chExt cx="631190" cy="134620"/>
          </a:xfrm>
        </p:grpSpPr>
        <p:sp>
          <p:nvSpPr>
            <p:cNvPr id="367" name="object 367"/>
            <p:cNvSpPr/>
            <p:nvPr/>
          </p:nvSpPr>
          <p:spPr>
            <a:xfrm>
              <a:off x="8285865" y="295960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8761353" y="295960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9" name="object 369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8148705" y="2919983"/>
              <a:ext cx="630936" cy="79247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349873" y="2993135"/>
              <a:ext cx="393192" cy="60959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148705" y="2993135"/>
              <a:ext cx="155448" cy="54863"/>
            </a:xfrm>
            <a:prstGeom prst="rect">
              <a:avLst/>
            </a:prstGeom>
          </p:spPr>
        </p:pic>
        <p:sp>
          <p:nvSpPr>
            <p:cNvPr id="372" name="object 372"/>
            <p:cNvSpPr/>
            <p:nvPr/>
          </p:nvSpPr>
          <p:spPr>
            <a:xfrm>
              <a:off x="8285865" y="3026663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5" h="6350">
                  <a:moveTo>
                    <a:pt x="0" y="0"/>
                  </a:moveTo>
                  <a:lnTo>
                    <a:pt x="18288" y="0"/>
                  </a:lnTo>
                </a:path>
                <a:path w="18415" h="6350">
                  <a:moveTo>
                    <a:pt x="0" y="6096"/>
                  </a:moveTo>
                  <a:lnTo>
                    <a:pt x="18288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8285865" y="30449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148705" y="3047999"/>
              <a:ext cx="82295" cy="6095"/>
            </a:xfrm>
            <a:prstGeom prst="rect">
              <a:avLst/>
            </a:prstGeom>
          </p:spPr>
        </p:pic>
        <p:sp>
          <p:nvSpPr>
            <p:cNvPr id="375" name="object 375"/>
            <p:cNvSpPr/>
            <p:nvPr/>
          </p:nvSpPr>
          <p:spPr>
            <a:xfrm>
              <a:off x="8285865" y="305104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6" name="object 376"/>
          <p:cNvGrpSpPr/>
          <p:nvPr/>
        </p:nvGrpSpPr>
        <p:grpSpPr>
          <a:xfrm>
            <a:off x="3201802" y="6601968"/>
            <a:ext cx="731520" cy="165100"/>
            <a:chOff x="3201802" y="6601968"/>
            <a:chExt cx="731520" cy="165100"/>
          </a:xfrm>
        </p:grpSpPr>
        <p:sp>
          <p:nvSpPr>
            <p:cNvPr id="377" name="object 377"/>
            <p:cNvSpPr/>
            <p:nvPr/>
          </p:nvSpPr>
          <p:spPr>
            <a:xfrm>
              <a:off x="3640714" y="66050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3375538" y="6601968"/>
              <a:ext cx="173736" cy="36575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3530986" y="661720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0" name="object 380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3238378" y="6601968"/>
              <a:ext cx="73152" cy="36575"/>
            </a:xfrm>
            <a:prstGeom prst="rect">
              <a:avLst/>
            </a:prstGeom>
          </p:spPr>
        </p:pic>
        <p:sp>
          <p:nvSpPr>
            <p:cNvPr id="381" name="object 381"/>
            <p:cNvSpPr/>
            <p:nvPr/>
          </p:nvSpPr>
          <p:spPr>
            <a:xfrm>
              <a:off x="3530986" y="66233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2" name="object 382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3604138" y="6601968"/>
              <a:ext cx="256032" cy="42671"/>
            </a:xfrm>
            <a:prstGeom prst="rect">
              <a:avLst/>
            </a:prstGeom>
          </p:spPr>
        </p:pic>
        <p:sp>
          <p:nvSpPr>
            <p:cNvPr id="383" name="object 383"/>
            <p:cNvSpPr/>
            <p:nvPr/>
          </p:nvSpPr>
          <p:spPr>
            <a:xfrm>
              <a:off x="3284098" y="6629400"/>
              <a:ext cx="265430" cy="24765"/>
            </a:xfrm>
            <a:custGeom>
              <a:avLst/>
              <a:gdLst/>
              <a:ahLst/>
              <a:cxnLst/>
              <a:rect l="l" t="t" r="r" b="b"/>
              <a:pathLst>
                <a:path w="265429" h="24765">
                  <a:moveTo>
                    <a:pt x="246887" y="0"/>
                  </a:moveTo>
                  <a:lnTo>
                    <a:pt x="265176" y="0"/>
                  </a:lnTo>
                </a:path>
                <a:path w="265429" h="24765">
                  <a:moveTo>
                    <a:pt x="0" y="6096"/>
                  </a:moveTo>
                  <a:lnTo>
                    <a:pt x="18288" y="6096"/>
                  </a:lnTo>
                </a:path>
                <a:path w="265429" h="24765">
                  <a:moveTo>
                    <a:pt x="192024" y="6096"/>
                  </a:moveTo>
                  <a:lnTo>
                    <a:pt x="210312" y="6096"/>
                  </a:lnTo>
                </a:path>
                <a:path w="265429" h="24765">
                  <a:moveTo>
                    <a:pt x="246887" y="6096"/>
                  </a:moveTo>
                  <a:lnTo>
                    <a:pt x="265176" y="6096"/>
                  </a:lnTo>
                </a:path>
                <a:path w="265429" h="24765">
                  <a:moveTo>
                    <a:pt x="192024" y="12191"/>
                  </a:moveTo>
                  <a:lnTo>
                    <a:pt x="210312" y="12191"/>
                  </a:lnTo>
                </a:path>
                <a:path w="265429" h="24765">
                  <a:moveTo>
                    <a:pt x="246887" y="12191"/>
                  </a:moveTo>
                  <a:lnTo>
                    <a:pt x="265176" y="12191"/>
                  </a:lnTo>
                </a:path>
                <a:path w="265429" h="24765">
                  <a:moveTo>
                    <a:pt x="246887" y="18287"/>
                  </a:moveTo>
                  <a:lnTo>
                    <a:pt x="265176" y="18287"/>
                  </a:lnTo>
                </a:path>
                <a:path w="265429" h="24765">
                  <a:moveTo>
                    <a:pt x="246887" y="24383"/>
                  </a:moveTo>
                  <a:lnTo>
                    <a:pt x="265176" y="24383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3851026" y="665378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E0E0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3530986" y="665988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6" name="object 386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3704722" y="6638544"/>
              <a:ext cx="45720" cy="42671"/>
            </a:xfrm>
            <a:prstGeom prst="rect">
              <a:avLst/>
            </a:prstGeom>
          </p:spPr>
        </p:pic>
        <p:sp>
          <p:nvSpPr>
            <p:cNvPr id="387" name="object 387"/>
            <p:cNvSpPr/>
            <p:nvPr/>
          </p:nvSpPr>
          <p:spPr>
            <a:xfrm>
              <a:off x="3530986" y="6665976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4" h="12700">
                  <a:moveTo>
                    <a:pt x="0" y="0"/>
                  </a:moveTo>
                  <a:lnTo>
                    <a:pt x="18288" y="0"/>
                  </a:lnTo>
                </a:path>
                <a:path w="18414" h="12700">
                  <a:moveTo>
                    <a:pt x="0" y="6096"/>
                  </a:moveTo>
                  <a:lnTo>
                    <a:pt x="18288" y="6096"/>
                  </a:lnTo>
                </a:path>
                <a:path w="18414" h="12700">
                  <a:moveTo>
                    <a:pt x="0" y="12191"/>
                  </a:moveTo>
                  <a:lnTo>
                    <a:pt x="18288" y="12191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3741298" y="667816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3851026" y="667816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0" name="object 390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3201802" y="6638544"/>
              <a:ext cx="356616" cy="91439"/>
            </a:xfrm>
            <a:prstGeom prst="rect">
              <a:avLst/>
            </a:prstGeom>
          </p:spPr>
        </p:pic>
        <p:sp>
          <p:nvSpPr>
            <p:cNvPr id="391" name="object 391"/>
            <p:cNvSpPr/>
            <p:nvPr/>
          </p:nvSpPr>
          <p:spPr>
            <a:xfrm>
              <a:off x="3220090" y="6684264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>
                  <a:moveTo>
                    <a:pt x="0" y="0"/>
                  </a:moveTo>
                  <a:lnTo>
                    <a:pt x="100584" y="0"/>
                  </a:lnTo>
                </a:path>
                <a:path w="329564">
                  <a:moveTo>
                    <a:pt x="310896" y="0"/>
                  </a:moveTo>
                  <a:lnTo>
                    <a:pt x="32918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3594994" y="6632448"/>
              <a:ext cx="338328" cy="85343"/>
            </a:xfrm>
            <a:prstGeom prst="rect">
              <a:avLst/>
            </a:prstGeom>
          </p:spPr>
        </p:pic>
        <p:sp>
          <p:nvSpPr>
            <p:cNvPr id="393" name="object 393"/>
            <p:cNvSpPr/>
            <p:nvPr/>
          </p:nvSpPr>
          <p:spPr>
            <a:xfrm>
              <a:off x="3530986" y="669036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4" h="24765">
                  <a:moveTo>
                    <a:pt x="0" y="0"/>
                  </a:moveTo>
                  <a:lnTo>
                    <a:pt x="18288" y="0"/>
                  </a:lnTo>
                </a:path>
                <a:path w="18414" h="24765">
                  <a:moveTo>
                    <a:pt x="0" y="6096"/>
                  </a:moveTo>
                  <a:lnTo>
                    <a:pt x="18288" y="6096"/>
                  </a:lnTo>
                </a:path>
                <a:path w="18414" h="24765">
                  <a:moveTo>
                    <a:pt x="0" y="12192"/>
                  </a:moveTo>
                  <a:lnTo>
                    <a:pt x="18288" y="12192"/>
                  </a:lnTo>
                </a:path>
                <a:path w="18414" h="24765">
                  <a:moveTo>
                    <a:pt x="0" y="18288"/>
                  </a:moveTo>
                  <a:lnTo>
                    <a:pt x="18288" y="18288"/>
                  </a:lnTo>
                </a:path>
                <a:path w="18414" h="24765">
                  <a:moveTo>
                    <a:pt x="0" y="24384"/>
                  </a:moveTo>
                  <a:lnTo>
                    <a:pt x="18288" y="24384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4" name="object 394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3851026" y="6681216"/>
              <a:ext cx="82296" cy="48767"/>
            </a:xfrm>
            <a:prstGeom prst="rect">
              <a:avLst/>
            </a:prstGeom>
          </p:spPr>
        </p:pic>
        <p:sp>
          <p:nvSpPr>
            <p:cNvPr id="395" name="object 395"/>
            <p:cNvSpPr/>
            <p:nvPr/>
          </p:nvSpPr>
          <p:spPr>
            <a:xfrm>
              <a:off x="3201802" y="6726936"/>
              <a:ext cx="347980" cy="0"/>
            </a:xfrm>
            <a:custGeom>
              <a:avLst/>
              <a:gdLst/>
              <a:ahLst/>
              <a:cxnLst/>
              <a:rect l="l" t="t" r="r" b="b"/>
              <a:pathLst>
                <a:path w="347979">
                  <a:moveTo>
                    <a:pt x="0" y="0"/>
                  </a:moveTo>
                  <a:lnTo>
                    <a:pt x="9144" y="0"/>
                  </a:lnTo>
                </a:path>
                <a:path w="347979">
                  <a:moveTo>
                    <a:pt x="329184" y="0"/>
                  </a:moveTo>
                  <a:lnTo>
                    <a:pt x="347472" y="0"/>
                  </a:lnTo>
                </a:path>
              </a:pathLst>
            </a:custGeom>
            <a:ln w="6095">
              <a:solidFill>
                <a:srgbClr val="56565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6" name="object 396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3604138" y="6717792"/>
              <a:ext cx="91439" cy="36575"/>
            </a:xfrm>
            <a:prstGeom prst="rect">
              <a:avLst/>
            </a:prstGeom>
          </p:spPr>
        </p:pic>
        <p:pic>
          <p:nvPicPr>
            <p:cNvPr id="397" name="object 397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3768730" y="6687312"/>
              <a:ext cx="91440" cy="79247"/>
            </a:xfrm>
            <a:prstGeom prst="rect">
              <a:avLst/>
            </a:prstGeom>
          </p:spPr>
        </p:pic>
        <p:sp>
          <p:nvSpPr>
            <p:cNvPr id="398" name="object 398"/>
            <p:cNvSpPr/>
            <p:nvPr/>
          </p:nvSpPr>
          <p:spPr>
            <a:xfrm>
              <a:off x="3631570" y="67574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3823594" y="67574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3640714" y="676351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1" name="object 401"/>
          <p:cNvGrpSpPr/>
          <p:nvPr/>
        </p:nvGrpSpPr>
        <p:grpSpPr>
          <a:xfrm>
            <a:off x="5670682" y="6601968"/>
            <a:ext cx="576580" cy="128270"/>
            <a:chOff x="5670682" y="6601968"/>
            <a:chExt cx="576580" cy="128270"/>
          </a:xfrm>
        </p:grpSpPr>
        <p:sp>
          <p:nvSpPr>
            <p:cNvPr id="402" name="object 402"/>
            <p:cNvSpPr/>
            <p:nvPr/>
          </p:nvSpPr>
          <p:spPr>
            <a:xfrm>
              <a:off x="6228466" y="6611112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3" name="object 403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5679826" y="6601968"/>
              <a:ext cx="182880" cy="36575"/>
            </a:xfrm>
            <a:prstGeom prst="rect">
              <a:avLst/>
            </a:prstGeom>
          </p:spPr>
        </p:pic>
        <p:sp>
          <p:nvSpPr>
            <p:cNvPr id="404" name="object 404"/>
            <p:cNvSpPr/>
            <p:nvPr/>
          </p:nvSpPr>
          <p:spPr>
            <a:xfrm>
              <a:off x="5688970" y="662940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5807842" y="663549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1717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5926714" y="6635496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36576" y="0"/>
                  </a:lnTo>
                </a:path>
                <a:path w="182879">
                  <a:moveTo>
                    <a:pt x="100584" y="0"/>
                  </a:moveTo>
                  <a:lnTo>
                    <a:pt x="109728" y="0"/>
                  </a:lnTo>
                </a:path>
                <a:path w="182879">
                  <a:moveTo>
                    <a:pt x="173736" y="0"/>
                  </a:moveTo>
                  <a:lnTo>
                    <a:pt x="182880" y="0"/>
                  </a:lnTo>
                </a:path>
              </a:pathLst>
            </a:custGeom>
            <a:ln w="6095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6027298" y="6641592"/>
              <a:ext cx="9525" cy="36830"/>
            </a:xfrm>
            <a:custGeom>
              <a:avLst/>
              <a:gdLst/>
              <a:ahLst/>
              <a:cxnLst/>
              <a:rect l="l" t="t" r="r" b="b"/>
              <a:pathLst>
                <a:path w="9525" h="36829">
                  <a:moveTo>
                    <a:pt x="0" y="0"/>
                  </a:moveTo>
                  <a:lnTo>
                    <a:pt x="9144" y="0"/>
                  </a:lnTo>
                </a:path>
                <a:path w="9525" h="36829">
                  <a:moveTo>
                    <a:pt x="0" y="6096"/>
                  </a:moveTo>
                  <a:lnTo>
                    <a:pt x="9144" y="6096"/>
                  </a:lnTo>
                </a:path>
                <a:path w="9525" h="36829">
                  <a:moveTo>
                    <a:pt x="0" y="12192"/>
                  </a:moveTo>
                  <a:lnTo>
                    <a:pt x="9144" y="12192"/>
                  </a:lnTo>
                </a:path>
                <a:path w="9525" h="36829">
                  <a:moveTo>
                    <a:pt x="0" y="18288"/>
                  </a:moveTo>
                  <a:lnTo>
                    <a:pt x="9144" y="18288"/>
                  </a:lnTo>
                </a:path>
                <a:path w="9525" h="36829">
                  <a:moveTo>
                    <a:pt x="0" y="24384"/>
                  </a:moveTo>
                  <a:lnTo>
                    <a:pt x="9144" y="24384"/>
                  </a:lnTo>
                </a:path>
                <a:path w="9525" h="36829">
                  <a:moveTo>
                    <a:pt x="0" y="30480"/>
                  </a:moveTo>
                  <a:lnTo>
                    <a:pt x="9144" y="30480"/>
                  </a:lnTo>
                </a:path>
                <a:path w="9525" h="36829">
                  <a:moveTo>
                    <a:pt x="0" y="36575"/>
                  </a:moveTo>
                  <a:lnTo>
                    <a:pt x="9144" y="36575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5807842" y="668426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6027298" y="668426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0" name="object 410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5670682" y="6601968"/>
              <a:ext cx="576072" cy="128015"/>
            </a:xfrm>
            <a:prstGeom prst="rect">
              <a:avLst/>
            </a:prstGeom>
          </p:spPr>
        </p:pic>
        <p:sp>
          <p:nvSpPr>
            <p:cNvPr id="411" name="object 411"/>
            <p:cNvSpPr/>
            <p:nvPr/>
          </p:nvSpPr>
          <p:spPr>
            <a:xfrm>
              <a:off x="5688970" y="6690360"/>
              <a:ext cx="347980" cy="12700"/>
            </a:xfrm>
            <a:custGeom>
              <a:avLst/>
              <a:gdLst/>
              <a:ahLst/>
              <a:cxnLst/>
              <a:rect l="l" t="t" r="r" b="b"/>
              <a:pathLst>
                <a:path w="347979" h="12700">
                  <a:moveTo>
                    <a:pt x="338327" y="0"/>
                  </a:moveTo>
                  <a:lnTo>
                    <a:pt x="347472" y="0"/>
                  </a:lnTo>
                </a:path>
                <a:path w="347979" h="12700">
                  <a:moveTo>
                    <a:pt x="338327" y="6096"/>
                  </a:moveTo>
                  <a:lnTo>
                    <a:pt x="347472" y="6096"/>
                  </a:lnTo>
                </a:path>
                <a:path w="347979" h="12700">
                  <a:moveTo>
                    <a:pt x="0" y="12192"/>
                  </a:moveTo>
                  <a:lnTo>
                    <a:pt x="18288" y="12192"/>
                  </a:lnTo>
                </a:path>
                <a:path w="347979" h="12700">
                  <a:moveTo>
                    <a:pt x="338327" y="12192"/>
                  </a:moveTo>
                  <a:lnTo>
                    <a:pt x="347472" y="12192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2" name="object 412"/>
          <p:cNvGrpSpPr/>
          <p:nvPr/>
        </p:nvGrpSpPr>
        <p:grpSpPr>
          <a:xfrm>
            <a:off x="4024762" y="6601968"/>
            <a:ext cx="365760" cy="128270"/>
            <a:chOff x="4024762" y="6601968"/>
            <a:chExt cx="365760" cy="128270"/>
          </a:xfrm>
        </p:grpSpPr>
        <p:sp>
          <p:nvSpPr>
            <p:cNvPr id="413" name="object 413"/>
            <p:cNvSpPr/>
            <p:nvPr/>
          </p:nvSpPr>
          <p:spPr>
            <a:xfrm>
              <a:off x="4079626" y="6623304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6096"/>
                  </a:moveTo>
                  <a:lnTo>
                    <a:pt x="9144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4079626" y="664159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2B2B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5" name="object 41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4024762" y="6601968"/>
              <a:ext cx="365760" cy="128015"/>
            </a:xfrm>
            <a:prstGeom prst="rect">
              <a:avLst/>
            </a:prstGeom>
          </p:spPr>
        </p:pic>
        <p:pic>
          <p:nvPicPr>
            <p:cNvPr id="416" name="object 416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4161922" y="6723888"/>
              <a:ext cx="64008" cy="6095"/>
            </a:xfrm>
            <a:prstGeom prst="rect">
              <a:avLst/>
            </a:prstGeom>
          </p:spPr>
        </p:pic>
        <p:pic>
          <p:nvPicPr>
            <p:cNvPr id="417" name="object 417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4363090" y="6723888"/>
              <a:ext cx="18288" cy="6095"/>
            </a:xfrm>
            <a:prstGeom prst="rect">
              <a:avLst/>
            </a:prstGeom>
          </p:spPr>
        </p:pic>
      </p:grpSp>
      <p:grpSp>
        <p:nvGrpSpPr>
          <p:cNvPr id="418" name="object 418"/>
          <p:cNvGrpSpPr/>
          <p:nvPr/>
        </p:nvGrpSpPr>
        <p:grpSpPr>
          <a:xfrm>
            <a:off x="4454530" y="6601968"/>
            <a:ext cx="868680" cy="165100"/>
            <a:chOff x="4454530" y="6601968"/>
            <a:chExt cx="868680" cy="165100"/>
          </a:xfrm>
        </p:grpSpPr>
        <p:sp>
          <p:nvSpPr>
            <p:cNvPr id="419" name="object 419"/>
            <p:cNvSpPr/>
            <p:nvPr/>
          </p:nvSpPr>
          <p:spPr>
            <a:xfrm>
              <a:off x="5250058" y="6635496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6095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4454530" y="6601968"/>
              <a:ext cx="722376" cy="60959"/>
            </a:xfrm>
            <a:prstGeom prst="rect">
              <a:avLst/>
            </a:prstGeom>
          </p:spPr>
        </p:pic>
        <p:sp>
          <p:nvSpPr>
            <p:cNvPr id="421" name="object 421"/>
            <p:cNvSpPr/>
            <p:nvPr/>
          </p:nvSpPr>
          <p:spPr>
            <a:xfrm>
              <a:off x="5158618" y="665988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4664842" y="666597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3" name="object 423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5030602" y="6601968"/>
              <a:ext cx="292608" cy="103631"/>
            </a:xfrm>
            <a:prstGeom prst="rect">
              <a:avLst/>
            </a:prstGeom>
          </p:spPr>
        </p:pic>
        <p:pic>
          <p:nvPicPr>
            <p:cNvPr id="424" name="object 424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4664842" y="6662928"/>
              <a:ext cx="658368" cy="60959"/>
            </a:xfrm>
            <a:prstGeom prst="rect">
              <a:avLst/>
            </a:prstGeom>
          </p:spPr>
        </p:pic>
        <p:pic>
          <p:nvPicPr>
            <p:cNvPr id="425" name="object 425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4454530" y="6662928"/>
              <a:ext cx="164592" cy="103631"/>
            </a:xfrm>
            <a:prstGeom prst="rect">
              <a:avLst/>
            </a:prstGeom>
          </p:spPr>
        </p:pic>
        <p:sp>
          <p:nvSpPr>
            <p:cNvPr id="426" name="object 426"/>
            <p:cNvSpPr/>
            <p:nvPr/>
          </p:nvSpPr>
          <p:spPr>
            <a:xfrm>
              <a:off x="4829434" y="672084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7" name="object 427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5103754" y="6717792"/>
              <a:ext cx="64007" cy="6095"/>
            </a:xfrm>
            <a:prstGeom prst="rect">
              <a:avLst/>
            </a:prstGeom>
          </p:spPr>
        </p:pic>
        <p:pic>
          <p:nvPicPr>
            <p:cNvPr id="428" name="object 428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4902586" y="6717792"/>
              <a:ext cx="155448" cy="12191"/>
            </a:xfrm>
            <a:prstGeom prst="rect">
              <a:avLst/>
            </a:prstGeom>
          </p:spPr>
        </p:pic>
        <p:pic>
          <p:nvPicPr>
            <p:cNvPr id="429" name="object 429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5176906" y="6699504"/>
              <a:ext cx="146304" cy="30479"/>
            </a:xfrm>
            <a:prstGeom prst="rect">
              <a:avLst/>
            </a:prstGeom>
          </p:spPr>
        </p:pic>
        <p:sp>
          <p:nvSpPr>
            <p:cNvPr id="430" name="object 430"/>
            <p:cNvSpPr/>
            <p:nvPr/>
          </p:nvSpPr>
          <p:spPr>
            <a:xfrm>
              <a:off x="4692274" y="6726936"/>
              <a:ext cx="466725" cy="0"/>
            </a:xfrm>
            <a:custGeom>
              <a:avLst/>
              <a:gdLst/>
              <a:ahLst/>
              <a:cxnLst/>
              <a:rect l="l" t="t" r="r" b="b"/>
              <a:pathLst>
                <a:path w="466725">
                  <a:moveTo>
                    <a:pt x="0" y="0"/>
                  </a:moveTo>
                  <a:lnTo>
                    <a:pt x="45719" y="0"/>
                  </a:lnTo>
                </a:path>
                <a:path w="466725">
                  <a:moveTo>
                    <a:pt x="420624" y="0"/>
                  </a:moveTo>
                  <a:lnTo>
                    <a:pt x="466343" y="0"/>
                  </a:lnTo>
                </a:path>
              </a:pathLst>
            </a:custGeom>
            <a:ln w="6095">
              <a:solidFill>
                <a:srgbClr val="56565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1" name="object 431"/>
          <p:cNvGrpSpPr/>
          <p:nvPr/>
        </p:nvGrpSpPr>
        <p:grpSpPr>
          <a:xfrm>
            <a:off x="5378074" y="6601968"/>
            <a:ext cx="228600" cy="165100"/>
            <a:chOff x="5378074" y="6601968"/>
            <a:chExt cx="228600" cy="165100"/>
          </a:xfrm>
        </p:grpSpPr>
        <p:sp>
          <p:nvSpPr>
            <p:cNvPr id="432" name="object 432"/>
            <p:cNvSpPr/>
            <p:nvPr/>
          </p:nvSpPr>
          <p:spPr>
            <a:xfrm>
              <a:off x="5423794" y="6635496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39">
                  <a:moveTo>
                    <a:pt x="0" y="0"/>
                  </a:moveTo>
                  <a:lnTo>
                    <a:pt x="36576" y="0"/>
                  </a:lnTo>
                </a:path>
                <a:path w="91439">
                  <a:moveTo>
                    <a:pt x="82295" y="0"/>
                  </a:moveTo>
                  <a:lnTo>
                    <a:pt x="91440" y="0"/>
                  </a:lnTo>
                </a:path>
              </a:pathLst>
            </a:custGeom>
            <a:ln w="6095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3" name="object 433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5378074" y="6601968"/>
              <a:ext cx="228600" cy="103631"/>
            </a:xfrm>
            <a:prstGeom prst="rect">
              <a:avLst/>
            </a:prstGeom>
          </p:spPr>
        </p:pic>
        <p:pic>
          <p:nvPicPr>
            <p:cNvPr id="434" name="object 434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5378074" y="6699504"/>
              <a:ext cx="210311" cy="67055"/>
            </a:xfrm>
            <a:prstGeom prst="rect">
              <a:avLst/>
            </a:prstGeom>
          </p:spPr>
        </p:pic>
      </p:grpSp>
      <p:grpSp>
        <p:nvGrpSpPr>
          <p:cNvPr id="435" name="object 435"/>
          <p:cNvGrpSpPr/>
          <p:nvPr/>
        </p:nvGrpSpPr>
        <p:grpSpPr>
          <a:xfrm>
            <a:off x="6319906" y="6601968"/>
            <a:ext cx="749935" cy="128270"/>
            <a:chOff x="6319906" y="6601968"/>
            <a:chExt cx="749935" cy="128270"/>
          </a:xfrm>
        </p:grpSpPr>
        <p:sp>
          <p:nvSpPr>
            <p:cNvPr id="436" name="object 436"/>
            <p:cNvSpPr/>
            <p:nvPr/>
          </p:nvSpPr>
          <p:spPr>
            <a:xfrm>
              <a:off x="6758818" y="6635496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18288" y="0"/>
                  </a:lnTo>
                </a:path>
                <a:path w="274320">
                  <a:moveTo>
                    <a:pt x="36575" y="0"/>
                  </a:moveTo>
                  <a:lnTo>
                    <a:pt x="45720" y="0"/>
                  </a:lnTo>
                </a:path>
                <a:path w="274320">
                  <a:moveTo>
                    <a:pt x="109727" y="0"/>
                  </a:moveTo>
                  <a:lnTo>
                    <a:pt x="137160" y="0"/>
                  </a:lnTo>
                </a:path>
                <a:path w="274320">
                  <a:moveTo>
                    <a:pt x="228600" y="0"/>
                  </a:moveTo>
                  <a:lnTo>
                    <a:pt x="274319" y="0"/>
                  </a:lnTo>
                </a:path>
              </a:pathLst>
            </a:custGeom>
            <a:ln w="6095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7" name="object 43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6338194" y="6601968"/>
              <a:ext cx="347472" cy="54863"/>
            </a:xfrm>
            <a:prstGeom prst="rect">
              <a:avLst/>
            </a:prstGeom>
          </p:spPr>
        </p:pic>
        <p:sp>
          <p:nvSpPr>
            <p:cNvPr id="438" name="object 438"/>
            <p:cNvSpPr/>
            <p:nvPr/>
          </p:nvSpPr>
          <p:spPr>
            <a:xfrm>
              <a:off x="6649090" y="664159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0" y="0"/>
                  </a:moveTo>
                  <a:lnTo>
                    <a:pt x="36576" y="0"/>
                  </a:lnTo>
                </a:path>
                <a:path w="128270">
                  <a:moveTo>
                    <a:pt x="109727" y="0"/>
                  </a:moveTo>
                  <a:lnTo>
                    <a:pt x="128016" y="0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6685666" y="665378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6363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0" name="object 440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6685666" y="6601968"/>
              <a:ext cx="384048" cy="79247"/>
            </a:xfrm>
            <a:prstGeom prst="rect">
              <a:avLst/>
            </a:prstGeom>
          </p:spPr>
        </p:pic>
        <p:pic>
          <p:nvPicPr>
            <p:cNvPr id="441" name="object 441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6685666" y="6675120"/>
              <a:ext cx="384048" cy="30479"/>
            </a:xfrm>
            <a:prstGeom prst="rect">
              <a:avLst/>
            </a:prstGeom>
          </p:spPr>
        </p:pic>
        <p:pic>
          <p:nvPicPr>
            <p:cNvPr id="442" name="object 442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6319906" y="6656832"/>
              <a:ext cx="320040" cy="73151"/>
            </a:xfrm>
            <a:prstGeom prst="rect">
              <a:avLst/>
            </a:prstGeom>
          </p:spPr>
        </p:pic>
        <p:pic>
          <p:nvPicPr>
            <p:cNvPr id="443" name="object 443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6703954" y="6705600"/>
              <a:ext cx="36576" cy="18287"/>
            </a:xfrm>
            <a:prstGeom prst="rect">
              <a:avLst/>
            </a:prstGeom>
          </p:spPr>
        </p:pic>
        <p:pic>
          <p:nvPicPr>
            <p:cNvPr id="444" name="object 444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6786250" y="6699504"/>
              <a:ext cx="274320" cy="30479"/>
            </a:xfrm>
            <a:prstGeom prst="rect">
              <a:avLst/>
            </a:prstGeom>
          </p:spPr>
        </p:pic>
        <p:sp>
          <p:nvSpPr>
            <p:cNvPr id="445" name="object 445"/>
            <p:cNvSpPr/>
            <p:nvPr/>
          </p:nvSpPr>
          <p:spPr>
            <a:xfrm>
              <a:off x="6356482" y="6726936"/>
              <a:ext cx="676910" cy="0"/>
            </a:xfrm>
            <a:custGeom>
              <a:avLst/>
              <a:gdLst/>
              <a:ahLst/>
              <a:cxnLst/>
              <a:rect l="l" t="t" r="r" b="b"/>
              <a:pathLst>
                <a:path w="676909">
                  <a:moveTo>
                    <a:pt x="0" y="0"/>
                  </a:moveTo>
                  <a:lnTo>
                    <a:pt x="54864" y="0"/>
                  </a:lnTo>
                </a:path>
                <a:path w="676909">
                  <a:moveTo>
                    <a:pt x="146303" y="0"/>
                  </a:moveTo>
                  <a:lnTo>
                    <a:pt x="201168" y="0"/>
                  </a:lnTo>
                </a:path>
                <a:path w="676909">
                  <a:moveTo>
                    <a:pt x="630935" y="0"/>
                  </a:moveTo>
                  <a:lnTo>
                    <a:pt x="676655" y="0"/>
                  </a:lnTo>
                </a:path>
              </a:pathLst>
            </a:custGeom>
            <a:ln w="6095">
              <a:solidFill>
                <a:srgbClr val="56565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6" name="object 446"/>
          <p:cNvGrpSpPr/>
          <p:nvPr/>
        </p:nvGrpSpPr>
        <p:grpSpPr>
          <a:xfrm>
            <a:off x="7133721" y="6601968"/>
            <a:ext cx="1015365" cy="165100"/>
            <a:chOff x="7133721" y="6601968"/>
            <a:chExt cx="1015365" cy="165100"/>
          </a:xfrm>
        </p:grpSpPr>
        <p:pic>
          <p:nvPicPr>
            <p:cNvPr id="447" name="object 447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7133721" y="6601968"/>
              <a:ext cx="822960" cy="60959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7545201" y="665378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6095">
              <a:solidFill>
                <a:srgbClr val="3535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7636641" y="6659880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5" h="6350">
                  <a:moveTo>
                    <a:pt x="0" y="0"/>
                  </a:moveTo>
                  <a:lnTo>
                    <a:pt x="18288" y="0"/>
                  </a:lnTo>
                </a:path>
                <a:path w="18415" h="6350">
                  <a:moveTo>
                    <a:pt x="0" y="6096"/>
                  </a:moveTo>
                  <a:lnTo>
                    <a:pt x="18288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0" name="object 450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7993257" y="6601968"/>
              <a:ext cx="155448" cy="128015"/>
            </a:xfrm>
            <a:prstGeom prst="rect">
              <a:avLst/>
            </a:prstGeom>
          </p:spPr>
        </p:pic>
        <p:sp>
          <p:nvSpPr>
            <p:cNvPr id="451" name="object 451"/>
            <p:cNvSpPr/>
            <p:nvPr/>
          </p:nvSpPr>
          <p:spPr>
            <a:xfrm>
              <a:off x="7636641" y="6672072"/>
              <a:ext cx="100965" cy="18415"/>
            </a:xfrm>
            <a:custGeom>
              <a:avLst/>
              <a:gdLst/>
              <a:ahLst/>
              <a:cxnLst/>
              <a:rect l="l" t="t" r="r" b="b"/>
              <a:pathLst>
                <a:path w="100965" h="18415">
                  <a:moveTo>
                    <a:pt x="0" y="0"/>
                  </a:moveTo>
                  <a:lnTo>
                    <a:pt x="18288" y="0"/>
                  </a:lnTo>
                </a:path>
                <a:path w="100965" h="18415">
                  <a:moveTo>
                    <a:pt x="0" y="6095"/>
                  </a:moveTo>
                  <a:lnTo>
                    <a:pt x="18288" y="6095"/>
                  </a:lnTo>
                </a:path>
                <a:path w="100965" h="18415">
                  <a:moveTo>
                    <a:pt x="82296" y="6095"/>
                  </a:moveTo>
                  <a:lnTo>
                    <a:pt x="100584" y="6095"/>
                  </a:lnTo>
                </a:path>
                <a:path w="100965" h="18415">
                  <a:moveTo>
                    <a:pt x="0" y="12191"/>
                  </a:moveTo>
                  <a:lnTo>
                    <a:pt x="18288" y="12191"/>
                  </a:lnTo>
                </a:path>
                <a:path w="100965" h="18415">
                  <a:moveTo>
                    <a:pt x="82296" y="12191"/>
                  </a:moveTo>
                  <a:lnTo>
                    <a:pt x="100584" y="12191"/>
                  </a:lnTo>
                </a:path>
                <a:path w="100965" h="18415">
                  <a:moveTo>
                    <a:pt x="0" y="18287"/>
                  </a:moveTo>
                  <a:lnTo>
                    <a:pt x="18288" y="18287"/>
                  </a:lnTo>
                </a:path>
                <a:path w="100965" h="18415">
                  <a:moveTo>
                    <a:pt x="82296" y="18287"/>
                  </a:moveTo>
                  <a:lnTo>
                    <a:pt x="100584" y="18287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7133721" y="6656832"/>
              <a:ext cx="795528" cy="73151"/>
            </a:xfrm>
            <a:prstGeom prst="rect">
              <a:avLst/>
            </a:prstGeom>
          </p:spPr>
        </p:pic>
        <p:sp>
          <p:nvSpPr>
            <p:cNvPr id="453" name="object 453"/>
            <p:cNvSpPr/>
            <p:nvPr/>
          </p:nvSpPr>
          <p:spPr>
            <a:xfrm>
              <a:off x="7636641" y="6696456"/>
              <a:ext cx="100965" cy="6350"/>
            </a:xfrm>
            <a:custGeom>
              <a:avLst/>
              <a:gdLst/>
              <a:ahLst/>
              <a:cxnLst/>
              <a:rect l="l" t="t" r="r" b="b"/>
              <a:pathLst>
                <a:path w="100965" h="6350">
                  <a:moveTo>
                    <a:pt x="0" y="0"/>
                  </a:moveTo>
                  <a:lnTo>
                    <a:pt x="18288" y="0"/>
                  </a:lnTo>
                </a:path>
                <a:path w="100965" h="6350">
                  <a:moveTo>
                    <a:pt x="82296" y="0"/>
                  </a:moveTo>
                  <a:lnTo>
                    <a:pt x="100584" y="0"/>
                  </a:lnTo>
                </a:path>
                <a:path w="100965" h="6350">
                  <a:moveTo>
                    <a:pt x="0" y="6096"/>
                  </a:moveTo>
                  <a:lnTo>
                    <a:pt x="18288" y="6096"/>
                  </a:lnTo>
                </a:path>
              </a:pathLst>
            </a:custGeom>
            <a:ln w="6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7718937" y="672693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6095">
              <a:solidFill>
                <a:srgbClr val="56565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5" name="object 455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792089" y="6723888"/>
              <a:ext cx="54864" cy="6095"/>
            </a:xfrm>
            <a:prstGeom prst="rect">
              <a:avLst/>
            </a:prstGeom>
          </p:spPr>
        </p:pic>
        <p:pic>
          <p:nvPicPr>
            <p:cNvPr id="456" name="object 456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7892673" y="6723888"/>
              <a:ext cx="18288" cy="6095"/>
            </a:xfrm>
            <a:prstGeom prst="rect">
              <a:avLst/>
            </a:prstGeom>
          </p:spPr>
        </p:pic>
        <p:pic>
          <p:nvPicPr>
            <p:cNvPr id="457" name="object 457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7133721" y="6729984"/>
              <a:ext cx="27432" cy="36575"/>
            </a:xfrm>
            <a:prstGeom prst="rect">
              <a:avLst/>
            </a:prstGeom>
          </p:spPr>
        </p:pic>
      </p:grpSp>
      <p:sp>
        <p:nvSpPr>
          <p:cNvPr id="458" name="object 4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459" name="object 45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2296" y="1221739"/>
            <a:ext cx="20650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Contents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310017" y="2331820"/>
            <a:ext cx="114935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-50" dirty="0">
                <a:solidFill>
                  <a:srgbClr val="A6A6A6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A6A6A6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A6A6A6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A6A6A6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2916" y="2331820"/>
            <a:ext cx="2821940" cy="14884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000" spc="-5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Definition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Ecosystem</a:t>
            </a:r>
            <a:r>
              <a:rPr sz="2000" spc="-3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Actors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20000"/>
              </a:lnSpc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CC</a:t>
            </a:r>
            <a:r>
              <a:rPr sz="2000" spc="-7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Essential</a:t>
            </a:r>
            <a:r>
              <a:rPr sz="2000" spc="-4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Characteristics </a:t>
            </a: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categories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10017" y="3794860"/>
            <a:ext cx="307467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8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deployment</a:t>
            </a:r>
            <a:r>
              <a:rPr sz="2000" spc="-6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models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cloud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CC</a:t>
            </a:r>
            <a:r>
              <a:rPr sz="2000" spc="-3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model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7" name="object 7"/>
          <p:cNvSpPr txBox="1"/>
          <p:nvPr/>
        </p:nvSpPr>
        <p:spPr>
          <a:xfrm>
            <a:off x="5501015" y="2331820"/>
            <a:ext cx="2837815" cy="29514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Opportunities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Possible</a:t>
            </a:r>
            <a:r>
              <a:rPr sz="2000" spc="-114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Roles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Business</a:t>
            </a:r>
            <a:r>
              <a:rPr sz="2000" spc="-6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aspects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Inter-</a:t>
            </a: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scenario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3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Mapping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4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Case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20" dirty="0">
                <a:latin typeface="Calibri" panose="020F0502020204030204"/>
                <a:cs typeface="Calibri" panose="020F0502020204030204"/>
              </a:rPr>
              <a:t>DaaS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A6A6A6"/>
                </a:solidFill>
                <a:latin typeface="Calibri" panose="020F0502020204030204"/>
                <a:cs typeface="Calibri" panose="020F0502020204030204"/>
              </a:rPr>
              <a:t>SLA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3399" y="1221739"/>
            <a:ext cx="1163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DaaS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310017" y="2041651"/>
            <a:ext cx="77241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DaaS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defined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capability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CSUs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virtualized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form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outsourcing.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18665" y="3017520"/>
            <a:ext cx="817244" cy="97790"/>
            <a:chOff x="4018665" y="3017520"/>
            <a:chExt cx="817244" cy="9779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18665" y="3017520"/>
              <a:ext cx="140208" cy="243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0857" y="3017520"/>
              <a:ext cx="249936" cy="30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0857" y="3041904"/>
              <a:ext cx="262127" cy="243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36953" y="3057144"/>
              <a:ext cx="256540" cy="0"/>
            </a:xfrm>
            <a:custGeom>
              <a:avLst/>
              <a:gdLst/>
              <a:ahLst/>
              <a:cxnLst/>
              <a:rect l="l" t="t" r="r" b="b"/>
              <a:pathLst>
                <a:path w="256539">
                  <a:moveTo>
                    <a:pt x="0" y="0"/>
                  </a:moveTo>
                  <a:lnTo>
                    <a:pt x="24383" y="0"/>
                  </a:lnTo>
                </a:path>
                <a:path w="256539">
                  <a:moveTo>
                    <a:pt x="48767" y="0"/>
                  </a:moveTo>
                  <a:lnTo>
                    <a:pt x="73151" y="0"/>
                  </a:lnTo>
                </a:path>
                <a:path w="256539">
                  <a:moveTo>
                    <a:pt x="207263" y="0"/>
                  </a:moveTo>
                  <a:lnTo>
                    <a:pt x="256031" y="0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0313" y="3017520"/>
              <a:ext cx="585216" cy="85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3049" y="3060192"/>
              <a:ext cx="170688" cy="548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55241" y="3099816"/>
              <a:ext cx="688975" cy="6350"/>
            </a:xfrm>
            <a:custGeom>
              <a:avLst/>
              <a:gdLst/>
              <a:ahLst/>
              <a:cxnLst/>
              <a:rect l="l" t="t" r="r" b="b"/>
              <a:pathLst>
                <a:path w="688975" h="6350">
                  <a:moveTo>
                    <a:pt x="201167" y="0"/>
                  </a:moveTo>
                  <a:lnTo>
                    <a:pt x="237744" y="0"/>
                  </a:lnTo>
                </a:path>
                <a:path w="688975" h="6350">
                  <a:moveTo>
                    <a:pt x="530351" y="0"/>
                  </a:moveTo>
                  <a:lnTo>
                    <a:pt x="597408" y="0"/>
                  </a:lnTo>
                </a:path>
                <a:path w="688975" h="6350">
                  <a:moveTo>
                    <a:pt x="658367" y="0"/>
                  </a:moveTo>
                  <a:lnTo>
                    <a:pt x="688848" y="0"/>
                  </a:lnTo>
                </a:path>
                <a:path w="688975" h="6350">
                  <a:moveTo>
                    <a:pt x="0" y="6096"/>
                  </a:moveTo>
                  <a:lnTo>
                    <a:pt x="36576" y="6096"/>
                  </a:lnTo>
                </a:path>
                <a:path w="688975" h="6350">
                  <a:moveTo>
                    <a:pt x="201167" y="6096"/>
                  </a:moveTo>
                  <a:lnTo>
                    <a:pt x="237744" y="6096"/>
                  </a:lnTo>
                </a:path>
                <a:path w="688975" h="6350">
                  <a:moveTo>
                    <a:pt x="530351" y="6096"/>
                  </a:moveTo>
                  <a:lnTo>
                    <a:pt x="597408" y="6096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70937" y="3096768"/>
              <a:ext cx="164592" cy="182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1273" y="3102864"/>
              <a:ext cx="256031" cy="1219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262505" y="3112008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0" y="0"/>
                  </a:moveTo>
                  <a:lnTo>
                    <a:pt x="30480" y="0"/>
                  </a:lnTo>
                </a:path>
                <a:path w="390525">
                  <a:moveTo>
                    <a:pt x="323088" y="0"/>
                  </a:moveTo>
                  <a:lnTo>
                    <a:pt x="390144" y="0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464186" y="3017520"/>
            <a:ext cx="5828030" cy="3792220"/>
            <a:chOff x="2464186" y="3017520"/>
            <a:chExt cx="5828030" cy="379222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2042" y="3017520"/>
              <a:ext cx="207264" cy="304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14778" y="3017520"/>
              <a:ext cx="694944" cy="548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14778" y="3054096"/>
              <a:ext cx="694944" cy="36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08553" y="3087624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09850" y="3093720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79">
                  <a:moveTo>
                    <a:pt x="0" y="0"/>
                  </a:moveTo>
                  <a:lnTo>
                    <a:pt x="499872" y="0"/>
                  </a:lnTo>
                </a:path>
              </a:pathLst>
            </a:custGeom>
            <a:ln w="18287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14778" y="3090672"/>
              <a:ext cx="426720" cy="2438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59786" y="3096768"/>
              <a:ext cx="249935" cy="121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14778" y="3105912"/>
              <a:ext cx="688975" cy="6350"/>
            </a:xfrm>
            <a:custGeom>
              <a:avLst/>
              <a:gdLst/>
              <a:ahLst/>
              <a:cxnLst/>
              <a:rect l="l" t="t" r="r" b="b"/>
              <a:pathLst>
                <a:path w="688975" h="6350">
                  <a:moveTo>
                    <a:pt x="0" y="0"/>
                  </a:moveTo>
                  <a:lnTo>
                    <a:pt x="73152" y="0"/>
                  </a:lnTo>
                </a:path>
                <a:path w="688975" h="6350">
                  <a:moveTo>
                    <a:pt x="201167" y="0"/>
                  </a:moveTo>
                  <a:lnTo>
                    <a:pt x="262128" y="0"/>
                  </a:lnTo>
                </a:path>
                <a:path w="688975" h="6350">
                  <a:moveTo>
                    <a:pt x="335279" y="0"/>
                  </a:moveTo>
                  <a:lnTo>
                    <a:pt x="359663" y="0"/>
                  </a:lnTo>
                </a:path>
                <a:path w="688975" h="6350">
                  <a:moveTo>
                    <a:pt x="390143" y="0"/>
                  </a:moveTo>
                  <a:lnTo>
                    <a:pt x="426720" y="0"/>
                  </a:lnTo>
                </a:path>
                <a:path w="688975" h="6350">
                  <a:moveTo>
                    <a:pt x="627888" y="0"/>
                  </a:moveTo>
                  <a:lnTo>
                    <a:pt x="688848" y="0"/>
                  </a:lnTo>
                </a:path>
                <a:path w="688975" h="6350">
                  <a:moveTo>
                    <a:pt x="0" y="6096"/>
                  </a:moveTo>
                  <a:lnTo>
                    <a:pt x="60960" y="6096"/>
                  </a:lnTo>
                </a:path>
                <a:path w="688975" h="6350">
                  <a:moveTo>
                    <a:pt x="396239" y="6096"/>
                  </a:moveTo>
                  <a:lnTo>
                    <a:pt x="426720" y="6096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1978" y="3108960"/>
              <a:ext cx="225551" cy="365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073530" y="317906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6095">
              <a:solidFill>
                <a:srgbClr val="CE9E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646042" y="3233928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79">
                  <a:moveTo>
                    <a:pt x="0" y="0"/>
                  </a:moveTo>
                  <a:lnTo>
                    <a:pt x="42671" y="0"/>
                  </a:lnTo>
                </a:path>
              </a:pathLst>
            </a:custGeom>
            <a:ln w="609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92986" y="3240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D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488058" y="32887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CCC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12569" y="3163824"/>
              <a:ext cx="4096511" cy="60350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36953" y="35570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D161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43050" y="35631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D0B0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49146" y="35692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02D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055242" y="35814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6747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183258" y="36545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164969" y="3666744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152778" y="36850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128393" y="37155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17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122297" y="37216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A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116202" y="37277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110106" y="37338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5B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097914" y="37459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329562" y="3758184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17369" y="377571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4571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317369" y="377875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061338" y="37886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311274" y="37886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A84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055242" y="37947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049146" y="38008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7637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043050" y="3800856"/>
              <a:ext cx="262255" cy="6350"/>
            </a:xfrm>
            <a:custGeom>
              <a:avLst/>
              <a:gdLst/>
              <a:ahLst/>
              <a:cxnLst/>
              <a:rect l="l" t="t" r="r" b="b"/>
              <a:pathLst>
                <a:path w="262254" h="6350">
                  <a:moveTo>
                    <a:pt x="256032" y="0"/>
                  </a:moveTo>
                  <a:lnTo>
                    <a:pt x="262127" y="0"/>
                  </a:lnTo>
                </a:path>
                <a:path w="262254" h="6350">
                  <a:moveTo>
                    <a:pt x="0" y="6096"/>
                  </a:moveTo>
                  <a:lnTo>
                    <a:pt x="6095" y="6096"/>
                  </a:lnTo>
                </a:path>
                <a:path w="262254" h="6350">
                  <a:moveTo>
                    <a:pt x="249936" y="6096"/>
                  </a:moveTo>
                  <a:lnTo>
                    <a:pt x="256031" y="6096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51610" y="3767328"/>
              <a:ext cx="134111" cy="14020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030858" y="38191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A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262506" y="38435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006474" y="38496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256409" y="38496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250314" y="38557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7637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994282" y="38618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988186" y="38679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975994" y="38801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225930" y="38862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969897" y="38922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38B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957706" y="38983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C93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213737" y="38983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207642" y="39044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951610" y="3910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5B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207642" y="39105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195450" y="39166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17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939418" y="39227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933322" y="3928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189353" y="39288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921130" y="3941064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6095" y="0"/>
                  </a:lnTo>
                </a:path>
                <a:path w="262254">
                  <a:moveTo>
                    <a:pt x="256031" y="0"/>
                  </a:moveTo>
                  <a:lnTo>
                    <a:pt x="262127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171065" y="3947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152778" y="39715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146681" y="39776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7637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140586" y="39837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134490" y="39898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A84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128393" y="39959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A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00506" y="3944112"/>
              <a:ext cx="432816" cy="73151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04009" y="4020312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5"/>
                  </a:moveTo>
                  <a:lnTo>
                    <a:pt x="6095" y="6095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00506" y="4011168"/>
              <a:ext cx="432816" cy="4267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091818" y="40386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750442" y="4050792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>
                  <a:moveTo>
                    <a:pt x="0" y="0"/>
                  </a:moveTo>
                  <a:lnTo>
                    <a:pt x="30480" y="0"/>
                  </a:lnTo>
                </a:path>
              </a:pathLst>
            </a:custGeom>
            <a:ln w="6095">
              <a:solidFill>
                <a:srgbClr val="FE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18794" y="3761232"/>
              <a:ext cx="4760976" cy="682751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085722" y="40507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973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13866" y="4047744"/>
              <a:ext cx="219455" cy="1219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12697" y="4053840"/>
              <a:ext cx="67056" cy="1219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22425" y="4053840"/>
              <a:ext cx="60960" cy="1219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66266" y="4053840"/>
              <a:ext cx="60960" cy="12191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073530" y="40629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805306" y="40690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067433" y="40690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055242" y="40812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036953" y="41056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024761" y="4111752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5"/>
                  </a:moveTo>
                  <a:lnTo>
                    <a:pt x="6095" y="6095"/>
                  </a:lnTo>
                </a:path>
              </a:pathLst>
            </a:custGeom>
            <a:ln w="6095">
              <a:solidFill>
                <a:srgbClr val="7A84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22425" y="4059936"/>
              <a:ext cx="201167" cy="176783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756538" y="41239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018666" y="41239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750442" y="41300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744346" y="41361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7637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738250" y="41422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000378" y="41483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537082" y="4154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666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726058" y="4154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A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988186" y="41605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982089" y="41666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82089" y="41727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69897" y="41788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17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3701674" y="41849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3963802" y="41910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689482" y="4197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3683386" y="42031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3945514" y="4203192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6096" y="0"/>
                  </a:moveTo>
                  <a:lnTo>
                    <a:pt x="12191" y="0"/>
                  </a:lnTo>
                </a:path>
                <a:path w="12700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3628522" y="4215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CA1A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3671194" y="4215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3628522" y="4221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3628522" y="42275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5B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3665097" y="42275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17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3652906" y="4233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C93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3927225" y="4233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A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3622425" y="4239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17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3921130" y="4239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A84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3622425" y="42458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3646810" y="42458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3915033" y="42458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3622425" y="42519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622425" y="4251960"/>
              <a:ext cx="292735" cy="6350"/>
            </a:xfrm>
            <a:custGeom>
              <a:avLst/>
              <a:gdLst/>
              <a:ahLst/>
              <a:cxnLst/>
              <a:rect l="l" t="t" r="r" b="b"/>
              <a:pathLst>
                <a:path w="292735" h="6350">
                  <a:moveTo>
                    <a:pt x="286512" y="0"/>
                  </a:moveTo>
                  <a:lnTo>
                    <a:pt x="292607" y="0"/>
                  </a:lnTo>
                </a:path>
                <a:path w="292735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606C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3634618" y="42580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3902842" y="42580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3884553" y="42824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3878458" y="42885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3866266" y="43007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3860169" y="43129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973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3847978" y="43251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841882" y="43312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811402" y="434340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8288" y="0"/>
                  </a:moveTo>
                  <a:lnTo>
                    <a:pt x="24383" y="0"/>
                  </a:lnTo>
                </a:path>
                <a:path w="24764" h="24764">
                  <a:moveTo>
                    <a:pt x="0" y="24383"/>
                  </a:moveTo>
                  <a:lnTo>
                    <a:pt x="6095" y="24383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805306" y="43738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06C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3799210" y="43799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3793114" y="43860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726058" y="44165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7637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3726058" y="44226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3762633" y="44226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3726058" y="4428744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6095" y="0"/>
                  </a:lnTo>
                </a:path>
                <a:path w="36829">
                  <a:moveTo>
                    <a:pt x="30479" y="0"/>
                  </a:moveTo>
                  <a:lnTo>
                    <a:pt x="3657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3726058" y="44348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06C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3756538" y="44348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3744346" y="44409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A84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3719961" y="44470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973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3719961" y="44531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3738250" y="44531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3719961" y="44592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4116202" y="45872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3749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4091818" y="46055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085722" y="46116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4073530" y="46177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76378" y="4517136"/>
              <a:ext cx="566928" cy="213359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99210" y="4437888"/>
              <a:ext cx="4492751" cy="390143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4055242" y="46360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A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04266" y="4443984"/>
              <a:ext cx="719328" cy="310895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4043050" y="46482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17C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4030858" y="46542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494666" y="46603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99466" y="4660392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5" y="0"/>
                  </a:lnTo>
                </a:path>
                <a:path w="609600">
                  <a:moveTo>
                    <a:pt x="310896" y="0"/>
                  </a:moveTo>
                  <a:lnTo>
                    <a:pt x="316991" y="0"/>
                  </a:lnTo>
                </a:path>
                <a:path w="609600">
                  <a:moveTo>
                    <a:pt x="603503" y="0"/>
                  </a:moveTo>
                  <a:lnTo>
                    <a:pt x="609599" y="0"/>
                  </a:lnTo>
                </a:path>
              </a:pathLst>
            </a:custGeom>
            <a:ln w="6095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4024761" y="46603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3982089" y="46969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57637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3969897" y="47030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5B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482474" y="4709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CEF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963802" y="47091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464186" y="47152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4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3957706" y="471525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CA1A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470282" y="47213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E7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2482474" y="47213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6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720218" y="47274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7F7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3890650" y="47274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3890650" y="47335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05562" y="4724400"/>
              <a:ext cx="243839" cy="30479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88570" y="4730496"/>
              <a:ext cx="262127" cy="18287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2647066" y="47457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4C5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3884553" y="47457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3884553" y="47518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580010" y="47579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ED3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66522" y="4748784"/>
              <a:ext cx="170687" cy="24383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77418" y="4748784"/>
              <a:ext cx="170687" cy="24383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70025" y="4748784"/>
              <a:ext cx="170687" cy="24383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3878458" y="47579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06C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3902842" y="47579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3878458" y="4764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0F24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3896746" y="47640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4B5B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2964058" y="4776216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5" y="0"/>
                  </a:lnTo>
                </a:path>
                <a:path w="609600">
                  <a:moveTo>
                    <a:pt x="310895" y="0"/>
                  </a:moveTo>
                  <a:lnTo>
                    <a:pt x="316991" y="0"/>
                  </a:lnTo>
                </a:path>
                <a:path w="609600">
                  <a:moveTo>
                    <a:pt x="603503" y="0"/>
                  </a:moveTo>
                  <a:lnTo>
                    <a:pt x="609599" y="0"/>
                  </a:lnTo>
                </a:path>
              </a:pathLst>
            </a:custGeom>
            <a:ln w="6095">
              <a:solidFill>
                <a:srgbClr val="C1C0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4256409" y="4824984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4" h="6350">
                  <a:moveTo>
                    <a:pt x="12191" y="0"/>
                  </a:moveTo>
                  <a:lnTo>
                    <a:pt x="18287" y="0"/>
                  </a:lnTo>
                </a:path>
                <a:path w="18414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6095">
              <a:solidFill>
                <a:srgbClr val="44506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4250314" y="48371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4225930" y="48554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06C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4213737" y="48615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4183258" y="48859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CA1A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146681" y="49042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C939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82089" y="4821936"/>
              <a:ext cx="4218432" cy="176783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183514" y="4815840"/>
              <a:ext cx="542544" cy="164591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4116202" y="49286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5354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19050" y="4742688"/>
              <a:ext cx="292608" cy="304799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4104009" y="493471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06C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4091818" y="49469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7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872618" y="4840224"/>
              <a:ext cx="262128" cy="201167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3470025" y="49712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BFB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3994282" y="49712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CA1A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2561722" y="4977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2F5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3476122" y="4977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994282" y="4977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470025" y="498348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CFBF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3988186" y="49895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182E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4012569" y="4995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973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982089" y="500176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2F41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982089" y="50078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6973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77418" y="4974336"/>
              <a:ext cx="548640" cy="85343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890906" y="5004816"/>
              <a:ext cx="286511" cy="48767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634874" y="5041392"/>
              <a:ext cx="176783" cy="18287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3031114" y="50505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2A0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3549274" y="50566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3E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634874" y="5053584"/>
              <a:ext cx="170687" cy="24383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3579753" y="50627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DDB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68858" y="5059680"/>
              <a:ext cx="158495" cy="24383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2970154" y="50749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2732410" y="50810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6C5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647066" y="4828032"/>
              <a:ext cx="5388864" cy="487679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2647066" y="52821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2F5F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45769" y="5309616"/>
              <a:ext cx="256031" cy="30479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207898" y="5309616"/>
              <a:ext cx="304800" cy="36575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561466" y="5279136"/>
              <a:ext cx="243839" cy="73151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647066" y="5315712"/>
              <a:ext cx="243839" cy="36575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957962" y="5334000"/>
              <a:ext cx="256031" cy="24383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281050" y="5340096"/>
              <a:ext cx="225552" cy="18287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720218" y="5346192"/>
              <a:ext cx="176783" cy="18287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34618" y="5346192"/>
              <a:ext cx="176783" cy="18287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988442" y="5352288"/>
              <a:ext cx="237743" cy="36575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720218" y="5358384"/>
              <a:ext cx="170687" cy="24383"/>
            </a:xfrm>
            <a:prstGeom prst="rect">
              <a:avLst/>
            </a:prstGeom>
          </p:spPr>
        </p:pic>
        <p:sp>
          <p:nvSpPr>
            <p:cNvPr id="232" name="object 232"/>
            <p:cNvSpPr/>
            <p:nvPr/>
          </p:nvSpPr>
          <p:spPr>
            <a:xfrm>
              <a:off x="3049402" y="53675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4D9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3" name="object 23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299338" y="5352288"/>
              <a:ext cx="225551" cy="42671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34618" y="5358384"/>
              <a:ext cx="170687" cy="24383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3360297" y="53797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2817754" y="5385816"/>
              <a:ext cx="920750" cy="0"/>
            </a:xfrm>
            <a:custGeom>
              <a:avLst/>
              <a:gdLst/>
              <a:ahLst/>
              <a:cxnLst/>
              <a:rect l="l" t="t" r="r" b="b"/>
              <a:pathLst>
                <a:path w="920750">
                  <a:moveTo>
                    <a:pt x="0" y="0"/>
                  </a:moveTo>
                  <a:lnTo>
                    <a:pt x="6095" y="0"/>
                  </a:lnTo>
                </a:path>
                <a:path w="920750">
                  <a:moveTo>
                    <a:pt x="914400" y="0"/>
                  </a:moveTo>
                  <a:lnTo>
                    <a:pt x="920495" y="0"/>
                  </a:lnTo>
                </a:path>
              </a:pathLst>
            </a:custGeom>
            <a:ln w="6095">
              <a:solidFill>
                <a:srgbClr val="C6C5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7" name="object 23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994282" y="5309616"/>
              <a:ext cx="3681984" cy="438911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025018" y="5431536"/>
              <a:ext cx="566928" cy="182879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2738506" y="55626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8F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329818" y="55626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AFAF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689482" y="55626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8F7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71194" y="5455920"/>
              <a:ext cx="262128" cy="195071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720218" y="5455920"/>
              <a:ext cx="560831" cy="182879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2726314" y="55747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3031114" y="55747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3342010" y="5574792"/>
              <a:ext cx="341630" cy="0"/>
            </a:xfrm>
            <a:custGeom>
              <a:avLst/>
              <a:gdLst/>
              <a:ahLst/>
              <a:cxnLst/>
              <a:rect l="l" t="t" r="r" b="b"/>
              <a:pathLst>
                <a:path w="341629">
                  <a:moveTo>
                    <a:pt x="0" y="0"/>
                  </a:moveTo>
                  <a:lnTo>
                    <a:pt x="6095" y="0"/>
                  </a:lnTo>
                </a:path>
                <a:path w="341629">
                  <a:moveTo>
                    <a:pt x="335280" y="0"/>
                  </a:moveTo>
                  <a:lnTo>
                    <a:pt x="341375" y="0"/>
                  </a:lnTo>
                </a:path>
              </a:pathLst>
            </a:custGeom>
            <a:ln w="6095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2720218" y="5599176"/>
              <a:ext cx="957580" cy="0"/>
            </a:xfrm>
            <a:custGeom>
              <a:avLst/>
              <a:gdLst/>
              <a:ahLst/>
              <a:cxnLst/>
              <a:rect l="l" t="t" r="r" b="b"/>
              <a:pathLst>
                <a:path w="957579">
                  <a:moveTo>
                    <a:pt x="0" y="0"/>
                  </a:moveTo>
                  <a:lnTo>
                    <a:pt x="6095" y="0"/>
                  </a:lnTo>
                </a:path>
                <a:path w="957579">
                  <a:moveTo>
                    <a:pt x="950975" y="0"/>
                  </a:moveTo>
                  <a:lnTo>
                    <a:pt x="957071" y="0"/>
                  </a:lnTo>
                </a:path>
              </a:pathLst>
            </a:custGeom>
            <a:ln w="6095">
              <a:solidFill>
                <a:srgbClr val="F8F6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2720218" y="5611368"/>
              <a:ext cx="957580" cy="0"/>
            </a:xfrm>
            <a:custGeom>
              <a:avLst/>
              <a:gdLst/>
              <a:ahLst/>
              <a:cxnLst/>
              <a:rect l="l" t="t" r="r" b="b"/>
              <a:pathLst>
                <a:path w="957579">
                  <a:moveTo>
                    <a:pt x="0" y="0"/>
                  </a:moveTo>
                  <a:lnTo>
                    <a:pt x="6095" y="0"/>
                  </a:lnTo>
                </a:path>
                <a:path w="957579">
                  <a:moveTo>
                    <a:pt x="950975" y="0"/>
                  </a:moveTo>
                  <a:lnTo>
                    <a:pt x="957071" y="0"/>
                  </a:lnTo>
                </a:path>
              </a:pathLst>
            </a:custGeom>
            <a:ln w="6095">
              <a:solidFill>
                <a:srgbClr val="F1F0F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720218" y="5638800"/>
              <a:ext cx="219455" cy="12191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000634" y="5596127"/>
              <a:ext cx="591311" cy="73151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025018" y="5632704"/>
              <a:ext cx="262127" cy="30479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3701674" y="564794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7E3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750698" y="5644896"/>
              <a:ext cx="225551" cy="18287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713866" y="5644896"/>
              <a:ext cx="213359" cy="18287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738506" y="5650992"/>
              <a:ext cx="243839" cy="42671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689482" y="5650992"/>
              <a:ext cx="243839" cy="42671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2811658" y="5678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6D5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116458" y="5657088"/>
              <a:ext cx="176783" cy="36575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3762633" y="56784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6D5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6902074" y="5745480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E36B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170809" y="5748527"/>
              <a:ext cx="323088" cy="18287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3835786" y="57576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69B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737738" y="5748527"/>
              <a:ext cx="1219200" cy="164591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116458" y="5663184"/>
              <a:ext cx="530352" cy="231647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750442" y="5754624"/>
              <a:ext cx="262127" cy="201167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793370" y="5754624"/>
              <a:ext cx="262128" cy="201167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3098169" y="588568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6095" y="0"/>
                  </a:lnTo>
                </a:path>
                <a:path w="18414">
                  <a:moveTo>
                    <a:pt x="12192" y="0"/>
                  </a:moveTo>
                  <a:lnTo>
                    <a:pt x="18287" y="0"/>
                  </a:lnTo>
                </a:path>
              </a:pathLst>
            </a:custGeom>
            <a:ln w="609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908170" y="5791200"/>
              <a:ext cx="426719" cy="176783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3756538" y="58856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CFCF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3104266" y="58917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6F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6792345" y="591007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7B9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121786" y="5913120"/>
              <a:ext cx="268224" cy="12191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396874" y="5888736"/>
              <a:ext cx="243839" cy="73151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098169" y="5888736"/>
              <a:ext cx="304799" cy="73151"/>
            </a:xfrm>
            <a:prstGeom prst="rect">
              <a:avLst/>
            </a:prstGeom>
          </p:spPr>
        </p:pic>
        <p:sp>
          <p:nvSpPr>
            <p:cNvPr id="275" name="object 275"/>
            <p:cNvSpPr/>
            <p:nvPr/>
          </p:nvSpPr>
          <p:spPr>
            <a:xfrm>
              <a:off x="6237609" y="5928360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6095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073530" y="5748527"/>
              <a:ext cx="79248" cy="377951"/>
            </a:xfrm>
            <a:prstGeom prst="rect">
              <a:avLst/>
            </a:prstGeom>
          </p:spPr>
        </p:pic>
        <p:sp>
          <p:nvSpPr>
            <p:cNvPr id="277" name="object 277"/>
            <p:cNvSpPr/>
            <p:nvPr/>
          </p:nvSpPr>
          <p:spPr>
            <a:xfrm>
              <a:off x="7481194" y="59405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CDAD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750442" y="5888736"/>
              <a:ext cx="249935" cy="79247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6060826" y="595884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0AF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0" name="object 28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470025" y="5955792"/>
              <a:ext cx="176783" cy="18287"/>
            </a:xfrm>
            <a:prstGeom prst="rect">
              <a:avLst/>
            </a:prstGeom>
          </p:spPr>
        </p:pic>
        <p:sp>
          <p:nvSpPr>
            <p:cNvPr id="281" name="object 281"/>
            <p:cNvSpPr/>
            <p:nvPr/>
          </p:nvSpPr>
          <p:spPr>
            <a:xfrm>
              <a:off x="7206874" y="596493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8DC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2" name="object 28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811658" y="5900927"/>
              <a:ext cx="298703" cy="103631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134746" y="5955792"/>
              <a:ext cx="225551" cy="42671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829689" y="5961888"/>
              <a:ext cx="182879" cy="36575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470025" y="5967984"/>
              <a:ext cx="170687" cy="24383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3195706" y="598322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EDD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3567561" y="59954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6C5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042282" y="5967984"/>
              <a:ext cx="213359" cy="79247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719194" y="5967984"/>
              <a:ext cx="249936" cy="164591"/>
            </a:xfrm>
            <a:prstGeom prst="rect">
              <a:avLst/>
            </a:prstGeom>
          </p:spPr>
        </p:pic>
        <p:sp>
          <p:nvSpPr>
            <p:cNvPr id="290" name="object 290"/>
            <p:cNvSpPr/>
            <p:nvPr/>
          </p:nvSpPr>
          <p:spPr>
            <a:xfrm>
              <a:off x="7164201" y="60441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9F9F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1" name="object 29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048377" y="5943600"/>
              <a:ext cx="518159" cy="201167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7560442" y="607466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7554345" y="60990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CE9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4" name="object 294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719450" y="5913120"/>
              <a:ext cx="774192" cy="463295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042282" y="6144768"/>
              <a:ext cx="219455" cy="30479"/>
            </a:xfrm>
            <a:prstGeom prst="rect">
              <a:avLst/>
            </a:prstGeom>
          </p:spPr>
        </p:pic>
        <p:pic>
          <p:nvPicPr>
            <p:cNvPr id="296" name="object 29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273930" y="6102096"/>
              <a:ext cx="298703" cy="73151"/>
            </a:xfrm>
            <a:prstGeom prst="rect">
              <a:avLst/>
            </a:prstGeom>
          </p:spPr>
        </p:pic>
        <p:sp>
          <p:nvSpPr>
            <p:cNvPr id="297" name="object 297"/>
            <p:cNvSpPr/>
            <p:nvPr/>
          </p:nvSpPr>
          <p:spPr>
            <a:xfrm>
              <a:off x="7042282" y="61722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4C4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7200777" y="61722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7182489" y="61782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8C8C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456809" y="6169152"/>
              <a:ext cx="54863" cy="12191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340986" y="6175248"/>
              <a:ext cx="73152" cy="18287"/>
            </a:xfrm>
            <a:prstGeom prst="rect">
              <a:avLst/>
            </a:prstGeom>
          </p:spPr>
        </p:pic>
        <p:sp>
          <p:nvSpPr>
            <p:cNvPr id="302" name="object 302"/>
            <p:cNvSpPr/>
            <p:nvPr/>
          </p:nvSpPr>
          <p:spPr>
            <a:xfrm>
              <a:off x="7414138" y="62514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EE5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6426586" y="626973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6414394" y="62758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FCDC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6981321" y="63002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CEC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7249545" y="630631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1E1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249545" y="6254496"/>
              <a:ext cx="213359" cy="85343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249545" y="6333744"/>
              <a:ext cx="207264" cy="18287"/>
            </a:xfrm>
            <a:prstGeom prst="rect">
              <a:avLst/>
            </a:prstGeom>
          </p:spPr>
        </p:pic>
        <p:sp>
          <p:nvSpPr>
            <p:cNvPr id="309" name="object 309"/>
            <p:cNvSpPr/>
            <p:nvPr/>
          </p:nvSpPr>
          <p:spPr>
            <a:xfrm>
              <a:off x="7456809" y="63489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EFD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5737738" y="63611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7E7EA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1" name="object 311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981321" y="6175248"/>
              <a:ext cx="512063" cy="256031"/>
            </a:xfrm>
            <a:prstGeom prst="rect">
              <a:avLst/>
            </a:prstGeom>
          </p:spPr>
        </p:pic>
        <p:sp>
          <p:nvSpPr>
            <p:cNvPr id="312" name="object 312"/>
            <p:cNvSpPr/>
            <p:nvPr/>
          </p:nvSpPr>
          <p:spPr>
            <a:xfrm>
              <a:off x="6371721" y="637336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6511930" y="64038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4" name="object 314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268089" y="6370320"/>
              <a:ext cx="249936" cy="85343"/>
            </a:xfrm>
            <a:prstGeom prst="rect">
              <a:avLst/>
            </a:prstGeom>
          </p:spPr>
        </p:pic>
        <p:pic>
          <p:nvPicPr>
            <p:cNvPr id="315" name="object 31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005962" y="6376416"/>
              <a:ext cx="231647" cy="97535"/>
            </a:xfrm>
            <a:prstGeom prst="rect">
              <a:avLst/>
            </a:prstGeom>
          </p:spPr>
        </p:pic>
        <p:sp>
          <p:nvSpPr>
            <p:cNvPr id="316" name="object 316"/>
            <p:cNvSpPr/>
            <p:nvPr/>
          </p:nvSpPr>
          <p:spPr>
            <a:xfrm>
              <a:off x="6505833" y="64282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FEE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6225418" y="64404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6F5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8" name="object 31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975226" y="6376416"/>
              <a:ext cx="237743" cy="91439"/>
            </a:xfrm>
            <a:prstGeom prst="rect">
              <a:avLst/>
            </a:prstGeom>
          </p:spPr>
        </p:pic>
        <p:sp>
          <p:nvSpPr>
            <p:cNvPr id="319" name="object 319"/>
            <p:cNvSpPr/>
            <p:nvPr/>
          </p:nvSpPr>
          <p:spPr>
            <a:xfrm>
              <a:off x="6280282" y="645261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987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212970" y="6376416"/>
              <a:ext cx="280415" cy="91439"/>
            </a:xfrm>
            <a:prstGeom prst="rect">
              <a:avLst/>
            </a:prstGeom>
          </p:spPr>
        </p:pic>
        <p:sp>
          <p:nvSpPr>
            <p:cNvPr id="321" name="object 321"/>
            <p:cNvSpPr/>
            <p:nvPr/>
          </p:nvSpPr>
          <p:spPr>
            <a:xfrm>
              <a:off x="7133721" y="64648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8D8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7249545" y="64648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5C5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7408042" y="64648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6225418" y="64709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7D7D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7389753" y="64709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ACA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6" name="object 32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011801" y="6467855"/>
              <a:ext cx="54864" cy="12191"/>
            </a:xfrm>
            <a:prstGeom prst="rect">
              <a:avLst/>
            </a:prstGeom>
          </p:spPr>
        </p:pic>
        <p:pic>
          <p:nvPicPr>
            <p:cNvPr id="327" name="object 32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273930" y="6467855"/>
              <a:ext cx="73152" cy="18287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231514" y="6431279"/>
              <a:ext cx="292607" cy="73151"/>
            </a:xfrm>
            <a:prstGeom prst="rect">
              <a:avLst/>
            </a:prstGeom>
          </p:spPr>
        </p:pic>
        <p:sp>
          <p:nvSpPr>
            <p:cNvPr id="329" name="object 329"/>
            <p:cNvSpPr/>
            <p:nvPr/>
          </p:nvSpPr>
          <p:spPr>
            <a:xfrm>
              <a:off x="7048377" y="64830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9392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0" name="object 33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5999865" y="6473952"/>
              <a:ext cx="213359" cy="36575"/>
            </a:xfrm>
            <a:prstGeom prst="rect">
              <a:avLst/>
            </a:prstGeom>
          </p:spPr>
        </p:pic>
        <p:sp>
          <p:nvSpPr>
            <p:cNvPr id="331" name="object 331"/>
            <p:cNvSpPr/>
            <p:nvPr/>
          </p:nvSpPr>
          <p:spPr>
            <a:xfrm>
              <a:off x="5999865" y="65013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3C3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2" name="object 332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6420489" y="6498335"/>
              <a:ext cx="30479" cy="6095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6146170" y="650747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4E3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286377" y="6504432"/>
              <a:ext cx="121919" cy="18287"/>
            </a:xfrm>
            <a:prstGeom prst="rect">
              <a:avLst/>
            </a:prstGeom>
          </p:spPr>
        </p:pic>
        <p:sp>
          <p:nvSpPr>
            <p:cNvPr id="335" name="object 335"/>
            <p:cNvSpPr/>
            <p:nvPr/>
          </p:nvSpPr>
          <p:spPr>
            <a:xfrm>
              <a:off x="6298570" y="651357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AAABA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6359530" y="658672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D0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7" name="object 337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938906" y="6510528"/>
              <a:ext cx="195071" cy="146303"/>
            </a:xfrm>
            <a:prstGeom prst="rect">
              <a:avLst/>
            </a:prstGeom>
          </p:spPr>
        </p:pic>
        <p:sp>
          <p:nvSpPr>
            <p:cNvPr id="338" name="object 338"/>
            <p:cNvSpPr/>
            <p:nvPr/>
          </p:nvSpPr>
          <p:spPr>
            <a:xfrm>
              <a:off x="6194938" y="66354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AEA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9" name="object 33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6194938" y="6589776"/>
              <a:ext cx="213359" cy="79247"/>
            </a:xfrm>
            <a:prstGeom prst="rect">
              <a:avLst/>
            </a:prstGeom>
          </p:spPr>
        </p:pic>
        <p:sp>
          <p:nvSpPr>
            <p:cNvPr id="340" name="object 340"/>
            <p:cNvSpPr/>
            <p:nvPr/>
          </p:nvSpPr>
          <p:spPr>
            <a:xfrm>
              <a:off x="5987674" y="664768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D6D6D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1" name="object 341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6578986" y="6608064"/>
              <a:ext cx="420624" cy="60959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7066665" y="6608064"/>
              <a:ext cx="560832" cy="54863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7706745" y="6614160"/>
              <a:ext cx="432816" cy="48767"/>
            </a:xfrm>
            <a:prstGeom prst="rect">
              <a:avLst/>
            </a:prstGeom>
          </p:spPr>
        </p:pic>
        <p:sp>
          <p:nvSpPr>
            <p:cNvPr id="344" name="object 344"/>
            <p:cNvSpPr/>
            <p:nvPr/>
          </p:nvSpPr>
          <p:spPr>
            <a:xfrm>
              <a:off x="6012057" y="665378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2C2C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7328794" y="6656832"/>
              <a:ext cx="201167" cy="24383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6194938" y="6662928"/>
              <a:ext cx="207264" cy="18287"/>
            </a:xfrm>
            <a:prstGeom prst="rect">
              <a:avLst/>
            </a:prstGeom>
          </p:spPr>
        </p:pic>
        <p:sp>
          <p:nvSpPr>
            <p:cNvPr id="347" name="object 347"/>
            <p:cNvSpPr/>
            <p:nvPr/>
          </p:nvSpPr>
          <p:spPr>
            <a:xfrm>
              <a:off x="6402201" y="667816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8" name="object 348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060570" y="6644640"/>
              <a:ext cx="231648" cy="54863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7706745" y="6656832"/>
              <a:ext cx="432816" cy="42671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334889" y="6656832"/>
              <a:ext cx="298703" cy="42671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6578986" y="6662928"/>
              <a:ext cx="420624" cy="48767"/>
            </a:xfrm>
            <a:prstGeom prst="rect">
              <a:avLst/>
            </a:prstGeom>
          </p:spPr>
        </p:pic>
        <p:pic>
          <p:nvPicPr>
            <p:cNvPr id="352" name="object 352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938906" y="6650735"/>
              <a:ext cx="499871" cy="97535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920106" y="6693408"/>
              <a:ext cx="219455" cy="12191"/>
            </a:xfrm>
            <a:prstGeom prst="rect">
              <a:avLst/>
            </a:prstGeom>
          </p:spPr>
        </p:pic>
        <p:pic>
          <p:nvPicPr>
            <p:cNvPr id="354" name="object 354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7072762" y="6693408"/>
              <a:ext cx="213359" cy="18287"/>
            </a:xfrm>
            <a:prstGeom prst="rect">
              <a:avLst/>
            </a:prstGeom>
          </p:spPr>
        </p:pic>
        <p:sp>
          <p:nvSpPr>
            <p:cNvPr id="355" name="object 355"/>
            <p:cNvSpPr/>
            <p:nvPr/>
          </p:nvSpPr>
          <p:spPr>
            <a:xfrm>
              <a:off x="6158362" y="67086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BFBF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7340986" y="6687311"/>
              <a:ext cx="286512" cy="24383"/>
            </a:xfrm>
            <a:prstGeom prst="rect">
              <a:avLst/>
            </a:prstGeom>
          </p:spPr>
        </p:pic>
        <p:pic>
          <p:nvPicPr>
            <p:cNvPr id="357" name="object 357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7718938" y="6699504"/>
              <a:ext cx="67056" cy="12191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7828665" y="6699504"/>
              <a:ext cx="60960" cy="12191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926201" y="6705600"/>
              <a:ext cx="103631" cy="6095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8072506" y="6699504"/>
              <a:ext cx="60960" cy="12191"/>
            </a:xfrm>
            <a:prstGeom prst="rect">
              <a:avLst/>
            </a:prstGeom>
          </p:spPr>
        </p:pic>
        <p:sp>
          <p:nvSpPr>
            <p:cNvPr id="361" name="object 361"/>
            <p:cNvSpPr/>
            <p:nvPr/>
          </p:nvSpPr>
          <p:spPr>
            <a:xfrm>
              <a:off x="6158362" y="67452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FEF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6219321" y="67452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88888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6158362" y="675132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F0F1E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4" name="object 364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231514" y="6705600"/>
              <a:ext cx="207263" cy="54863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932809" y="6748272"/>
              <a:ext cx="219455" cy="30479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194938" y="6754367"/>
              <a:ext cx="237743" cy="36575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938906" y="6772655"/>
              <a:ext cx="158495" cy="24383"/>
            </a:xfrm>
            <a:prstGeom prst="rect">
              <a:avLst/>
            </a:prstGeom>
          </p:spPr>
        </p:pic>
        <p:sp>
          <p:nvSpPr>
            <p:cNvPr id="368" name="object 368"/>
            <p:cNvSpPr/>
            <p:nvPr/>
          </p:nvSpPr>
          <p:spPr>
            <a:xfrm>
              <a:off x="6194938" y="67878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4C4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6353433" y="67878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6079114" y="67939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AC8C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6335145" y="679399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8C8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6219321" y="6790944"/>
              <a:ext cx="73152" cy="18287"/>
            </a:xfrm>
            <a:prstGeom prst="rect">
              <a:avLst/>
            </a:prstGeom>
          </p:spPr>
        </p:pic>
        <p:pic>
          <p:nvPicPr>
            <p:cNvPr id="373" name="object 373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5981577" y="6797040"/>
              <a:ext cx="36576" cy="6095"/>
            </a:xfrm>
            <a:prstGeom prst="rect">
              <a:avLst/>
            </a:prstGeom>
          </p:spPr>
        </p:pic>
      </p:grpSp>
      <p:grpSp>
        <p:nvGrpSpPr>
          <p:cNvPr id="374" name="object 374"/>
          <p:cNvGrpSpPr/>
          <p:nvPr/>
        </p:nvGrpSpPr>
        <p:grpSpPr>
          <a:xfrm>
            <a:off x="2372746" y="3962400"/>
            <a:ext cx="421005" cy="104139"/>
            <a:chOff x="2372746" y="3962400"/>
            <a:chExt cx="421005" cy="104139"/>
          </a:xfrm>
        </p:grpSpPr>
        <p:pic>
          <p:nvPicPr>
            <p:cNvPr id="375" name="object 375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372746" y="3962400"/>
              <a:ext cx="420624" cy="60959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372746" y="4017264"/>
              <a:ext cx="420624" cy="48767"/>
            </a:xfrm>
            <a:prstGeom prst="rect">
              <a:avLst/>
            </a:prstGeom>
          </p:spPr>
        </p:pic>
      </p:grpSp>
      <p:grpSp>
        <p:nvGrpSpPr>
          <p:cNvPr id="377" name="object 377"/>
          <p:cNvGrpSpPr/>
          <p:nvPr/>
        </p:nvGrpSpPr>
        <p:grpSpPr>
          <a:xfrm>
            <a:off x="2854330" y="3962400"/>
            <a:ext cx="573405" cy="104139"/>
            <a:chOff x="2854330" y="3962400"/>
            <a:chExt cx="573405" cy="104139"/>
          </a:xfrm>
        </p:grpSpPr>
        <p:pic>
          <p:nvPicPr>
            <p:cNvPr id="378" name="object 378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2860426" y="3962400"/>
              <a:ext cx="560832" cy="54863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122554" y="4011167"/>
              <a:ext cx="201167" cy="24383"/>
            </a:xfrm>
            <a:prstGeom prst="rect">
              <a:avLst/>
            </a:prstGeom>
          </p:spPr>
        </p:pic>
        <p:pic>
          <p:nvPicPr>
            <p:cNvPr id="380" name="object 380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854330" y="3998976"/>
              <a:ext cx="231648" cy="54863"/>
            </a:xfrm>
            <a:prstGeom prst="rect">
              <a:avLst/>
            </a:prstGeom>
          </p:spPr>
        </p:pic>
        <p:pic>
          <p:nvPicPr>
            <p:cNvPr id="381" name="object 381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3128650" y="4011167"/>
              <a:ext cx="298703" cy="42671"/>
            </a:xfrm>
            <a:prstGeom prst="rect">
              <a:avLst/>
            </a:prstGeom>
          </p:spPr>
        </p:pic>
        <p:pic>
          <p:nvPicPr>
            <p:cNvPr id="382" name="object 382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2866522" y="4047743"/>
              <a:ext cx="213359" cy="18287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3134746" y="4041647"/>
              <a:ext cx="286512" cy="24383"/>
            </a:xfrm>
            <a:prstGeom prst="rect">
              <a:avLst/>
            </a:prstGeom>
          </p:spPr>
        </p:pic>
      </p:grpSp>
      <p:sp>
        <p:nvSpPr>
          <p:cNvPr id="384" name="object 384"/>
          <p:cNvSpPr/>
          <p:nvPr/>
        </p:nvSpPr>
        <p:spPr>
          <a:xfrm>
            <a:off x="2927482" y="4251959"/>
            <a:ext cx="433070" cy="73660"/>
          </a:xfrm>
          <a:custGeom>
            <a:avLst/>
            <a:gdLst/>
            <a:ahLst/>
            <a:cxnLst/>
            <a:rect l="l" t="t" r="r" b="b"/>
            <a:pathLst>
              <a:path w="433070" h="73660">
                <a:moveTo>
                  <a:pt x="60959" y="0"/>
                </a:moveTo>
                <a:lnTo>
                  <a:pt x="73151" y="0"/>
                </a:lnTo>
              </a:path>
              <a:path w="433070" h="73660">
                <a:moveTo>
                  <a:pt x="109727" y="0"/>
                </a:moveTo>
                <a:lnTo>
                  <a:pt x="115823" y="0"/>
                </a:lnTo>
              </a:path>
              <a:path w="433070" h="73660">
                <a:moveTo>
                  <a:pt x="152400" y="0"/>
                </a:moveTo>
                <a:lnTo>
                  <a:pt x="158495" y="0"/>
                </a:lnTo>
              </a:path>
              <a:path w="433070" h="73660">
                <a:moveTo>
                  <a:pt x="164592" y="0"/>
                </a:moveTo>
                <a:lnTo>
                  <a:pt x="182880" y="0"/>
                </a:lnTo>
              </a:path>
              <a:path w="433070" h="73660">
                <a:moveTo>
                  <a:pt x="188975" y="0"/>
                </a:moveTo>
                <a:lnTo>
                  <a:pt x="195071" y="0"/>
                </a:lnTo>
              </a:path>
              <a:path w="433070" h="73660">
                <a:moveTo>
                  <a:pt x="237744" y="0"/>
                </a:moveTo>
                <a:lnTo>
                  <a:pt x="243839" y="0"/>
                </a:lnTo>
              </a:path>
              <a:path w="433070" h="73660">
                <a:moveTo>
                  <a:pt x="249936" y="0"/>
                </a:moveTo>
                <a:lnTo>
                  <a:pt x="256031" y="0"/>
                </a:lnTo>
              </a:path>
              <a:path w="433070" h="73660">
                <a:moveTo>
                  <a:pt x="262127" y="0"/>
                </a:moveTo>
                <a:lnTo>
                  <a:pt x="268223" y="0"/>
                </a:lnTo>
              </a:path>
              <a:path w="433070" h="73660">
                <a:moveTo>
                  <a:pt x="274319" y="0"/>
                </a:moveTo>
                <a:lnTo>
                  <a:pt x="280415" y="0"/>
                </a:lnTo>
              </a:path>
              <a:path w="433070" h="73660">
                <a:moveTo>
                  <a:pt x="316992" y="0"/>
                </a:moveTo>
                <a:lnTo>
                  <a:pt x="323087" y="0"/>
                </a:lnTo>
              </a:path>
              <a:path w="433070" h="73660">
                <a:moveTo>
                  <a:pt x="335279" y="0"/>
                </a:moveTo>
                <a:lnTo>
                  <a:pt x="341375" y="0"/>
                </a:lnTo>
              </a:path>
              <a:path w="433070" h="73660">
                <a:moveTo>
                  <a:pt x="347471" y="0"/>
                </a:moveTo>
                <a:lnTo>
                  <a:pt x="353567" y="0"/>
                </a:lnTo>
              </a:path>
              <a:path w="433070" h="73660">
                <a:moveTo>
                  <a:pt x="371855" y="0"/>
                </a:moveTo>
                <a:lnTo>
                  <a:pt x="384047" y="0"/>
                </a:lnTo>
              </a:path>
              <a:path w="433070" h="73660">
                <a:moveTo>
                  <a:pt x="390143" y="0"/>
                </a:moveTo>
                <a:lnTo>
                  <a:pt x="396239" y="0"/>
                </a:lnTo>
              </a:path>
              <a:path w="433070" h="73660">
                <a:moveTo>
                  <a:pt x="402335" y="0"/>
                </a:moveTo>
                <a:lnTo>
                  <a:pt x="408431" y="0"/>
                </a:lnTo>
              </a:path>
              <a:path w="433070" h="73660">
                <a:moveTo>
                  <a:pt x="414527" y="0"/>
                </a:moveTo>
                <a:lnTo>
                  <a:pt x="420623" y="0"/>
                </a:lnTo>
              </a:path>
              <a:path w="433070" h="73660">
                <a:moveTo>
                  <a:pt x="54863" y="6096"/>
                </a:moveTo>
                <a:lnTo>
                  <a:pt x="79247" y="6096"/>
                </a:lnTo>
              </a:path>
              <a:path w="433070" h="73660">
                <a:moveTo>
                  <a:pt x="97536" y="6096"/>
                </a:moveTo>
                <a:lnTo>
                  <a:pt x="121919" y="6096"/>
                </a:lnTo>
              </a:path>
              <a:path w="433070" h="73660">
                <a:moveTo>
                  <a:pt x="140207" y="6096"/>
                </a:moveTo>
                <a:lnTo>
                  <a:pt x="146303" y="6096"/>
                </a:lnTo>
              </a:path>
              <a:path w="433070" h="73660">
                <a:moveTo>
                  <a:pt x="152400" y="6096"/>
                </a:moveTo>
                <a:lnTo>
                  <a:pt x="207264" y="6096"/>
                </a:lnTo>
              </a:path>
              <a:path w="433070" h="73660">
                <a:moveTo>
                  <a:pt x="225551" y="6096"/>
                </a:moveTo>
                <a:lnTo>
                  <a:pt x="231647" y="6096"/>
                </a:lnTo>
              </a:path>
              <a:path w="433070" h="73660">
                <a:moveTo>
                  <a:pt x="237744" y="6096"/>
                </a:moveTo>
                <a:lnTo>
                  <a:pt x="292608" y="6096"/>
                </a:lnTo>
              </a:path>
              <a:path w="433070" h="73660">
                <a:moveTo>
                  <a:pt x="310895" y="6096"/>
                </a:moveTo>
                <a:lnTo>
                  <a:pt x="359663" y="6096"/>
                </a:lnTo>
              </a:path>
              <a:path w="433070" h="73660">
                <a:moveTo>
                  <a:pt x="365759" y="6096"/>
                </a:moveTo>
                <a:lnTo>
                  <a:pt x="420624" y="6096"/>
                </a:lnTo>
              </a:path>
              <a:path w="433070" h="73660">
                <a:moveTo>
                  <a:pt x="60959" y="12192"/>
                </a:moveTo>
                <a:lnTo>
                  <a:pt x="73151" y="12192"/>
                </a:lnTo>
              </a:path>
              <a:path w="433070" h="73660">
                <a:moveTo>
                  <a:pt x="109727" y="12192"/>
                </a:moveTo>
                <a:lnTo>
                  <a:pt x="128016" y="12192"/>
                </a:lnTo>
              </a:path>
              <a:path w="433070" h="73660">
                <a:moveTo>
                  <a:pt x="146303" y="12192"/>
                </a:moveTo>
                <a:lnTo>
                  <a:pt x="170687" y="12192"/>
                </a:lnTo>
              </a:path>
              <a:path w="433070" h="73660">
                <a:moveTo>
                  <a:pt x="176783" y="12192"/>
                </a:moveTo>
                <a:lnTo>
                  <a:pt x="182879" y="12192"/>
                </a:lnTo>
              </a:path>
              <a:path w="433070" h="73660">
                <a:moveTo>
                  <a:pt x="188975" y="12192"/>
                </a:moveTo>
                <a:lnTo>
                  <a:pt x="201167" y="12192"/>
                </a:lnTo>
              </a:path>
              <a:path w="433070" h="73660">
                <a:moveTo>
                  <a:pt x="231648" y="12192"/>
                </a:moveTo>
                <a:lnTo>
                  <a:pt x="256031" y="12192"/>
                </a:lnTo>
              </a:path>
              <a:path w="433070" h="73660">
                <a:moveTo>
                  <a:pt x="262127" y="12192"/>
                </a:moveTo>
                <a:lnTo>
                  <a:pt x="280416" y="12192"/>
                </a:lnTo>
              </a:path>
              <a:path w="433070" h="73660">
                <a:moveTo>
                  <a:pt x="304800" y="12192"/>
                </a:moveTo>
                <a:lnTo>
                  <a:pt x="341376" y="12192"/>
                </a:lnTo>
              </a:path>
              <a:path w="433070" h="73660">
                <a:moveTo>
                  <a:pt x="347471" y="12192"/>
                </a:moveTo>
                <a:lnTo>
                  <a:pt x="353567" y="12192"/>
                </a:lnTo>
              </a:path>
              <a:path w="433070" h="73660">
                <a:moveTo>
                  <a:pt x="371855" y="12192"/>
                </a:moveTo>
                <a:lnTo>
                  <a:pt x="384047" y="12192"/>
                </a:lnTo>
              </a:path>
              <a:path w="433070" h="73660">
                <a:moveTo>
                  <a:pt x="402335" y="12192"/>
                </a:moveTo>
                <a:lnTo>
                  <a:pt x="408431" y="12192"/>
                </a:lnTo>
              </a:path>
              <a:path w="433070" h="73660">
                <a:moveTo>
                  <a:pt x="414527" y="12192"/>
                </a:moveTo>
                <a:lnTo>
                  <a:pt x="426719" y="12192"/>
                </a:lnTo>
              </a:path>
              <a:path w="433070" h="73660">
                <a:moveTo>
                  <a:pt x="54863" y="18287"/>
                </a:moveTo>
                <a:lnTo>
                  <a:pt x="79247" y="18287"/>
                </a:lnTo>
              </a:path>
              <a:path w="433070" h="73660">
                <a:moveTo>
                  <a:pt x="103631" y="18287"/>
                </a:moveTo>
                <a:lnTo>
                  <a:pt x="121920" y="18287"/>
                </a:lnTo>
              </a:path>
              <a:path w="433070" h="73660">
                <a:moveTo>
                  <a:pt x="128015" y="18287"/>
                </a:moveTo>
                <a:lnTo>
                  <a:pt x="134111" y="18287"/>
                </a:lnTo>
              </a:path>
              <a:path w="433070" h="73660">
                <a:moveTo>
                  <a:pt x="152400" y="18287"/>
                </a:moveTo>
                <a:lnTo>
                  <a:pt x="164591" y="18287"/>
                </a:lnTo>
              </a:path>
              <a:path w="433070" h="73660">
                <a:moveTo>
                  <a:pt x="170687" y="18287"/>
                </a:moveTo>
                <a:lnTo>
                  <a:pt x="176783" y="18287"/>
                </a:lnTo>
              </a:path>
              <a:path w="433070" h="73660">
                <a:moveTo>
                  <a:pt x="201168" y="18287"/>
                </a:moveTo>
                <a:lnTo>
                  <a:pt x="207263" y="18287"/>
                </a:lnTo>
              </a:path>
              <a:path w="433070" h="73660">
                <a:moveTo>
                  <a:pt x="225551" y="18287"/>
                </a:moveTo>
                <a:lnTo>
                  <a:pt x="249935" y="18287"/>
                </a:lnTo>
              </a:path>
              <a:path w="433070" h="73660">
                <a:moveTo>
                  <a:pt x="256031" y="18287"/>
                </a:moveTo>
                <a:lnTo>
                  <a:pt x="262127" y="18287"/>
                </a:lnTo>
              </a:path>
              <a:path w="433070" h="73660">
                <a:moveTo>
                  <a:pt x="268224" y="18287"/>
                </a:moveTo>
                <a:lnTo>
                  <a:pt x="292607" y="18287"/>
                </a:lnTo>
              </a:path>
              <a:path w="433070" h="73660">
                <a:moveTo>
                  <a:pt x="298703" y="18287"/>
                </a:moveTo>
                <a:lnTo>
                  <a:pt x="304799" y="18287"/>
                </a:lnTo>
              </a:path>
              <a:path w="433070" h="73660">
                <a:moveTo>
                  <a:pt x="310895" y="18287"/>
                </a:moveTo>
                <a:lnTo>
                  <a:pt x="335279" y="18287"/>
                </a:lnTo>
              </a:path>
              <a:path w="433070" h="73660">
                <a:moveTo>
                  <a:pt x="341375" y="18287"/>
                </a:moveTo>
                <a:lnTo>
                  <a:pt x="347471" y="18287"/>
                </a:lnTo>
              </a:path>
              <a:path w="433070" h="73660">
                <a:moveTo>
                  <a:pt x="365759" y="18287"/>
                </a:moveTo>
                <a:lnTo>
                  <a:pt x="377951" y="18287"/>
                </a:lnTo>
              </a:path>
              <a:path w="433070" h="73660">
                <a:moveTo>
                  <a:pt x="384047" y="18287"/>
                </a:moveTo>
                <a:lnTo>
                  <a:pt x="390143" y="18287"/>
                </a:lnTo>
              </a:path>
              <a:path w="433070" h="73660">
                <a:moveTo>
                  <a:pt x="408431" y="18287"/>
                </a:moveTo>
                <a:lnTo>
                  <a:pt x="414527" y="18287"/>
                </a:lnTo>
              </a:path>
              <a:path w="433070" h="73660">
                <a:moveTo>
                  <a:pt x="60959" y="24384"/>
                </a:moveTo>
                <a:lnTo>
                  <a:pt x="73151" y="24384"/>
                </a:lnTo>
              </a:path>
              <a:path w="433070" h="73660">
                <a:moveTo>
                  <a:pt x="103631" y="24384"/>
                </a:moveTo>
                <a:lnTo>
                  <a:pt x="115823" y="24384"/>
                </a:lnTo>
              </a:path>
              <a:path w="433070" h="73660">
                <a:moveTo>
                  <a:pt x="146303" y="24384"/>
                </a:moveTo>
                <a:lnTo>
                  <a:pt x="158495" y="24384"/>
                </a:lnTo>
              </a:path>
              <a:path w="433070" h="73660">
                <a:moveTo>
                  <a:pt x="164592" y="24384"/>
                </a:moveTo>
                <a:lnTo>
                  <a:pt x="170687" y="24384"/>
                </a:lnTo>
              </a:path>
              <a:path w="433070" h="73660">
                <a:moveTo>
                  <a:pt x="231648" y="24384"/>
                </a:moveTo>
                <a:lnTo>
                  <a:pt x="243839" y="24384"/>
                </a:lnTo>
              </a:path>
              <a:path w="433070" h="73660">
                <a:moveTo>
                  <a:pt x="274319" y="24384"/>
                </a:moveTo>
                <a:lnTo>
                  <a:pt x="286511" y="24384"/>
                </a:lnTo>
              </a:path>
              <a:path w="433070" h="73660">
                <a:moveTo>
                  <a:pt x="304800" y="24384"/>
                </a:moveTo>
                <a:lnTo>
                  <a:pt x="310895" y="24384"/>
                </a:lnTo>
              </a:path>
              <a:path w="433070" h="73660">
                <a:moveTo>
                  <a:pt x="316992" y="24384"/>
                </a:moveTo>
                <a:lnTo>
                  <a:pt x="329183" y="24384"/>
                </a:lnTo>
              </a:path>
              <a:path w="433070" h="73660">
                <a:moveTo>
                  <a:pt x="371855" y="24384"/>
                </a:moveTo>
                <a:lnTo>
                  <a:pt x="384047" y="24384"/>
                </a:lnTo>
              </a:path>
              <a:path w="433070" h="73660">
                <a:moveTo>
                  <a:pt x="390143" y="24384"/>
                </a:moveTo>
                <a:lnTo>
                  <a:pt x="396239" y="24384"/>
                </a:lnTo>
              </a:path>
              <a:path w="433070" h="73660">
                <a:moveTo>
                  <a:pt x="0" y="30480"/>
                </a:moveTo>
                <a:lnTo>
                  <a:pt x="42671" y="30480"/>
                </a:lnTo>
              </a:path>
              <a:path w="433070" h="73660">
                <a:moveTo>
                  <a:pt x="48768" y="30480"/>
                </a:moveTo>
                <a:lnTo>
                  <a:pt x="79248" y="30480"/>
                </a:lnTo>
              </a:path>
              <a:path w="433070" h="73660">
                <a:moveTo>
                  <a:pt x="97536" y="30480"/>
                </a:moveTo>
                <a:lnTo>
                  <a:pt x="121919" y="30480"/>
                </a:lnTo>
              </a:path>
              <a:path w="433070" h="73660">
                <a:moveTo>
                  <a:pt x="140207" y="30480"/>
                </a:moveTo>
                <a:lnTo>
                  <a:pt x="146303" y="30480"/>
                </a:lnTo>
              </a:path>
              <a:path w="433070" h="73660">
                <a:moveTo>
                  <a:pt x="152400" y="30480"/>
                </a:moveTo>
                <a:lnTo>
                  <a:pt x="195071" y="30480"/>
                </a:lnTo>
              </a:path>
              <a:path w="433070" h="73660">
                <a:moveTo>
                  <a:pt x="225551" y="30480"/>
                </a:moveTo>
                <a:lnTo>
                  <a:pt x="249935" y="30480"/>
                </a:lnTo>
              </a:path>
              <a:path w="433070" h="73660">
                <a:moveTo>
                  <a:pt x="256031" y="30480"/>
                </a:moveTo>
                <a:lnTo>
                  <a:pt x="262127" y="30480"/>
                </a:lnTo>
              </a:path>
              <a:path w="433070" h="73660">
                <a:moveTo>
                  <a:pt x="268224" y="30480"/>
                </a:moveTo>
                <a:lnTo>
                  <a:pt x="292607" y="30480"/>
                </a:lnTo>
              </a:path>
              <a:path w="433070" h="73660">
                <a:moveTo>
                  <a:pt x="310895" y="30480"/>
                </a:moveTo>
                <a:lnTo>
                  <a:pt x="335279" y="30480"/>
                </a:lnTo>
              </a:path>
              <a:path w="433070" h="73660">
                <a:moveTo>
                  <a:pt x="365759" y="30480"/>
                </a:moveTo>
                <a:lnTo>
                  <a:pt x="414527" y="30480"/>
                </a:lnTo>
              </a:path>
              <a:path w="433070" h="73660">
                <a:moveTo>
                  <a:pt x="6095" y="36575"/>
                </a:moveTo>
                <a:lnTo>
                  <a:pt x="36576" y="36575"/>
                </a:lnTo>
              </a:path>
              <a:path w="433070" h="73660">
                <a:moveTo>
                  <a:pt x="42671" y="36575"/>
                </a:moveTo>
                <a:lnTo>
                  <a:pt x="48767" y="36575"/>
                </a:lnTo>
              </a:path>
              <a:path w="433070" h="73660">
                <a:moveTo>
                  <a:pt x="60959" y="36575"/>
                </a:moveTo>
                <a:lnTo>
                  <a:pt x="73151" y="36575"/>
                </a:lnTo>
              </a:path>
              <a:path w="433070" h="73660">
                <a:moveTo>
                  <a:pt x="109727" y="36575"/>
                </a:moveTo>
                <a:lnTo>
                  <a:pt x="128016" y="36575"/>
                </a:lnTo>
              </a:path>
              <a:path w="433070" h="73660">
                <a:moveTo>
                  <a:pt x="152400" y="36575"/>
                </a:moveTo>
                <a:lnTo>
                  <a:pt x="201167" y="36575"/>
                </a:lnTo>
              </a:path>
              <a:path w="433070" h="73660">
                <a:moveTo>
                  <a:pt x="225551" y="36575"/>
                </a:moveTo>
                <a:lnTo>
                  <a:pt x="256032" y="36575"/>
                </a:lnTo>
              </a:path>
              <a:path w="433070" h="73660">
                <a:moveTo>
                  <a:pt x="262127" y="36575"/>
                </a:moveTo>
                <a:lnTo>
                  <a:pt x="286511" y="36575"/>
                </a:lnTo>
              </a:path>
              <a:path w="433070" h="73660">
                <a:moveTo>
                  <a:pt x="310895" y="36575"/>
                </a:moveTo>
                <a:lnTo>
                  <a:pt x="323087" y="36575"/>
                </a:lnTo>
              </a:path>
              <a:path w="433070" h="73660">
                <a:moveTo>
                  <a:pt x="371855" y="36575"/>
                </a:moveTo>
                <a:lnTo>
                  <a:pt x="408432" y="36575"/>
                </a:lnTo>
              </a:path>
              <a:path w="433070" h="73660">
                <a:moveTo>
                  <a:pt x="414527" y="36575"/>
                </a:moveTo>
                <a:lnTo>
                  <a:pt x="426719" y="36575"/>
                </a:lnTo>
              </a:path>
              <a:path w="433070" h="73660">
                <a:moveTo>
                  <a:pt x="0" y="42672"/>
                </a:moveTo>
                <a:lnTo>
                  <a:pt x="42671" y="42672"/>
                </a:lnTo>
              </a:path>
              <a:path w="433070" h="73660">
                <a:moveTo>
                  <a:pt x="54863" y="42672"/>
                </a:moveTo>
                <a:lnTo>
                  <a:pt x="79247" y="42672"/>
                </a:lnTo>
              </a:path>
              <a:path w="433070" h="73660">
                <a:moveTo>
                  <a:pt x="103631" y="42672"/>
                </a:moveTo>
                <a:lnTo>
                  <a:pt x="121920" y="42672"/>
                </a:lnTo>
              </a:path>
              <a:path w="433070" h="73660">
                <a:moveTo>
                  <a:pt x="158495" y="42672"/>
                </a:moveTo>
                <a:lnTo>
                  <a:pt x="207263" y="42672"/>
                </a:lnTo>
              </a:path>
              <a:path w="433070" h="73660">
                <a:moveTo>
                  <a:pt x="225551" y="42672"/>
                </a:moveTo>
                <a:lnTo>
                  <a:pt x="249935" y="42672"/>
                </a:lnTo>
              </a:path>
              <a:path w="433070" h="73660">
                <a:moveTo>
                  <a:pt x="256031" y="42672"/>
                </a:moveTo>
                <a:lnTo>
                  <a:pt x="274320" y="42672"/>
                </a:lnTo>
              </a:path>
              <a:path w="433070" h="73660">
                <a:moveTo>
                  <a:pt x="280415" y="42672"/>
                </a:moveTo>
                <a:lnTo>
                  <a:pt x="292607" y="42672"/>
                </a:lnTo>
              </a:path>
              <a:path w="433070" h="73660">
                <a:moveTo>
                  <a:pt x="310895" y="42672"/>
                </a:moveTo>
                <a:lnTo>
                  <a:pt x="329184" y="42672"/>
                </a:lnTo>
              </a:path>
              <a:path w="433070" h="73660">
                <a:moveTo>
                  <a:pt x="384047" y="42672"/>
                </a:moveTo>
                <a:lnTo>
                  <a:pt x="420624" y="42672"/>
                </a:lnTo>
              </a:path>
              <a:path w="433070" h="73660">
                <a:moveTo>
                  <a:pt x="426719" y="42672"/>
                </a:moveTo>
                <a:lnTo>
                  <a:pt x="432815" y="42672"/>
                </a:lnTo>
              </a:path>
              <a:path w="433070" h="73660">
                <a:moveTo>
                  <a:pt x="6095" y="48768"/>
                </a:moveTo>
                <a:lnTo>
                  <a:pt x="12191" y="48768"/>
                </a:lnTo>
              </a:path>
              <a:path w="433070" h="73660">
                <a:moveTo>
                  <a:pt x="18287" y="48768"/>
                </a:moveTo>
                <a:lnTo>
                  <a:pt x="24383" y="48768"/>
                </a:lnTo>
              </a:path>
              <a:path w="433070" h="73660">
                <a:moveTo>
                  <a:pt x="30480" y="48768"/>
                </a:moveTo>
                <a:lnTo>
                  <a:pt x="36575" y="48768"/>
                </a:lnTo>
              </a:path>
              <a:path w="433070" h="73660">
                <a:moveTo>
                  <a:pt x="42671" y="48768"/>
                </a:moveTo>
                <a:lnTo>
                  <a:pt x="48767" y="48768"/>
                </a:lnTo>
              </a:path>
              <a:path w="433070" h="73660">
                <a:moveTo>
                  <a:pt x="60959" y="48768"/>
                </a:moveTo>
                <a:lnTo>
                  <a:pt x="73151" y="48768"/>
                </a:lnTo>
              </a:path>
              <a:path w="433070" h="73660">
                <a:moveTo>
                  <a:pt x="103631" y="48768"/>
                </a:moveTo>
                <a:lnTo>
                  <a:pt x="115823" y="48768"/>
                </a:lnTo>
              </a:path>
              <a:path w="433070" h="73660">
                <a:moveTo>
                  <a:pt x="176783" y="48768"/>
                </a:moveTo>
                <a:lnTo>
                  <a:pt x="182879" y="48768"/>
                </a:lnTo>
              </a:path>
              <a:path w="433070" h="73660">
                <a:moveTo>
                  <a:pt x="188975" y="48768"/>
                </a:moveTo>
                <a:lnTo>
                  <a:pt x="201167" y="48768"/>
                </a:lnTo>
              </a:path>
              <a:path w="433070" h="73660">
                <a:moveTo>
                  <a:pt x="231648" y="48768"/>
                </a:moveTo>
                <a:lnTo>
                  <a:pt x="243839" y="48768"/>
                </a:lnTo>
              </a:path>
              <a:path w="433070" h="73660">
                <a:moveTo>
                  <a:pt x="304800" y="48768"/>
                </a:moveTo>
                <a:lnTo>
                  <a:pt x="310895" y="48768"/>
                </a:lnTo>
              </a:path>
              <a:path w="433070" h="73660">
                <a:moveTo>
                  <a:pt x="316992" y="48768"/>
                </a:moveTo>
                <a:lnTo>
                  <a:pt x="329183" y="48768"/>
                </a:lnTo>
              </a:path>
              <a:path w="433070" h="73660">
                <a:moveTo>
                  <a:pt x="390143" y="48768"/>
                </a:moveTo>
                <a:lnTo>
                  <a:pt x="396239" y="48768"/>
                </a:lnTo>
              </a:path>
              <a:path w="433070" h="73660">
                <a:moveTo>
                  <a:pt x="402335" y="48768"/>
                </a:moveTo>
                <a:lnTo>
                  <a:pt x="426719" y="48768"/>
                </a:lnTo>
              </a:path>
              <a:path w="433070" h="73660">
                <a:moveTo>
                  <a:pt x="60959" y="54864"/>
                </a:moveTo>
                <a:lnTo>
                  <a:pt x="85343" y="54864"/>
                </a:lnTo>
              </a:path>
              <a:path w="433070" h="73660">
                <a:moveTo>
                  <a:pt x="103631" y="54864"/>
                </a:moveTo>
                <a:lnTo>
                  <a:pt x="128015" y="54864"/>
                </a:lnTo>
              </a:path>
              <a:path w="433070" h="73660">
                <a:moveTo>
                  <a:pt x="146303" y="54864"/>
                </a:moveTo>
                <a:lnTo>
                  <a:pt x="158495" y="54864"/>
                </a:lnTo>
              </a:path>
              <a:path w="433070" h="73660">
                <a:moveTo>
                  <a:pt x="164592" y="54864"/>
                </a:moveTo>
                <a:lnTo>
                  <a:pt x="170687" y="54864"/>
                </a:lnTo>
              </a:path>
              <a:path w="433070" h="73660">
                <a:moveTo>
                  <a:pt x="188975" y="54864"/>
                </a:moveTo>
                <a:lnTo>
                  <a:pt x="213359" y="54864"/>
                </a:lnTo>
              </a:path>
              <a:path w="433070" h="73660">
                <a:moveTo>
                  <a:pt x="231648" y="54864"/>
                </a:moveTo>
                <a:lnTo>
                  <a:pt x="243839" y="54864"/>
                </a:lnTo>
              </a:path>
              <a:path w="433070" h="73660">
                <a:moveTo>
                  <a:pt x="274319" y="54864"/>
                </a:moveTo>
                <a:lnTo>
                  <a:pt x="280415" y="54864"/>
                </a:lnTo>
              </a:path>
              <a:path w="433070" h="73660">
                <a:moveTo>
                  <a:pt x="304800" y="54864"/>
                </a:moveTo>
                <a:lnTo>
                  <a:pt x="323088" y="54864"/>
                </a:lnTo>
              </a:path>
              <a:path w="433070" h="73660">
                <a:moveTo>
                  <a:pt x="371855" y="54864"/>
                </a:moveTo>
                <a:lnTo>
                  <a:pt x="384047" y="54864"/>
                </a:lnTo>
              </a:path>
              <a:path w="433070" h="73660">
                <a:moveTo>
                  <a:pt x="414527" y="54864"/>
                </a:moveTo>
                <a:lnTo>
                  <a:pt x="426719" y="54864"/>
                </a:lnTo>
              </a:path>
              <a:path w="433070" h="73660">
                <a:moveTo>
                  <a:pt x="60959" y="60960"/>
                </a:moveTo>
                <a:lnTo>
                  <a:pt x="121920" y="60960"/>
                </a:lnTo>
              </a:path>
              <a:path w="433070" h="73660">
                <a:moveTo>
                  <a:pt x="128015" y="60960"/>
                </a:moveTo>
                <a:lnTo>
                  <a:pt x="134111" y="60960"/>
                </a:lnTo>
              </a:path>
              <a:path w="433070" h="73660">
                <a:moveTo>
                  <a:pt x="152400" y="60960"/>
                </a:moveTo>
                <a:lnTo>
                  <a:pt x="207264" y="60960"/>
                </a:lnTo>
              </a:path>
              <a:path w="433070" h="73660">
                <a:moveTo>
                  <a:pt x="225551" y="60960"/>
                </a:moveTo>
                <a:lnTo>
                  <a:pt x="231647" y="60960"/>
                </a:lnTo>
              </a:path>
              <a:path w="433070" h="73660">
                <a:moveTo>
                  <a:pt x="237744" y="60960"/>
                </a:moveTo>
                <a:lnTo>
                  <a:pt x="286511" y="60960"/>
                </a:lnTo>
              </a:path>
              <a:path w="433070" h="73660">
                <a:moveTo>
                  <a:pt x="298703" y="60960"/>
                </a:moveTo>
                <a:lnTo>
                  <a:pt x="304799" y="60960"/>
                </a:lnTo>
              </a:path>
              <a:path w="433070" h="73660">
                <a:moveTo>
                  <a:pt x="310895" y="60960"/>
                </a:moveTo>
                <a:lnTo>
                  <a:pt x="329184" y="60960"/>
                </a:lnTo>
              </a:path>
              <a:path w="433070" h="73660">
                <a:moveTo>
                  <a:pt x="365759" y="60960"/>
                </a:moveTo>
                <a:lnTo>
                  <a:pt x="402336" y="60960"/>
                </a:lnTo>
              </a:path>
              <a:path w="433070" h="73660">
                <a:moveTo>
                  <a:pt x="408431" y="60960"/>
                </a:moveTo>
                <a:lnTo>
                  <a:pt x="420623" y="60960"/>
                </a:lnTo>
              </a:path>
              <a:path w="433070" h="73660">
                <a:moveTo>
                  <a:pt x="426719" y="60960"/>
                </a:moveTo>
                <a:lnTo>
                  <a:pt x="432815" y="60960"/>
                </a:lnTo>
              </a:path>
              <a:path w="433070" h="73660">
                <a:moveTo>
                  <a:pt x="67056" y="67056"/>
                </a:moveTo>
                <a:lnTo>
                  <a:pt x="97536" y="67056"/>
                </a:lnTo>
              </a:path>
              <a:path w="433070" h="73660">
                <a:moveTo>
                  <a:pt x="109727" y="67056"/>
                </a:moveTo>
                <a:lnTo>
                  <a:pt x="115823" y="67056"/>
                </a:lnTo>
              </a:path>
              <a:path w="433070" h="73660">
                <a:moveTo>
                  <a:pt x="152400" y="67056"/>
                </a:moveTo>
                <a:lnTo>
                  <a:pt x="158495" y="67056"/>
                </a:lnTo>
              </a:path>
              <a:path w="433070" h="73660">
                <a:moveTo>
                  <a:pt x="164592" y="67056"/>
                </a:moveTo>
                <a:lnTo>
                  <a:pt x="182880" y="67056"/>
                </a:lnTo>
              </a:path>
              <a:path w="433070" h="73660">
                <a:moveTo>
                  <a:pt x="188975" y="67056"/>
                </a:moveTo>
                <a:lnTo>
                  <a:pt x="201167" y="67056"/>
                </a:lnTo>
              </a:path>
              <a:path w="433070" h="73660">
                <a:moveTo>
                  <a:pt x="237744" y="67056"/>
                </a:moveTo>
                <a:lnTo>
                  <a:pt x="243839" y="67056"/>
                </a:lnTo>
              </a:path>
              <a:path w="433070" h="73660">
                <a:moveTo>
                  <a:pt x="249936" y="67056"/>
                </a:moveTo>
                <a:lnTo>
                  <a:pt x="268224" y="67056"/>
                </a:lnTo>
              </a:path>
              <a:path w="433070" h="73660">
                <a:moveTo>
                  <a:pt x="274319" y="67056"/>
                </a:moveTo>
                <a:lnTo>
                  <a:pt x="280415" y="67056"/>
                </a:lnTo>
              </a:path>
              <a:path w="433070" h="73660">
                <a:moveTo>
                  <a:pt x="304800" y="67056"/>
                </a:moveTo>
                <a:lnTo>
                  <a:pt x="310895" y="67056"/>
                </a:lnTo>
              </a:path>
              <a:path w="433070" h="73660">
                <a:moveTo>
                  <a:pt x="316992" y="67056"/>
                </a:moveTo>
                <a:lnTo>
                  <a:pt x="323087" y="67056"/>
                </a:lnTo>
              </a:path>
              <a:path w="433070" h="73660">
                <a:moveTo>
                  <a:pt x="371855" y="67056"/>
                </a:moveTo>
                <a:lnTo>
                  <a:pt x="396239" y="67056"/>
                </a:lnTo>
              </a:path>
              <a:path w="433070" h="73660">
                <a:moveTo>
                  <a:pt x="402335" y="67056"/>
                </a:moveTo>
                <a:lnTo>
                  <a:pt x="420624" y="67056"/>
                </a:lnTo>
              </a:path>
              <a:path w="433070" h="73660">
                <a:moveTo>
                  <a:pt x="60959" y="73152"/>
                </a:moveTo>
                <a:lnTo>
                  <a:pt x="67055" y="73152"/>
                </a:lnTo>
              </a:path>
              <a:path w="433070" h="73660">
                <a:moveTo>
                  <a:pt x="73151" y="73152"/>
                </a:moveTo>
                <a:lnTo>
                  <a:pt x="91440" y="73152"/>
                </a:lnTo>
              </a:path>
              <a:path w="433070" h="73660">
                <a:moveTo>
                  <a:pt x="97536" y="73152"/>
                </a:moveTo>
                <a:lnTo>
                  <a:pt x="109727" y="73152"/>
                </a:lnTo>
              </a:path>
              <a:path w="433070" h="73660">
                <a:moveTo>
                  <a:pt x="115824" y="73152"/>
                </a:moveTo>
                <a:lnTo>
                  <a:pt x="121919" y="73152"/>
                </a:lnTo>
              </a:path>
              <a:path w="433070" h="73660">
                <a:moveTo>
                  <a:pt x="158495" y="73152"/>
                </a:moveTo>
                <a:lnTo>
                  <a:pt x="195072" y="73152"/>
                </a:lnTo>
              </a:path>
              <a:path w="433070" h="73660">
                <a:moveTo>
                  <a:pt x="201168" y="73152"/>
                </a:moveTo>
                <a:lnTo>
                  <a:pt x="207263" y="73152"/>
                </a:lnTo>
              </a:path>
              <a:path w="433070" h="73660">
                <a:moveTo>
                  <a:pt x="243839" y="73152"/>
                </a:moveTo>
                <a:lnTo>
                  <a:pt x="274320" y="73152"/>
                </a:lnTo>
              </a:path>
              <a:path w="433070" h="73660">
                <a:moveTo>
                  <a:pt x="280415" y="73152"/>
                </a:moveTo>
                <a:lnTo>
                  <a:pt x="286511" y="73152"/>
                </a:lnTo>
              </a:path>
              <a:path w="433070" h="73660">
                <a:moveTo>
                  <a:pt x="310895" y="73152"/>
                </a:moveTo>
                <a:lnTo>
                  <a:pt x="329184" y="73152"/>
                </a:lnTo>
              </a:path>
              <a:path w="433070" h="73660">
                <a:moveTo>
                  <a:pt x="377951" y="73152"/>
                </a:moveTo>
                <a:lnTo>
                  <a:pt x="414528" y="73152"/>
                </a:lnTo>
              </a:path>
            </a:pathLst>
          </a:custGeom>
          <a:ln w="6095">
            <a:solidFill>
              <a:srgbClr val="FE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386" name="object 38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181" rIns="0" bIns="0" rtlCol="0">
            <a:spAutoFit/>
          </a:bodyPr>
          <a:lstStyle/>
          <a:p>
            <a:pPr marL="330835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DaaS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99"/>
                </a:solidFill>
              </a:rPr>
              <a:t>Instead</a:t>
            </a:r>
            <a:r>
              <a:rPr spc="-8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of</a:t>
            </a:r>
            <a:r>
              <a:rPr spc="-7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maintaining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7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running</a:t>
            </a:r>
            <a:r>
              <a:rPr spc="-9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desktop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operating</a:t>
            </a:r>
            <a:r>
              <a:rPr spc="-7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system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spc="-25" dirty="0">
                <a:solidFill>
                  <a:srgbClr val="000099"/>
                </a:solidFill>
              </a:rPr>
              <a:t>and </a:t>
            </a:r>
            <a:r>
              <a:rPr spc="-10" dirty="0">
                <a:solidFill>
                  <a:srgbClr val="000099"/>
                </a:solidFill>
              </a:rPr>
              <a:t>applications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on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local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storage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of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remote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clients,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central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server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located </a:t>
            </a:r>
            <a:r>
              <a:rPr dirty="0">
                <a:solidFill>
                  <a:srgbClr val="000099"/>
                </a:solidFill>
              </a:rPr>
              <a:t>in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cloud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retains</a:t>
            </a:r>
            <a:r>
              <a:rPr spc="-2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virtualized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desktops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all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of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the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20" dirty="0">
                <a:solidFill>
                  <a:srgbClr val="000099"/>
                </a:solidFill>
              </a:rPr>
              <a:t>used</a:t>
            </a:r>
            <a:r>
              <a:rPr spc="50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applications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data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are</a:t>
            </a:r>
            <a:r>
              <a:rPr spc="-4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kept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run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centrally.</a:t>
            </a:r>
            <a:endParaRPr spc="-10" dirty="0">
              <a:solidFill>
                <a:srgbClr val="000099"/>
              </a:solidFill>
            </a:endParaRPr>
          </a:p>
          <a:p>
            <a:pPr marL="354965" marR="16700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99"/>
                </a:solidFill>
              </a:rPr>
              <a:t>Based</a:t>
            </a:r>
            <a:r>
              <a:rPr spc="-6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on</a:t>
            </a:r>
            <a:r>
              <a:rPr spc="-7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application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streaming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7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virtualization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technologies,</a:t>
            </a:r>
            <a:r>
              <a:rPr spc="-5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CSUs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spc="-25" dirty="0">
                <a:solidFill>
                  <a:srgbClr val="000099"/>
                </a:solidFill>
              </a:rPr>
              <a:t>can </a:t>
            </a:r>
            <a:r>
              <a:rPr dirty="0">
                <a:solidFill>
                  <a:srgbClr val="000099"/>
                </a:solidFill>
              </a:rPr>
              <a:t>access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desktop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operating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system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and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applications</a:t>
            </a:r>
            <a:r>
              <a:rPr spc="-4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through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a</a:t>
            </a:r>
            <a:r>
              <a:rPr spc="-5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completely </a:t>
            </a:r>
            <a:r>
              <a:rPr dirty="0">
                <a:solidFill>
                  <a:srgbClr val="000099"/>
                </a:solidFill>
              </a:rPr>
              <a:t>hosted</a:t>
            </a:r>
            <a:r>
              <a:rPr spc="-100" dirty="0">
                <a:solidFill>
                  <a:srgbClr val="000099"/>
                </a:solidFill>
              </a:rPr>
              <a:t> </a:t>
            </a:r>
            <a:r>
              <a:rPr spc="-10" dirty="0">
                <a:solidFill>
                  <a:srgbClr val="000099"/>
                </a:solidFill>
              </a:rPr>
              <a:t>system.</a:t>
            </a:r>
            <a:endParaRPr spc="-10" dirty="0">
              <a:solidFill>
                <a:srgbClr val="000099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120" y="1287271"/>
            <a:ext cx="5643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Key</a:t>
            </a:r>
            <a:r>
              <a:rPr sz="4000" spc="-105" dirty="0"/>
              <a:t> </a:t>
            </a:r>
            <a:r>
              <a:rPr sz="4000" spc="-10" dirty="0"/>
              <a:t>characteristics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spc="-10" dirty="0"/>
              <a:t>DaaS: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954668" y="1899919"/>
            <a:ext cx="6780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Enhanced</a:t>
            </a:r>
            <a:r>
              <a:rPr sz="3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management</a:t>
            </a:r>
            <a:r>
              <a:rPr sz="36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and</a:t>
            </a:r>
            <a:r>
              <a:rPr sz="3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security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17" y="2803650"/>
            <a:ext cx="7878445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Since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actually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run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central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server,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much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more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secure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were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installed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user’s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PC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because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focus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more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patches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virus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protection.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4114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addition,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user’s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longer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worry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about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maintenance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high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individual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120" y="1287271"/>
            <a:ext cx="5643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Key</a:t>
            </a:r>
            <a:r>
              <a:rPr sz="4000" spc="-105" dirty="0"/>
              <a:t> </a:t>
            </a:r>
            <a:r>
              <a:rPr sz="4000" spc="-10" dirty="0"/>
              <a:t>characteristics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spc="-10" dirty="0"/>
              <a:t>DaaS: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99919"/>
            <a:ext cx="7887970" cy="338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Lower</a:t>
            </a:r>
            <a:r>
              <a:rPr sz="36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TCO</a:t>
            </a:r>
            <a:r>
              <a:rPr sz="36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(Total</a:t>
            </a:r>
            <a:r>
              <a:rPr sz="36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cost</a:t>
            </a:r>
            <a:r>
              <a:rPr sz="36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sz="36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ownership)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354965" marR="312420" indent="-342900">
              <a:lnSpc>
                <a:spcPct val="100000"/>
              </a:lnSpc>
              <a:spcBef>
                <a:spcPts val="196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placing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emphasis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centre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rather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individual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devices,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DaaS</a:t>
            </a:r>
            <a:r>
              <a:rPr sz="2000" spc="-9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promotes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longer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life.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747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Organizations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seeking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avoid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additional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costs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switch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their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infrastructure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capital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expenditure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(CAPEX)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operating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expenditure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(OPEX),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now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pay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virtualized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Also,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decoupling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operating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hardware,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smaller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cheaper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PCs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even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clients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employed,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leading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substantial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savings.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120" y="1211071"/>
            <a:ext cx="5643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Key</a:t>
            </a:r>
            <a:r>
              <a:rPr sz="4000" spc="-105" dirty="0"/>
              <a:t> </a:t>
            </a:r>
            <a:r>
              <a:rPr sz="4000" spc="-10" dirty="0"/>
              <a:t>characteristics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spc="-10" dirty="0"/>
              <a:t>DaaS: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23719"/>
            <a:ext cx="7903209" cy="285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Preservation</a:t>
            </a:r>
            <a:r>
              <a:rPr sz="3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sz="3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rich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client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experience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256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DaaS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uncompromised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client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experience.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20574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due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fact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leverages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hypervisor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layer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enables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hosting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authentic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client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OSs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(i.e.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Windows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XP,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Vista,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etc.).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155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Conversely,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shared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client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compromise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compatibility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personalization.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120" y="1226311"/>
            <a:ext cx="5727065" cy="161734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-83820" algn="ctr">
              <a:lnSpc>
                <a:spcPct val="101000"/>
              </a:lnSpc>
              <a:spcBef>
                <a:spcPts val="65"/>
              </a:spcBef>
            </a:pPr>
            <a:r>
              <a:rPr sz="4000" dirty="0"/>
              <a:t>Key</a:t>
            </a:r>
            <a:r>
              <a:rPr sz="4000" spc="-105" dirty="0"/>
              <a:t> </a:t>
            </a:r>
            <a:r>
              <a:rPr sz="4000" spc="-10" dirty="0"/>
              <a:t>characteristics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spc="-10" dirty="0"/>
              <a:t>DaaS: </a:t>
            </a:r>
            <a:r>
              <a:rPr spc="-10" dirty="0"/>
              <a:t>Separation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service-</a:t>
            </a:r>
            <a:r>
              <a:rPr dirty="0"/>
              <a:t>provider</a:t>
            </a:r>
            <a:r>
              <a:rPr spc="-80" dirty="0"/>
              <a:t> </a:t>
            </a:r>
            <a:r>
              <a:rPr spc="-25" dirty="0"/>
              <a:t>and </a:t>
            </a:r>
            <a:r>
              <a:rPr spc="-10" dirty="0"/>
              <a:t>service-</a:t>
            </a:r>
            <a:r>
              <a:rPr dirty="0"/>
              <a:t>user</a:t>
            </a:r>
            <a:r>
              <a:rPr spc="-5" dirty="0"/>
              <a:t> </a:t>
            </a:r>
            <a:r>
              <a:rPr spc="-10" dirty="0"/>
              <a:t>responsibilities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3184650"/>
            <a:ext cx="763079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DaaS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allows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clean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separation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responsibilities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635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responsible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everything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up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virtualized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(i.e.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servers,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storage,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virtualization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software,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etc.),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responsible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everything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inside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virtualized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(i.e.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image/licensing,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packaging/licensing,</a:t>
            </a:r>
            <a:r>
              <a:rPr sz="2000" spc="-1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profiles,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etc.)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872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3764157" y="2607564"/>
            <a:ext cx="3433445" cy="1170940"/>
            <a:chOff x="3764157" y="2607564"/>
            <a:chExt cx="3433445" cy="11709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64157" y="2607564"/>
              <a:ext cx="3433443" cy="11704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01" y="3293364"/>
              <a:ext cx="237744" cy="4815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3078" y="3636264"/>
              <a:ext cx="212319" cy="14173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25573" y="3464052"/>
              <a:ext cx="1262380" cy="314325"/>
            </a:xfrm>
            <a:custGeom>
              <a:avLst/>
              <a:gdLst/>
              <a:ahLst/>
              <a:cxnLst/>
              <a:rect l="l" t="t" r="r" b="b"/>
              <a:pathLst>
                <a:path w="1262379" h="314325">
                  <a:moveTo>
                    <a:pt x="50291" y="10667"/>
                  </a:moveTo>
                  <a:lnTo>
                    <a:pt x="4571" y="0"/>
                  </a:lnTo>
                  <a:lnTo>
                    <a:pt x="0" y="15239"/>
                  </a:lnTo>
                  <a:lnTo>
                    <a:pt x="45719" y="25907"/>
                  </a:lnTo>
                  <a:lnTo>
                    <a:pt x="50291" y="10667"/>
                  </a:lnTo>
                  <a:close/>
                </a:path>
                <a:path w="1262379" h="314325">
                  <a:moveTo>
                    <a:pt x="109727" y="25907"/>
                  </a:moveTo>
                  <a:lnTo>
                    <a:pt x="65531" y="15239"/>
                  </a:lnTo>
                  <a:lnTo>
                    <a:pt x="60959" y="30479"/>
                  </a:lnTo>
                  <a:lnTo>
                    <a:pt x="106679" y="41147"/>
                  </a:lnTo>
                  <a:lnTo>
                    <a:pt x="109727" y="25907"/>
                  </a:lnTo>
                  <a:close/>
                </a:path>
                <a:path w="1262379" h="314325">
                  <a:moveTo>
                    <a:pt x="170687" y="41147"/>
                  </a:moveTo>
                  <a:lnTo>
                    <a:pt x="124967" y="30479"/>
                  </a:lnTo>
                  <a:lnTo>
                    <a:pt x="121919" y="45719"/>
                  </a:lnTo>
                  <a:lnTo>
                    <a:pt x="167639" y="56387"/>
                  </a:lnTo>
                  <a:lnTo>
                    <a:pt x="170687" y="41147"/>
                  </a:lnTo>
                  <a:close/>
                </a:path>
                <a:path w="1262379" h="314325">
                  <a:moveTo>
                    <a:pt x="231647" y="56387"/>
                  </a:moveTo>
                  <a:lnTo>
                    <a:pt x="185927" y="45719"/>
                  </a:lnTo>
                  <a:lnTo>
                    <a:pt x="182879" y="60959"/>
                  </a:lnTo>
                  <a:lnTo>
                    <a:pt x="228599" y="71627"/>
                  </a:lnTo>
                  <a:lnTo>
                    <a:pt x="231647" y="56387"/>
                  </a:lnTo>
                  <a:close/>
                </a:path>
                <a:path w="1262379" h="314325">
                  <a:moveTo>
                    <a:pt x="292607" y="71627"/>
                  </a:moveTo>
                  <a:lnTo>
                    <a:pt x="246887" y="60959"/>
                  </a:lnTo>
                  <a:lnTo>
                    <a:pt x="242315" y="74675"/>
                  </a:lnTo>
                  <a:lnTo>
                    <a:pt x="288035" y="86867"/>
                  </a:lnTo>
                  <a:lnTo>
                    <a:pt x="292607" y="71627"/>
                  </a:lnTo>
                  <a:close/>
                </a:path>
                <a:path w="1262379" h="314325">
                  <a:moveTo>
                    <a:pt x="353567" y="86867"/>
                  </a:moveTo>
                  <a:lnTo>
                    <a:pt x="307847" y="74675"/>
                  </a:lnTo>
                  <a:lnTo>
                    <a:pt x="303275" y="89915"/>
                  </a:lnTo>
                  <a:lnTo>
                    <a:pt x="348995" y="102107"/>
                  </a:lnTo>
                  <a:lnTo>
                    <a:pt x="353567" y="86867"/>
                  </a:lnTo>
                  <a:close/>
                </a:path>
                <a:path w="1262379" h="314325">
                  <a:moveTo>
                    <a:pt x="413003" y="102107"/>
                  </a:moveTo>
                  <a:lnTo>
                    <a:pt x="368807" y="89915"/>
                  </a:lnTo>
                  <a:lnTo>
                    <a:pt x="364235" y="105155"/>
                  </a:lnTo>
                  <a:lnTo>
                    <a:pt x="409955" y="117347"/>
                  </a:lnTo>
                  <a:lnTo>
                    <a:pt x="413003" y="102107"/>
                  </a:lnTo>
                  <a:close/>
                </a:path>
                <a:path w="1262379" h="314325">
                  <a:moveTo>
                    <a:pt x="473963" y="117347"/>
                  </a:moveTo>
                  <a:lnTo>
                    <a:pt x="428243" y="105155"/>
                  </a:lnTo>
                  <a:lnTo>
                    <a:pt x="425195" y="120395"/>
                  </a:lnTo>
                  <a:lnTo>
                    <a:pt x="470915" y="132587"/>
                  </a:lnTo>
                  <a:lnTo>
                    <a:pt x="473963" y="117347"/>
                  </a:lnTo>
                  <a:close/>
                </a:path>
                <a:path w="1262379" h="314325">
                  <a:moveTo>
                    <a:pt x="534923" y="132587"/>
                  </a:moveTo>
                  <a:lnTo>
                    <a:pt x="489203" y="120395"/>
                  </a:lnTo>
                  <a:lnTo>
                    <a:pt x="486155" y="135635"/>
                  </a:lnTo>
                  <a:lnTo>
                    <a:pt x="530351" y="147827"/>
                  </a:lnTo>
                  <a:lnTo>
                    <a:pt x="534923" y="132587"/>
                  </a:lnTo>
                  <a:close/>
                </a:path>
                <a:path w="1262379" h="314325">
                  <a:moveTo>
                    <a:pt x="595883" y="147827"/>
                  </a:moveTo>
                  <a:lnTo>
                    <a:pt x="550163" y="135635"/>
                  </a:lnTo>
                  <a:lnTo>
                    <a:pt x="545591" y="150875"/>
                  </a:lnTo>
                  <a:lnTo>
                    <a:pt x="591311" y="161543"/>
                  </a:lnTo>
                  <a:lnTo>
                    <a:pt x="595883" y="147827"/>
                  </a:lnTo>
                  <a:close/>
                </a:path>
                <a:path w="1262379" h="314325">
                  <a:moveTo>
                    <a:pt x="656843" y="161543"/>
                  </a:moveTo>
                  <a:lnTo>
                    <a:pt x="611123" y="150875"/>
                  </a:lnTo>
                  <a:lnTo>
                    <a:pt x="606551" y="166115"/>
                  </a:lnTo>
                  <a:lnTo>
                    <a:pt x="652271" y="176783"/>
                  </a:lnTo>
                  <a:lnTo>
                    <a:pt x="656843" y="161543"/>
                  </a:lnTo>
                  <a:close/>
                </a:path>
                <a:path w="1262379" h="314325">
                  <a:moveTo>
                    <a:pt x="716279" y="176783"/>
                  </a:moveTo>
                  <a:lnTo>
                    <a:pt x="670559" y="166115"/>
                  </a:lnTo>
                  <a:lnTo>
                    <a:pt x="667511" y="181355"/>
                  </a:lnTo>
                  <a:lnTo>
                    <a:pt x="713231" y="192023"/>
                  </a:lnTo>
                  <a:lnTo>
                    <a:pt x="716279" y="176783"/>
                  </a:lnTo>
                  <a:close/>
                </a:path>
                <a:path w="1262379" h="314325">
                  <a:moveTo>
                    <a:pt x="777239" y="192023"/>
                  </a:moveTo>
                  <a:lnTo>
                    <a:pt x="731519" y="181355"/>
                  </a:lnTo>
                  <a:lnTo>
                    <a:pt x="728471" y="196595"/>
                  </a:lnTo>
                  <a:lnTo>
                    <a:pt x="774191" y="207263"/>
                  </a:lnTo>
                  <a:lnTo>
                    <a:pt x="777239" y="192023"/>
                  </a:lnTo>
                  <a:close/>
                </a:path>
                <a:path w="1262379" h="314325">
                  <a:moveTo>
                    <a:pt x="838199" y="207263"/>
                  </a:moveTo>
                  <a:lnTo>
                    <a:pt x="792479" y="196595"/>
                  </a:lnTo>
                  <a:lnTo>
                    <a:pt x="789431" y="211835"/>
                  </a:lnTo>
                  <a:lnTo>
                    <a:pt x="833627" y="222503"/>
                  </a:lnTo>
                  <a:lnTo>
                    <a:pt x="838199" y="207263"/>
                  </a:lnTo>
                  <a:close/>
                </a:path>
                <a:path w="1262379" h="314325">
                  <a:moveTo>
                    <a:pt x="899159" y="222503"/>
                  </a:moveTo>
                  <a:lnTo>
                    <a:pt x="853439" y="211835"/>
                  </a:lnTo>
                  <a:lnTo>
                    <a:pt x="848867" y="227075"/>
                  </a:lnTo>
                  <a:lnTo>
                    <a:pt x="894587" y="237743"/>
                  </a:lnTo>
                  <a:lnTo>
                    <a:pt x="899159" y="222503"/>
                  </a:lnTo>
                  <a:close/>
                </a:path>
                <a:path w="1262379" h="314325">
                  <a:moveTo>
                    <a:pt x="958595" y="237743"/>
                  </a:moveTo>
                  <a:lnTo>
                    <a:pt x="914399" y="227075"/>
                  </a:lnTo>
                  <a:lnTo>
                    <a:pt x="909827" y="242315"/>
                  </a:lnTo>
                  <a:lnTo>
                    <a:pt x="955547" y="252983"/>
                  </a:lnTo>
                  <a:lnTo>
                    <a:pt x="958595" y="237743"/>
                  </a:lnTo>
                  <a:close/>
                </a:path>
                <a:path w="1262379" h="314325">
                  <a:moveTo>
                    <a:pt x="1019555" y="252983"/>
                  </a:moveTo>
                  <a:lnTo>
                    <a:pt x="973835" y="242315"/>
                  </a:lnTo>
                  <a:lnTo>
                    <a:pt x="970787" y="257555"/>
                  </a:lnTo>
                  <a:lnTo>
                    <a:pt x="1016507" y="268223"/>
                  </a:lnTo>
                  <a:lnTo>
                    <a:pt x="1019555" y="252983"/>
                  </a:lnTo>
                  <a:close/>
                </a:path>
                <a:path w="1262379" h="314325">
                  <a:moveTo>
                    <a:pt x="1080515" y="268223"/>
                  </a:moveTo>
                  <a:lnTo>
                    <a:pt x="1034795" y="257555"/>
                  </a:lnTo>
                  <a:lnTo>
                    <a:pt x="1031747" y="271271"/>
                  </a:lnTo>
                  <a:lnTo>
                    <a:pt x="1077467" y="283463"/>
                  </a:lnTo>
                  <a:lnTo>
                    <a:pt x="1080515" y="268223"/>
                  </a:lnTo>
                  <a:close/>
                </a:path>
                <a:path w="1262379" h="314325">
                  <a:moveTo>
                    <a:pt x="1141475" y="283463"/>
                  </a:moveTo>
                  <a:lnTo>
                    <a:pt x="1095755" y="271271"/>
                  </a:lnTo>
                  <a:lnTo>
                    <a:pt x="1092707" y="286511"/>
                  </a:lnTo>
                  <a:lnTo>
                    <a:pt x="1136903" y="298703"/>
                  </a:lnTo>
                  <a:lnTo>
                    <a:pt x="1141475" y="283463"/>
                  </a:lnTo>
                  <a:close/>
                </a:path>
                <a:path w="1262379" h="314325">
                  <a:moveTo>
                    <a:pt x="1202435" y="298703"/>
                  </a:moveTo>
                  <a:lnTo>
                    <a:pt x="1156715" y="286511"/>
                  </a:lnTo>
                  <a:lnTo>
                    <a:pt x="1152143" y="301751"/>
                  </a:lnTo>
                  <a:lnTo>
                    <a:pt x="1197863" y="313943"/>
                  </a:lnTo>
                  <a:lnTo>
                    <a:pt x="1202435" y="298703"/>
                  </a:lnTo>
                  <a:close/>
                </a:path>
                <a:path w="1262379" h="314325">
                  <a:moveTo>
                    <a:pt x="1261871" y="313943"/>
                  </a:moveTo>
                  <a:lnTo>
                    <a:pt x="1217675" y="301751"/>
                  </a:lnTo>
                  <a:lnTo>
                    <a:pt x="1214018" y="313943"/>
                  </a:lnTo>
                  <a:lnTo>
                    <a:pt x="1261871" y="31394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637676" y="1899919"/>
            <a:ext cx="7414895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High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level</a:t>
            </a:r>
            <a:r>
              <a:rPr sz="3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figure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describing</a:t>
            </a:r>
            <a:r>
              <a:rPr sz="3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use</a:t>
            </a:r>
            <a:r>
              <a:rPr sz="3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case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2968625">
              <a:lnSpc>
                <a:spcPct val="100000"/>
              </a:lnSpc>
              <a:spcBef>
                <a:spcPts val="2935"/>
              </a:spcBef>
            </a:pPr>
            <a:r>
              <a:rPr sz="125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Cloud</a:t>
            </a:r>
            <a:r>
              <a:rPr sz="1250" spc="10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Service</a:t>
            </a:r>
            <a:r>
              <a:rPr sz="1250" spc="27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-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Provider</a:t>
            </a:r>
            <a:endParaRPr sz="125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24790" y="3238500"/>
            <a:ext cx="4559935" cy="3032760"/>
            <a:chOff x="2724790" y="3238500"/>
            <a:chExt cx="4559935" cy="3032760"/>
          </a:xfrm>
        </p:grpSpPr>
        <p:sp>
          <p:nvSpPr>
            <p:cNvPr id="10" name="object 10"/>
            <p:cNvSpPr/>
            <p:nvPr/>
          </p:nvSpPr>
          <p:spPr>
            <a:xfrm>
              <a:off x="2727838" y="3270504"/>
              <a:ext cx="1701164" cy="212090"/>
            </a:xfrm>
            <a:custGeom>
              <a:avLst/>
              <a:gdLst/>
              <a:ahLst/>
              <a:cxnLst/>
              <a:rect l="l" t="t" r="r" b="b"/>
              <a:pathLst>
                <a:path w="1701164" h="212089">
                  <a:moveTo>
                    <a:pt x="1700784" y="204216"/>
                  </a:moveTo>
                  <a:lnTo>
                    <a:pt x="1676400" y="202692"/>
                  </a:lnTo>
                  <a:lnTo>
                    <a:pt x="1676400" y="210312"/>
                  </a:lnTo>
                  <a:lnTo>
                    <a:pt x="1699260" y="211836"/>
                  </a:lnTo>
                  <a:lnTo>
                    <a:pt x="1700784" y="204216"/>
                  </a:lnTo>
                  <a:close/>
                </a:path>
                <a:path w="1701164" h="212089">
                  <a:moveTo>
                    <a:pt x="1668780" y="208788"/>
                  </a:moveTo>
                  <a:lnTo>
                    <a:pt x="1668780" y="201168"/>
                  </a:lnTo>
                  <a:lnTo>
                    <a:pt x="1645920" y="199644"/>
                  </a:lnTo>
                  <a:lnTo>
                    <a:pt x="1645920" y="207264"/>
                  </a:lnTo>
                  <a:lnTo>
                    <a:pt x="1668780" y="208788"/>
                  </a:lnTo>
                  <a:close/>
                </a:path>
                <a:path w="1701164" h="212089">
                  <a:moveTo>
                    <a:pt x="1638300" y="198120"/>
                  </a:moveTo>
                  <a:lnTo>
                    <a:pt x="1615440" y="196596"/>
                  </a:lnTo>
                  <a:lnTo>
                    <a:pt x="1613916" y="204216"/>
                  </a:lnTo>
                  <a:lnTo>
                    <a:pt x="1636776" y="205740"/>
                  </a:lnTo>
                  <a:lnTo>
                    <a:pt x="1638300" y="198120"/>
                  </a:lnTo>
                  <a:close/>
                </a:path>
                <a:path w="1701164" h="212089">
                  <a:moveTo>
                    <a:pt x="1607820" y="195072"/>
                  </a:moveTo>
                  <a:lnTo>
                    <a:pt x="1583436" y="192024"/>
                  </a:lnTo>
                  <a:lnTo>
                    <a:pt x="1583436" y="201168"/>
                  </a:lnTo>
                  <a:lnTo>
                    <a:pt x="1606296" y="202692"/>
                  </a:lnTo>
                  <a:lnTo>
                    <a:pt x="1607820" y="195072"/>
                  </a:lnTo>
                  <a:close/>
                </a:path>
                <a:path w="1701164" h="212089">
                  <a:moveTo>
                    <a:pt x="1575816" y="199644"/>
                  </a:moveTo>
                  <a:lnTo>
                    <a:pt x="1575816" y="192024"/>
                  </a:lnTo>
                  <a:lnTo>
                    <a:pt x="1552956" y="188976"/>
                  </a:lnTo>
                  <a:lnTo>
                    <a:pt x="1551432" y="196596"/>
                  </a:lnTo>
                  <a:lnTo>
                    <a:pt x="1575816" y="199644"/>
                  </a:lnTo>
                  <a:close/>
                </a:path>
                <a:path w="1701164" h="212089">
                  <a:moveTo>
                    <a:pt x="1545336" y="188976"/>
                  </a:moveTo>
                  <a:lnTo>
                    <a:pt x="1520952" y="185928"/>
                  </a:lnTo>
                  <a:lnTo>
                    <a:pt x="1520952" y="193548"/>
                  </a:lnTo>
                  <a:lnTo>
                    <a:pt x="1543812" y="196596"/>
                  </a:lnTo>
                  <a:lnTo>
                    <a:pt x="1545336" y="188976"/>
                  </a:lnTo>
                  <a:close/>
                </a:path>
                <a:path w="1701164" h="212089">
                  <a:moveTo>
                    <a:pt x="1513332" y="193548"/>
                  </a:moveTo>
                  <a:lnTo>
                    <a:pt x="1513332" y="185928"/>
                  </a:lnTo>
                  <a:lnTo>
                    <a:pt x="1490472" y="182880"/>
                  </a:lnTo>
                  <a:lnTo>
                    <a:pt x="1488948" y="190500"/>
                  </a:lnTo>
                  <a:lnTo>
                    <a:pt x="1513332" y="193548"/>
                  </a:lnTo>
                  <a:close/>
                </a:path>
                <a:path w="1701164" h="212089">
                  <a:moveTo>
                    <a:pt x="1482852" y="182880"/>
                  </a:moveTo>
                  <a:lnTo>
                    <a:pt x="1459992" y="179832"/>
                  </a:lnTo>
                  <a:lnTo>
                    <a:pt x="1458468" y="187452"/>
                  </a:lnTo>
                  <a:lnTo>
                    <a:pt x="1481328" y="190500"/>
                  </a:lnTo>
                  <a:lnTo>
                    <a:pt x="1482852" y="182880"/>
                  </a:lnTo>
                  <a:close/>
                </a:path>
                <a:path w="1701164" h="212089">
                  <a:moveTo>
                    <a:pt x="1450848" y="187452"/>
                  </a:moveTo>
                  <a:lnTo>
                    <a:pt x="1450848" y="178308"/>
                  </a:lnTo>
                  <a:lnTo>
                    <a:pt x="1427988" y="176784"/>
                  </a:lnTo>
                  <a:lnTo>
                    <a:pt x="1427988" y="184404"/>
                  </a:lnTo>
                  <a:lnTo>
                    <a:pt x="1450848" y="187452"/>
                  </a:lnTo>
                  <a:close/>
                </a:path>
                <a:path w="1701164" h="212089">
                  <a:moveTo>
                    <a:pt x="1420368" y="182880"/>
                  </a:moveTo>
                  <a:lnTo>
                    <a:pt x="1420368" y="175260"/>
                  </a:lnTo>
                  <a:lnTo>
                    <a:pt x="1397508" y="173736"/>
                  </a:lnTo>
                  <a:lnTo>
                    <a:pt x="1395984" y="181356"/>
                  </a:lnTo>
                  <a:lnTo>
                    <a:pt x="1420368" y="182880"/>
                  </a:lnTo>
                  <a:close/>
                </a:path>
                <a:path w="1701164" h="212089">
                  <a:moveTo>
                    <a:pt x="1389888" y="172212"/>
                  </a:moveTo>
                  <a:lnTo>
                    <a:pt x="1365504" y="170688"/>
                  </a:lnTo>
                  <a:lnTo>
                    <a:pt x="1365504" y="178308"/>
                  </a:lnTo>
                  <a:lnTo>
                    <a:pt x="1388364" y="179832"/>
                  </a:lnTo>
                  <a:lnTo>
                    <a:pt x="1389888" y="172212"/>
                  </a:lnTo>
                  <a:close/>
                </a:path>
                <a:path w="1701164" h="212089">
                  <a:moveTo>
                    <a:pt x="1357884" y="176784"/>
                  </a:moveTo>
                  <a:lnTo>
                    <a:pt x="1357884" y="169164"/>
                  </a:lnTo>
                  <a:lnTo>
                    <a:pt x="1335024" y="167640"/>
                  </a:lnTo>
                  <a:lnTo>
                    <a:pt x="1333500" y="175260"/>
                  </a:lnTo>
                  <a:lnTo>
                    <a:pt x="1357884" y="176784"/>
                  </a:lnTo>
                  <a:close/>
                </a:path>
                <a:path w="1701164" h="212089">
                  <a:moveTo>
                    <a:pt x="1327404" y="166116"/>
                  </a:moveTo>
                  <a:lnTo>
                    <a:pt x="1303020" y="163068"/>
                  </a:lnTo>
                  <a:lnTo>
                    <a:pt x="1303020" y="172212"/>
                  </a:lnTo>
                  <a:lnTo>
                    <a:pt x="1325880" y="173736"/>
                  </a:lnTo>
                  <a:lnTo>
                    <a:pt x="1327404" y="166116"/>
                  </a:lnTo>
                  <a:close/>
                </a:path>
                <a:path w="1701164" h="212089">
                  <a:moveTo>
                    <a:pt x="1295400" y="170688"/>
                  </a:moveTo>
                  <a:lnTo>
                    <a:pt x="1295400" y="163068"/>
                  </a:lnTo>
                  <a:lnTo>
                    <a:pt x="1272540" y="160020"/>
                  </a:lnTo>
                  <a:lnTo>
                    <a:pt x="1272540" y="167640"/>
                  </a:lnTo>
                  <a:lnTo>
                    <a:pt x="1295400" y="170688"/>
                  </a:lnTo>
                  <a:close/>
                </a:path>
                <a:path w="1701164" h="212089">
                  <a:moveTo>
                    <a:pt x="1264920" y="160020"/>
                  </a:moveTo>
                  <a:lnTo>
                    <a:pt x="1242060" y="156972"/>
                  </a:lnTo>
                  <a:lnTo>
                    <a:pt x="1240536" y="164592"/>
                  </a:lnTo>
                  <a:lnTo>
                    <a:pt x="1263396" y="167640"/>
                  </a:lnTo>
                  <a:lnTo>
                    <a:pt x="1264920" y="160020"/>
                  </a:lnTo>
                  <a:close/>
                </a:path>
                <a:path w="1701164" h="212089">
                  <a:moveTo>
                    <a:pt x="1234440" y="156972"/>
                  </a:moveTo>
                  <a:lnTo>
                    <a:pt x="1210056" y="153924"/>
                  </a:lnTo>
                  <a:lnTo>
                    <a:pt x="1210056" y="161544"/>
                  </a:lnTo>
                  <a:lnTo>
                    <a:pt x="1232916" y="164592"/>
                  </a:lnTo>
                  <a:lnTo>
                    <a:pt x="1234440" y="156972"/>
                  </a:lnTo>
                  <a:close/>
                </a:path>
                <a:path w="1701164" h="212089">
                  <a:moveTo>
                    <a:pt x="1202436" y="161544"/>
                  </a:moveTo>
                  <a:lnTo>
                    <a:pt x="1202436" y="153924"/>
                  </a:lnTo>
                  <a:lnTo>
                    <a:pt x="1179576" y="150876"/>
                  </a:lnTo>
                  <a:lnTo>
                    <a:pt x="1178052" y="158496"/>
                  </a:lnTo>
                  <a:lnTo>
                    <a:pt x="1202436" y="161544"/>
                  </a:lnTo>
                  <a:close/>
                </a:path>
                <a:path w="1701164" h="212089">
                  <a:moveTo>
                    <a:pt x="1171956" y="150876"/>
                  </a:moveTo>
                  <a:lnTo>
                    <a:pt x="1147572" y="147828"/>
                  </a:lnTo>
                  <a:lnTo>
                    <a:pt x="1147572" y="155448"/>
                  </a:lnTo>
                  <a:lnTo>
                    <a:pt x="1170432" y="158496"/>
                  </a:lnTo>
                  <a:lnTo>
                    <a:pt x="1171956" y="150876"/>
                  </a:lnTo>
                  <a:close/>
                </a:path>
                <a:path w="1701164" h="212089">
                  <a:moveTo>
                    <a:pt x="1139952" y="155448"/>
                  </a:moveTo>
                  <a:lnTo>
                    <a:pt x="1139952" y="146304"/>
                  </a:lnTo>
                  <a:lnTo>
                    <a:pt x="1117092" y="144780"/>
                  </a:lnTo>
                  <a:lnTo>
                    <a:pt x="1115568" y="152400"/>
                  </a:lnTo>
                  <a:lnTo>
                    <a:pt x="1139952" y="155448"/>
                  </a:lnTo>
                  <a:close/>
                </a:path>
                <a:path w="1701164" h="212089">
                  <a:moveTo>
                    <a:pt x="1109472" y="143256"/>
                  </a:moveTo>
                  <a:lnTo>
                    <a:pt x="1086612" y="141732"/>
                  </a:lnTo>
                  <a:lnTo>
                    <a:pt x="1085088" y="149352"/>
                  </a:lnTo>
                  <a:lnTo>
                    <a:pt x="1107948" y="150876"/>
                  </a:lnTo>
                  <a:lnTo>
                    <a:pt x="1109472" y="143256"/>
                  </a:lnTo>
                  <a:close/>
                </a:path>
                <a:path w="1701164" h="212089">
                  <a:moveTo>
                    <a:pt x="1077468" y="147828"/>
                  </a:moveTo>
                  <a:lnTo>
                    <a:pt x="1077468" y="140208"/>
                  </a:lnTo>
                  <a:lnTo>
                    <a:pt x="1054608" y="138684"/>
                  </a:lnTo>
                  <a:lnTo>
                    <a:pt x="1054608" y="146304"/>
                  </a:lnTo>
                  <a:lnTo>
                    <a:pt x="1077468" y="147828"/>
                  </a:lnTo>
                  <a:close/>
                </a:path>
                <a:path w="1701164" h="212089">
                  <a:moveTo>
                    <a:pt x="1046988" y="137160"/>
                  </a:moveTo>
                  <a:lnTo>
                    <a:pt x="1024128" y="135636"/>
                  </a:lnTo>
                  <a:lnTo>
                    <a:pt x="1022604" y="143256"/>
                  </a:lnTo>
                  <a:lnTo>
                    <a:pt x="1045464" y="144780"/>
                  </a:lnTo>
                  <a:lnTo>
                    <a:pt x="1046988" y="137160"/>
                  </a:lnTo>
                  <a:close/>
                </a:path>
                <a:path w="1701164" h="212089">
                  <a:moveTo>
                    <a:pt x="1016508" y="134112"/>
                  </a:moveTo>
                  <a:lnTo>
                    <a:pt x="992124" y="131064"/>
                  </a:lnTo>
                  <a:lnTo>
                    <a:pt x="992124" y="140208"/>
                  </a:lnTo>
                  <a:lnTo>
                    <a:pt x="1014984" y="141732"/>
                  </a:lnTo>
                  <a:lnTo>
                    <a:pt x="1016508" y="134112"/>
                  </a:lnTo>
                  <a:close/>
                </a:path>
                <a:path w="1701164" h="212089">
                  <a:moveTo>
                    <a:pt x="984504" y="138684"/>
                  </a:moveTo>
                  <a:lnTo>
                    <a:pt x="984504" y="131064"/>
                  </a:lnTo>
                  <a:lnTo>
                    <a:pt x="961644" y="128016"/>
                  </a:lnTo>
                  <a:lnTo>
                    <a:pt x="960120" y="135636"/>
                  </a:lnTo>
                  <a:lnTo>
                    <a:pt x="984504" y="138684"/>
                  </a:lnTo>
                  <a:close/>
                </a:path>
                <a:path w="1701164" h="212089">
                  <a:moveTo>
                    <a:pt x="954024" y="128016"/>
                  </a:moveTo>
                  <a:lnTo>
                    <a:pt x="929640" y="124968"/>
                  </a:lnTo>
                  <a:lnTo>
                    <a:pt x="929640" y="132588"/>
                  </a:lnTo>
                  <a:lnTo>
                    <a:pt x="952500" y="135636"/>
                  </a:lnTo>
                  <a:lnTo>
                    <a:pt x="954024" y="128016"/>
                  </a:lnTo>
                  <a:close/>
                </a:path>
                <a:path w="1701164" h="212089">
                  <a:moveTo>
                    <a:pt x="922020" y="132588"/>
                  </a:moveTo>
                  <a:lnTo>
                    <a:pt x="922020" y="124968"/>
                  </a:lnTo>
                  <a:lnTo>
                    <a:pt x="899160" y="121920"/>
                  </a:lnTo>
                  <a:lnTo>
                    <a:pt x="897636" y="129540"/>
                  </a:lnTo>
                  <a:lnTo>
                    <a:pt x="922020" y="132588"/>
                  </a:lnTo>
                  <a:close/>
                </a:path>
                <a:path w="1701164" h="212089">
                  <a:moveTo>
                    <a:pt x="891540" y="121920"/>
                  </a:moveTo>
                  <a:lnTo>
                    <a:pt x="868680" y="118872"/>
                  </a:lnTo>
                  <a:lnTo>
                    <a:pt x="867156" y="126492"/>
                  </a:lnTo>
                  <a:lnTo>
                    <a:pt x="890016" y="129540"/>
                  </a:lnTo>
                  <a:lnTo>
                    <a:pt x="891540" y="121920"/>
                  </a:lnTo>
                  <a:close/>
                </a:path>
                <a:path w="1701164" h="212089">
                  <a:moveTo>
                    <a:pt x="859536" y="126492"/>
                  </a:moveTo>
                  <a:lnTo>
                    <a:pt x="859536" y="117348"/>
                  </a:lnTo>
                  <a:lnTo>
                    <a:pt x="836676" y="115824"/>
                  </a:lnTo>
                  <a:lnTo>
                    <a:pt x="836676" y="123444"/>
                  </a:lnTo>
                  <a:lnTo>
                    <a:pt x="859536" y="126492"/>
                  </a:lnTo>
                  <a:close/>
                </a:path>
                <a:path w="1701164" h="212089">
                  <a:moveTo>
                    <a:pt x="829056" y="121920"/>
                  </a:moveTo>
                  <a:lnTo>
                    <a:pt x="829056" y="114300"/>
                  </a:lnTo>
                  <a:lnTo>
                    <a:pt x="806196" y="112776"/>
                  </a:lnTo>
                  <a:lnTo>
                    <a:pt x="804672" y="120396"/>
                  </a:lnTo>
                  <a:lnTo>
                    <a:pt x="829056" y="121920"/>
                  </a:lnTo>
                  <a:close/>
                </a:path>
                <a:path w="1701164" h="212089">
                  <a:moveTo>
                    <a:pt x="798576" y="111252"/>
                  </a:moveTo>
                  <a:lnTo>
                    <a:pt x="774192" y="109728"/>
                  </a:lnTo>
                  <a:lnTo>
                    <a:pt x="774192" y="117348"/>
                  </a:lnTo>
                  <a:lnTo>
                    <a:pt x="797052" y="118872"/>
                  </a:lnTo>
                  <a:lnTo>
                    <a:pt x="798576" y="111252"/>
                  </a:lnTo>
                  <a:close/>
                </a:path>
                <a:path w="1701164" h="212089">
                  <a:moveTo>
                    <a:pt x="766572" y="115824"/>
                  </a:moveTo>
                  <a:lnTo>
                    <a:pt x="766572" y="108204"/>
                  </a:lnTo>
                  <a:lnTo>
                    <a:pt x="743712" y="106680"/>
                  </a:lnTo>
                  <a:lnTo>
                    <a:pt x="742188" y="114300"/>
                  </a:lnTo>
                  <a:lnTo>
                    <a:pt x="766572" y="115824"/>
                  </a:lnTo>
                  <a:close/>
                </a:path>
                <a:path w="1701164" h="212089">
                  <a:moveTo>
                    <a:pt x="736092" y="105156"/>
                  </a:moveTo>
                  <a:lnTo>
                    <a:pt x="713232" y="102108"/>
                  </a:lnTo>
                  <a:lnTo>
                    <a:pt x="711708" y="111252"/>
                  </a:lnTo>
                  <a:lnTo>
                    <a:pt x="734568" y="112776"/>
                  </a:lnTo>
                  <a:lnTo>
                    <a:pt x="736092" y="105156"/>
                  </a:lnTo>
                  <a:close/>
                </a:path>
                <a:path w="1701164" h="212089">
                  <a:moveTo>
                    <a:pt x="704088" y="109728"/>
                  </a:moveTo>
                  <a:lnTo>
                    <a:pt x="704088" y="102108"/>
                  </a:lnTo>
                  <a:lnTo>
                    <a:pt x="681228" y="99060"/>
                  </a:lnTo>
                  <a:lnTo>
                    <a:pt x="681228" y="106680"/>
                  </a:lnTo>
                  <a:lnTo>
                    <a:pt x="704088" y="109728"/>
                  </a:lnTo>
                  <a:close/>
                </a:path>
                <a:path w="1701164" h="212089">
                  <a:moveTo>
                    <a:pt x="673608" y="99060"/>
                  </a:moveTo>
                  <a:lnTo>
                    <a:pt x="650748" y="96012"/>
                  </a:lnTo>
                  <a:lnTo>
                    <a:pt x="649224" y="103632"/>
                  </a:lnTo>
                  <a:lnTo>
                    <a:pt x="672084" y="106680"/>
                  </a:lnTo>
                  <a:lnTo>
                    <a:pt x="673608" y="99060"/>
                  </a:lnTo>
                  <a:close/>
                </a:path>
                <a:path w="1701164" h="212089">
                  <a:moveTo>
                    <a:pt x="643128" y="96012"/>
                  </a:moveTo>
                  <a:lnTo>
                    <a:pt x="618744" y="92964"/>
                  </a:lnTo>
                  <a:lnTo>
                    <a:pt x="618744" y="100584"/>
                  </a:lnTo>
                  <a:lnTo>
                    <a:pt x="641604" y="103632"/>
                  </a:lnTo>
                  <a:lnTo>
                    <a:pt x="643128" y="96012"/>
                  </a:lnTo>
                  <a:close/>
                </a:path>
                <a:path w="1701164" h="212089">
                  <a:moveTo>
                    <a:pt x="611124" y="100584"/>
                  </a:moveTo>
                  <a:lnTo>
                    <a:pt x="611124" y="92964"/>
                  </a:lnTo>
                  <a:lnTo>
                    <a:pt x="588264" y="89916"/>
                  </a:lnTo>
                  <a:lnTo>
                    <a:pt x="586740" y="97536"/>
                  </a:lnTo>
                  <a:lnTo>
                    <a:pt x="611124" y="100584"/>
                  </a:lnTo>
                  <a:close/>
                </a:path>
                <a:path w="1701164" h="212089">
                  <a:moveTo>
                    <a:pt x="580644" y="89916"/>
                  </a:moveTo>
                  <a:lnTo>
                    <a:pt x="556260" y="86868"/>
                  </a:lnTo>
                  <a:lnTo>
                    <a:pt x="556260" y="94488"/>
                  </a:lnTo>
                  <a:lnTo>
                    <a:pt x="579120" y="97536"/>
                  </a:lnTo>
                  <a:lnTo>
                    <a:pt x="580644" y="89916"/>
                  </a:lnTo>
                  <a:close/>
                </a:path>
                <a:path w="1701164" h="212089">
                  <a:moveTo>
                    <a:pt x="548640" y="92964"/>
                  </a:moveTo>
                  <a:lnTo>
                    <a:pt x="548640" y="85344"/>
                  </a:lnTo>
                  <a:lnTo>
                    <a:pt x="525780" y="83820"/>
                  </a:lnTo>
                  <a:lnTo>
                    <a:pt x="524256" y="91440"/>
                  </a:lnTo>
                  <a:lnTo>
                    <a:pt x="548640" y="92964"/>
                  </a:lnTo>
                  <a:close/>
                </a:path>
                <a:path w="1701164" h="212089">
                  <a:moveTo>
                    <a:pt x="518160" y="82296"/>
                  </a:moveTo>
                  <a:lnTo>
                    <a:pt x="495300" y="80772"/>
                  </a:lnTo>
                  <a:lnTo>
                    <a:pt x="493776" y="88392"/>
                  </a:lnTo>
                  <a:lnTo>
                    <a:pt x="516636" y="89916"/>
                  </a:lnTo>
                  <a:lnTo>
                    <a:pt x="518160" y="82296"/>
                  </a:lnTo>
                  <a:close/>
                </a:path>
                <a:path w="1701164" h="212089">
                  <a:moveTo>
                    <a:pt x="486156" y="86868"/>
                  </a:moveTo>
                  <a:lnTo>
                    <a:pt x="486156" y="79248"/>
                  </a:lnTo>
                  <a:lnTo>
                    <a:pt x="463296" y="77724"/>
                  </a:lnTo>
                  <a:lnTo>
                    <a:pt x="463296" y="85344"/>
                  </a:lnTo>
                  <a:lnTo>
                    <a:pt x="486156" y="86868"/>
                  </a:lnTo>
                  <a:close/>
                </a:path>
                <a:path w="1701164" h="212089">
                  <a:moveTo>
                    <a:pt x="455676" y="83820"/>
                  </a:moveTo>
                  <a:lnTo>
                    <a:pt x="455676" y="76200"/>
                  </a:lnTo>
                  <a:lnTo>
                    <a:pt x="432816" y="73152"/>
                  </a:lnTo>
                  <a:lnTo>
                    <a:pt x="431292" y="82296"/>
                  </a:lnTo>
                  <a:lnTo>
                    <a:pt x="455676" y="83820"/>
                  </a:lnTo>
                  <a:close/>
                </a:path>
                <a:path w="1701164" h="212089">
                  <a:moveTo>
                    <a:pt x="425196" y="73152"/>
                  </a:moveTo>
                  <a:lnTo>
                    <a:pt x="400812" y="70104"/>
                  </a:lnTo>
                  <a:lnTo>
                    <a:pt x="400812" y="77724"/>
                  </a:lnTo>
                  <a:lnTo>
                    <a:pt x="423672" y="80772"/>
                  </a:lnTo>
                  <a:lnTo>
                    <a:pt x="425196" y="73152"/>
                  </a:lnTo>
                  <a:close/>
                </a:path>
                <a:path w="1701164" h="212089">
                  <a:moveTo>
                    <a:pt x="393192" y="77724"/>
                  </a:moveTo>
                  <a:lnTo>
                    <a:pt x="393192" y="70104"/>
                  </a:lnTo>
                  <a:lnTo>
                    <a:pt x="370332" y="67056"/>
                  </a:lnTo>
                  <a:lnTo>
                    <a:pt x="368808" y="74676"/>
                  </a:lnTo>
                  <a:lnTo>
                    <a:pt x="393192" y="77724"/>
                  </a:lnTo>
                  <a:close/>
                </a:path>
                <a:path w="1701164" h="212089">
                  <a:moveTo>
                    <a:pt x="362712" y="67056"/>
                  </a:moveTo>
                  <a:lnTo>
                    <a:pt x="338328" y="64008"/>
                  </a:lnTo>
                  <a:lnTo>
                    <a:pt x="338328" y="71628"/>
                  </a:lnTo>
                  <a:lnTo>
                    <a:pt x="361188" y="74676"/>
                  </a:lnTo>
                  <a:lnTo>
                    <a:pt x="362712" y="67056"/>
                  </a:lnTo>
                  <a:close/>
                </a:path>
                <a:path w="1701164" h="212089">
                  <a:moveTo>
                    <a:pt x="330708" y="71628"/>
                  </a:moveTo>
                  <a:lnTo>
                    <a:pt x="330708" y="64008"/>
                  </a:lnTo>
                  <a:lnTo>
                    <a:pt x="307848" y="60960"/>
                  </a:lnTo>
                  <a:lnTo>
                    <a:pt x="307848" y="68580"/>
                  </a:lnTo>
                  <a:lnTo>
                    <a:pt x="330708" y="71628"/>
                  </a:lnTo>
                  <a:close/>
                </a:path>
                <a:path w="1701164" h="212089">
                  <a:moveTo>
                    <a:pt x="300228" y="60960"/>
                  </a:moveTo>
                  <a:lnTo>
                    <a:pt x="277368" y="57912"/>
                  </a:lnTo>
                  <a:lnTo>
                    <a:pt x="275844" y="65532"/>
                  </a:lnTo>
                  <a:lnTo>
                    <a:pt x="298704" y="68580"/>
                  </a:lnTo>
                  <a:lnTo>
                    <a:pt x="300228" y="60960"/>
                  </a:lnTo>
                  <a:close/>
                </a:path>
                <a:path w="1701164" h="212089">
                  <a:moveTo>
                    <a:pt x="269748" y="56388"/>
                  </a:moveTo>
                  <a:lnTo>
                    <a:pt x="245364" y="54864"/>
                  </a:lnTo>
                  <a:lnTo>
                    <a:pt x="245364" y="62484"/>
                  </a:lnTo>
                  <a:lnTo>
                    <a:pt x="268224" y="65532"/>
                  </a:lnTo>
                  <a:lnTo>
                    <a:pt x="269748" y="56388"/>
                  </a:lnTo>
                  <a:close/>
                </a:path>
                <a:path w="1701164" h="212089">
                  <a:moveTo>
                    <a:pt x="237744" y="60960"/>
                  </a:moveTo>
                  <a:lnTo>
                    <a:pt x="237744" y="53340"/>
                  </a:lnTo>
                  <a:lnTo>
                    <a:pt x="214884" y="51816"/>
                  </a:lnTo>
                  <a:lnTo>
                    <a:pt x="213360" y="59436"/>
                  </a:lnTo>
                  <a:lnTo>
                    <a:pt x="237744" y="60960"/>
                  </a:lnTo>
                  <a:close/>
                </a:path>
                <a:path w="1701164" h="212089">
                  <a:moveTo>
                    <a:pt x="207264" y="50292"/>
                  </a:moveTo>
                  <a:lnTo>
                    <a:pt x="182880" y="48768"/>
                  </a:lnTo>
                  <a:lnTo>
                    <a:pt x="182880" y="56388"/>
                  </a:lnTo>
                  <a:lnTo>
                    <a:pt x="205740" y="57912"/>
                  </a:lnTo>
                  <a:lnTo>
                    <a:pt x="207264" y="50292"/>
                  </a:lnTo>
                  <a:close/>
                </a:path>
                <a:path w="1701164" h="212089">
                  <a:moveTo>
                    <a:pt x="175260" y="54864"/>
                  </a:moveTo>
                  <a:lnTo>
                    <a:pt x="175260" y="47244"/>
                  </a:lnTo>
                  <a:lnTo>
                    <a:pt x="152400" y="45720"/>
                  </a:lnTo>
                  <a:lnTo>
                    <a:pt x="150876" y="53340"/>
                  </a:lnTo>
                  <a:lnTo>
                    <a:pt x="175260" y="54864"/>
                  </a:lnTo>
                  <a:close/>
                </a:path>
                <a:path w="1701164" h="212089">
                  <a:moveTo>
                    <a:pt x="144780" y="44196"/>
                  </a:moveTo>
                  <a:lnTo>
                    <a:pt x="121920" y="41148"/>
                  </a:lnTo>
                  <a:lnTo>
                    <a:pt x="120396" y="50292"/>
                  </a:lnTo>
                  <a:lnTo>
                    <a:pt x="143256" y="51816"/>
                  </a:lnTo>
                  <a:lnTo>
                    <a:pt x="144780" y="44196"/>
                  </a:lnTo>
                  <a:close/>
                </a:path>
                <a:path w="1701164" h="212089">
                  <a:moveTo>
                    <a:pt x="112776" y="48768"/>
                  </a:moveTo>
                  <a:lnTo>
                    <a:pt x="112776" y="41148"/>
                  </a:lnTo>
                  <a:lnTo>
                    <a:pt x="89916" y="38100"/>
                  </a:lnTo>
                  <a:lnTo>
                    <a:pt x="89916" y="45720"/>
                  </a:lnTo>
                  <a:lnTo>
                    <a:pt x="112776" y="48768"/>
                  </a:lnTo>
                  <a:close/>
                </a:path>
                <a:path w="1701164" h="212089">
                  <a:moveTo>
                    <a:pt x="79248" y="4572"/>
                  </a:moveTo>
                  <a:lnTo>
                    <a:pt x="77724" y="3048"/>
                  </a:lnTo>
                  <a:lnTo>
                    <a:pt x="77724" y="0"/>
                  </a:lnTo>
                  <a:lnTo>
                    <a:pt x="73152" y="0"/>
                  </a:lnTo>
                  <a:lnTo>
                    <a:pt x="0" y="33528"/>
                  </a:lnTo>
                  <a:lnTo>
                    <a:pt x="7620" y="38970"/>
                  </a:lnTo>
                  <a:lnTo>
                    <a:pt x="7620" y="38100"/>
                  </a:lnTo>
                  <a:lnTo>
                    <a:pt x="9144" y="30480"/>
                  </a:lnTo>
                  <a:lnTo>
                    <a:pt x="10668" y="30697"/>
                  </a:lnTo>
                  <a:lnTo>
                    <a:pt x="10668" y="30480"/>
                  </a:lnTo>
                  <a:lnTo>
                    <a:pt x="11034" y="30750"/>
                  </a:lnTo>
                  <a:lnTo>
                    <a:pt x="19812" y="32004"/>
                  </a:lnTo>
                  <a:lnTo>
                    <a:pt x="19812" y="33846"/>
                  </a:lnTo>
                  <a:lnTo>
                    <a:pt x="76200" y="7620"/>
                  </a:lnTo>
                  <a:lnTo>
                    <a:pt x="77724" y="7620"/>
                  </a:lnTo>
                  <a:lnTo>
                    <a:pt x="79248" y="4572"/>
                  </a:lnTo>
                  <a:close/>
                </a:path>
                <a:path w="1701164" h="212089">
                  <a:moveTo>
                    <a:pt x="17007" y="35151"/>
                  </a:moveTo>
                  <a:lnTo>
                    <a:pt x="11034" y="30750"/>
                  </a:lnTo>
                  <a:lnTo>
                    <a:pt x="9144" y="30480"/>
                  </a:lnTo>
                  <a:lnTo>
                    <a:pt x="7620" y="38100"/>
                  </a:lnTo>
                  <a:lnTo>
                    <a:pt x="10668" y="38481"/>
                  </a:lnTo>
                  <a:lnTo>
                    <a:pt x="10668" y="38100"/>
                  </a:lnTo>
                  <a:lnTo>
                    <a:pt x="17007" y="35151"/>
                  </a:lnTo>
                  <a:close/>
                </a:path>
                <a:path w="1701164" h="212089">
                  <a:moveTo>
                    <a:pt x="19812" y="47679"/>
                  </a:moveTo>
                  <a:lnTo>
                    <a:pt x="19812" y="39624"/>
                  </a:lnTo>
                  <a:lnTo>
                    <a:pt x="7620" y="38100"/>
                  </a:lnTo>
                  <a:lnTo>
                    <a:pt x="7620" y="38970"/>
                  </a:lnTo>
                  <a:lnTo>
                    <a:pt x="19812" y="47679"/>
                  </a:lnTo>
                  <a:close/>
                </a:path>
                <a:path w="1701164" h="212089">
                  <a:moveTo>
                    <a:pt x="11034" y="30750"/>
                  </a:moveTo>
                  <a:lnTo>
                    <a:pt x="10668" y="30480"/>
                  </a:lnTo>
                  <a:lnTo>
                    <a:pt x="10668" y="30697"/>
                  </a:lnTo>
                  <a:lnTo>
                    <a:pt x="11034" y="30750"/>
                  </a:lnTo>
                  <a:close/>
                </a:path>
                <a:path w="1701164" h="212089">
                  <a:moveTo>
                    <a:pt x="71628" y="77724"/>
                  </a:moveTo>
                  <a:lnTo>
                    <a:pt x="71628" y="74676"/>
                  </a:lnTo>
                  <a:lnTo>
                    <a:pt x="68580" y="73152"/>
                  </a:lnTo>
                  <a:lnTo>
                    <a:pt x="17007" y="35151"/>
                  </a:lnTo>
                  <a:lnTo>
                    <a:pt x="10668" y="38100"/>
                  </a:lnTo>
                  <a:lnTo>
                    <a:pt x="10668" y="38481"/>
                  </a:lnTo>
                  <a:lnTo>
                    <a:pt x="19812" y="39624"/>
                  </a:lnTo>
                  <a:lnTo>
                    <a:pt x="19812" y="47679"/>
                  </a:lnTo>
                  <a:lnTo>
                    <a:pt x="64008" y="79248"/>
                  </a:lnTo>
                  <a:lnTo>
                    <a:pt x="67056" y="80772"/>
                  </a:lnTo>
                  <a:lnTo>
                    <a:pt x="68580" y="80772"/>
                  </a:lnTo>
                  <a:lnTo>
                    <a:pt x="71628" y="77724"/>
                  </a:lnTo>
                  <a:close/>
                </a:path>
                <a:path w="1701164" h="212089">
                  <a:moveTo>
                    <a:pt x="19812" y="33846"/>
                  </a:moveTo>
                  <a:lnTo>
                    <a:pt x="19812" y="32004"/>
                  </a:lnTo>
                  <a:lnTo>
                    <a:pt x="11034" y="30750"/>
                  </a:lnTo>
                  <a:lnTo>
                    <a:pt x="17007" y="35151"/>
                  </a:lnTo>
                  <a:lnTo>
                    <a:pt x="19812" y="33846"/>
                  </a:lnTo>
                  <a:close/>
                </a:path>
                <a:path w="1701164" h="212089">
                  <a:moveTo>
                    <a:pt x="19812" y="37217"/>
                  </a:moveTo>
                  <a:lnTo>
                    <a:pt x="19812" y="33846"/>
                  </a:lnTo>
                  <a:lnTo>
                    <a:pt x="17007" y="35151"/>
                  </a:lnTo>
                  <a:lnTo>
                    <a:pt x="19812" y="37217"/>
                  </a:lnTo>
                  <a:close/>
                </a:path>
                <a:path w="1701164" h="212089">
                  <a:moveTo>
                    <a:pt x="51816" y="35052"/>
                  </a:moveTo>
                  <a:lnTo>
                    <a:pt x="27432" y="32004"/>
                  </a:lnTo>
                  <a:lnTo>
                    <a:pt x="27432" y="39624"/>
                  </a:lnTo>
                  <a:lnTo>
                    <a:pt x="50292" y="42672"/>
                  </a:lnTo>
                  <a:lnTo>
                    <a:pt x="51816" y="35052"/>
                  </a:lnTo>
                  <a:close/>
                </a:path>
                <a:path w="1701164" h="212089">
                  <a:moveTo>
                    <a:pt x="82296" y="38100"/>
                  </a:moveTo>
                  <a:lnTo>
                    <a:pt x="59436" y="35052"/>
                  </a:lnTo>
                  <a:lnTo>
                    <a:pt x="57912" y="42672"/>
                  </a:lnTo>
                  <a:lnTo>
                    <a:pt x="80772" y="45720"/>
                  </a:lnTo>
                  <a:lnTo>
                    <a:pt x="82296" y="381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4790" y="3270503"/>
              <a:ext cx="1859279" cy="5074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36982" y="324231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19">
                  <a:moveTo>
                    <a:pt x="0" y="0"/>
                  </a:moveTo>
                  <a:lnTo>
                    <a:pt x="7620" y="0"/>
                  </a:lnTo>
                </a:path>
                <a:path w="7619" h="7619">
                  <a:moveTo>
                    <a:pt x="0" y="7619"/>
                  </a:moveTo>
                  <a:lnTo>
                    <a:pt x="7620" y="7619"/>
                  </a:lnTo>
                </a:path>
              </a:pathLst>
            </a:custGeom>
            <a:ln w="7620">
              <a:solidFill>
                <a:srgbClr val="FBFB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36982" y="32575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AC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36982" y="32651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C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6982" y="3268980"/>
              <a:ext cx="335280" cy="76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36982" y="332613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36982" y="33337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C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57022" y="33337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D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36982" y="33489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BC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36982" y="335661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CC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36982" y="336422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EFE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36982" y="33718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EFE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36982" y="337947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CC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36982" y="33870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CC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6982" y="3345179"/>
              <a:ext cx="335280" cy="914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285622" y="339471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36982" y="3390900"/>
              <a:ext cx="91440" cy="6858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36982" y="345567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C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736982" y="346329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C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790322" y="3463290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7620">
              <a:solidFill>
                <a:srgbClr val="F3F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736982" y="34709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AFA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83742" y="34709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2F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736982" y="347852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C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736982" y="34861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B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36982" y="3436620"/>
              <a:ext cx="228599" cy="9144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50342" y="3398520"/>
              <a:ext cx="548640" cy="1752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36982" y="3489959"/>
              <a:ext cx="160020" cy="4572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6982" y="3528059"/>
              <a:ext cx="114300" cy="304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36982" y="3528059"/>
              <a:ext cx="160020" cy="4572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22782" y="3566159"/>
              <a:ext cx="68580" cy="1524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57022" y="3573779"/>
              <a:ext cx="121919" cy="381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53262" y="3573779"/>
              <a:ext cx="76200" cy="304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36982" y="3558540"/>
              <a:ext cx="266700" cy="6858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156082" y="360807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EFEF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506602" y="360807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D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21842" y="3474720"/>
              <a:ext cx="281940" cy="228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36982" y="3604259"/>
              <a:ext cx="160020" cy="3048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736982" y="36385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CC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82702" y="36385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D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805562" y="36385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EF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36982" y="36461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D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65582" y="3573779"/>
              <a:ext cx="411479" cy="1143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736982" y="365379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736982" y="36614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EF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736982" y="366903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C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05562" y="3634740"/>
              <a:ext cx="137160" cy="9144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736982" y="36766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AFBC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902842" y="3589020"/>
              <a:ext cx="99060" cy="1524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736982" y="36842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AFC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736982" y="369189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EFE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057022" y="369189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AFA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736982" y="36995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C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712342" y="369950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7620">
              <a:solidFill>
                <a:srgbClr val="F1F6F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35202" y="3665219"/>
              <a:ext cx="91440" cy="381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69442" y="3688080"/>
              <a:ext cx="99060" cy="3048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96162" y="3703319"/>
              <a:ext cx="53339" cy="762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19022" y="3710940"/>
              <a:ext cx="53339" cy="762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919862" y="37223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CA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369442" y="37223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D6D8D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41882" y="3718559"/>
              <a:ext cx="53339" cy="762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927482" y="372999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C8C8C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864742" y="3726180"/>
              <a:ext cx="53339" cy="762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81762" y="3688080"/>
              <a:ext cx="419099" cy="8991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887602" y="37376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48562" y="3665219"/>
              <a:ext cx="502920" cy="11277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10462" y="3741419"/>
              <a:ext cx="91439" cy="762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59002" y="3703319"/>
              <a:ext cx="213360" cy="7467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369442" y="3703319"/>
              <a:ext cx="236219" cy="74675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933322" y="37528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58190" y="3624072"/>
              <a:ext cx="4026407" cy="264718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419477" y="3790188"/>
              <a:ext cx="17145" cy="198120"/>
            </a:xfrm>
            <a:custGeom>
              <a:avLst/>
              <a:gdLst/>
              <a:ahLst/>
              <a:cxnLst/>
              <a:rect l="l" t="t" r="r" b="b"/>
              <a:pathLst>
                <a:path w="17145" h="198120">
                  <a:moveTo>
                    <a:pt x="16763" y="47243"/>
                  </a:moveTo>
                  <a:lnTo>
                    <a:pt x="16763" y="0"/>
                  </a:lnTo>
                  <a:lnTo>
                    <a:pt x="1523" y="0"/>
                  </a:lnTo>
                  <a:lnTo>
                    <a:pt x="1523" y="47243"/>
                  </a:lnTo>
                  <a:lnTo>
                    <a:pt x="16763" y="47243"/>
                  </a:lnTo>
                  <a:close/>
                </a:path>
                <a:path w="17145" h="198120">
                  <a:moveTo>
                    <a:pt x="16763" y="109727"/>
                  </a:moveTo>
                  <a:lnTo>
                    <a:pt x="16763" y="62483"/>
                  </a:lnTo>
                  <a:lnTo>
                    <a:pt x="1523" y="62483"/>
                  </a:lnTo>
                  <a:lnTo>
                    <a:pt x="1523" y="109727"/>
                  </a:lnTo>
                  <a:lnTo>
                    <a:pt x="16763" y="109727"/>
                  </a:lnTo>
                  <a:close/>
                </a:path>
                <a:path w="17145" h="198120">
                  <a:moveTo>
                    <a:pt x="16763" y="172211"/>
                  </a:moveTo>
                  <a:lnTo>
                    <a:pt x="16763" y="124967"/>
                  </a:lnTo>
                  <a:lnTo>
                    <a:pt x="1523" y="124967"/>
                  </a:lnTo>
                  <a:lnTo>
                    <a:pt x="0" y="172211"/>
                  </a:lnTo>
                  <a:lnTo>
                    <a:pt x="16763" y="172211"/>
                  </a:lnTo>
                  <a:close/>
                </a:path>
                <a:path w="17145" h="198120">
                  <a:moveTo>
                    <a:pt x="16763" y="198119"/>
                  </a:moveTo>
                  <a:lnTo>
                    <a:pt x="16763" y="187451"/>
                  </a:lnTo>
                  <a:lnTo>
                    <a:pt x="0" y="187451"/>
                  </a:lnTo>
                  <a:lnTo>
                    <a:pt x="0" y="198119"/>
                  </a:lnTo>
                  <a:lnTo>
                    <a:pt x="16763" y="198119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834512" y="3829812"/>
              <a:ext cx="0" cy="670560"/>
            </a:xfrm>
            <a:custGeom>
              <a:avLst/>
              <a:gdLst/>
              <a:ahLst/>
              <a:cxnLst/>
              <a:rect l="l" t="t" r="r" b="b"/>
              <a:pathLst>
                <a:path h="670560">
                  <a:moveTo>
                    <a:pt x="0" y="0"/>
                  </a:moveTo>
                  <a:lnTo>
                    <a:pt x="0" y="670560"/>
                  </a:lnTo>
                </a:path>
              </a:pathLst>
            </a:custGeom>
            <a:ln w="16764">
              <a:solidFill>
                <a:srgbClr val="B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428622" y="3808476"/>
              <a:ext cx="230504" cy="181610"/>
            </a:xfrm>
            <a:custGeom>
              <a:avLst/>
              <a:gdLst/>
              <a:ahLst/>
              <a:cxnLst/>
              <a:rect l="l" t="t" r="r" b="b"/>
              <a:pathLst>
                <a:path w="230504" h="181610">
                  <a:moveTo>
                    <a:pt x="230124" y="12192"/>
                  </a:moveTo>
                  <a:lnTo>
                    <a:pt x="220980" y="0"/>
                  </a:lnTo>
                  <a:lnTo>
                    <a:pt x="184404" y="28956"/>
                  </a:lnTo>
                  <a:lnTo>
                    <a:pt x="193548" y="41148"/>
                  </a:lnTo>
                  <a:lnTo>
                    <a:pt x="230124" y="12192"/>
                  </a:lnTo>
                  <a:close/>
                </a:path>
                <a:path w="230504" h="181610">
                  <a:moveTo>
                    <a:pt x="181356" y="50292"/>
                  </a:moveTo>
                  <a:lnTo>
                    <a:pt x="172212" y="38100"/>
                  </a:lnTo>
                  <a:lnTo>
                    <a:pt x="134112" y="67056"/>
                  </a:lnTo>
                  <a:lnTo>
                    <a:pt x="144780" y="79248"/>
                  </a:lnTo>
                  <a:lnTo>
                    <a:pt x="181356" y="50292"/>
                  </a:lnTo>
                  <a:close/>
                </a:path>
                <a:path w="230504" h="181610">
                  <a:moveTo>
                    <a:pt x="132588" y="88392"/>
                  </a:moveTo>
                  <a:lnTo>
                    <a:pt x="121920" y="76200"/>
                  </a:lnTo>
                  <a:lnTo>
                    <a:pt x="85344" y="105156"/>
                  </a:lnTo>
                  <a:lnTo>
                    <a:pt x="94488" y="117348"/>
                  </a:lnTo>
                  <a:lnTo>
                    <a:pt x="132588" y="88392"/>
                  </a:lnTo>
                  <a:close/>
                </a:path>
                <a:path w="230504" h="181610">
                  <a:moveTo>
                    <a:pt x="43995" y="137382"/>
                  </a:moveTo>
                  <a:lnTo>
                    <a:pt x="28956" y="118872"/>
                  </a:lnTo>
                  <a:lnTo>
                    <a:pt x="0" y="181356"/>
                  </a:lnTo>
                  <a:lnTo>
                    <a:pt x="36576" y="174040"/>
                  </a:lnTo>
                  <a:lnTo>
                    <a:pt x="36576" y="143256"/>
                  </a:lnTo>
                  <a:lnTo>
                    <a:pt x="43995" y="137382"/>
                  </a:lnTo>
                  <a:close/>
                </a:path>
                <a:path w="230504" h="181610">
                  <a:moveTo>
                    <a:pt x="53603" y="149207"/>
                  </a:moveTo>
                  <a:lnTo>
                    <a:pt x="43995" y="137382"/>
                  </a:lnTo>
                  <a:lnTo>
                    <a:pt x="36576" y="143256"/>
                  </a:lnTo>
                  <a:lnTo>
                    <a:pt x="45720" y="155448"/>
                  </a:lnTo>
                  <a:lnTo>
                    <a:pt x="53603" y="149207"/>
                  </a:lnTo>
                  <a:close/>
                </a:path>
                <a:path w="230504" h="181610">
                  <a:moveTo>
                    <a:pt x="68580" y="167640"/>
                  </a:moveTo>
                  <a:lnTo>
                    <a:pt x="53603" y="149207"/>
                  </a:lnTo>
                  <a:lnTo>
                    <a:pt x="45720" y="155448"/>
                  </a:lnTo>
                  <a:lnTo>
                    <a:pt x="36576" y="143256"/>
                  </a:lnTo>
                  <a:lnTo>
                    <a:pt x="36576" y="174040"/>
                  </a:lnTo>
                  <a:lnTo>
                    <a:pt x="68580" y="167640"/>
                  </a:lnTo>
                  <a:close/>
                </a:path>
                <a:path w="230504" h="181610">
                  <a:moveTo>
                    <a:pt x="82296" y="126492"/>
                  </a:moveTo>
                  <a:lnTo>
                    <a:pt x="73152" y="114300"/>
                  </a:lnTo>
                  <a:lnTo>
                    <a:pt x="43995" y="137382"/>
                  </a:lnTo>
                  <a:lnTo>
                    <a:pt x="53603" y="149207"/>
                  </a:lnTo>
                  <a:lnTo>
                    <a:pt x="82296" y="126492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818510" y="4346448"/>
              <a:ext cx="231648" cy="18135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425569" y="3778008"/>
              <a:ext cx="1477010" cy="741045"/>
            </a:xfrm>
            <a:custGeom>
              <a:avLst/>
              <a:gdLst/>
              <a:ahLst/>
              <a:cxnLst/>
              <a:rect l="l" t="t" r="r" b="b"/>
              <a:pathLst>
                <a:path w="1477010" h="741045">
                  <a:moveTo>
                    <a:pt x="48768" y="216408"/>
                  </a:moveTo>
                  <a:lnTo>
                    <a:pt x="4572" y="201168"/>
                  </a:lnTo>
                  <a:lnTo>
                    <a:pt x="0" y="214884"/>
                  </a:lnTo>
                  <a:lnTo>
                    <a:pt x="44196" y="231648"/>
                  </a:lnTo>
                  <a:lnTo>
                    <a:pt x="48768" y="216408"/>
                  </a:lnTo>
                  <a:close/>
                </a:path>
                <a:path w="1477010" h="741045">
                  <a:moveTo>
                    <a:pt x="108204" y="239268"/>
                  </a:moveTo>
                  <a:lnTo>
                    <a:pt x="64008" y="222504"/>
                  </a:lnTo>
                  <a:lnTo>
                    <a:pt x="57912" y="236220"/>
                  </a:lnTo>
                  <a:lnTo>
                    <a:pt x="102108" y="252984"/>
                  </a:lnTo>
                  <a:lnTo>
                    <a:pt x="108204" y="239268"/>
                  </a:lnTo>
                  <a:close/>
                </a:path>
                <a:path w="1477010" h="741045">
                  <a:moveTo>
                    <a:pt x="166116" y="260604"/>
                  </a:moveTo>
                  <a:lnTo>
                    <a:pt x="121920" y="243840"/>
                  </a:lnTo>
                  <a:lnTo>
                    <a:pt x="117348" y="259080"/>
                  </a:lnTo>
                  <a:lnTo>
                    <a:pt x="160020" y="275844"/>
                  </a:lnTo>
                  <a:lnTo>
                    <a:pt x="166116" y="260604"/>
                  </a:lnTo>
                  <a:close/>
                </a:path>
                <a:path w="1477010" h="741045">
                  <a:moveTo>
                    <a:pt x="224028" y="281940"/>
                  </a:moveTo>
                  <a:lnTo>
                    <a:pt x="181356" y="266700"/>
                  </a:lnTo>
                  <a:lnTo>
                    <a:pt x="175260" y="280416"/>
                  </a:lnTo>
                  <a:lnTo>
                    <a:pt x="219456" y="297180"/>
                  </a:lnTo>
                  <a:lnTo>
                    <a:pt x="224028" y="281940"/>
                  </a:lnTo>
                  <a:close/>
                </a:path>
                <a:path w="1477010" h="741045">
                  <a:moveTo>
                    <a:pt x="283464" y="304800"/>
                  </a:moveTo>
                  <a:lnTo>
                    <a:pt x="239268" y="288036"/>
                  </a:lnTo>
                  <a:lnTo>
                    <a:pt x="233172" y="303276"/>
                  </a:lnTo>
                  <a:lnTo>
                    <a:pt x="277368" y="318516"/>
                  </a:lnTo>
                  <a:lnTo>
                    <a:pt x="283464" y="304800"/>
                  </a:lnTo>
                  <a:close/>
                </a:path>
                <a:path w="1477010" h="741045">
                  <a:moveTo>
                    <a:pt x="341376" y="326136"/>
                  </a:moveTo>
                  <a:lnTo>
                    <a:pt x="297180" y="309372"/>
                  </a:lnTo>
                  <a:lnTo>
                    <a:pt x="292608" y="324612"/>
                  </a:lnTo>
                  <a:lnTo>
                    <a:pt x="336804" y="341376"/>
                  </a:lnTo>
                  <a:lnTo>
                    <a:pt x="341376" y="326136"/>
                  </a:lnTo>
                  <a:close/>
                </a:path>
                <a:path w="1477010" h="741045">
                  <a:moveTo>
                    <a:pt x="400812" y="347472"/>
                  </a:moveTo>
                  <a:lnTo>
                    <a:pt x="356616" y="332232"/>
                  </a:lnTo>
                  <a:lnTo>
                    <a:pt x="350520" y="345948"/>
                  </a:lnTo>
                  <a:lnTo>
                    <a:pt x="394716" y="362712"/>
                  </a:lnTo>
                  <a:lnTo>
                    <a:pt x="400812" y="347472"/>
                  </a:lnTo>
                  <a:close/>
                </a:path>
                <a:path w="1477010" h="741045">
                  <a:moveTo>
                    <a:pt x="458724" y="370332"/>
                  </a:moveTo>
                  <a:lnTo>
                    <a:pt x="414528" y="353568"/>
                  </a:lnTo>
                  <a:lnTo>
                    <a:pt x="409956" y="368808"/>
                  </a:lnTo>
                  <a:lnTo>
                    <a:pt x="452628" y="384048"/>
                  </a:lnTo>
                  <a:lnTo>
                    <a:pt x="458724" y="370332"/>
                  </a:lnTo>
                  <a:close/>
                </a:path>
                <a:path w="1477010" h="741045">
                  <a:moveTo>
                    <a:pt x="516636" y="391668"/>
                  </a:moveTo>
                  <a:lnTo>
                    <a:pt x="473964" y="374904"/>
                  </a:lnTo>
                  <a:lnTo>
                    <a:pt x="467868" y="390144"/>
                  </a:lnTo>
                  <a:lnTo>
                    <a:pt x="512064" y="406908"/>
                  </a:lnTo>
                  <a:lnTo>
                    <a:pt x="516636" y="391668"/>
                  </a:lnTo>
                  <a:close/>
                </a:path>
                <a:path w="1477010" h="741045">
                  <a:moveTo>
                    <a:pt x="576072" y="414528"/>
                  </a:moveTo>
                  <a:lnTo>
                    <a:pt x="531876" y="397764"/>
                  </a:lnTo>
                  <a:lnTo>
                    <a:pt x="525780" y="411480"/>
                  </a:lnTo>
                  <a:lnTo>
                    <a:pt x="569976" y="428244"/>
                  </a:lnTo>
                  <a:lnTo>
                    <a:pt x="576072" y="414528"/>
                  </a:lnTo>
                  <a:close/>
                </a:path>
                <a:path w="1477010" h="741045">
                  <a:moveTo>
                    <a:pt x="633984" y="435864"/>
                  </a:moveTo>
                  <a:lnTo>
                    <a:pt x="589788" y="419100"/>
                  </a:lnTo>
                  <a:lnTo>
                    <a:pt x="585216" y="434340"/>
                  </a:lnTo>
                  <a:lnTo>
                    <a:pt x="629412" y="451104"/>
                  </a:lnTo>
                  <a:lnTo>
                    <a:pt x="633984" y="435864"/>
                  </a:lnTo>
                  <a:close/>
                </a:path>
                <a:path w="1477010" h="741045">
                  <a:moveTo>
                    <a:pt x="693420" y="457200"/>
                  </a:moveTo>
                  <a:lnTo>
                    <a:pt x="649224" y="441960"/>
                  </a:lnTo>
                  <a:lnTo>
                    <a:pt x="643128" y="455676"/>
                  </a:lnTo>
                  <a:lnTo>
                    <a:pt x="687324" y="472440"/>
                  </a:lnTo>
                  <a:lnTo>
                    <a:pt x="693420" y="457200"/>
                  </a:lnTo>
                  <a:close/>
                </a:path>
                <a:path w="1477010" h="741045">
                  <a:moveTo>
                    <a:pt x="751332" y="480060"/>
                  </a:moveTo>
                  <a:lnTo>
                    <a:pt x="707136" y="463296"/>
                  </a:lnTo>
                  <a:lnTo>
                    <a:pt x="702564" y="477012"/>
                  </a:lnTo>
                  <a:lnTo>
                    <a:pt x="745236" y="493776"/>
                  </a:lnTo>
                  <a:lnTo>
                    <a:pt x="751332" y="480060"/>
                  </a:lnTo>
                  <a:close/>
                </a:path>
                <a:path w="1477010" h="741045">
                  <a:moveTo>
                    <a:pt x="809244" y="501396"/>
                  </a:moveTo>
                  <a:lnTo>
                    <a:pt x="766572" y="484632"/>
                  </a:lnTo>
                  <a:lnTo>
                    <a:pt x="760476" y="499872"/>
                  </a:lnTo>
                  <a:lnTo>
                    <a:pt x="804672" y="516636"/>
                  </a:lnTo>
                  <a:lnTo>
                    <a:pt x="809244" y="501396"/>
                  </a:lnTo>
                  <a:close/>
                </a:path>
                <a:path w="1477010" h="741045">
                  <a:moveTo>
                    <a:pt x="868680" y="522732"/>
                  </a:moveTo>
                  <a:lnTo>
                    <a:pt x="824484" y="507492"/>
                  </a:lnTo>
                  <a:lnTo>
                    <a:pt x="818388" y="521208"/>
                  </a:lnTo>
                  <a:lnTo>
                    <a:pt x="862584" y="537972"/>
                  </a:lnTo>
                  <a:lnTo>
                    <a:pt x="868680" y="522732"/>
                  </a:lnTo>
                  <a:close/>
                </a:path>
                <a:path w="1477010" h="741045">
                  <a:moveTo>
                    <a:pt x="926592" y="545592"/>
                  </a:moveTo>
                  <a:lnTo>
                    <a:pt x="882396" y="528828"/>
                  </a:lnTo>
                  <a:lnTo>
                    <a:pt x="877824" y="544068"/>
                  </a:lnTo>
                  <a:lnTo>
                    <a:pt x="922020" y="559308"/>
                  </a:lnTo>
                  <a:lnTo>
                    <a:pt x="926592" y="545592"/>
                  </a:lnTo>
                  <a:close/>
                </a:path>
                <a:path w="1477010" h="741045">
                  <a:moveTo>
                    <a:pt x="986028" y="566928"/>
                  </a:moveTo>
                  <a:lnTo>
                    <a:pt x="941832" y="550164"/>
                  </a:lnTo>
                  <a:lnTo>
                    <a:pt x="935736" y="565404"/>
                  </a:lnTo>
                  <a:lnTo>
                    <a:pt x="979932" y="582168"/>
                  </a:lnTo>
                  <a:lnTo>
                    <a:pt x="986028" y="566928"/>
                  </a:lnTo>
                  <a:close/>
                </a:path>
                <a:path w="1477010" h="741045">
                  <a:moveTo>
                    <a:pt x="1043940" y="588264"/>
                  </a:moveTo>
                  <a:lnTo>
                    <a:pt x="999744" y="573024"/>
                  </a:lnTo>
                  <a:lnTo>
                    <a:pt x="995172" y="586740"/>
                  </a:lnTo>
                  <a:lnTo>
                    <a:pt x="1037844" y="603504"/>
                  </a:lnTo>
                  <a:lnTo>
                    <a:pt x="1043940" y="588264"/>
                  </a:lnTo>
                  <a:close/>
                </a:path>
                <a:path w="1477010" h="741045">
                  <a:moveTo>
                    <a:pt x="1101852" y="611124"/>
                  </a:moveTo>
                  <a:lnTo>
                    <a:pt x="1059180" y="594360"/>
                  </a:lnTo>
                  <a:lnTo>
                    <a:pt x="1053084" y="609600"/>
                  </a:lnTo>
                  <a:lnTo>
                    <a:pt x="1097280" y="624840"/>
                  </a:lnTo>
                  <a:lnTo>
                    <a:pt x="1101852" y="611124"/>
                  </a:lnTo>
                  <a:close/>
                </a:path>
                <a:path w="1477010" h="741045">
                  <a:moveTo>
                    <a:pt x="1161288" y="632460"/>
                  </a:moveTo>
                  <a:lnTo>
                    <a:pt x="1117092" y="615696"/>
                  </a:lnTo>
                  <a:lnTo>
                    <a:pt x="1110996" y="630936"/>
                  </a:lnTo>
                  <a:lnTo>
                    <a:pt x="1155192" y="647700"/>
                  </a:lnTo>
                  <a:lnTo>
                    <a:pt x="1161288" y="632460"/>
                  </a:lnTo>
                  <a:close/>
                </a:path>
                <a:path w="1477010" h="741045">
                  <a:moveTo>
                    <a:pt x="1219200" y="655320"/>
                  </a:moveTo>
                  <a:lnTo>
                    <a:pt x="1175004" y="638556"/>
                  </a:lnTo>
                  <a:lnTo>
                    <a:pt x="1170432" y="652272"/>
                  </a:lnTo>
                  <a:lnTo>
                    <a:pt x="1214628" y="669036"/>
                  </a:lnTo>
                  <a:lnTo>
                    <a:pt x="1219200" y="655320"/>
                  </a:lnTo>
                  <a:close/>
                </a:path>
                <a:path w="1477010" h="741045">
                  <a:moveTo>
                    <a:pt x="1261872" y="0"/>
                  </a:moveTo>
                  <a:lnTo>
                    <a:pt x="1214018" y="0"/>
                  </a:lnTo>
                  <a:lnTo>
                    <a:pt x="1213104" y="3048"/>
                  </a:lnTo>
                  <a:lnTo>
                    <a:pt x="1258824" y="15240"/>
                  </a:lnTo>
                  <a:lnTo>
                    <a:pt x="1261872" y="0"/>
                  </a:lnTo>
                  <a:close/>
                </a:path>
                <a:path w="1477010" h="741045">
                  <a:moveTo>
                    <a:pt x="1278636" y="676656"/>
                  </a:moveTo>
                  <a:lnTo>
                    <a:pt x="1234440" y="659892"/>
                  </a:lnTo>
                  <a:lnTo>
                    <a:pt x="1228344" y="675132"/>
                  </a:lnTo>
                  <a:lnTo>
                    <a:pt x="1272540" y="691896"/>
                  </a:lnTo>
                  <a:lnTo>
                    <a:pt x="1278636" y="676656"/>
                  </a:lnTo>
                  <a:close/>
                </a:path>
                <a:path w="1477010" h="741045">
                  <a:moveTo>
                    <a:pt x="1322832" y="15240"/>
                  </a:moveTo>
                  <a:lnTo>
                    <a:pt x="1277112" y="3048"/>
                  </a:lnTo>
                  <a:lnTo>
                    <a:pt x="1274064" y="18288"/>
                  </a:lnTo>
                  <a:lnTo>
                    <a:pt x="1319784" y="30480"/>
                  </a:lnTo>
                  <a:lnTo>
                    <a:pt x="1322832" y="15240"/>
                  </a:lnTo>
                  <a:close/>
                </a:path>
                <a:path w="1477010" h="741045">
                  <a:moveTo>
                    <a:pt x="1336548" y="697992"/>
                  </a:moveTo>
                  <a:lnTo>
                    <a:pt x="1292352" y="682752"/>
                  </a:lnTo>
                  <a:lnTo>
                    <a:pt x="1287780" y="696468"/>
                  </a:lnTo>
                  <a:lnTo>
                    <a:pt x="1330452" y="713232"/>
                  </a:lnTo>
                  <a:lnTo>
                    <a:pt x="1336548" y="697992"/>
                  </a:lnTo>
                  <a:close/>
                </a:path>
                <a:path w="1477010" h="741045">
                  <a:moveTo>
                    <a:pt x="1383792" y="30480"/>
                  </a:moveTo>
                  <a:lnTo>
                    <a:pt x="1338072" y="18288"/>
                  </a:lnTo>
                  <a:lnTo>
                    <a:pt x="1335024" y="33528"/>
                  </a:lnTo>
                  <a:lnTo>
                    <a:pt x="1380744" y="44196"/>
                  </a:lnTo>
                  <a:lnTo>
                    <a:pt x="1383792" y="30480"/>
                  </a:lnTo>
                  <a:close/>
                </a:path>
                <a:path w="1477010" h="741045">
                  <a:moveTo>
                    <a:pt x="1394460" y="720852"/>
                  </a:moveTo>
                  <a:lnTo>
                    <a:pt x="1351788" y="704088"/>
                  </a:lnTo>
                  <a:lnTo>
                    <a:pt x="1345692" y="717804"/>
                  </a:lnTo>
                  <a:lnTo>
                    <a:pt x="1389888" y="734568"/>
                  </a:lnTo>
                  <a:lnTo>
                    <a:pt x="1394460" y="720852"/>
                  </a:lnTo>
                  <a:close/>
                </a:path>
                <a:path w="1477010" h="741045">
                  <a:moveTo>
                    <a:pt x="1411224" y="726948"/>
                  </a:moveTo>
                  <a:lnTo>
                    <a:pt x="1409700" y="725424"/>
                  </a:lnTo>
                  <a:lnTo>
                    <a:pt x="1403604" y="740664"/>
                  </a:lnTo>
                  <a:lnTo>
                    <a:pt x="1406652" y="740664"/>
                  </a:lnTo>
                  <a:lnTo>
                    <a:pt x="1411224" y="726948"/>
                  </a:lnTo>
                  <a:close/>
                </a:path>
                <a:path w="1477010" h="741045">
                  <a:moveTo>
                    <a:pt x="1476756" y="25908"/>
                  </a:moveTo>
                  <a:lnTo>
                    <a:pt x="1462862" y="8128"/>
                  </a:lnTo>
                  <a:lnTo>
                    <a:pt x="1473708" y="0"/>
                  </a:lnTo>
                  <a:lnTo>
                    <a:pt x="1456512" y="0"/>
                  </a:lnTo>
                  <a:lnTo>
                    <a:pt x="1446758" y="0"/>
                  </a:lnTo>
                  <a:lnTo>
                    <a:pt x="1427505" y="0"/>
                  </a:lnTo>
                  <a:lnTo>
                    <a:pt x="1409827" y="36233"/>
                  </a:lnTo>
                  <a:lnTo>
                    <a:pt x="1399032" y="33528"/>
                  </a:lnTo>
                  <a:lnTo>
                    <a:pt x="1394460" y="48768"/>
                  </a:lnTo>
                  <a:lnTo>
                    <a:pt x="1406652" y="51816"/>
                  </a:lnTo>
                  <a:lnTo>
                    <a:pt x="1410436" y="39179"/>
                  </a:lnTo>
                  <a:lnTo>
                    <a:pt x="1444752" y="32308"/>
                  </a:lnTo>
                  <a:lnTo>
                    <a:pt x="1476756" y="25908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088514" y="4090415"/>
              <a:ext cx="280670" cy="905510"/>
            </a:xfrm>
            <a:custGeom>
              <a:avLst/>
              <a:gdLst/>
              <a:ahLst/>
              <a:cxnLst/>
              <a:rect l="l" t="t" r="r" b="b"/>
              <a:pathLst>
                <a:path w="280670" h="905510">
                  <a:moveTo>
                    <a:pt x="280415" y="763523"/>
                  </a:moveTo>
                  <a:lnTo>
                    <a:pt x="210311" y="763523"/>
                  </a:lnTo>
                  <a:lnTo>
                    <a:pt x="210311" y="140207"/>
                  </a:lnTo>
                  <a:lnTo>
                    <a:pt x="280415" y="140207"/>
                  </a:lnTo>
                  <a:lnTo>
                    <a:pt x="140207" y="0"/>
                  </a:lnTo>
                  <a:lnTo>
                    <a:pt x="0" y="140207"/>
                  </a:lnTo>
                  <a:lnTo>
                    <a:pt x="70103" y="140207"/>
                  </a:lnTo>
                  <a:lnTo>
                    <a:pt x="70103" y="763523"/>
                  </a:lnTo>
                  <a:lnTo>
                    <a:pt x="0" y="763523"/>
                  </a:lnTo>
                  <a:lnTo>
                    <a:pt x="140207" y="905255"/>
                  </a:lnTo>
                  <a:lnTo>
                    <a:pt x="280415" y="763523"/>
                  </a:lnTo>
                  <a:close/>
                </a:path>
              </a:pathLst>
            </a:custGeom>
            <a:solidFill>
              <a:srgbClr val="FAB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074798" y="4078224"/>
              <a:ext cx="307975" cy="929640"/>
            </a:xfrm>
            <a:custGeom>
              <a:avLst/>
              <a:gdLst/>
              <a:ahLst/>
              <a:cxnLst/>
              <a:rect l="l" t="t" r="r" b="b"/>
              <a:pathLst>
                <a:path w="307975" h="929639">
                  <a:moveTo>
                    <a:pt x="307848" y="152400"/>
                  </a:moveTo>
                  <a:lnTo>
                    <a:pt x="306324" y="147828"/>
                  </a:lnTo>
                  <a:lnTo>
                    <a:pt x="303276" y="144780"/>
                  </a:lnTo>
                  <a:lnTo>
                    <a:pt x="161544" y="4572"/>
                  </a:lnTo>
                  <a:lnTo>
                    <a:pt x="156972" y="0"/>
                  </a:lnTo>
                  <a:lnTo>
                    <a:pt x="150876" y="0"/>
                  </a:lnTo>
                  <a:lnTo>
                    <a:pt x="146304" y="4572"/>
                  </a:lnTo>
                  <a:lnTo>
                    <a:pt x="4572" y="144780"/>
                  </a:lnTo>
                  <a:lnTo>
                    <a:pt x="1524" y="147828"/>
                  </a:lnTo>
                  <a:lnTo>
                    <a:pt x="0" y="152400"/>
                  </a:lnTo>
                  <a:lnTo>
                    <a:pt x="3048" y="156972"/>
                  </a:lnTo>
                  <a:lnTo>
                    <a:pt x="4572" y="161544"/>
                  </a:lnTo>
                  <a:lnTo>
                    <a:pt x="9144" y="164592"/>
                  </a:lnTo>
                  <a:lnTo>
                    <a:pt x="13716" y="164592"/>
                  </a:lnTo>
                  <a:lnTo>
                    <a:pt x="13716" y="141732"/>
                  </a:lnTo>
                  <a:lnTo>
                    <a:pt x="41148" y="141732"/>
                  </a:lnTo>
                  <a:lnTo>
                    <a:pt x="146304" y="36576"/>
                  </a:lnTo>
                  <a:lnTo>
                    <a:pt x="146304" y="21336"/>
                  </a:lnTo>
                  <a:lnTo>
                    <a:pt x="161544" y="21336"/>
                  </a:lnTo>
                  <a:lnTo>
                    <a:pt x="161544" y="36576"/>
                  </a:lnTo>
                  <a:lnTo>
                    <a:pt x="266700" y="141732"/>
                  </a:lnTo>
                  <a:lnTo>
                    <a:pt x="294132" y="141732"/>
                  </a:lnTo>
                  <a:lnTo>
                    <a:pt x="294132" y="164592"/>
                  </a:lnTo>
                  <a:lnTo>
                    <a:pt x="298704" y="164592"/>
                  </a:lnTo>
                  <a:lnTo>
                    <a:pt x="303276" y="161544"/>
                  </a:lnTo>
                  <a:lnTo>
                    <a:pt x="304800" y="156972"/>
                  </a:lnTo>
                  <a:lnTo>
                    <a:pt x="307848" y="152400"/>
                  </a:lnTo>
                  <a:close/>
                </a:path>
                <a:path w="307975" h="929639">
                  <a:moveTo>
                    <a:pt x="83820" y="765048"/>
                  </a:moveTo>
                  <a:lnTo>
                    <a:pt x="9144" y="765048"/>
                  </a:lnTo>
                  <a:lnTo>
                    <a:pt x="4572" y="768096"/>
                  </a:lnTo>
                  <a:lnTo>
                    <a:pt x="3048" y="772668"/>
                  </a:lnTo>
                  <a:lnTo>
                    <a:pt x="0" y="775716"/>
                  </a:lnTo>
                  <a:lnTo>
                    <a:pt x="1524" y="781812"/>
                  </a:lnTo>
                  <a:lnTo>
                    <a:pt x="4572" y="784860"/>
                  </a:lnTo>
                  <a:lnTo>
                    <a:pt x="13716" y="793905"/>
                  </a:lnTo>
                  <a:lnTo>
                    <a:pt x="13716" y="787908"/>
                  </a:lnTo>
                  <a:lnTo>
                    <a:pt x="21336" y="768096"/>
                  </a:lnTo>
                  <a:lnTo>
                    <a:pt x="41148" y="787908"/>
                  </a:lnTo>
                  <a:lnTo>
                    <a:pt x="71628" y="787908"/>
                  </a:lnTo>
                  <a:lnTo>
                    <a:pt x="71628" y="775716"/>
                  </a:lnTo>
                  <a:lnTo>
                    <a:pt x="83820" y="765048"/>
                  </a:lnTo>
                  <a:close/>
                </a:path>
                <a:path w="307975" h="929639">
                  <a:moveTo>
                    <a:pt x="41148" y="141732"/>
                  </a:moveTo>
                  <a:lnTo>
                    <a:pt x="13716" y="141732"/>
                  </a:lnTo>
                  <a:lnTo>
                    <a:pt x="21336" y="161544"/>
                  </a:lnTo>
                  <a:lnTo>
                    <a:pt x="41148" y="141732"/>
                  </a:lnTo>
                  <a:close/>
                </a:path>
                <a:path w="307975" h="929639">
                  <a:moveTo>
                    <a:pt x="96012" y="783336"/>
                  </a:moveTo>
                  <a:lnTo>
                    <a:pt x="96012" y="146304"/>
                  </a:lnTo>
                  <a:lnTo>
                    <a:pt x="89916" y="141732"/>
                  </a:lnTo>
                  <a:lnTo>
                    <a:pt x="41148" y="141732"/>
                  </a:lnTo>
                  <a:lnTo>
                    <a:pt x="21336" y="161544"/>
                  </a:lnTo>
                  <a:lnTo>
                    <a:pt x="13716" y="141732"/>
                  </a:lnTo>
                  <a:lnTo>
                    <a:pt x="13716" y="164592"/>
                  </a:lnTo>
                  <a:lnTo>
                    <a:pt x="71628" y="164592"/>
                  </a:lnTo>
                  <a:lnTo>
                    <a:pt x="71628" y="152400"/>
                  </a:lnTo>
                  <a:lnTo>
                    <a:pt x="83820" y="164592"/>
                  </a:lnTo>
                  <a:lnTo>
                    <a:pt x="83820" y="787908"/>
                  </a:lnTo>
                  <a:lnTo>
                    <a:pt x="89916" y="787908"/>
                  </a:lnTo>
                  <a:lnTo>
                    <a:pt x="96012" y="783336"/>
                  </a:lnTo>
                  <a:close/>
                </a:path>
                <a:path w="307975" h="929639">
                  <a:moveTo>
                    <a:pt x="41148" y="787908"/>
                  </a:moveTo>
                  <a:lnTo>
                    <a:pt x="21336" y="768096"/>
                  </a:lnTo>
                  <a:lnTo>
                    <a:pt x="13716" y="787908"/>
                  </a:lnTo>
                  <a:lnTo>
                    <a:pt x="41148" y="787908"/>
                  </a:lnTo>
                  <a:close/>
                </a:path>
                <a:path w="307975" h="929639">
                  <a:moveTo>
                    <a:pt x="153924" y="900684"/>
                  </a:moveTo>
                  <a:lnTo>
                    <a:pt x="41148" y="787908"/>
                  </a:lnTo>
                  <a:lnTo>
                    <a:pt x="13716" y="787908"/>
                  </a:lnTo>
                  <a:lnTo>
                    <a:pt x="13716" y="793905"/>
                  </a:lnTo>
                  <a:lnTo>
                    <a:pt x="146304" y="925068"/>
                  </a:lnTo>
                  <a:lnTo>
                    <a:pt x="146304" y="908304"/>
                  </a:lnTo>
                  <a:lnTo>
                    <a:pt x="153924" y="900684"/>
                  </a:lnTo>
                  <a:close/>
                </a:path>
                <a:path w="307975" h="929639">
                  <a:moveTo>
                    <a:pt x="83820" y="164592"/>
                  </a:moveTo>
                  <a:lnTo>
                    <a:pt x="71628" y="152400"/>
                  </a:lnTo>
                  <a:lnTo>
                    <a:pt x="71628" y="164592"/>
                  </a:lnTo>
                  <a:lnTo>
                    <a:pt x="83820" y="164592"/>
                  </a:lnTo>
                  <a:close/>
                </a:path>
                <a:path w="307975" h="929639">
                  <a:moveTo>
                    <a:pt x="83820" y="765048"/>
                  </a:moveTo>
                  <a:lnTo>
                    <a:pt x="83820" y="164592"/>
                  </a:lnTo>
                  <a:lnTo>
                    <a:pt x="71628" y="164592"/>
                  </a:lnTo>
                  <a:lnTo>
                    <a:pt x="71628" y="765048"/>
                  </a:lnTo>
                  <a:lnTo>
                    <a:pt x="83820" y="765048"/>
                  </a:lnTo>
                  <a:close/>
                </a:path>
                <a:path w="307975" h="929639">
                  <a:moveTo>
                    <a:pt x="83820" y="787908"/>
                  </a:moveTo>
                  <a:lnTo>
                    <a:pt x="83820" y="765048"/>
                  </a:lnTo>
                  <a:lnTo>
                    <a:pt x="71628" y="775716"/>
                  </a:lnTo>
                  <a:lnTo>
                    <a:pt x="71628" y="787908"/>
                  </a:lnTo>
                  <a:lnTo>
                    <a:pt x="83820" y="787908"/>
                  </a:lnTo>
                  <a:close/>
                </a:path>
                <a:path w="307975" h="929639">
                  <a:moveTo>
                    <a:pt x="161544" y="21336"/>
                  </a:moveTo>
                  <a:lnTo>
                    <a:pt x="146304" y="21336"/>
                  </a:lnTo>
                  <a:lnTo>
                    <a:pt x="153924" y="28956"/>
                  </a:lnTo>
                  <a:lnTo>
                    <a:pt x="161544" y="21336"/>
                  </a:lnTo>
                  <a:close/>
                </a:path>
                <a:path w="307975" h="929639">
                  <a:moveTo>
                    <a:pt x="153924" y="28956"/>
                  </a:moveTo>
                  <a:lnTo>
                    <a:pt x="146304" y="21336"/>
                  </a:lnTo>
                  <a:lnTo>
                    <a:pt x="146304" y="36576"/>
                  </a:lnTo>
                  <a:lnTo>
                    <a:pt x="153924" y="28956"/>
                  </a:lnTo>
                  <a:close/>
                </a:path>
                <a:path w="307975" h="929639">
                  <a:moveTo>
                    <a:pt x="161544" y="908304"/>
                  </a:moveTo>
                  <a:lnTo>
                    <a:pt x="153924" y="900684"/>
                  </a:lnTo>
                  <a:lnTo>
                    <a:pt x="146304" y="908304"/>
                  </a:lnTo>
                  <a:lnTo>
                    <a:pt x="161544" y="908304"/>
                  </a:lnTo>
                  <a:close/>
                </a:path>
                <a:path w="307975" h="929639">
                  <a:moveTo>
                    <a:pt x="161544" y="925068"/>
                  </a:moveTo>
                  <a:lnTo>
                    <a:pt x="161544" y="908304"/>
                  </a:lnTo>
                  <a:lnTo>
                    <a:pt x="146304" y="908304"/>
                  </a:lnTo>
                  <a:lnTo>
                    <a:pt x="146304" y="925068"/>
                  </a:lnTo>
                  <a:lnTo>
                    <a:pt x="150876" y="929640"/>
                  </a:lnTo>
                  <a:lnTo>
                    <a:pt x="156972" y="929640"/>
                  </a:lnTo>
                  <a:lnTo>
                    <a:pt x="161544" y="925068"/>
                  </a:lnTo>
                  <a:close/>
                </a:path>
                <a:path w="307975" h="929639">
                  <a:moveTo>
                    <a:pt x="161544" y="36576"/>
                  </a:moveTo>
                  <a:lnTo>
                    <a:pt x="161544" y="21336"/>
                  </a:lnTo>
                  <a:lnTo>
                    <a:pt x="153924" y="28956"/>
                  </a:lnTo>
                  <a:lnTo>
                    <a:pt x="161544" y="36576"/>
                  </a:lnTo>
                  <a:close/>
                </a:path>
                <a:path w="307975" h="929639">
                  <a:moveTo>
                    <a:pt x="294132" y="793905"/>
                  </a:moveTo>
                  <a:lnTo>
                    <a:pt x="294132" y="787908"/>
                  </a:lnTo>
                  <a:lnTo>
                    <a:pt x="266700" y="787908"/>
                  </a:lnTo>
                  <a:lnTo>
                    <a:pt x="153924" y="900684"/>
                  </a:lnTo>
                  <a:lnTo>
                    <a:pt x="161544" y="908304"/>
                  </a:lnTo>
                  <a:lnTo>
                    <a:pt x="161544" y="925068"/>
                  </a:lnTo>
                  <a:lnTo>
                    <a:pt x="294132" y="793905"/>
                  </a:lnTo>
                  <a:close/>
                </a:path>
                <a:path w="307975" h="929639">
                  <a:moveTo>
                    <a:pt x="294132" y="164592"/>
                  </a:moveTo>
                  <a:lnTo>
                    <a:pt x="294132" y="141732"/>
                  </a:lnTo>
                  <a:lnTo>
                    <a:pt x="286512" y="161544"/>
                  </a:lnTo>
                  <a:lnTo>
                    <a:pt x="266700" y="141732"/>
                  </a:lnTo>
                  <a:lnTo>
                    <a:pt x="217932" y="141732"/>
                  </a:lnTo>
                  <a:lnTo>
                    <a:pt x="211836" y="146304"/>
                  </a:lnTo>
                  <a:lnTo>
                    <a:pt x="211836" y="783336"/>
                  </a:lnTo>
                  <a:lnTo>
                    <a:pt x="217932" y="787908"/>
                  </a:lnTo>
                  <a:lnTo>
                    <a:pt x="224028" y="787908"/>
                  </a:lnTo>
                  <a:lnTo>
                    <a:pt x="224028" y="164592"/>
                  </a:lnTo>
                  <a:lnTo>
                    <a:pt x="236220" y="152400"/>
                  </a:lnTo>
                  <a:lnTo>
                    <a:pt x="236220" y="164592"/>
                  </a:lnTo>
                  <a:lnTo>
                    <a:pt x="294132" y="164592"/>
                  </a:lnTo>
                  <a:close/>
                </a:path>
                <a:path w="307975" h="929639">
                  <a:moveTo>
                    <a:pt x="236220" y="164592"/>
                  </a:moveTo>
                  <a:lnTo>
                    <a:pt x="236220" y="152400"/>
                  </a:lnTo>
                  <a:lnTo>
                    <a:pt x="224028" y="164592"/>
                  </a:lnTo>
                  <a:lnTo>
                    <a:pt x="236220" y="164592"/>
                  </a:lnTo>
                  <a:close/>
                </a:path>
                <a:path w="307975" h="929639">
                  <a:moveTo>
                    <a:pt x="236220" y="765048"/>
                  </a:moveTo>
                  <a:lnTo>
                    <a:pt x="236220" y="164592"/>
                  </a:lnTo>
                  <a:lnTo>
                    <a:pt x="224028" y="164592"/>
                  </a:lnTo>
                  <a:lnTo>
                    <a:pt x="224028" y="765048"/>
                  </a:lnTo>
                  <a:lnTo>
                    <a:pt x="236220" y="765048"/>
                  </a:lnTo>
                  <a:close/>
                </a:path>
                <a:path w="307975" h="929639">
                  <a:moveTo>
                    <a:pt x="307848" y="775716"/>
                  </a:moveTo>
                  <a:lnTo>
                    <a:pt x="304800" y="772668"/>
                  </a:lnTo>
                  <a:lnTo>
                    <a:pt x="303276" y="768096"/>
                  </a:lnTo>
                  <a:lnTo>
                    <a:pt x="298704" y="765048"/>
                  </a:lnTo>
                  <a:lnTo>
                    <a:pt x="224028" y="765048"/>
                  </a:lnTo>
                  <a:lnTo>
                    <a:pt x="236220" y="775716"/>
                  </a:lnTo>
                  <a:lnTo>
                    <a:pt x="236220" y="787908"/>
                  </a:lnTo>
                  <a:lnTo>
                    <a:pt x="266700" y="787908"/>
                  </a:lnTo>
                  <a:lnTo>
                    <a:pt x="286512" y="768096"/>
                  </a:lnTo>
                  <a:lnTo>
                    <a:pt x="294132" y="787908"/>
                  </a:lnTo>
                  <a:lnTo>
                    <a:pt x="294132" y="793905"/>
                  </a:lnTo>
                  <a:lnTo>
                    <a:pt x="303276" y="784860"/>
                  </a:lnTo>
                  <a:lnTo>
                    <a:pt x="306324" y="781812"/>
                  </a:lnTo>
                  <a:lnTo>
                    <a:pt x="307848" y="775716"/>
                  </a:lnTo>
                  <a:close/>
                </a:path>
                <a:path w="307975" h="929639">
                  <a:moveTo>
                    <a:pt x="236220" y="787908"/>
                  </a:moveTo>
                  <a:lnTo>
                    <a:pt x="236220" y="775716"/>
                  </a:lnTo>
                  <a:lnTo>
                    <a:pt x="224028" y="765048"/>
                  </a:lnTo>
                  <a:lnTo>
                    <a:pt x="224028" y="787908"/>
                  </a:lnTo>
                  <a:lnTo>
                    <a:pt x="236220" y="787908"/>
                  </a:lnTo>
                  <a:close/>
                </a:path>
                <a:path w="307975" h="929639">
                  <a:moveTo>
                    <a:pt x="294132" y="141732"/>
                  </a:moveTo>
                  <a:lnTo>
                    <a:pt x="266700" y="141732"/>
                  </a:lnTo>
                  <a:lnTo>
                    <a:pt x="286512" y="161544"/>
                  </a:lnTo>
                  <a:lnTo>
                    <a:pt x="294132" y="141732"/>
                  </a:lnTo>
                  <a:close/>
                </a:path>
                <a:path w="307975" h="929639">
                  <a:moveTo>
                    <a:pt x="294132" y="787908"/>
                  </a:moveTo>
                  <a:lnTo>
                    <a:pt x="286512" y="768096"/>
                  </a:lnTo>
                  <a:lnTo>
                    <a:pt x="266700" y="787908"/>
                  </a:lnTo>
                  <a:lnTo>
                    <a:pt x="294132" y="787908"/>
                  </a:lnTo>
                  <a:close/>
                </a:path>
              </a:pathLst>
            </a:custGeom>
            <a:solidFill>
              <a:srgbClr val="E46C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2384436" y="6620722"/>
            <a:ext cx="92583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Consumer</a:t>
            </a:r>
            <a:endParaRPr sz="12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348102" y="6672537"/>
            <a:ext cx="956944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Enterprise</a:t>
            </a:r>
            <a:endParaRPr sz="12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617095" y="5022046"/>
            <a:ext cx="1269365" cy="4248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336550">
              <a:lnSpc>
                <a:spcPct val="106000"/>
              </a:lnSpc>
              <a:spcBef>
                <a:spcPts val="40"/>
              </a:spcBef>
            </a:pPr>
            <a:r>
              <a:rPr sz="1250" spc="-10" dirty="0">
                <a:solidFill>
                  <a:srgbClr val="003200"/>
                </a:solidFill>
                <a:latin typeface="Arial Black" panose="020B0A04020102020204"/>
                <a:cs typeface="Arial Black" panose="020B0A04020102020204"/>
              </a:rPr>
              <a:t>Cloud Infrastructure</a:t>
            </a:r>
            <a:endParaRPr sz="12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602368" y="4784302"/>
            <a:ext cx="189865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dirty="0">
                <a:solidFill>
                  <a:srgbClr val="10243E"/>
                </a:solidFill>
                <a:latin typeface="Arial Black" panose="020B0A04020102020204"/>
                <a:cs typeface="Arial Black" panose="020B0A04020102020204"/>
              </a:rPr>
              <a:t>Virtualized</a:t>
            </a:r>
            <a:r>
              <a:rPr sz="1250" spc="330" dirty="0">
                <a:solidFill>
                  <a:srgbClr val="10243E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-10" dirty="0">
                <a:solidFill>
                  <a:srgbClr val="10243E"/>
                </a:solidFill>
                <a:latin typeface="Arial Black" panose="020B0A04020102020204"/>
                <a:cs typeface="Arial Black" panose="020B0A04020102020204"/>
              </a:rPr>
              <a:t>Desktops</a:t>
            </a:r>
            <a:endParaRPr sz="125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2450469" y="3777995"/>
            <a:ext cx="5697220" cy="2842260"/>
            <a:chOff x="2450469" y="3777995"/>
            <a:chExt cx="5697220" cy="2842260"/>
          </a:xfrm>
        </p:grpSpPr>
        <p:pic>
          <p:nvPicPr>
            <p:cNvPr id="93" name="object 9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881761" y="3777995"/>
              <a:ext cx="1702307" cy="109575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131442" y="3779519"/>
              <a:ext cx="320039" cy="1524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979042" y="3779519"/>
              <a:ext cx="106679" cy="2286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093342" y="379094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89382" y="3779519"/>
              <a:ext cx="335280" cy="3810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230502" y="379094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5F4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070481" y="37985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78002" y="3779519"/>
              <a:ext cx="594360" cy="4572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3689481" y="382142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AFC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11402" y="3817619"/>
              <a:ext cx="30480" cy="762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085721" y="3787139"/>
              <a:ext cx="365760" cy="8382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133221" y="3809999"/>
              <a:ext cx="68580" cy="381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77061" y="3825239"/>
              <a:ext cx="213360" cy="4572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140842" y="38519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EDF6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988442" y="3817619"/>
              <a:ext cx="83820" cy="8382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704722" y="3817619"/>
              <a:ext cx="167640" cy="6096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933322" y="3802379"/>
              <a:ext cx="68580" cy="12192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3544702" y="386714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BABBB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3544702" y="38747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C5C4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276221" y="38747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329562" y="387476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7620">
              <a:solidFill>
                <a:srgbClr val="FDFDF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117982" y="3825239"/>
              <a:ext cx="190500" cy="9144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819022" y="3870959"/>
              <a:ext cx="106679" cy="4572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291462" y="3870959"/>
              <a:ext cx="304799" cy="10668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133221" y="3916679"/>
              <a:ext cx="91440" cy="1524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156082" y="3931919"/>
              <a:ext cx="68579" cy="762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910461" y="3916679"/>
              <a:ext cx="167640" cy="6858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278002" y="3863339"/>
              <a:ext cx="556259" cy="18288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186561" y="3939539"/>
              <a:ext cx="38100" cy="3810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070481" y="3977639"/>
              <a:ext cx="68579" cy="2286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123821" y="4000499"/>
              <a:ext cx="99059" cy="38100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4207642" y="40424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559942" y="405002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704722" y="4015739"/>
              <a:ext cx="175259" cy="53340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3864742" y="40652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537081" y="3985259"/>
              <a:ext cx="464820" cy="129540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4329562" y="407288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7620">
              <a:solidFill>
                <a:srgbClr val="FEFE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230502" y="4038599"/>
              <a:ext cx="190499" cy="7620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666622" y="4107179"/>
              <a:ext cx="205740" cy="3810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413381" y="4114799"/>
              <a:ext cx="45719" cy="1524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979042" y="4107179"/>
              <a:ext cx="76200" cy="4572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796161" y="4137659"/>
              <a:ext cx="76200" cy="762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727581" y="4137659"/>
              <a:ext cx="45720" cy="15240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443862" y="4130039"/>
              <a:ext cx="83819" cy="3048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788542" y="4145279"/>
              <a:ext cx="83819" cy="15240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575181" y="4114799"/>
              <a:ext cx="15240" cy="10668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040002" y="4145279"/>
              <a:ext cx="99059" cy="45720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735202" y="4152899"/>
              <a:ext cx="137160" cy="4572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512442" y="4160519"/>
              <a:ext cx="83819" cy="38100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3819022" y="41948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3582802" y="42252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EC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123821" y="4190999"/>
              <a:ext cx="160019" cy="68580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3887602" y="42329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727581" y="4190999"/>
              <a:ext cx="198119" cy="76200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4268602" y="42633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925702" y="4152899"/>
              <a:ext cx="236220" cy="243840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750442" y="4259579"/>
              <a:ext cx="167640" cy="53340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4367662" y="429386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BFC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436242" y="432434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4474342" y="43395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F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260981" y="4259579"/>
              <a:ext cx="335279" cy="198120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4542921" y="43776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154302" y="4389119"/>
              <a:ext cx="38100" cy="15240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184781" y="4404359"/>
              <a:ext cx="38099" cy="15240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215262" y="4419599"/>
              <a:ext cx="38099" cy="1524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979042" y="4396739"/>
              <a:ext cx="22860" cy="7620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169542" y="4427219"/>
              <a:ext cx="190500" cy="68580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3994281" y="447674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DFD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123821" y="4488179"/>
              <a:ext cx="335280" cy="60960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169542" y="4549139"/>
              <a:ext cx="358140" cy="4572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253362" y="4594859"/>
              <a:ext cx="160020" cy="4572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535302" y="4594859"/>
              <a:ext cx="60960" cy="38100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4573402" y="461390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FCFD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321942" y="4640579"/>
              <a:ext cx="83820" cy="381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192657" y="5093207"/>
              <a:ext cx="806195" cy="544067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817754" y="5839967"/>
              <a:ext cx="336803" cy="342899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450469" y="5839967"/>
              <a:ext cx="344423" cy="34289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904621" y="6199631"/>
              <a:ext cx="342899" cy="342899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544958" y="6199631"/>
              <a:ext cx="335279" cy="342899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5970909" y="5297423"/>
              <a:ext cx="1492250" cy="835660"/>
            </a:xfrm>
            <a:custGeom>
              <a:avLst/>
              <a:gdLst/>
              <a:ahLst/>
              <a:cxnLst/>
              <a:rect l="l" t="t" r="r" b="b"/>
              <a:pathLst>
                <a:path w="1492250" h="835660">
                  <a:moveTo>
                    <a:pt x="1491995" y="757427"/>
                  </a:moveTo>
                  <a:lnTo>
                    <a:pt x="1415795" y="550163"/>
                  </a:lnTo>
                  <a:lnTo>
                    <a:pt x="1382267" y="621791"/>
                  </a:lnTo>
                  <a:lnTo>
                    <a:pt x="173735" y="70103"/>
                  </a:lnTo>
                  <a:lnTo>
                    <a:pt x="207263" y="0"/>
                  </a:lnTo>
                  <a:lnTo>
                    <a:pt x="0" y="76199"/>
                  </a:lnTo>
                  <a:lnTo>
                    <a:pt x="76199" y="283463"/>
                  </a:lnTo>
                  <a:lnTo>
                    <a:pt x="109727" y="211835"/>
                  </a:lnTo>
                  <a:lnTo>
                    <a:pt x="1318259" y="763523"/>
                  </a:lnTo>
                  <a:lnTo>
                    <a:pt x="1284731" y="835151"/>
                  </a:lnTo>
                  <a:lnTo>
                    <a:pt x="1491995" y="757427"/>
                  </a:lnTo>
                  <a:close/>
                </a:path>
              </a:pathLst>
            </a:custGeom>
            <a:solidFill>
              <a:srgbClr val="FAB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958718" y="5285232"/>
              <a:ext cx="1516380" cy="858519"/>
            </a:xfrm>
            <a:custGeom>
              <a:avLst/>
              <a:gdLst/>
              <a:ahLst/>
              <a:cxnLst/>
              <a:rect l="l" t="t" r="r" b="b"/>
              <a:pathLst>
                <a:path w="1516379" h="858520">
                  <a:moveTo>
                    <a:pt x="230124" y="12192"/>
                  </a:moveTo>
                  <a:lnTo>
                    <a:pt x="230124" y="7620"/>
                  </a:lnTo>
                  <a:lnTo>
                    <a:pt x="224028" y="1524"/>
                  </a:lnTo>
                  <a:lnTo>
                    <a:pt x="219456" y="0"/>
                  </a:lnTo>
                  <a:lnTo>
                    <a:pt x="214884" y="1524"/>
                  </a:lnTo>
                  <a:lnTo>
                    <a:pt x="7620" y="79248"/>
                  </a:lnTo>
                  <a:lnTo>
                    <a:pt x="3048" y="80772"/>
                  </a:lnTo>
                  <a:lnTo>
                    <a:pt x="0" y="86868"/>
                  </a:lnTo>
                  <a:lnTo>
                    <a:pt x="1524" y="91440"/>
                  </a:lnTo>
                  <a:lnTo>
                    <a:pt x="15240" y="128016"/>
                  </a:lnTo>
                  <a:lnTo>
                    <a:pt x="15240" y="97536"/>
                  </a:lnTo>
                  <a:lnTo>
                    <a:pt x="21336" y="85344"/>
                  </a:lnTo>
                  <a:lnTo>
                    <a:pt x="24636" y="94081"/>
                  </a:lnTo>
                  <a:lnTo>
                    <a:pt x="199751" y="29700"/>
                  </a:lnTo>
                  <a:lnTo>
                    <a:pt x="210312" y="7620"/>
                  </a:lnTo>
                  <a:lnTo>
                    <a:pt x="222504" y="21336"/>
                  </a:lnTo>
                  <a:lnTo>
                    <a:pt x="222504" y="28883"/>
                  </a:lnTo>
                  <a:lnTo>
                    <a:pt x="228600" y="15240"/>
                  </a:lnTo>
                  <a:lnTo>
                    <a:pt x="230124" y="12192"/>
                  </a:lnTo>
                  <a:close/>
                </a:path>
                <a:path w="1516379" h="858520">
                  <a:moveTo>
                    <a:pt x="24636" y="94081"/>
                  </a:moveTo>
                  <a:lnTo>
                    <a:pt x="21336" y="85344"/>
                  </a:lnTo>
                  <a:lnTo>
                    <a:pt x="15240" y="97536"/>
                  </a:lnTo>
                  <a:lnTo>
                    <a:pt x="24636" y="94081"/>
                  </a:lnTo>
                  <a:close/>
                </a:path>
                <a:path w="1516379" h="858520">
                  <a:moveTo>
                    <a:pt x="89983" y="267057"/>
                  </a:moveTo>
                  <a:lnTo>
                    <a:pt x="24636" y="94081"/>
                  </a:lnTo>
                  <a:lnTo>
                    <a:pt x="15240" y="97536"/>
                  </a:lnTo>
                  <a:lnTo>
                    <a:pt x="15240" y="128016"/>
                  </a:lnTo>
                  <a:lnTo>
                    <a:pt x="79248" y="298704"/>
                  </a:lnTo>
                  <a:lnTo>
                    <a:pt x="79248" y="291084"/>
                  </a:lnTo>
                  <a:lnTo>
                    <a:pt x="89983" y="267057"/>
                  </a:lnTo>
                  <a:close/>
                </a:path>
                <a:path w="1516379" h="858520">
                  <a:moveTo>
                    <a:pt x="99060" y="291084"/>
                  </a:moveTo>
                  <a:lnTo>
                    <a:pt x="89983" y="267057"/>
                  </a:lnTo>
                  <a:lnTo>
                    <a:pt x="79248" y="291084"/>
                  </a:lnTo>
                  <a:lnTo>
                    <a:pt x="99060" y="291084"/>
                  </a:lnTo>
                  <a:close/>
                </a:path>
                <a:path w="1516379" h="858520">
                  <a:moveTo>
                    <a:pt x="99060" y="300228"/>
                  </a:moveTo>
                  <a:lnTo>
                    <a:pt x="99060" y="291084"/>
                  </a:lnTo>
                  <a:lnTo>
                    <a:pt x="79248" y="291084"/>
                  </a:lnTo>
                  <a:lnTo>
                    <a:pt x="79248" y="298704"/>
                  </a:lnTo>
                  <a:lnTo>
                    <a:pt x="80772" y="303276"/>
                  </a:lnTo>
                  <a:lnTo>
                    <a:pt x="83820" y="304800"/>
                  </a:lnTo>
                  <a:lnTo>
                    <a:pt x="88392" y="306324"/>
                  </a:lnTo>
                  <a:lnTo>
                    <a:pt x="92964" y="306324"/>
                  </a:lnTo>
                  <a:lnTo>
                    <a:pt x="99060" y="300228"/>
                  </a:lnTo>
                  <a:close/>
                </a:path>
                <a:path w="1516379" h="858520">
                  <a:moveTo>
                    <a:pt x="1342644" y="774192"/>
                  </a:moveTo>
                  <a:lnTo>
                    <a:pt x="1339596" y="768096"/>
                  </a:lnTo>
                  <a:lnTo>
                    <a:pt x="1335024" y="766572"/>
                  </a:lnTo>
                  <a:lnTo>
                    <a:pt x="126492" y="214884"/>
                  </a:lnTo>
                  <a:lnTo>
                    <a:pt x="120396" y="211836"/>
                  </a:lnTo>
                  <a:lnTo>
                    <a:pt x="114300" y="214884"/>
                  </a:lnTo>
                  <a:lnTo>
                    <a:pt x="111252" y="219456"/>
                  </a:lnTo>
                  <a:lnTo>
                    <a:pt x="89983" y="267057"/>
                  </a:lnTo>
                  <a:lnTo>
                    <a:pt x="99060" y="291084"/>
                  </a:lnTo>
                  <a:lnTo>
                    <a:pt x="99060" y="300228"/>
                  </a:lnTo>
                  <a:lnTo>
                    <a:pt x="117348" y="259297"/>
                  </a:lnTo>
                  <a:lnTo>
                    <a:pt x="117348" y="233172"/>
                  </a:lnTo>
                  <a:lnTo>
                    <a:pt x="131064" y="228600"/>
                  </a:lnTo>
                  <a:lnTo>
                    <a:pt x="131064" y="239433"/>
                  </a:lnTo>
                  <a:lnTo>
                    <a:pt x="1316823" y="780725"/>
                  </a:lnTo>
                  <a:lnTo>
                    <a:pt x="1321308" y="771144"/>
                  </a:lnTo>
                  <a:lnTo>
                    <a:pt x="1325880" y="784860"/>
                  </a:lnTo>
                  <a:lnTo>
                    <a:pt x="1325880" y="810332"/>
                  </a:lnTo>
                  <a:lnTo>
                    <a:pt x="1339596" y="780288"/>
                  </a:lnTo>
                  <a:lnTo>
                    <a:pt x="1342644" y="774192"/>
                  </a:lnTo>
                  <a:close/>
                </a:path>
                <a:path w="1516379" h="858520">
                  <a:moveTo>
                    <a:pt x="131064" y="228600"/>
                  </a:moveTo>
                  <a:lnTo>
                    <a:pt x="117348" y="233172"/>
                  </a:lnTo>
                  <a:lnTo>
                    <a:pt x="127043" y="237598"/>
                  </a:lnTo>
                  <a:lnTo>
                    <a:pt x="131064" y="228600"/>
                  </a:lnTo>
                  <a:close/>
                </a:path>
                <a:path w="1516379" h="858520">
                  <a:moveTo>
                    <a:pt x="127043" y="237598"/>
                  </a:moveTo>
                  <a:lnTo>
                    <a:pt x="117348" y="233172"/>
                  </a:lnTo>
                  <a:lnTo>
                    <a:pt x="117348" y="259297"/>
                  </a:lnTo>
                  <a:lnTo>
                    <a:pt x="127043" y="237598"/>
                  </a:lnTo>
                  <a:close/>
                </a:path>
                <a:path w="1516379" h="858520">
                  <a:moveTo>
                    <a:pt x="131064" y="239433"/>
                  </a:moveTo>
                  <a:lnTo>
                    <a:pt x="131064" y="228600"/>
                  </a:lnTo>
                  <a:lnTo>
                    <a:pt x="127043" y="237598"/>
                  </a:lnTo>
                  <a:lnTo>
                    <a:pt x="131064" y="239433"/>
                  </a:lnTo>
                  <a:close/>
                </a:path>
                <a:path w="1516379" h="858520">
                  <a:moveTo>
                    <a:pt x="222504" y="28883"/>
                  </a:moveTo>
                  <a:lnTo>
                    <a:pt x="222504" y="21336"/>
                  </a:lnTo>
                  <a:lnTo>
                    <a:pt x="199751" y="29700"/>
                  </a:lnTo>
                  <a:lnTo>
                    <a:pt x="176784" y="77724"/>
                  </a:lnTo>
                  <a:lnTo>
                    <a:pt x="175260" y="83820"/>
                  </a:lnTo>
                  <a:lnTo>
                    <a:pt x="176784" y="89916"/>
                  </a:lnTo>
                  <a:lnTo>
                    <a:pt x="182880" y="91440"/>
                  </a:lnTo>
                  <a:lnTo>
                    <a:pt x="190500" y="94918"/>
                  </a:lnTo>
                  <a:lnTo>
                    <a:pt x="190500" y="73152"/>
                  </a:lnTo>
                  <a:lnTo>
                    <a:pt x="200653" y="77787"/>
                  </a:lnTo>
                  <a:lnTo>
                    <a:pt x="222504" y="28883"/>
                  </a:lnTo>
                  <a:close/>
                </a:path>
                <a:path w="1516379" h="858520">
                  <a:moveTo>
                    <a:pt x="200653" y="77787"/>
                  </a:moveTo>
                  <a:lnTo>
                    <a:pt x="190500" y="73152"/>
                  </a:lnTo>
                  <a:lnTo>
                    <a:pt x="196596" y="86868"/>
                  </a:lnTo>
                  <a:lnTo>
                    <a:pt x="200653" y="77787"/>
                  </a:lnTo>
                  <a:close/>
                </a:path>
                <a:path w="1516379" h="858520">
                  <a:moveTo>
                    <a:pt x="1389568" y="620520"/>
                  </a:moveTo>
                  <a:lnTo>
                    <a:pt x="200653" y="77787"/>
                  </a:lnTo>
                  <a:lnTo>
                    <a:pt x="196596" y="86868"/>
                  </a:lnTo>
                  <a:lnTo>
                    <a:pt x="190500" y="73152"/>
                  </a:lnTo>
                  <a:lnTo>
                    <a:pt x="190500" y="94918"/>
                  </a:lnTo>
                  <a:lnTo>
                    <a:pt x="1385316" y="640345"/>
                  </a:lnTo>
                  <a:lnTo>
                    <a:pt x="1385316" y="629412"/>
                  </a:lnTo>
                  <a:lnTo>
                    <a:pt x="1389568" y="620520"/>
                  </a:lnTo>
                  <a:close/>
                </a:path>
                <a:path w="1516379" h="858520">
                  <a:moveTo>
                    <a:pt x="222504" y="21336"/>
                  </a:moveTo>
                  <a:lnTo>
                    <a:pt x="210312" y="7620"/>
                  </a:lnTo>
                  <a:lnTo>
                    <a:pt x="199751" y="29700"/>
                  </a:lnTo>
                  <a:lnTo>
                    <a:pt x="222504" y="21336"/>
                  </a:lnTo>
                  <a:close/>
                </a:path>
                <a:path w="1516379" h="858520">
                  <a:moveTo>
                    <a:pt x="1325880" y="810332"/>
                  </a:moveTo>
                  <a:lnTo>
                    <a:pt x="1325880" y="784860"/>
                  </a:lnTo>
                  <a:lnTo>
                    <a:pt x="1316823" y="780725"/>
                  </a:lnTo>
                  <a:lnTo>
                    <a:pt x="1287780" y="842772"/>
                  </a:lnTo>
                  <a:lnTo>
                    <a:pt x="1286256" y="845820"/>
                  </a:lnTo>
                  <a:lnTo>
                    <a:pt x="1287780" y="850392"/>
                  </a:lnTo>
                  <a:lnTo>
                    <a:pt x="1289304" y="853440"/>
                  </a:lnTo>
                  <a:lnTo>
                    <a:pt x="1292352" y="856488"/>
                  </a:lnTo>
                  <a:lnTo>
                    <a:pt x="1293876" y="856996"/>
                  </a:lnTo>
                  <a:lnTo>
                    <a:pt x="1293876" y="836676"/>
                  </a:lnTo>
                  <a:lnTo>
                    <a:pt x="1317882" y="827849"/>
                  </a:lnTo>
                  <a:lnTo>
                    <a:pt x="1325880" y="810332"/>
                  </a:lnTo>
                  <a:close/>
                </a:path>
                <a:path w="1516379" h="858520">
                  <a:moveTo>
                    <a:pt x="1317882" y="827849"/>
                  </a:moveTo>
                  <a:lnTo>
                    <a:pt x="1293876" y="836676"/>
                  </a:lnTo>
                  <a:lnTo>
                    <a:pt x="1307592" y="850392"/>
                  </a:lnTo>
                  <a:lnTo>
                    <a:pt x="1317882" y="827849"/>
                  </a:lnTo>
                  <a:close/>
                </a:path>
                <a:path w="1516379" h="858520">
                  <a:moveTo>
                    <a:pt x="1501140" y="781621"/>
                  </a:moveTo>
                  <a:lnTo>
                    <a:pt x="1501140" y="760476"/>
                  </a:lnTo>
                  <a:lnTo>
                    <a:pt x="1495044" y="772668"/>
                  </a:lnTo>
                  <a:lnTo>
                    <a:pt x="1491743" y="763930"/>
                  </a:lnTo>
                  <a:lnTo>
                    <a:pt x="1317882" y="827849"/>
                  </a:lnTo>
                  <a:lnTo>
                    <a:pt x="1307592" y="850392"/>
                  </a:lnTo>
                  <a:lnTo>
                    <a:pt x="1293876" y="836676"/>
                  </a:lnTo>
                  <a:lnTo>
                    <a:pt x="1293876" y="856996"/>
                  </a:lnTo>
                  <a:lnTo>
                    <a:pt x="1296924" y="858012"/>
                  </a:lnTo>
                  <a:lnTo>
                    <a:pt x="1301496" y="856488"/>
                  </a:lnTo>
                  <a:lnTo>
                    <a:pt x="1501140" y="781621"/>
                  </a:lnTo>
                  <a:close/>
                </a:path>
                <a:path w="1516379" h="858520">
                  <a:moveTo>
                    <a:pt x="1325880" y="784860"/>
                  </a:moveTo>
                  <a:lnTo>
                    <a:pt x="1321308" y="771144"/>
                  </a:lnTo>
                  <a:lnTo>
                    <a:pt x="1316823" y="780725"/>
                  </a:lnTo>
                  <a:lnTo>
                    <a:pt x="1325880" y="784860"/>
                  </a:lnTo>
                  <a:close/>
                </a:path>
                <a:path w="1516379" h="858520">
                  <a:moveTo>
                    <a:pt x="1399032" y="624840"/>
                  </a:moveTo>
                  <a:lnTo>
                    <a:pt x="1389568" y="620520"/>
                  </a:lnTo>
                  <a:lnTo>
                    <a:pt x="1385316" y="629412"/>
                  </a:lnTo>
                  <a:lnTo>
                    <a:pt x="1399032" y="624840"/>
                  </a:lnTo>
                  <a:close/>
                </a:path>
                <a:path w="1516379" h="858520">
                  <a:moveTo>
                    <a:pt x="1399032" y="644652"/>
                  </a:moveTo>
                  <a:lnTo>
                    <a:pt x="1399032" y="624840"/>
                  </a:lnTo>
                  <a:lnTo>
                    <a:pt x="1385316" y="629412"/>
                  </a:lnTo>
                  <a:lnTo>
                    <a:pt x="1385316" y="640345"/>
                  </a:lnTo>
                  <a:lnTo>
                    <a:pt x="1391412" y="643128"/>
                  </a:lnTo>
                  <a:lnTo>
                    <a:pt x="1395984" y="646176"/>
                  </a:lnTo>
                  <a:lnTo>
                    <a:pt x="1399032" y="644652"/>
                  </a:lnTo>
                  <a:close/>
                </a:path>
                <a:path w="1516379" h="858520">
                  <a:moveTo>
                    <a:pt x="1516380" y="771144"/>
                  </a:moveTo>
                  <a:lnTo>
                    <a:pt x="1514856" y="766572"/>
                  </a:lnTo>
                  <a:lnTo>
                    <a:pt x="1437132" y="559308"/>
                  </a:lnTo>
                  <a:lnTo>
                    <a:pt x="1435608" y="554736"/>
                  </a:lnTo>
                  <a:lnTo>
                    <a:pt x="1432560" y="553212"/>
                  </a:lnTo>
                  <a:lnTo>
                    <a:pt x="1427988" y="553212"/>
                  </a:lnTo>
                  <a:lnTo>
                    <a:pt x="1423416" y="551688"/>
                  </a:lnTo>
                  <a:lnTo>
                    <a:pt x="1420368" y="554736"/>
                  </a:lnTo>
                  <a:lnTo>
                    <a:pt x="1418844" y="559308"/>
                  </a:lnTo>
                  <a:lnTo>
                    <a:pt x="1389568" y="620520"/>
                  </a:lnTo>
                  <a:lnTo>
                    <a:pt x="1399032" y="624840"/>
                  </a:lnTo>
                  <a:lnTo>
                    <a:pt x="1399032" y="644652"/>
                  </a:lnTo>
                  <a:lnTo>
                    <a:pt x="1402080" y="643128"/>
                  </a:lnTo>
                  <a:lnTo>
                    <a:pt x="1405128" y="638556"/>
                  </a:lnTo>
                  <a:lnTo>
                    <a:pt x="1417320" y="611269"/>
                  </a:lnTo>
                  <a:lnTo>
                    <a:pt x="1417320" y="566928"/>
                  </a:lnTo>
                  <a:lnTo>
                    <a:pt x="1437132" y="566928"/>
                  </a:lnTo>
                  <a:lnTo>
                    <a:pt x="1437132" y="619371"/>
                  </a:lnTo>
                  <a:lnTo>
                    <a:pt x="1491743" y="763930"/>
                  </a:lnTo>
                  <a:lnTo>
                    <a:pt x="1501140" y="760476"/>
                  </a:lnTo>
                  <a:lnTo>
                    <a:pt x="1501140" y="781621"/>
                  </a:lnTo>
                  <a:lnTo>
                    <a:pt x="1508760" y="778764"/>
                  </a:lnTo>
                  <a:lnTo>
                    <a:pt x="1513332" y="777240"/>
                  </a:lnTo>
                  <a:lnTo>
                    <a:pt x="1516380" y="771144"/>
                  </a:lnTo>
                  <a:close/>
                </a:path>
                <a:path w="1516379" h="858520">
                  <a:moveTo>
                    <a:pt x="1437132" y="566928"/>
                  </a:moveTo>
                  <a:lnTo>
                    <a:pt x="1417320" y="566928"/>
                  </a:lnTo>
                  <a:lnTo>
                    <a:pt x="1426396" y="590954"/>
                  </a:lnTo>
                  <a:lnTo>
                    <a:pt x="1437132" y="566928"/>
                  </a:lnTo>
                  <a:close/>
                </a:path>
                <a:path w="1516379" h="858520">
                  <a:moveTo>
                    <a:pt x="1426396" y="590954"/>
                  </a:moveTo>
                  <a:lnTo>
                    <a:pt x="1417320" y="566928"/>
                  </a:lnTo>
                  <a:lnTo>
                    <a:pt x="1417320" y="611269"/>
                  </a:lnTo>
                  <a:lnTo>
                    <a:pt x="1426396" y="590954"/>
                  </a:lnTo>
                  <a:close/>
                </a:path>
                <a:path w="1516379" h="858520">
                  <a:moveTo>
                    <a:pt x="1437132" y="619371"/>
                  </a:moveTo>
                  <a:lnTo>
                    <a:pt x="1437132" y="566928"/>
                  </a:lnTo>
                  <a:lnTo>
                    <a:pt x="1426396" y="590954"/>
                  </a:lnTo>
                  <a:lnTo>
                    <a:pt x="1437132" y="619371"/>
                  </a:lnTo>
                  <a:close/>
                </a:path>
                <a:path w="1516379" h="858520">
                  <a:moveTo>
                    <a:pt x="1501140" y="760476"/>
                  </a:moveTo>
                  <a:lnTo>
                    <a:pt x="1491743" y="763930"/>
                  </a:lnTo>
                  <a:lnTo>
                    <a:pt x="1495044" y="772668"/>
                  </a:lnTo>
                  <a:lnTo>
                    <a:pt x="1501140" y="760476"/>
                  </a:lnTo>
                  <a:close/>
                </a:path>
              </a:pathLst>
            </a:custGeom>
            <a:solidFill>
              <a:srgbClr val="E46C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475098" y="5769863"/>
              <a:ext cx="367283" cy="42976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772278" y="5769863"/>
              <a:ext cx="359663" cy="429768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475098" y="6192011"/>
              <a:ext cx="367283" cy="428243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787517" y="6192011"/>
              <a:ext cx="359663" cy="428244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3427349" y="3778008"/>
              <a:ext cx="3228340" cy="1396365"/>
            </a:xfrm>
            <a:custGeom>
              <a:avLst/>
              <a:gdLst/>
              <a:ahLst/>
              <a:cxnLst/>
              <a:rect l="l" t="t" r="r" b="b"/>
              <a:pathLst>
                <a:path w="3228340" h="1396364">
                  <a:moveTo>
                    <a:pt x="12192" y="70104"/>
                  </a:moveTo>
                  <a:lnTo>
                    <a:pt x="7620" y="47244"/>
                  </a:lnTo>
                  <a:lnTo>
                    <a:pt x="0" y="48768"/>
                  </a:lnTo>
                  <a:lnTo>
                    <a:pt x="4572" y="71628"/>
                  </a:lnTo>
                  <a:lnTo>
                    <a:pt x="12192" y="70104"/>
                  </a:lnTo>
                  <a:close/>
                </a:path>
                <a:path w="3228340" h="1396364">
                  <a:moveTo>
                    <a:pt x="16764" y="102108"/>
                  </a:moveTo>
                  <a:lnTo>
                    <a:pt x="12192" y="77724"/>
                  </a:lnTo>
                  <a:lnTo>
                    <a:pt x="4572" y="79248"/>
                  </a:lnTo>
                  <a:lnTo>
                    <a:pt x="9144" y="102108"/>
                  </a:lnTo>
                  <a:lnTo>
                    <a:pt x="16764" y="102108"/>
                  </a:lnTo>
                  <a:close/>
                </a:path>
                <a:path w="3228340" h="1396364">
                  <a:moveTo>
                    <a:pt x="21336" y="132588"/>
                  </a:moveTo>
                  <a:lnTo>
                    <a:pt x="16764" y="109728"/>
                  </a:lnTo>
                  <a:lnTo>
                    <a:pt x="9144" y="109728"/>
                  </a:lnTo>
                  <a:lnTo>
                    <a:pt x="13716" y="134112"/>
                  </a:lnTo>
                  <a:lnTo>
                    <a:pt x="21336" y="132588"/>
                  </a:lnTo>
                  <a:close/>
                </a:path>
                <a:path w="3228340" h="1396364">
                  <a:moveTo>
                    <a:pt x="25908" y="163068"/>
                  </a:moveTo>
                  <a:lnTo>
                    <a:pt x="22860" y="140208"/>
                  </a:lnTo>
                  <a:lnTo>
                    <a:pt x="13716" y="141732"/>
                  </a:lnTo>
                  <a:lnTo>
                    <a:pt x="18288" y="164592"/>
                  </a:lnTo>
                  <a:lnTo>
                    <a:pt x="25908" y="163068"/>
                  </a:lnTo>
                  <a:close/>
                </a:path>
                <a:path w="3228340" h="1396364">
                  <a:moveTo>
                    <a:pt x="30480" y="193548"/>
                  </a:moveTo>
                  <a:lnTo>
                    <a:pt x="27432" y="170688"/>
                  </a:lnTo>
                  <a:lnTo>
                    <a:pt x="19812" y="172212"/>
                  </a:lnTo>
                  <a:lnTo>
                    <a:pt x="22860" y="195072"/>
                  </a:lnTo>
                  <a:lnTo>
                    <a:pt x="30480" y="193548"/>
                  </a:lnTo>
                  <a:close/>
                </a:path>
                <a:path w="3228340" h="1396364">
                  <a:moveTo>
                    <a:pt x="35052" y="225552"/>
                  </a:moveTo>
                  <a:lnTo>
                    <a:pt x="32004" y="201168"/>
                  </a:lnTo>
                  <a:lnTo>
                    <a:pt x="24384" y="202692"/>
                  </a:lnTo>
                  <a:lnTo>
                    <a:pt x="27432" y="225552"/>
                  </a:lnTo>
                  <a:lnTo>
                    <a:pt x="35052" y="225552"/>
                  </a:lnTo>
                  <a:close/>
                </a:path>
                <a:path w="3228340" h="1396364">
                  <a:moveTo>
                    <a:pt x="39624" y="256032"/>
                  </a:moveTo>
                  <a:lnTo>
                    <a:pt x="36576" y="233172"/>
                  </a:lnTo>
                  <a:lnTo>
                    <a:pt x="28956" y="233172"/>
                  </a:lnTo>
                  <a:lnTo>
                    <a:pt x="32004" y="257556"/>
                  </a:lnTo>
                  <a:lnTo>
                    <a:pt x="39624" y="256032"/>
                  </a:lnTo>
                  <a:close/>
                </a:path>
                <a:path w="3228340" h="1396364">
                  <a:moveTo>
                    <a:pt x="44196" y="286512"/>
                  </a:moveTo>
                  <a:lnTo>
                    <a:pt x="41148" y="263652"/>
                  </a:lnTo>
                  <a:lnTo>
                    <a:pt x="33528" y="265176"/>
                  </a:lnTo>
                  <a:lnTo>
                    <a:pt x="36576" y="288036"/>
                  </a:lnTo>
                  <a:lnTo>
                    <a:pt x="44196" y="286512"/>
                  </a:lnTo>
                  <a:close/>
                </a:path>
                <a:path w="3228340" h="1396364">
                  <a:moveTo>
                    <a:pt x="48768" y="316992"/>
                  </a:moveTo>
                  <a:lnTo>
                    <a:pt x="45720" y="294132"/>
                  </a:lnTo>
                  <a:lnTo>
                    <a:pt x="38100" y="295656"/>
                  </a:lnTo>
                  <a:lnTo>
                    <a:pt x="41148" y="318516"/>
                  </a:lnTo>
                  <a:lnTo>
                    <a:pt x="48768" y="316992"/>
                  </a:lnTo>
                  <a:close/>
                </a:path>
                <a:path w="3228340" h="1396364">
                  <a:moveTo>
                    <a:pt x="53340" y="348996"/>
                  </a:moveTo>
                  <a:lnTo>
                    <a:pt x="50292" y="324612"/>
                  </a:lnTo>
                  <a:lnTo>
                    <a:pt x="42672" y="326136"/>
                  </a:lnTo>
                  <a:lnTo>
                    <a:pt x="45720" y="348996"/>
                  </a:lnTo>
                  <a:lnTo>
                    <a:pt x="53340" y="348996"/>
                  </a:lnTo>
                  <a:close/>
                </a:path>
                <a:path w="3228340" h="1396364">
                  <a:moveTo>
                    <a:pt x="57912" y="379476"/>
                  </a:moveTo>
                  <a:lnTo>
                    <a:pt x="54864" y="356616"/>
                  </a:lnTo>
                  <a:lnTo>
                    <a:pt x="47244" y="356616"/>
                  </a:lnTo>
                  <a:lnTo>
                    <a:pt x="50292" y="381000"/>
                  </a:lnTo>
                  <a:lnTo>
                    <a:pt x="57912" y="379476"/>
                  </a:lnTo>
                  <a:close/>
                </a:path>
                <a:path w="3228340" h="1396364">
                  <a:moveTo>
                    <a:pt x="62484" y="409956"/>
                  </a:moveTo>
                  <a:lnTo>
                    <a:pt x="59436" y="387096"/>
                  </a:lnTo>
                  <a:lnTo>
                    <a:pt x="51816" y="388620"/>
                  </a:lnTo>
                  <a:lnTo>
                    <a:pt x="54864" y="411480"/>
                  </a:lnTo>
                  <a:lnTo>
                    <a:pt x="62484" y="409956"/>
                  </a:lnTo>
                  <a:close/>
                </a:path>
                <a:path w="3228340" h="1396364">
                  <a:moveTo>
                    <a:pt x="67056" y="440436"/>
                  </a:moveTo>
                  <a:lnTo>
                    <a:pt x="64008" y="417576"/>
                  </a:lnTo>
                  <a:lnTo>
                    <a:pt x="56388" y="419100"/>
                  </a:lnTo>
                  <a:lnTo>
                    <a:pt x="59436" y="441960"/>
                  </a:lnTo>
                  <a:lnTo>
                    <a:pt x="67056" y="440436"/>
                  </a:lnTo>
                  <a:close/>
                </a:path>
                <a:path w="3228340" h="1396364">
                  <a:moveTo>
                    <a:pt x="71628" y="472440"/>
                  </a:moveTo>
                  <a:lnTo>
                    <a:pt x="68580" y="448056"/>
                  </a:lnTo>
                  <a:lnTo>
                    <a:pt x="60960" y="449580"/>
                  </a:lnTo>
                  <a:lnTo>
                    <a:pt x="64008" y="472440"/>
                  </a:lnTo>
                  <a:lnTo>
                    <a:pt x="71628" y="472440"/>
                  </a:lnTo>
                  <a:close/>
                </a:path>
                <a:path w="3228340" h="1396364">
                  <a:moveTo>
                    <a:pt x="76200" y="502920"/>
                  </a:moveTo>
                  <a:lnTo>
                    <a:pt x="73152" y="480060"/>
                  </a:lnTo>
                  <a:lnTo>
                    <a:pt x="65532" y="480060"/>
                  </a:lnTo>
                  <a:lnTo>
                    <a:pt x="68580" y="504444"/>
                  </a:lnTo>
                  <a:lnTo>
                    <a:pt x="76200" y="502920"/>
                  </a:lnTo>
                  <a:close/>
                </a:path>
                <a:path w="3228340" h="1396364">
                  <a:moveTo>
                    <a:pt x="80772" y="533400"/>
                  </a:moveTo>
                  <a:lnTo>
                    <a:pt x="77724" y="510540"/>
                  </a:lnTo>
                  <a:lnTo>
                    <a:pt x="70104" y="512064"/>
                  </a:lnTo>
                  <a:lnTo>
                    <a:pt x="73152" y="534924"/>
                  </a:lnTo>
                  <a:lnTo>
                    <a:pt x="80772" y="533400"/>
                  </a:lnTo>
                  <a:close/>
                </a:path>
                <a:path w="3228340" h="1396364">
                  <a:moveTo>
                    <a:pt x="85344" y="563880"/>
                  </a:moveTo>
                  <a:lnTo>
                    <a:pt x="82296" y="541020"/>
                  </a:lnTo>
                  <a:lnTo>
                    <a:pt x="74676" y="542544"/>
                  </a:lnTo>
                  <a:lnTo>
                    <a:pt x="77724" y="565404"/>
                  </a:lnTo>
                  <a:lnTo>
                    <a:pt x="85344" y="563880"/>
                  </a:lnTo>
                  <a:close/>
                </a:path>
                <a:path w="3228340" h="1396364">
                  <a:moveTo>
                    <a:pt x="89916" y="595884"/>
                  </a:moveTo>
                  <a:lnTo>
                    <a:pt x="86868" y="571500"/>
                  </a:lnTo>
                  <a:lnTo>
                    <a:pt x="79248" y="573024"/>
                  </a:lnTo>
                  <a:lnTo>
                    <a:pt x="82296" y="595884"/>
                  </a:lnTo>
                  <a:lnTo>
                    <a:pt x="89916" y="595884"/>
                  </a:lnTo>
                  <a:close/>
                </a:path>
                <a:path w="3228340" h="1396364">
                  <a:moveTo>
                    <a:pt x="94488" y="626364"/>
                  </a:moveTo>
                  <a:lnTo>
                    <a:pt x="91440" y="603504"/>
                  </a:lnTo>
                  <a:lnTo>
                    <a:pt x="83820" y="603504"/>
                  </a:lnTo>
                  <a:lnTo>
                    <a:pt x="86868" y="627888"/>
                  </a:lnTo>
                  <a:lnTo>
                    <a:pt x="94488" y="626364"/>
                  </a:lnTo>
                  <a:close/>
                </a:path>
                <a:path w="3228340" h="1396364">
                  <a:moveTo>
                    <a:pt x="100584" y="656844"/>
                  </a:moveTo>
                  <a:lnTo>
                    <a:pt x="96012" y="633984"/>
                  </a:lnTo>
                  <a:lnTo>
                    <a:pt x="88392" y="635508"/>
                  </a:lnTo>
                  <a:lnTo>
                    <a:pt x="91440" y="658368"/>
                  </a:lnTo>
                  <a:lnTo>
                    <a:pt x="100584" y="656844"/>
                  </a:lnTo>
                  <a:close/>
                </a:path>
                <a:path w="3228340" h="1396364">
                  <a:moveTo>
                    <a:pt x="105156" y="687324"/>
                  </a:moveTo>
                  <a:lnTo>
                    <a:pt x="100584" y="664464"/>
                  </a:lnTo>
                  <a:lnTo>
                    <a:pt x="92964" y="665988"/>
                  </a:lnTo>
                  <a:lnTo>
                    <a:pt x="97536" y="688848"/>
                  </a:lnTo>
                  <a:lnTo>
                    <a:pt x="105156" y="687324"/>
                  </a:lnTo>
                  <a:close/>
                </a:path>
                <a:path w="3228340" h="1396364">
                  <a:moveTo>
                    <a:pt x="109728" y="719328"/>
                  </a:moveTo>
                  <a:lnTo>
                    <a:pt x="105156" y="694944"/>
                  </a:lnTo>
                  <a:lnTo>
                    <a:pt x="97536" y="696468"/>
                  </a:lnTo>
                  <a:lnTo>
                    <a:pt x="102108" y="719328"/>
                  </a:lnTo>
                  <a:lnTo>
                    <a:pt x="109728" y="719328"/>
                  </a:lnTo>
                  <a:close/>
                </a:path>
                <a:path w="3228340" h="1396364">
                  <a:moveTo>
                    <a:pt x="114300" y="749808"/>
                  </a:moveTo>
                  <a:lnTo>
                    <a:pt x="109728" y="726948"/>
                  </a:lnTo>
                  <a:lnTo>
                    <a:pt x="102108" y="726948"/>
                  </a:lnTo>
                  <a:lnTo>
                    <a:pt x="106680" y="751332"/>
                  </a:lnTo>
                  <a:lnTo>
                    <a:pt x="114300" y="749808"/>
                  </a:lnTo>
                  <a:close/>
                </a:path>
                <a:path w="3228340" h="1396364">
                  <a:moveTo>
                    <a:pt x="118872" y="780288"/>
                  </a:moveTo>
                  <a:lnTo>
                    <a:pt x="114300" y="757428"/>
                  </a:lnTo>
                  <a:lnTo>
                    <a:pt x="106680" y="758952"/>
                  </a:lnTo>
                  <a:lnTo>
                    <a:pt x="111252" y="781812"/>
                  </a:lnTo>
                  <a:lnTo>
                    <a:pt x="118872" y="780288"/>
                  </a:lnTo>
                  <a:close/>
                </a:path>
                <a:path w="3228340" h="1396364">
                  <a:moveTo>
                    <a:pt x="123444" y="810768"/>
                  </a:moveTo>
                  <a:lnTo>
                    <a:pt x="118872" y="787908"/>
                  </a:lnTo>
                  <a:lnTo>
                    <a:pt x="111252" y="789432"/>
                  </a:lnTo>
                  <a:lnTo>
                    <a:pt x="115824" y="812292"/>
                  </a:lnTo>
                  <a:lnTo>
                    <a:pt x="123444" y="810768"/>
                  </a:lnTo>
                  <a:close/>
                </a:path>
                <a:path w="3228340" h="1396364">
                  <a:moveTo>
                    <a:pt x="128016" y="841248"/>
                  </a:moveTo>
                  <a:lnTo>
                    <a:pt x="124968" y="818388"/>
                  </a:lnTo>
                  <a:lnTo>
                    <a:pt x="115824" y="819912"/>
                  </a:lnTo>
                  <a:lnTo>
                    <a:pt x="120396" y="842772"/>
                  </a:lnTo>
                  <a:lnTo>
                    <a:pt x="128016" y="841248"/>
                  </a:lnTo>
                  <a:close/>
                </a:path>
                <a:path w="3228340" h="1396364">
                  <a:moveTo>
                    <a:pt x="132588" y="873252"/>
                  </a:moveTo>
                  <a:lnTo>
                    <a:pt x="129540" y="850392"/>
                  </a:lnTo>
                  <a:lnTo>
                    <a:pt x="120396" y="850392"/>
                  </a:lnTo>
                  <a:lnTo>
                    <a:pt x="124968" y="874776"/>
                  </a:lnTo>
                  <a:lnTo>
                    <a:pt x="132588" y="873252"/>
                  </a:lnTo>
                  <a:close/>
                </a:path>
                <a:path w="3228340" h="1396364">
                  <a:moveTo>
                    <a:pt x="137160" y="903732"/>
                  </a:moveTo>
                  <a:lnTo>
                    <a:pt x="134112" y="880872"/>
                  </a:lnTo>
                  <a:lnTo>
                    <a:pt x="126492" y="882396"/>
                  </a:lnTo>
                  <a:lnTo>
                    <a:pt x="129540" y="905256"/>
                  </a:lnTo>
                  <a:lnTo>
                    <a:pt x="137160" y="903732"/>
                  </a:lnTo>
                  <a:close/>
                </a:path>
                <a:path w="3228340" h="1396364">
                  <a:moveTo>
                    <a:pt x="141732" y="934212"/>
                  </a:moveTo>
                  <a:lnTo>
                    <a:pt x="138684" y="911352"/>
                  </a:lnTo>
                  <a:lnTo>
                    <a:pt x="131064" y="912876"/>
                  </a:lnTo>
                  <a:lnTo>
                    <a:pt x="134112" y="935736"/>
                  </a:lnTo>
                  <a:lnTo>
                    <a:pt x="141732" y="934212"/>
                  </a:lnTo>
                  <a:close/>
                </a:path>
                <a:path w="3228340" h="1396364">
                  <a:moveTo>
                    <a:pt x="146304" y="964692"/>
                  </a:moveTo>
                  <a:lnTo>
                    <a:pt x="143256" y="941832"/>
                  </a:lnTo>
                  <a:lnTo>
                    <a:pt x="135636" y="943356"/>
                  </a:lnTo>
                  <a:lnTo>
                    <a:pt x="138684" y="966216"/>
                  </a:lnTo>
                  <a:lnTo>
                    <a:pt x="146304" y="964692"/>
                  </a:lnTo>
                  <a:close/>
                </a:path>
                <a:path w="3228340" h="1396364">
                  <a:moveTo>
                    <a:pt x="150876" y="996696"/>
                  </a:moveTo>
                  <a:lnTo>
                    <a:pt x="147828" y="973836"/>
                  </a:lnTo>
                  <a:lnTo>
                    <a:pt x="140208" y="973836"/>
                  </a:lnTo>
                  <a:lnTo>
                    <a:pt x="143256" y="998220"/>
                  </a:lnTo>
                  <a:lnTo>
                    <a:pt x="150876" y="996696"/>
                  </a:lnTo>
                  <a:close/>
                </a:path>
                <a:path w="3228340" h="1396364">
                  <a:moveTo>
                    <a:pt x="155448" y="1027176"/>
                  </a:moveTo>
                  <a:lnTo>
                    <a:pt x="152400" y="1004316"/>
                  </a:lnTo>
                  <a:lnTo>
                    <a:pt x="144780" y="1005840"/>
                  </a:lnTo>
                  <a:lnTo>
                    <a:pt x="147828" y="1028700"/>
                  </a:lnTo>
                  <a:lnTo>
                    <a:pt x="155448" y="1027176"/>
                  </a:lnTo>
                  <a:close/>
                </a:path>
                <a:path w="3228340" h="1396364">
                  <a:moveTo>
                    <a:pt x="160020" y="1057656"/>
                  </a:moveTo>
                  <a:lnTo>
                    <a:pt x="156972" y="1034796"/>
                  </a:lnTo>
                  <a:lnTo>
                    <a:pt x="149352" y="1036320"/>
                  </a:lnTo>
                  <a:lnTo>
                    <a:pt x="152400" y="1059180"/>
                  </a:lnTo>
                  <a:lnTo>
                    <a:pt x="160020" y="1057656"/>
                  </a:lnTo>
                  <a:close/>
                </a:path>
                <a:path w="3228340" h="1396364">
                  <a:moveTo>
                    <a:pt x="164592" y="1088136"/>
                  </a:moveTo>
                  <a:lnTo>
                    <a:pt x="161544" y="1065276"/>
                  </a:lnTo>
                  <a:lnTo>
                    <a:pt x="153924" y="1066800"/>
                  </a:lnTo>
                  <a:lnTo>
                    <a:pt x="156972" y="1089660"/>
                  </a:lnTo>
                  <a:lnTo>
                    <a:pt x="164592" y="1088136"/>
                  </a:lnTo>
                  <a:close/>
                </a:path>
                <a:path w="3228340" h="1396364">
                  <a:moveTo>
                    <a:pt x="169164" y="1120140"/>
                  </a:moveTo>
                  <a:lnTo>
                    <a:pt x="166116" y="1097280"/>
                  </a:lnTo>
                  <a:lnTo>
                    <a:pt x="158496" y="1097280"/>
                  </a:lnTo>
                  <a:lnTo>
                    <a:pt x="161544" y="1121664"/>
                  </a:lnTo>
                  <a:lnTo>
                    <a:pt x="169164" y="1120140"/>
                  </a:lnTo>
                  <a:close/>
                </a:path>
                <a:path w="3228340" h="1396364">
                  <a:moveTo>
                    <a:pt x="173736" y="1150620"/>
                  </a:moveTo>
                  <a:lnTo>
                    <a:pt x="170688" y="1127760"/>
                  </a:lnTo>
                  <a:lnTo>
                    <a:pt x="163068" y="1129284"/>
                  </a:lnTo>
                  <a:lnTo>
                    <a:pt x="166116" y="1152144"/>
                  </a:lnTo>
                  <a:lnTo>
                    <a:pt x="173189" y="1150721"/>
                  </a:lnTo>
                  <a:lnTo>
                    <a:pt x="173736" y="1150620"/>
                  </a:lnTo>
                  <a:close/>
                </a:path>
                <a:path w="3228340" h="1396364">
                  <a:moveTo>
                    <a:pt x="178308" y="1181100"/>
                  </a:moveTo>
                  <a:lnTo>
                    <a:pt x="175260" y="1158240"/>
                  </a:lnTo>
                  <a:lnTo>
                    <a:pt x="167640" y="1159764"/>
                  </a:lnTo>
                  <a:lnTo>
                    <a:pt x="170688" y="1182624"/>
                  </a:lnTo>
                  <a:lnTo>
                    <a:pt x="177761" y="1181201"/>
                  </a:lnTo>
                  <a:lnTo>
                    <a:pt x="178308" y="1181100"/>
                  </a:lnTo>
                  <a:close/>
                </a:path>
                <a:path w="3228340" h="1396364">
                  <a:moveTo>
                    <a:pt x="210312" y="1141476"/>
                  </a:moveTo>
                  <a:lnTo>
                    <a:pt x="207264" y="1138428"/>
                  </a:lnTo>
                  <a:lnTo>
                    <a:pt x="202692" y="1138428"/>
                  </a:lnTo>
                  <a:lnTo>
                    <a:pt x="202692" y="1141476"/>
                  </a:lnTo>
                  <a:lnTo>
                    <a:pt x="181356" y="1193634"/>
                  </a:lnTo>
                  <a:lnTo>
                    <a:pt x="181356" y="1208836"/>
                  </a:lnTo>
                  <a:lnTo>
                    <a:pt x="175260" y="1210056"/>
                  </a:lnTo>
                  <a:lnTo>
                    <a:pt x="180797" y="1208938"/>
                  </a:lnTo>
                  <a:lnTo>
                    <a:pt x="181356" y="1208836"/>
                  </a:lnTo>
                  <a:lnTo>
                    <a:pt x="181356" y="1193634"/>
                  </a:lnTo>
                  <a:lnTo>
                    <a:pt x="180797" y="1194993"/>
                  </a:lnTo>
                  <a:lnTo>
                    <a:pt x="179832" y="1188720"/>
                  </a:lnTo>
                  <a:lnTo>
                    <a:pt x="172212" y="1190244"/>
                  </a:lnTo>
                  <a:lnTo>
                    <a:pt x="173189" y="1196581"/>
                  </a:lnTo>
                  <a:lnTo>
                    <a:pt x="137160" y="1150620"/>
                  </a:lnTo>
                  <a:lnTo>
                    <a:pt x="135636" y="1149096"/>
                  </a:lnTo>
                  <a:lnTo>
                    <a:pt x="132588" y="1149096"/>
                  </a:lnTo>
                  <a:lnTo>
                    <a:pt x="131064" y="1150620"/>
                  </a:lnTo>
                  <a:lnTo>
                    <a:pt x="129540" y="1150620"/>
                  </a:lnTo>
                  <a:lnTo>
                    <a:pt x="129540" y="1153668"/>
                  </a:lnTo>
                  <a:lnTo>
                    <a:pt x="131064" y="1155192"/>
                  </a:lnTo>
                  <a:lnTo>
                    <a:pt x="179832" y="1217676"/>
                  </a:lnTo>
                  <a:lnTo>
                    <a:pt x="182880" y="1209814"/>
                  </a:lnTo>
                  <a:lnTo>
                    <a:pt x="208788" y="1143000"/>
                  </a:lnTo>
                  <a:lnTo>
                    <a:pt x="210312" y="1141476"/>
                  </a:lnTo>
                  <a:close/>
                </a:path>
                <a:path w="3228340" h="1396364">
                  <a:moveTo>
                    <a:pt x="964692" y="3048"/>
                  </a:moveTo>
                  <a:lnTo>
                    <a:pt x="960120" y="101"/>
                  </a:lnTo>
                  <a:lnTo>
                    <a:pt x="945261" y="0"/>
                  </a:lnTo>
                  <a:lnTo>
                    <a:pt x="959954" y="9029"/>
                  </a:lnTo>
                  <a:lnTo>
                    <a:pt x="960120" y="9144"/>
                  </a:lnTo>
                  <a:lnTo>
                    <a:pt x="964692" y="3048"/>
                  </a:lnTo>
                  <a:close/>
                </a:path>
                <a:path w="3228340" h="1396364">
                  <a:moveTo>
                    <a:pt x="990600" y="18288"/>
                  </a:moveTo>
                  <a:lnTo>
                    <a:pt x="970788" y="6096"/>
                  </a:lnTo>
                  <a:lnTo>
                    <a:pt x="966216" y="13716"/>
                  </a:lnTo>
                  <a:lnTo>
                    <a:pt x="986028" y="25908"/>
                  </a:lnTo>
                  <a:lnTo>
                    <a:pt x="990600" y="18288"/>
                  </a:lnTo>
                  <a:close/>
                </a:path>
                <a:path w="3228340" h="1396364">
                  <a:moveTo>
                    <a:pt x="1018032" y="35052"/>
                  </a:moveTo>
                  <a:lnTo>
                    <a:pt x="996696" y="22860"/>
                  </a:lnTo>
                  <a:lnTo>
                    <a:pt x="993648" y="28956"/>
                  </a:lnTo>
                  <a:lnTo>
                    <a:pt x="1013460" y="41148"/>
                  </a:lnTo>
                  <a:lnTo>
                    <a:pt x="1018032" y="35052"/>
                  </a:lnTo>
                  <a:close/>
                </a:path>
                <a:path w="3228340" h="1396364">
                  <a:moveTo>
                    <a:pt x="1043940" y="51816"/>
                  </a:moveTo>
                  <a:lnTo>
                    <a:pt x="1024128" y="39624"/>
                  </a:lnTo>
                  <a:lnTo>
                    <a:pt x="1019556" y="45720"/>
                  </a:lnTo>
                  <a:lnTo>
                    <a:pt x="1039368" y="57912"/>
                  </a:lnTo>
                  <a:lnTo>
                    <a:pt x="1043940" y="51816"/>
                  </a:lnTo>
                  <a:close/>
                </a:path>
                <a:path w="3228340" h="1396364">
                  <a:moveTo>
                    <a:pt x="1069848" y="67056"/>
                  </a:moveTo>
                  <a:lnTo>
                    <a:pt x="1050036" y="54864"/>
                  </a:lnTo>
                  <a:lnTo>
                    <a:pt x="1046988" y="62484"/>
                  </a:lnTo>
                  <a:lnTo>
                    <a:pt x="1066800" y="74676"/>
                  </a:lnTo>
                  <a:lnTo>
                    <a:pt x="1069848" y="67056"/>
                  </a:lnTo>
                  <a:close/>
                </a:path>
                <a:path w="3228340" h="1396364">
                  <a:moveTo>
                    <a:pt x="1097280" y="83820"/>
                  </a:moveTo>
                  <a:lnTo>
                    <a:pt x="1077468" y="71628"/>
                  </a:lnTo>
                  <a:lnTo>
                    <a:pt x="1072896" y="79248"/>
                  </a:lnTo>
                  <a:lnTo>
                    <a:pt x="1092708" y="91440"/>
                  </a:lnTo>
                  <a:lnTo>
                    <a:pt x="1097280" y="83820"/>
                  </a:lnTo>
                  <a:close/>
                </a:path>
                <a:path w="3228340" h="1396364">
                  <a:moveTo>
                    <a:pt x="1123188" y="100584"/>
                  </a:moveTo>
                  <a:lnTo>
                    <a:pt x="1103376" y="88392"/>
                  </a:lnTo>
                  <a:lnTo>
                    <a:pt x="1100328" y="94488"/>
                  </a:lnTo>
                  <a:lnTo>
                    <a:pt x="1120140" y="106680"/>
                  </a:lnTo>
                  <a:lnTo>
                    <a:pt x="1123188" y="100584"/>
                  </a:lnTo>
                  <a:close/>
                </a:path>
                <a:path w="3228340" h="1396364">
                  <a:moveTo>
                    <a:pt x="1150620" y="117348"/>
                  </a:moveTo>
                  <a:lnTo>
                    <a:pt x="1130808" y="105156"/>
                  </a:lnTo>
                  <a:lnTo>
                    <a:pt x="1126236" y="111252"/>
                  </a:lnTo>
                  <a:lnTo>
                    <a:pt x="1146048" y="123444"/>
                  </a:lnTo>
                  <a:lnTo>
                    <a:pt x="1150620" y="117348"/>
                  </a:lnTo>
                  <a:close/>
                </a:path>
                <a:path w="3228340" h="1396364">
                  <a:moveTo>
                    <a:pt x="1176528" y="132588"/>
                  </a:moveTo>
                  <a:lnTo>
                    <a:pt x="1156716" y="120396"/>
                  </a:lnTo>
                  <a:lnTo>
                    <a:pt x="1153668" y="128016"/>
                  </a:lnTo>
                  <a:lnTo>
                    <a:pt x="1173480" y="140208"/>
                  </a:lnTo>
                  <a:lnTo>
                    <a:pt x="1176528" y="132588"/>
                  </a:lnTo>
                  <a:close/>
                </a:path>
                <a:path w="3228340" h="1396364">
                  <a:moveTo>
                    <a:pt x="1203960" y="149352"/>
                  </a:moveTo>
                  <a:lnTo>
                    <a:pt x="1184148" y="137160"/>
                  </a:lnTo>
                  <a:lnTo>
                    <a:pt x="1179576" y="143256"/>
                  </a:lnTo>
                  <a:lnTo>
                    <a:pt x="1199388" y="155448"/>
                  </a:lnTo>
                  <a:lnTo>
                    <a:pt x="1203960" y="149352"/>
                  </a:lnTo>
                  <a:close/>
                </a:path>
                <a:path w="3228340" h="1396364">
                  <a:moveTo>
                    <a:pt x="1229868" y="166116"/>
                  </a:moveTo>
                  <a:lnTo>
                    <a:pt x="1210056" y="153924"/>
                  </a:lnTo>
                  <a:lnTo>
                    <a:pt x="1207008" y="160020"/>
                  </a:lnTo>
                  <a:lnTo>
                    <a:pt x="1226820" y="172212"/>
                  </a:lnTo>
                  <a:lnTo>
                    <a:pt x="1229868" y="166116"/>
                  </a:lnTo>
                  <a:close/>
                </a:path>
                <a:path w="3228340" h="1396364">
                  <a:moveTo>
                    <a:pt x="1257300" y="182880"/>
                  </a:moveTo>
                  <a:lnTo>
                    <a:pt x="1237488" y="170688"/>
                  </a:lnTo>
                  <a:lnTo>
                    <a:pt x="1232916" y="176784"/>
                  </a:lnTo>
                  <a:lnTo>
                    <a:pt x="1252728" y="188976"/>
                  </a:lnTo>
                  <a:lnTo>
                    <a:pt x="1257300" y="182880"/>
                  </a:lnTo>
                  <a:close/>
                </a:path>
                <a:path w="3228340" h="1396364">
                  <a:moveTo>
                    <a:pt x="1283208" y="198120"/>
                  </a:moveTo>
                  <a:lnTo>
                    <a:pt x="1263396" y="185928"/>
                  </a:lnTo>
                  <a:lnTo>
                    <a:pt x="1260348" y="193548"/>
                  </a:lnTo>
                  <a:lnTo>
                    <a:pt x="1280160" y="205740"/>
                  </a:lnTo>
                  <a:lnTo>
                    <a:pt x="1283208" y="198120"/>
                  </a:lnTo>
                  <a:close/>
                </a:path>
                <a:path w="3228340" h="1396364">
                  <a:moveTo>
                    <a:pt x="1310640" y="214884"/>
                  </a:moveTo>
                  <a:lnTo>
                    <a:pt x="1290828" y="202692"/>
                  </a:lnTo>
                  <a:lnTo>
                    <a:pt x="1286256" y="208788"/>
                  </a:lnTo>
                  <a:lnTo>
                    <a:pt x="1306068" y="220980"/>
                  </a:lnTo>
                  <a:lnTo>
                    <a:pt x="1310640" y="214884"/>
                  </a:lnTo>
                  <a:close/>
                </a:path>
                <a:path w="3228340" h="1396364">
                  <a:moveTo>
                    <a:pt x="1336548" y="231648"/>
                  </a:moveTo>
                  <a:lnTo>
                    <a:pt x="1316736" y="219456"/>
                  </a:lnTo>
                  <a:lnTo>
                    <a:pt x="1313688" y="225552"/>
                  </a:lnTo>
                  <a:lnTo>
                    <a:pt x="1333500" y="237744"/>
                  </a:lnTo>
                  <a:lnTo>
                    <a:pt x="1336548" y="231648"/>
                  </a:lnTo>
                  <a:close/>
                </a:path>
                <a:path w="3228340" h="1396364">
                  <a:moveTo>
                    <a:pt x="1363980" y="248412"/>
                  </a:moveTo>
                  <a:lnTo>
                    <a:pt x="1344168" y="234696"/>
                  </a:lnTo>
                  <a:lnTo>
                    <a:pt x="1339596" y="242316"/>
                  </a:lnTo>
                  <a:lnTo>
                    <a:pt x="1359408" y="254508"/>
                  </a:lnTo>
                  <a:lnTo>
                    <a:pt x="1363980" y="248412"/>
                  </a:lnTo>
                  <a:close/>
                </a:path>
                <a:path w="3228340" h="1396364">
                  <a:moveTo>
                    <a:pt x="1389888" y="263652"/>
                  </a:moveTo>
                  <a:lnTo>
                    <a:pt x="1370076" y="251460"/>
                  </a:lnTo>
                  <a:lnTo>
                    <a:pt x="1365504" y="259080"/>
                  </a:lnTo>
                  <a:lnTo>
                    <a:pt x="1386840" y="271272"/>
                  </a:lnTo>
                  <a:lnTo>
                    <a:pt x="1389888" y="263652"/>
                  </a:lnTo>
                  <a:close/>
                </a:path>
                <a:path w="3228340" h="1396364">
                  <a:moveTo>
                    <a:pt x="1417320" y="280416"/>
                  </a:moveTo>
                  <a:lnTo>
                    <a:pt x="1397508" y="268224"/>
                  </a:lnTo>
                  <a:lnTo>
                    <a:pt x="1392936" y="274320"/>
                  </a:lnTo>
                  <a:lnTo>
                    <a:pt x="1412748" y="286512"/>
                  </a:lnTo>
                  <a:lnTo>
                    <a:pt x="1417320" y="280416"/>
                  </a:lnTo>
                  <a:close/>
                </a:path>
                <a:path w="3228340" h="1396364">
                  <a:moveTo>
                    <a:pt x="1443228" y="297180"/>
                  </a:moveTo>
                  <a:lnTo>
                    <a:pt x="1423416" y="284988"/>
                  </a:lnTo>
                  <a:lnTo>
                    <a:pt x="1418844" y="291084"/>
                  </a:lnTo>
                  <a:lnTo>
                    <a:pt x="1440180" y="303276"/>
                  </a:lnTo>
                  <a:lnTo>
                    <a:pt x="1443228" y="297180"/>
                  </a:lnTo>
                  <a:close/>
                </a:path>
                <a:path w="3228340" h="1396364">
                  <a:moveTo>
                    <a:pt x="1470660" y="312420"/>
                  </a:moveTo>
                  <a:lnTo>
                    <a:pt x="1450848" y="300228"/>
                  </a:lnTo>
                  <a:lnTo>
                    <a:pt x="1446276" y="307848"/>
                  </a:lnTo>
                  <a:lnTo>
                    <a:pt x="1466088" y="320040"/>
                  </a:lnTo>
                  <a:lnTo>
                    <a:pt x="1470660" y="312420"/>
                  </a:lnTo>
                  <a:close/>
                </a:path>
                <a:path w="3228340" h="1396364">
                  <a:moveTo>
                    <a:pt x="1496568" y="329184"/>
                  </a:moveTo>
                  <a:lnTo>
                    <a:pt x="1476756" y="316992"/>
                  </a:lnTo>
                  <a:lnTo>
                    <a:pt x="1472184" y="323088"/>
                  </a:lnTo>
                  <a:lnTo>
                    <a:pt x="1493520" y="336804"/>
                  </a:lnTo>
                  <a:lnTo>
                    <a:pt x="1496568" y="329184"/>
                  </a:lnTo>
                  <a:close/>
                </a:path>
                <a:path w="3228340" h="1396364">
                  <a:moveTo>
                    <a:pt x="1524000" y="345948"/>
                  </a:moveTo>
                  <a:lnTo>
                    <a:pt x="1504188" y="333756"/>
                  </a:lnTo>
                  <a:lnTo>
                    <a:pt x="1499616" y="339852"/>
                  </a:lnTo>
                  <a:lnTo>
                    <a:pt x="1519428" y="352044"/>
                  </a:lnTo>
                  <a:lnTo>
                    <a:pt x="1524000" y="345948"/>
                  </a:lnTo>
                  <a:close/>
                </a:path>
                <a:path w="3228340" h="1396364">
                  <a:moveTo>
                    <a:pt x="1549908" y="362712"/>
                  </a:moveTo>
                  <a:lnTo>
                    <a:pt x="1530096" y="350520"/>
                  </a:lnTo>
                  <a:lnTo>
                    <a:pt x="1525524" y="356616"/>
                  </a:lnTo>
                  <a:lnTo>
                    <a:pt x="1545336" y="368808"/>
                  </a:lnTo>
                  <a:lnTo>
                    <a:pt x="1549908" y="362712"/>
                  </a:lnTo>
                  <a:close/>
                </a:path>
                <a:path w="3228340" h="1396364">
                  <a:moveTo>
                    <a:pt x="1577340" y="377952"/>
                  </a:moveTo>
                  <a:lnTo>
                    <a:pt x="1557528" y="365760"/>
                  </a:lnTo>
                  <a:lnTo>
                    <a:pt x="1552956" y="373380"/>
                  </a:lnTo>
                  <a:lnTo>
                    <a:pt x="1572768" y="385572"/>
                  </a:lnTo>
                  <a:lnTo>
                    <a:pt x="1577340" y="377952"/>
                  </a:lnTo>
                  <a:close/>
                </a:path>
                <a:path w="3228340" h="1396364">
                  <a:moveTo>
                    <a:pt x="1603248" y="394716"/>
                  </a:moveTo>
                  <a:lnTo>
                    <a:pt x="1583436" y="382524"/>
                  </a:lnTo>
                  <a:lnTo>
                    <a:pt x="1578864" y="388620"/>
                  </a:lnTo>
                  <a:lnTo>
                    <a:pt x="1598676" y="400812"/>
                  </a:lnTo>
                  <a:lnTo>
                    <a:pt x="1603248" y="394716"/>
                  </a:lnTo>
                  <a:close/>
                </a:path>
                <a:path w="3228340" h="1396364">
                  <a:moveTo>
                    <a:pt x="1630680" y="411480"/>
                  </a:moveTo>
                  <a:lnTo>
                    <a:pt x="1610868" y="399288"/>
                  </a:lnTo>
                  <a:lnTo>
                    <a:pt x="1606296" y="405384"/>
                  </a:lnTo>
                  <a:lnTo>
                    <a:pt x="1626108" y="417576"/>
                  </a:lnTo>
                  <a:lnTo>
                    <a:pt x="1630680" y="411480"/>
                  </a:lnTo>
                  <a:close/>
                </a:path>
                <a:path w="3228340" h="1396364">
                  <a:moveTo>
                    <a:pt x="1656588" y="428244"/>
                  </a:moveTo>
                  <a:lnTo>
                    <a:pt x="1636776" y="414528"/>
                  </a:lnTo>
                  <a:lnTo>
                    <a:pt x="1632204" y="422148"/>
                  </a:lnTo>
                  <a:lnTo>
                    <a:pt x="1652016" y="434340"/>
                  </a:lnTo>
                  <a:lnTo>
                    <a:pt x="1656588" y="428244"/>
                  </a:lnTo>
                  <a:close/>
                </a:path>
                <a:path w="3228340" h="1396364">
                  <a:moveTo>
                    <a:pt x="1684020" y="443484"/>
                  </a:moveTo>
                  <a:lnTo>
                    <a:pt x="1662684" y="431292"/>
                  </a:lnTo>
                  <a:lnTo>
                    <a:pt x="1659636" y="438912"/>
                  </a:lnTo>
                  <a:lnTo>
                    <a:pt x="1679448" y="451104"/>
                  </a:lnTo>
                  <a:lnTo>
                    <a:pt x="1684020" y="443484"/>
                  </a:lnTo>
                  <a:close/>
                </a:path>
                <a:path w="3228340" h="1396364">
                  <a:moveTo>
                    <a:pt x="1709928" y="460248"/>
                  </a:moveTo>
                  <a:lnTo>
                    <a:pt x="1690116" y="448056"/>
                  </a:lnTo>
                  <a:lnTo>
                    <a:pt x="1685544" y="454152"/>
                  </a:lnTo>
                  <a:lnTo>
                    <a:pt x="1705356" y="466344"/>
                  </a:lnTo>
                  <a:lnTo>
                    <a:pt x="1709928" y="460248"/>
                  </a:lnTo>
                  <a:close/>
                </a:path>
                <a:path w="3228340" h="1396364">
                  <a:moveTo>
                    <a:pt x="1737360" y="477012"/>
                  </a:moveTo>
                  <a:lnTo>
                    <a:pt x="1716024" y="464820"/>
                  </a:lnTo>
                  <a:lnTo>
                    <a:pt x="1712976" y="470916"/>
                  </a:lnTo>
                  <a:lnTo>
                    <a:pt x="1732788" y="483108"/>
                  </a:lnTo>
                  <a:lnTo>
                    <a:pt x="1737360" y="477012"/>
                  </a:lnTo>
                  <a:close/>
                </a:path>
                <a:path w="3228340" h="1396364">
                  <a:moveTo>
                    <a:pt x="1763268" y="492252"/>
                  </a:moveTo>
                  <a:lnTo>
                    <a:pt x="1743456" y="480060"/>
                  </a:lnTo>
                  <a:lnTo>
                    <a:pt x="1738884" y="487680"/>
                  </a:lnTo>
                  <a:lnTo>
                    <a:pt x="1758696" y="499872"/>
                  </a:lnTo>
                  <a:lnTo>
                    <a:pt x="1763268" y="492252"/>
                  </a:lnTo>
                  <a:close/>
                </a:path>
                <a:path w="3228340" h="1396364">
                  <a:moveTo>
                    <a:pt x="1790700" y="509016"/>
                  </a:moveTo>
                  <a:lnTo>
                    <a:pt x="1769364" y="496824"/>
                  </a:lnTo>
                  <a:lnTo>
                    <a:pt x="1766316" y="504444"/>
                  </a:lnTo>
                  <a:lnTo>
                    <a:pt x="1786128" y="516636"/>
                  </a:lnTo>
                  <a:lnTo>
                    <a:pt x="1790700" y="509016"/>
                  </a:lnTo>
                  <a:close/>
                </a:path>
                <a:path w="3228340" h="1396364">
                  <a:moveTo>
                    <a:pt x="1816608" y="525780"/>
                  </a:moveTo>
                  <a:lnTo>
                    <a:pt x="1796796" y="513588"/>
                  </a:lnTo>
                  <a:lnTo>
                    <a:pt x="1792224" y="519684"/>
                  </a:lnTo>
                  <a:lnTo>
                    <a:pt x="1812036" y="531876"/>
                  </a:lnTo>
                  <a:lnTo>
                    <a:pt x="1816608" y="525780"/>
                  </a:lnTo>
                  <a:close/>
                </a:path>
                <a:path w="3228340" h="1396364">
                  <a:moveTo>
                    <a:pt x="1842516" y="542544"/>
                  </a:moveTo>
                  <a:lnTo>
                    <a:pt x="1822704" y="530352"/>
                  </a:lnTo>
                  <a:lnTo>
                    <a:pt x="1819656" y="536448"/>
                  </a:lnTo>
                  <a:lnTo>
                    <a:pt x="1839468" y="548640"/>
                  </a:lnTo>
                  <a:lnTo>
                    <a:pt x="1842516" y="542544"/>
                  </a:lnTo>
                  <a:close/>
                </a:path>
                <a:path w="3228340" h="1396364">
                  <a:moveTo>
                    <a:pt x="1869948" y="557784"/>
                  </a:moveTo>
                  <a:lnTo>
                    <a:pt x="1850136" y="545592"/>
                  </a:lnTo>
                  <a:lnTo>
                    <a:pt x="1845564" y="553212"/>
                  </a:lnTo>
                  <a:lnTo>
                    <a:pt x="1865376" y="565404"/>
                  </a:lnTo>
                  <a:lnTo>
                    <a:pt x="1869948" y="557784"/>
                  </a:lnTo>
                  <a:close/>
                </a:path>
                <a:path w="3228340" h="1396364">
                  <a:moveTo>
                    <a:pt x="1895856" y="574548"/>
                  </a:moveTo>
                  <a:lnTo>
                    <a:pt x="1876044" y="562356"/>
                  </a:lnTo>
                  <a:lnTo>
                    <a:pt x="1872996" y="568452"/>
                  </a:lnTo>
                  <a:lnTo>
                    <a:pt x="1892808" y="580644"/>
                  </a:lnTo>
                  <a:lnTo>
                    <a:pt x="1895856" y="574548"/>
                  </a:lnTo>
                  <a:close/>
                </a:path>
                <a:path w="3228340" h="1396364">
                  <a:moveTo>
                    <a:pt x="1923288" y="591312"/>
                  </a:moveTo>
                  <a:lnTo>
                    <a:pt x="1903476" y="579120"/>
                  </a:lnTo>
                  <a:lnTo>
                    <a:pt x="1898904" y="585216"/>
                  </a:lnTo>
                  <a:lnTo>
                    <a:pt x="1918716" y="597408"/>
                  </a:lnTo>
                  <a:lnTo>
                    <a:pt x="1923288" y="591312"/>
                  </a:lnTo>
                  <a:close/>
                </a:path>
                <a:path w="3228340" h="1396364">
                  <a:moveTo>
                    <a:pt x="1949196" y="608076"/>
                  </a:moveTo>
                  <a:lnTo>
                    <a:pt x="1929384" y="595884"/>
                  </a:lnTo>
                  <a:lnTo>
                    <a:pt x="1926336" y="601980"/>
                  </a:lnTo>
                  <a:lnTo>
                    <a:pt x="1946148" y="614172"/>
                  </a:lnTo>
                  <a:lnTo>
                    <a:pt x="1949196" y="608076"/>
                  </a:lnTo>
                  <a:close/>
                </a:path>
                <a:path w="3228340" h="1396364">
                  <a:moveTo>
                    <a:pt x="1976628" y="623316"/>
                  </a:moveTo>
                  <a:lnTo>
                    <a:pt x="1956816" y="611124"/>
                  </a:lnTo>
                  <a:lnTo>
                    <a:pt x="1952244" y="618744"/>
                  </a:lnTo>
                  <a:lnTo>
                    <a:pt x="1972056" y="630936"/>
                  </a:lnTo>
                  <a:lnTo>
                    <a:pt x="1976628" y="623316"/>
                  </a:lnTo>
                  <a:close/>
                </a:path>
                <a:path w="3228340" h="1396364">
                  <a:moveTo>
                    <a:pt x="2002536" y="640080"/>
                  </a:moveTo>
                  <a:lnTo>
                    <a:pt x="1982724" y="627888"/>
                  </a:lnTo>
                  <a:lnTo>
                    <a:pt x="1979676" y="633984"/>
                  </a:lnTo>
                  <a:lnTo>
                    <a:pt x="1999488" y="646176"/>
                  </a:lnTo>
                  <a:lnTo>
                    <a:pt x="2002536" y="640080"/>
                  </a:lnTo>
                  <a:close/>
                </a:path>
                <a:path w="3228340" h="1396364">
                  <a:moveTo>
                    <a:pt x="2029968" y="656844"/>
                  </a:moveTo>
                  <a:lnTo>
                    <a:pt x="2010156" y="644652"/>
                  </a:lnTo>
                  <a:lnTo>
                    <a:pt x="2005584" y="650748"/>
                  </a:lnTo>
                  <a:lnTo>
                    <a:pt x="2025396" y="662940"/>
                  </a:lnTo>
                  <a:lnTo>
                    <a:pt x="2029968" y="656844"/>
                  </a:lnTo>
                  <a:close/>
                </a:path>
                <a:path w="3228340" h="1396364">
                  <a:moveTo>
                    <a:pt x="2055876" y="673608"/>
                  </a:moveTo>
                  <a:lnTo>
                    <a:pt x="2036064" y="659892"/>
                  </a:lnTo>
                  <a:lnTo>
                    <a:pt x="2033016" y="667512"/>
                  </a:lnTo>
                  <a:lnTo>
                    <a:pt x="2052828" y="679704"/>
                  </a:lnTo>
                  <a:lnTo>
                    <a:pt x="2055876" y="673608"/>
                  </a:lnTo>
                  <a:close/>
                </a:path>
                <a:path w="3228340" h="1396364">
                  <a:moveTo>
                    <a:pt x="2083308" y="688848"/>
                  </a:moveTo>
                  <a:lnTo>
                    <a:pt x="2063496" y="676656"/>
                  </a:lnTo>
                  <a:lnTo>
                    <a:pt x="2058924" y="684276"/>
                  </a:lnTo>
                  <a:lnTo>
                    <a:pt x="2078736" y="696468"/>
                  </a:lnTo>
                  <a:lnTo>
                    <a:pt x="2083308" y="688848"/>
                  </a:lnTo>
                  <a:close/>
                </a:path>
                <a:path w="3228340" h="1396364">
                  <a:moveTo>
                    <a:pt x="2109216" y="705612"/>
                  </a:moveTo>
                  <a:lnTo>
                    <a:pt x="2089404" y="693420"/>
                  </a:lnTo>
                  <a:lnTo>
                    <a:pt x="2086356" y="699516"/>
                  </a:lnTo>
                  <a:lnTo>
                    <a:pt x="2106168" y="711708"/>
                  </a:lnTo>
                  <a:lnTo>
                    <a:pt x="2109216" y="705612"/>
                  </a:lnTo>
                  <a:close/>
                </a:path>
                <a:path w="3228340" h="1396364">
                  <a:moveTo>
                    <a:pt x="2136648" y="722376"/>
                  </a:moveTo>
                  <a:lnTo>
                    <a:pt x="2116836" y="710184"/>
                  </a:lnTo>
                  <a:lnTo>
                    <a:pt x="2112264" y="716280"/>
                  </a:lnTo>
                  <a:lnTo>
                    <a:pt x="2132076" y="728472"/>
                  </a:lnTo>
                  <a:lnTo>
                    <a:pt x="2136648" y="722376"/>
                  </a:lnTo>
                  <a:close/>
                </a:path>
                <a:path w="3228340" h="1396364">
                  <a:moveTo>
                    <a:pt x="2162556" y="737616"/>
                  </a:moveTo>
                  <a:lnTo>
                    <a:pt x="2142744" y="725424"/>
                  </a:lnTo>
                  <a:lnTo>
                    <a:pt x="2138172" y="733044"/>
                  </a:lnTo>
                  <a:lnTo>
                    <a:pt x="2159508" y="745236"/>
                  </a:lnTo>
                  <a:lnTo>
                    <a:pt x="2162556" y="737616"/>
                  </a:lnTo>
                  <a:close/>
                </a:path>
                <a:path w="3228340" h="1396364">
                  <a:moveTo>
                    <a:pt x="2189988" y="754380"/>
                  </a:moveTo>
                  <a:lnTo>
                    <a:pt x="2170176" y="742188"/>
                  </a:lnTo>
                  <a:lnTo>
                    <a:pt x="2165604" y="748284"/>
                  </a:lnTo>
                  <a:lnTo>
                    <a:pt x="2185416" y="762000"/>
                  </a:lnTo>
                  <a:lnTo>
                    <a:pt x="2189988" y="754380"/>
                  </a:lnTo>
                  <a:close/>
                </a:path>
                <a:path w="3228340" h="1396364">
                  <a:moveTo>
                    <a:pt x="2215896" y="771144"/>
                  </a:moveTo>
                  <a:lnTo>
                    <a:pt x="2196084" y="758952"/>
                  </a:lnTo>
                  <a:lnTo>
                    <a:pt x="2191512" y="765048"/>
                  </a:lnTo>
                  <a:lnTo>
                    <a:pt x="2212848" y="777240"/>
                  </a:lnTo>
                  <a:lnTo>
                    <a:pt x="2215896" y="771144"/>
                  </a:lnTo>
                  <a:close/>
                </a:path>
                <a:path w="3228340" h="1396364">
                  <a:moveTo>
                    <a:pt x="2243328" y="787908"/>
                  </a:moveTo>
                  <a:lnTo>
                    <a:pt x="2223516" y="775716"/>
                  </a:lnTo>
                  <a:lnTo>
                    <a:pt x="2218944" y="781812"/>
                  </a:lnTo>
                  <a:lnTo>
                    <a:pt x="2238756" y="794004"/>
                  </a:lnTo>
                  <a:lnTo>
                    <a:pt x="2243328" y="787908"/>
                  </a:lnTo>
                  <a:close/>
                </a:path>
                <a:path w="3228340" h="1396364">
                  <a:moveTo>
                    <a:pt x="2269236" y="803148"/>
                  </a:moveTo>
                  <a:lnTo>
                    <a:pt x="2249424" y="790956"/>
                  </a:lnTo>
                  <a:lnTo>
                    <a:pt x="2244852" y="798576"/>
                  </a:lnTo>
                  <a:lnTo>
                    <a:pt x="2266188" y="810768"/>
                  </a:lnTo>
                  <a:lnTo>
                    <a:pt x="2269236" y="803148"/>
                  </a:lnTo>
                  <a:close/>
                </a:path>
                <a:path w="3228340" h="1396364">
                  <a:moveTo>
                    <a:pt x="2296668" y="819912"/>
                  </a:moveTo>
                  <a:lnTo>
                    <a:pt x="2276856" y="807720"/>
                  </a:lnTo>
                  <a:lnTo>
                    <a:pt x="2272284" y="813816"/>
                  </a:lnTo>
                  <a:lnTo>
                    <a:pt x="2292096" y="826008"/>
                  </a:lnTo>
                  <a:lnTo>
                    <a:pt x="2296668" y="819912"/>
                  </a:lnTo>
                  <a:close/>
                </a:path>
                <a:path w="3228340" h="1396364">
                  <a:moveTo>
                    <a:pt x="2322576" y="836676"/>
                  </a:moveTo>
                  <a:lnTo>
                    <a:pt x="2302764" y="824484"/>
                  </a:lnTo>
                  <a:lnTo>
                    <a:pt x="2298192" y="830580"/>
                  </a:lnTo>
                  <a:lnTo>
                    <a:pt x="2318004" y="842772"/>
                  </a:lnTo>
                  <a:lnTo>
                    <a:pt x="2322576" y="836676"/>
                  </a:lnTo>
                  <a:close/>
                </a:path>
                <a:path w="3228340" h="1396364">
                  <a:moveTo>
                    <a:pt x="2350008" y="853440"/>
                  </a:moveTo>
                  <a:lnTo>
                    <a:pt x="2330196" y="841248"/>
                  </a:lnTo>
                  <a:lnTo>
                    <a:pt x="2325624" y="847344"/>
                  </a:lnTo>
                  <a:lnTo>
                    <a:pt x="2345436" y="859536"/>
                  </a:lnTo>
                  <a:lnTo>
                    <a:pt x="2350008" y="853440"/>
                  </a:lnTo>
                  <a:close/>
                </a:path>
                <a:path w="3228340" h="1396364">
                  <a:moveTo>
                    <a:pt x="2375916" y="868680"/>
                  </a:moveTo>
                  <a:lnTo>
                    <a:pt x="2356104" y="856488"/>
                  </a:lnTo>
                  <a:lnTo>
                    <a:pt x="2351532" y="864108"/>
                  </a:lnTo>
                  <a:lnTo>
                    <a:pt x="2371344" y="876300"/>
                  </a:lnTo>
                  <a:lnTo>
                    <a:pt x="2375916" y="868680"/>
                  </a:lnTo>
                  <a:close/>
                </a:path>
                <a:path w="3228340" h="1396364">
                  <a:moveTo>
                    <a:pt x="2403348" y="885444"/>
                  </a:moveTo>
                  <a:lnTo>
                    <a:pt x="2383536" y="873252"/>
                  </a:lnTo>
                  <a:lnTo>
                    <a:pt x="2378964" y="879348"/>
                  </a:lnTo>
                  <a:lnTo>
                    <a:pt x="2398776" y="891540"/>
                  </a:lnTo>
                  <a:lnTo>
                    <a:pt x="2403348" y="885444"/>
                  </a:lnTo>
                  <a:close/>
                </a:path>
                <a:path w="3228340" h="1396364">
                  <a:moveTo>
                    <a:pt x="2429256" y="902208"/>
                  </a:moveTo>
                  <a:lnTo>
                    <a:pt x="2409444" y="890016"/>
                  </a:lnTo>
                  <a:lnTo>
                    <a:pt x="2404872" y="896112"/>
                  </a:lnTo>
                  <a:lnTo>
                    <a:pt x="2424684" y="908304"/>
                  </a:lnTo>
                  <a:lnTo>
                    <a:pt x="2429256" y="902208"/>
                  </a:lnTo>
                  <a:close/>
                </a:path>
                <a:path w="3228340" h="1396364">
                  <a:moveTo>
                    <a:pt x="2456688" y="917448"/>
                  </a:moveTo>
                  <a:lnTo>
                    <a:pt x="2435352" y="905256"/>
                  </a:lnTo>
                  <a:lnTo>
                    <a:pt x="2432304" y="912876"/>
                  </a:lnTo>
                  <a:lnTo>
                    <a:pt x="2452116" y="925068"/>
                  </a:lnTo>
                  <a:lnTo>
                    <a:pt x="2456688" y="917448"/>
                  </a:lnTo>
                  <a:close/>
                </a:path>
                <a:path w="3228340" h="1396364">
                  <a:moveTo>
                    <a:pt x="2482596" y="934212"/>
                  </a:moveTo>
                  <a:lnTo>
                    <a:pt x="2462784" y="922020"/>
                  </a:lnTo>
                  <a:lnTo>
                    <a:pt x="2458212" y="929640"/>
                  </a:lnTo>
                  <a:lnTo>
                    <a:pt x="2478024" y="941832"/>
                  </a:lnTo>
                  <a:lnTo>
                    <a:pt x="2482596" y="934212"/>
                  </a:lnTo>
                  <a:close/>
                </a:path>
                <a:path w="3228340" h="1396364">
                  <a:moveTo>
                    <a:pt x="2510028" y="950976"/>
                  </a:moveTo>
                  <a:lnTo>
                    <a:pt x="2488692" y="938784"/>
                  </a:lnTo>
                  <a:lnTo>
                    <a:pt x="2485644" y="944880"/>
                  </a:lnTo>
                  <a:lnTo>
                    <a:pt x="2505456" y="957072"/>
                  </a:lnTo>
                  <a:lnTo>
                    <a:pt x="2510028" y="950976"/>
                  </a:lnTo>
                  <a:close/>
                </a:path>
                <a:path w="3228340" h="1396364">
                  <a:moveTo>
                    <a:pt x="2535936" y="967740"/>
                  </a:moveTo>
                  <a:lnTo>
                    <a:pt x="2516124" y="955548"/>
                  </a:lnTo>
                  <a:lnTo>
                    <a:pt x="2511552" y="961644"/>
                  </a:lnTo>
                  <a:lnTo>
                    <a:pt x="2531364" y="973836"/>
                  </a:lnTo>
                  <a:lnTo>
                    <a:pt x="2535936" y="967740"/>
                  </a:lnTo>
                  <a:close/>
                </a:path>
                <a:path w="3228340" h="1396364">
                  <a:moveTo>
                    <a:pt x="2563368" y="982980"/>
                  </a:moveTo>
                  <a:lnTo>
                    <a:pt x="2542032" y="970788"/>
                  </a:lnTo>
                  <a:lnTo>
                    <a:pt x="2538984" y="978408"/>
                  </a:lnTo>
                  <a:lnTo>
                    <a:pt x="2558796" y="990600"/>
                  </a:lnTo>
                  <a:lnTo>
                    <a:pt x="2563368" y="982980"/>
                  </a:lnTo>
                  <a:close/>
                </a:path>
                <a:path w="3228340" h="1396364">
                  <a:moveTo>
                    <a:pt x="2589276" y="999744"/>
                  </a:moveTo>
                  <a:lnTo>
                    <a:pt x="2569464" y="987552"/>
                  </a:lnTo>
                  <a:lnTo>
                    <a:pt x="2564892" y="993648"/>
                  </a:lnTo>
                  <a:lnTo>
                    <a:pt x="2584704" y="1007364"/>
                  </a:lnTo>
                  <a:lnTo>
                    <a:pt x="2589276" y="999744"/>
                  </a:lnTo>
                  <a:close/>
                </a:path>
                <a:path w="3228340" h="1396364">
                  <a:moveTo>
                    <a:pt x="2615184" y="1016508"/>
                  </a:moveTo>
                  <a:lnTo>
                    <a:pt x="2595372" y="1004316"/>
                  </a:lnTo>
                  <a:lnTo>
                    <a:pt x="2592324" y="1010412"/>
                  </a:lnTo>
                  <a:lnTo>
                    <a:pt x="2612136" y="1022604"/>
                  </a:lnTo>
                  <a:lnTo>
                    <a:pt x="2615184" y="1016508"/>
                  </a:lnTo>
                  <a:close/>
                </a:path>
                <a:path w="3228340" h="1396364">
                  <a:moveTo>
                    <a:pt x="2642616" y="1033272"/>
                  </a:moveTo>
                  <a:lnTo>
                    <a:pt x="2622804" y="1021080"/>
                  </a:lnTo>
                  <a:lnTo>
                    <a:pt x="2618232" y="1027176"/>
                  </a:lnTo>
                  <a:lnTo>
                    <a:pt x="2638044" y="1039368"/>
                  </a:lnTo>
                  <a:lnTo>
                    <a:pt x="2642616" y="1033272"/>
                  </a:lnTo>
                  <a:close/>
                </a:path>
                <a:path w="3228340" h="1396364">
                  <a:moveTo>
                    <a:pt x="2668524" y="1048512"/>
                  </a:moveTo>
                  <a:lnTo>
                    <a:pt x="2648712" y="1036320"/>
                  </a:lnTo>
                  <a:lnTo>
                    <a:pt x="2645664" y="1043940"/>
                  </a:lnTo>
                  <a:lnTo>
                    <a:pt x="2665476" y="1056132"/>
                  </a:lnTo>
                  <a:lnTo>
                    <a:pt x="2668524" y="1048512"/>
                  </a:lnTo>
                  <a:close/>
                </a:path>
                <a:path w="3228340" h="1396364">
                  <a:moveTo>
                    <a:pt x="2695956" y="1065276"/>
                  </a:moveTo>
                  <a:lnTo>
                    <a:pt x="2676144" y="1053084"/>
                  </a:lnTo>
                  <a:lnTo>
                    <a:pt x="2671572" y="1059180"/>
                  </a:lnTo>
                  <a:lnTo>
                    <a:pt x="2691384" y="1071372"/>
                  </a:lnTo>
                  <a:lnTo>
                    <a:pt x="2695956" y="1065276"/>
                  </a:lnTo>
                  <a:close/>
                </a:path>
                <a:path w="3228340" h="1396364">
                  <a:moveTo>
                    <a:pt x="2721864" y="1082040"/>
                  </a:moveTo>
                  <a:lnTo>
                    <a:pt x="2702052" y="1069848"/>
                  </a:lnTo>
                  <a:lnTo>
                    <a:pt x="2699004" y="1075944"/>
                  </a:lnTo>
                  <a:lnTo>
                    <a:pt x="2718816" y="1088136"/>
                  </a:lnTo>
                  <a:lnTo>
                    <a:pt x="2721864" y="1082040"/>
                  </a:lnTo>
                  <a:close/>
                </a:path>
                <a:path w="3228340" h="1396364">
                  <a:moveTo>
                    <a:pt x="2749296" y="1098804"/>
                  </a:moveTo>
                  <a:lnTo>
                    <a:pt x="2729484" y="1085088"/>
                  </a:lnTo>
                  <a:lnTo>
                    <a:pt x="2724912" y="1092708"/>
                  </a:lnTo>
                  <a:lnTo>
                    <a:pt x="2744724" y="1104900"/>
                  </a:lnTo>
                  <a:lnTo>
                    <a:pt x="2749296" y="1098804"/>
                  </a:lnTo>
                  <a:close/>
                </a:path>
                <a:path w="3228340" h="1396364">
                  <a:moveTo>
                    <a:pt x="2775204" y="1114044"/>
                  </a:moveTo>
                  <a:lnTo>
                    <a:pt x="2755392" y="1101852"/>
                  </a:lnTo>
                  <a:lnTo>
                    <a:pt x="2752344" y="1109472"/>
                  </a:lnTo>
                  <a:lnTo>
                    <a:pt x="2772156" y="1121664"/>
                  </a:lnTo>
                  <a:lnTo>
                    <a:pt x="2775204" y="1114044"/>
                  </a:lnTo>
                  <a:close/>
                </a:path>
                <a:path w="3228340" h="1396364">
                  <a:moveTo>
                    <a:pt x="2802636" y="1130808"/>
                  </a:moveTo>
                  <a:lnTo>
                    <a:pt x="2782824" y="1118616"/>
                  </a:lnTo>
                  <a:lnTo>
                    <a:pt x="2778252" y="1124712"/>
                  </a:lnTo>
                  <a:lnTo>
                    <a:pt x="2798064" y="1136904"/>
                  </a:lnTo>
                  <a:lnTo>
                    <a:pt x="2802636" y="1130808"/>
                  </a:lnTo>
                  <a:close/>
                </a:path>
                <a:path w="3228340" h="1396364">
                  <a:moveTo>
                    <a:pt x="2828544" y="1147572"/>
                  </a:moveTo>
                  <a:lnTo>
                    <a:pt x="2808732" y="1135380"/>
                  </a:lnTo>
                  <a:lnTo>
                    <a:pt x="2805684" y="1141476"/>
                  </a:lnTo>
                  <a:lnTo>
                    <a:pt x="2825496" y="1153668"/>
                  </a:lnTo>
                  <a:lnTo>
                    <a:pt x="2828544" y="1147572"/>
                  </a:lnTo>
                  <a:close/>
                </a:path>
                <a:path w="3228340" h="1396364">
                  <a:moveTo>
                    <a:pt x="2855976" y="1162812"/>
                  </a:moveTo>
                  <a:lnTo>
                    <a:pt x="2836164" y="1150620"/>
                  </a:lnTo>
                  <a:lnTo>
                    <a:pt x="2831592" y="1158240"/>
                  </a:lnTo>
                  <a:lnTo>
                    <a:pt x="2851404" y="1170432"/>
                  </a:lnTo>
                  <a:lnTo>
                    <a:pt x="2855976" y="1162812"/>
                  </a:lnTo>
                  <a:close/>
                </a:path>
                <a:path w="3228340" h="1396364">
                  <a:moveTo>
                    <a:pt x="2881884" y="1179576"/>
                  </a:moveTo>
                  <a:lnTo>
                    <a:pt x="2862072" y="1167384"/>
                  </a:lnTo>
                  <a:lnTo>
                    <a:pt x="2859024" y="1173480"/>
                  </a:lnTo>
                  <a:lnTo>
                    <a:pt x="2878836" y="1187196"/>
                  </a:lnTo>
                  <a:lnTo>
                    <a:pt x="2881884" y="1179576"/>
                  </a:lnTo>
                  <a:close/>
                </a:path>
                <a:path w="3228340" h="1396364">
                  <a:moveTo>
                    <a:pt x="2909316" y="1196340"/>
                  </a:moveTo>
                  <a:lnTo>
                    <a:pt x="2889504" y="1184148"/>
                  </a:lnTo>
                  <a:lnTo>
                    <a:pt x="2884932" y="1190244"/>
                  </a:lnTo>
                  <a:lnTo>
                    <a:pt x="2904744" y="1202436"/>
                  </a:lnTo>
                  <a:lnTo>
                    <a:pt x="2909316" y="1196340"/>
                  </a:lnTo>
                  <a:close/>
                </a:path>
                <a:path w="3228340" h="1396364">
                  <a:moveTo>
                    <a:pt x="2935224" y="1213104"/>
                  </a:moveTo>
                  <a:lnTo>
                    <a:pt x="2915412" y="1200912"/>
                  </a:lnTo>
                  <a:lnTo>
                    <a:pt x="2910840" y="1207008"/>
                  </a:lnTo>
                  <a:lnTo>
                    <a:pt x="2932176" y="1219200"/>
                  </a:lnTo>
                  <a:lnTo>
                    <a:pt x="2935224" y="1213104"/>
                  </a:lnTo>
                  <a:close/>
                </a:path>
                <a:path w="3228340" h="1396364">
                  <a:moveTo>
                    <a:pt x="2962656" y="1228344"/>
                  </a:moveTo>
                  <a:lnTo>
                    <a:pt x="2942844" y="1216152"/>
                  </a:lnTo>
                  <a:lnTo>
                    <a:pt x="2938272" y="1223772"/>
                  </a:lnTo>
                  <a:lnTo>
                    <a:pt x="2958084" y="1235964"/>
                  </a:lnTo>
                  <a:lnTo>
                    <a:pt x="2962656" y="1228344"/>
                  </a:lnTo>
                  <a:close/>
                </a:path>
                <a:path w="3228340" h="1396364">
                  <a:moveTo>
                    <a:pt x="2988564" y="1245108"/>
                  </a:moveTo>
                  <a:lnTo>
                    <a:pt x="2968752" y="1232916"/>
                  </a:lnTo>
                  <a:lnTo>
                    <a:pt x="2964180" y="1239012"/>
                  </a:lnTo>
                  <a:lnTo>
                    <a:pt x="2985516" y="1251204"/>
                  </a:lnTo>
                  <a:lnTo>
                    <a:pt x="2988564" y="1245108"/>
                  </a:lnTo>
                  <a:close/>
                </a:path>
                <a:path w="3228340" h="1396364">
                  <a:moveTo>
                    <a:pt x="3015996" y="1261872"/>
                  </a:moveTo>
                  <a:lnTo>
                    <a:pt x="2996184" y="1249680"/>
                  </a:lnTo>
                  <a:lnTo>
                    <a:pt x="2991612" y="1255776"/>
                  </a:lnTo>
                  <a:lnTo>
                    <a:pt x="3011424" y="1267968"/>
                  </a:lnTo>
                  <a:lnTo>
                    <a:pt x="3015996" y="1261872"/>
                  </a:lnTo>
                  <a:close/>
                </a:path>
                <a:path w="3228340" h="1396364">
                  <a:moveTo>
                    <a:pt x="3041904" y="1278636"/>
                  </a:moveTo>
                  <a:lnTo>
                    <a:pt x="3022092" y="1266444"/>
                  </a:lnTo>
                  <a:lnTo>
                    <a:pt x="3017520" y="1272540"/>
                  </a:lnTo>
                  <a:lnTo>
                    <a:pt x="3038856" y="1284732"/>
                  </a:lnTo>
                  <a:lnTo>
                    <a:pt x="3041904" y="1278636"/>
                  </a:lnTo>
                  <a:close/>
                </a:path>
                <a:path w="3228340" h="1396364">
                  <a:moveTo>
                    <a:pt x="3069336" y="1293876"/>
                  </a:moveTo>
                  <a:lnTo>
                    <a:pt x="3049524" y="1281684"/>
                  </a:lnTo>
                  <a:lnTo>
                    <a:pt x="3044952" y="1289304"/>
                  </a:lnTo>
                  <a:lnTo>
                    <a:pt x="3064764" y="1301496"/>
                  </a:lnTo>
                  <a:lnTo>
                    <a:pt x="3069336" y="1293876"/>
                  </a:lnTo>
                  <a:close/>
                </a:path>
                <a:path w="3228340" h="1396364">
                  <a:moveTo>
                    <a:pt x="3095244" y="1310640"/>
                  </a:moveTo>
                  <a:lnTo>
                    <a:pt x="3075432" y="1298448"/>
                  </a:lnTo>
                  <a:lnTo>
                    <a:pt x="3070860" y="1304544"/>
                  </a:lnTo>
                  <a:lnTo>
                    <a:pt x="3090672" y="1316736"/>
                  </a:lnTo>
                  <a:lnTo>
                    <a:pt x="3095244" y="1310640"/>
                  </a:lnTo>
                  <a:close/>
                </a:path>
                <a:path w="3228340" h="1396364">
                  <a:moveTo>
                    <a:pt x="3122676" y="1327404"/>
                  </a:moveTo>
                  <a:lnTo>
                    <a:pt x="3102864" y="1315212"/>
                  </a:lnTo>
                  <a:lnTo>
                    <a:pt x="3098292" y="1321308"/>
                  </a:lnTo>
                  <a:lnTo>
                    <a:pt x="3118104" y="1333500"/>
                  </a:lnTo>
                  <a:lnTo>
                    <a:pt x="3122676" y="1327404"/>
                  </a:lnTo>
                  <a:close/>
                </a:path>
                <a:path w="3228340" h="1396364">
                  <a:moveTo>
                    <a:pt x="3148584" y="1344168"/>
                  </a:moveTo>
                  <a:lnTo>
                    <a:pt x="3128772" y="1330452"/>
                  </a:lnTo>
                  <a:lnTo>
                    <a:pt x="3124200" y="1338072"/>
                  </a:lnTo>
                  <a:lnTo>
                    <a:pt x="3144012" y="1350264"/>
                  </a:lnTo>
                  <a:lnTo>
                    <a:pt x="3148584" y="1344168"/>
                  </a:lnTo>
                  <a:close/>
                </a:path>
                <a:path w="3228340" h="1396364">
                  <a:moveTo>
                    <a:pt x="3176016" y="1359408"/>
                  </a:moveTo>
                  <a:lnTo>
                    <a:pt x="3156204" y="1347216"/>
                  </a:lnTo>
                  <a:lnTo>
                    <a:pt x="3151632" y="1354836"/>
                  </a:lnTo>
                  <a:lnTo>
                    <a:pt x="3171444" y="1367028"/>
                  </a:lnTo>
                  <a:lnTo>
                    <a:pt x="3176016" y="1359408"/>
                  </a:lnTo>
                  <a:close/>
                </a:path>
                <a:path w="3228340" h="1396364">
                  <a:moveTo>
                    <a:pt x="3201924" y="1376172"/>
                  </a:moveTo>
                  <a:lnTo>
                    <a:pt x="3182112" y="1363980"/>
                  </a:lnTo>
                  <a:lnTo>
                    <a:pt x="3177540" y="1370076"/>
                  </a:lnTo>
                  <a:lnTo>
                    <a:pt x="3197352" y="1382268"/>
                  </a:lnTo>
                  <a:lnTo>
                    <a:pt x="3201924" y="1376172"/>
                  </a:lnTo>
                  <a:close/>
                </a:path>
                <a:path w="3228340" h="1396364">
                  <a:moveTo>
                    <a:pt x="3227832" y="1395984"/>
                  </a:moveTo>
                  <a:lnTo>
                    <a:pt x="3189732" y="1325880"/>
                  </a:lnTo>
                  <a:lnTo>
                    <a:pt x="3189732" y="1324356"/>
                  </a:lnTo>
                  <a:lnTo>
                    <a:pt x="3185160" y="1324356"/>
                  </a:lnTo>
                  <a:lnTo>
                    <a:pt x="3183636" y="1325880"/>
                  </a:lnTo>
                  <a:lnTo>
                    <a:pt x="3182112" y="1328928"/>
                  </a:lnTo>
                  <a:lnTo>
                    <a:pt x="3183636" y="1330452"/>
                  </a:lnTo>
                  <a:lnTo>
                    <a:pt x="3210674" y="1382064"/>
                  </a:lnTo>
                  <a:lnTo>
                    <a:pt x="3208020" y="1380744"/>
                  </a:lnTo>
                  <a:lnTo>
                    <a:pt x="3204972" y="1386840"/>
                  </a:lnTo>
                  <a:lnTo>
                    <a:pt x="3206826" y="1388071"/>
                  </a:lnTo>
                  <a:lnTo>
                    <a:pt x="3156204" y="1386992"/>
                  </a:lnTo>
                  <a:lnTo>
                    <a:pt x="3151632" y="1386903"/>
                  </a:lnTo>
                  <a:lnTo>
                    <a:pt x="3147060" y="1386840"/>
                  </a:lnTo>
                  <a:lnTo>
                    <a:pt x="3144012" y="1388364"/>
                  </a:lnTo>
                  <a:lnTo>
                    <a:pt x="3144012" y="1392936"/>
                  </a:lnTo>
                  <a:lnTo>
                    <a:pt x="3145536" y="1394460"/>
                  </a:lnTo>
                  <a:lnTo>
                    <a:pt x="3151632" y="1394510"/>
                  </a:lnTo>
                  <a:lnTo>
                    <a:pt x="3197352" y="1395387"/>
                  </a:lnTo>
                  <a:lnTo>
                    <a:pt x="3201924" y="1395476"/>
                  </a:lnTo>
                  <a:lnTo>
                    <a:pt x="3208020" y="1395603"/>
                  </a:lnTo>
                  <a:lnTo>
                    <a:pt x="3213900" y="1395704"/>
                  </a:lnTo>
                  <a:lnTo>
                    <a:pt x="3218421" y="1395793"/>
                  </a:lnTo>
                  <a:lnTo>
                    <a:pt x="3218688" y="1395984"/>
                  </a:lnTo>
                  <a:lnTo>
                    <a:pt x="3223260" y="1395895"/>
                  </a:lnTo>
                  <a:lnTo>
                    <a:pt x="3227832" y="1395984"/>
                  </a:lnTo>
                  <a:close/>
                </a:path>
              </a:pathLst>
            </a:custGeom>
            <a:solidFill>
              <a:srgbClr val="0F24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6719193" y="5053583"/>
              <a:ext cx="795527" cy="545592"/>
            </a:xfrm>
            <a:prstGeom prst="rect">
              <a:avLst/>
            </a:prstGeom>
          </p:spPr>
        </p:pic>
      </p:grpSp>
      <p:sp>
        <p:nvSpPr>
          <p:cNvPr id="180" name="object 180"/>
          <p:cNvSpPr txBox="1"/>
          <p:nvPr/>
        </p:nvSpPr>
        <p:spPr>
          <a:xfrm>
            <a:off x="6058799" y="4744678"/>
            <a:ext cx="18999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dirty="0">
                <a:solidFill>
                  <a:srgbClr val="10243E"/>
                </a:solidFill>
                <a:latin typeface="Arial Black" panose="020B0A04020102020204"/>
                <a:cs typeface="Arial Black" panose="020B0A04020102020204"/>
              </a:rPr>
              <a:t>Virtualized</a:t>
            </a:r>
            <a:r>
              <a:rPr sz="1250" spc="340" dirty="0">
                <a:solidFill>
                  <a:srgbClr val="10243E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50" spc="-10" dirty="0">
                <a:solidFill>
                  <a:srgbClr val="10243E"/>
                </a:solidFill>
                <a:latin typeface="Arial Black" panose="020B0A04020102020204"/>
                <a:cs typeface="Arial Black" panose="020B0A04020102020204"/>
              </a:rPr>
              <a:t>Desktops</a:t>
            </a:r>
            <a:endParaRPr sz="12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4588637" y="3778008"/>
            <a:ext cx="1251585" cy="1120140"/>
          </a:xfrm>
          <a:custGeom>
            <a:avLst/>
            <a:gdLst/>
            <a:ahLst/>
            <a:cxnLst/>
            <a:rect l="l" t="t" r="r" b="b"/>
            <a:pathLst>
              <a:path w="1251585" h="1120139">
                <a:moveTo>
                  <a:pt x="47244" y="1091184"/>
                </a:moveTo>
                <a:lnTo>
                  <a:pt x="44196" y="1083564"/>
                </a:lnTo>
                <a:lnTo>
                  <a:pt x="22860" y="1089660"/>
                </a:lnTo>
                <a:lnTo>
                  <a:pt x="24384" y="1097280"/>
                </a:lnTo>
                <a:lnTo>
                  <a:pt x="47244" y="1091184"/>
                </a:lnTo>
                <a:close/>
              </a:path>
              <a:path w="1251585" h="1120139">
                <a:moveTo>
                  <a:pt x="77724" y="1082040"/>
                </a:moveTo>
                <a:lnTo>
                  <a:pt x="74676" y="1074420"/>
                </a:lnTo>
                <a:lnTo>
                  <a:pt x="51816" y="1080516"/>
                </a:lnTo>
                <a:lnTo>
                  <a:pt x="54864" y="1088136"/>
                </a:lnTo>
                <a:lnTo>
                  <a:pt x="77724" y="1082040"/>
                </a:lnTo>
                <a:close/>
              </a:path>
              <a:path w="1251585" h="1120139">
                <a:moveTo>
                  <a:pt x="80772" y="1112520"/>
                </a:moveTo>
                <a:lnTo>
                  <a:pt x="77724" y="1112520"/>
                </a:lnTo>
                <a:lnTo>
                  <a:pt x="16764" y="1096606"/>
                </a:lnTo>
                <a:lnTo>
                  <a:pt x="16306" y="1096492"/>
                </a:lnTo>
                <a:lnTo>
                  <a:pt x="15709" y="1093546"/>
                </a:lnTo>
                <a:lnTo>
                  <a:pt x="59436" y="1048512"/>
                </a:lnTo>
                <a:lnTo>
                  <a:pt x="60960" y="1046988"/>
                </a:lnTo>
                <a:lnTo>
                  <a:pt x="60960" y="1045464"/>
                </a:lnTo>
                <a:lnTo>
                  <a:pt x="57912" y="1042416"/>
                </a:lnTo>
                <a:lnTo>
                  <a:pt x="56388" y="1042416"/>
                </a:lnTo>
                <a:lnTo>
                  <a:pt x="54864" y="1043940"/>
                </a:lnTo>
                <a:lnTo>
                  <a:pt x="6007" y="1094143"/>
                </a:lnTo>
                <a:lnTo>
                  <a:pt x="0" y="1100328"/>
                </a:lnTo>
                <a:lnTo>
                  <a:pt x="16306" y="1104557"/>
                </a:lnTo>
                <a:lnTo>
                  <a:pt x="16764" y="1104684"/>
                </a:lnTo>
                <a:lnTo>
                  <a:pt x="76200" y="1120140"/>
                </a:lnTo>
                <a:lnTo>
                  <a:pt x="77724" y="1120140"/>
                </a:lnTo>
                <a:lnTo>
                  <a:pt x="80772" y="1118616"/>
                </a:lnTo>
                <a:lnTo>
                  <a:pt x="80772" y="1112520"/>
                </a:lnTo>
                <a:close/>
              </a:path>
              <a:path w="1251585" h="1120139">
                <a:moveTo>
                  <a:pt x="106680" y="1074420"/>
                </a:moveTo>
                <a:lnTo>
                  <a:pt x="105156" y="1066800"/>
                </a:lnTo>
                <a:lnTo>
                  <a:pt x="82296" y="1072896"/>
                </a:lnTo>
                <a:lnTo>
                  <a:pt x="85344" y="1080516"/>
                </a:lnTo>
                <a:lnTo>
                  <a:pt x="106680" y="1074420"/>
                </a:lnTo>
                <a:close/>
              </a:path>
              <a:path w="1251585" h="1120139">
                <a:moveTo>
                  <a:pt x="137160" y="1065276"/>
                </a:moveTo>
                <a:lnTo>
                  <a:pt x="135636" y="1057656"/>
                </a:lnTo>
                <a:lnTo>
                  <a:pt x="112776" y="1063752"/>
                </a:lnTo>
                <a:lnTo>
                  <a:pt x="114300" y="1071372"/>
                </a:lnTo>
                <a:lnTo>
                  <a:pt x="137160" y="1065276"/>
                </a:lnTo>
                <a:close/>
              </a:path>
              <a:path w="1251585" h="1120139">
                <a:moveTo>
                  <a:pt x="167640" y="1057656"/>
                </a:moveTo>
                <a:lnTo>
                  <a:pt x="166116" y="1050036"/>
                </a:lnTo>
                <a:lnTo>
                  <a:pt x="143256" y="1056132"/>
                </a:lnTo>
                <a:lnTo>
                  <a:pt x="144780" y="1063752"/>
                </a:lnTo>
                <a:lnTo>
                  <a:pt x="167640" y="1057656"/>
                </a:lnTo>
                <a:close/>
              </a:path>
              <a:path w="1251585" h="1120139">
                <a:moveTo>
                  <a:pt x="198120" y="1048512"/>
                </a:moveTo>
                <a:lnTo>
                  <a:pt x="195072" y="1040892"/>
                </a:lnTo>
                <a:lnTo>
                  <a:pt x="172212" y="1046988"/>
                </a:lnTo>
                <a:lnTo>
                  <a:pt x="175260" y="1054608"/>
                </a:lnTo>
                <a:lnTo>
                  <a:pt x="198120" y="1048512"/>
                </a:lnTo>
                <a:close/>
              </a:path>
              <a:path w="1251585" h="1120139">
                <a:moveTo>
                  <a:pt x="227076" y="1040892"/>
                </a:moveTo>
                <a:lnTo>
                  <a:pt x="225552" y="1033272"/>
                </a:lnTo>
                <a:lnTo>
                  <a:pt x="202692" y="1039368"/>
                </a:lnTo>
                <a:lnTo>
                  <a:pt x="205740" y="1046988"/>
                </a:lnTo>
                <a:lnTo>
                  <a:pt x="227076" y="1040892"/>
                </a:lnTo>
                <a:close/>
              </a:path>
              <a:path w="1251585" h="1120139">
                <a:moveTo>
                  <a:pt x="257556" y="1031748"/>
                </a:moveTo>
                <a:lnTo>
                  <a:pt x="256032" y="1024128"/>
                </a:lnTo>
                <a:lnTo>
                  <a:pt x="233172" y="1030224"/>
                </a:lnTo>
                <a:lnTo>
                  <a:pt x="234696" y="1037844"/>
                </a:lnTo>
                <a:lnTo>
                  <a:pt x="257556" y="1031748"/>
                </a:lnTo>
                <a:close/>
              </a:path>
              <a:path w="1251585" h="1120139">
                <a:moveTo>
                  <a:pt x="288036" y="1022604"/>
                </a:moveTo>
                <a:lnTo>
                  <a:pt x="286512" y="1014984"/>
                </a:lnTo>
                <a:lnTo>
                  <a:pt x="263652" y="1022604"/>
                </a:lnTo>
                <a:lnTo>
                  <a:pt x="265176" y="1030224"/>
                </a:lnTo>
                <a:lnTo>
                  <a:pt x="288036" y="1022604"/>
                </a:lnTo>
                <a:close/>
              </a:path>
              <a:path w="1251585" h="1120139">
                <a:moveTo>
                  <a:pt x="318516" y="1014984"/>
                </a:moveTo>
                <a:lnTo>
                  <a:pt x="315468" y="1007364"/>
                </a:lnTo>
                <a:lnTo>
                  <a:pt x="294132" y="1013460"/>
                </a:lnTo>
                <a:lnTo>
                  <a:pt x="295656" y="1021080"/>
                </a:lnTo>
                <a:lnTo>
                  <a:pt x="318516" y="1014984"/>
                </a:lnTo>
                <a:close/>
              </a:path>
              <a:path w="1251585" h="1120139">
                <a:moveTo>
                  <a:pt x="347472" y="1005840"/>
                </a:moveTo>
                <a:lnTo>
                  <a:pt x="345948" y="998220"/>
                </a:lnTo>
                <a:lnTo>
                  <a:pt x="323088" y="1005840"/>
                </a:lnTo>
                <a:lnTo>
                  <a:pt x="326136" y="1011936"/>
                </a:lnTo>
                <a:lnTo>
                  <a:pt x="347472" y="1005840"/>
                </a:lnTo>
                <a:close/>
              </a:path>
              <a:path w="1251585" h="1120139">
                <a:moveTo>
                  <a:pt x="377952" y="998220"/>
                </a:moveTo>
                <a:lnTo>
                  <a:pt x="376428" y="990600"/>
                </a:lnTo>
                <a:lnTo>
                  <a:pt x="353568" y="996696"/>
                </a:lnTo>
                <a:lnTo>
                  <a:pt x="355092" y="1004316"/>
                </a:lnTo>
                <a:lnTo>
                  <a:pt x="377952" y="998220"/>
                </a:lnTo>
                <a:close/>
              </a:path>
              <a:path w="1251585" h="1120139">
                <a:moveTo>
                  <a:pt x="408432" y="989076"/>
                </a:moveTo>
                <a:lnTo>
                  <a:pt x="406908" y="981456"/>
                </a:lnTo>
                <a:lnTo>
                  <a:pt x="384048" y="987552"/>
                </a:lnTo>
                <a:lnTo>
                  <a:pt x="385572" y="995172"/>
                </a:lnTo>
                <a:lnTo>
                  <a:pt x="408432" y="989076"/>
                </a:lnTo>
                <a:close/>
              </a:path>
              <a:path w="1251585" h="1120139">
                <a:moveTo>
                  <a:pt x="438912" y="981456"/>
                </a:moveTo>
                <a:lnTo>
                  <a:pt x="435864" y="973836"/>
                </a:lnTo>
                <a:lnTo>
                  <a:pt x="414528" y="979932"/>
                </a:lnTo>
                <a:lnTo>
                  <a:pt x="416052" y="987552"/>
                </a:lnTo>
                <a:lnTo>
                  <a:pt x="438912" y="981456"/>
                </a:lnTo>
                <a:close/>
              </a:path>
              <a:path w="1251585" h="1120139">
                <a:moveTo>
                  <a:pt x="469392" y="972312"/>
                </a:moveTo>
                <a:lnTo>
                  <a:pt x="466344" y="964692"/>
                </a:lnTo>
                <a:lnTo>
                  <a:pt x="443484" y="970788"/>
                </a:lnTo>
                <a:lnTo>
                  <a:pt x="446532" y="978408"/>
                </a:lnTo>
                <a:lnTo>
                  <a:pt x="469392" y="972312"/>
                </a:lnTo>
                <a:close/>
              </a:path>
              <a:path w="1251585" h="1120139">
                <a:moveTo>
                  <a:pt x="498348" y="964692"/>
                </a:moveTo>
                <a:lnTo>
                  <a:pt x="496824" y="957072"/>
                </a:lnTo>
                <a:lnTo>
                  <a:pt x="473964" y="963168"/>
                </a:lnTo>
                <a:lnTo>
                  <a:pt x="475488" y="970788"/>
                </a:lnTo>
                <a:lnTo>
                  <a:pt x="498348" y="964692"/>
                </a:lnTo>
                <a:close/>
              </a:path>
              <a:path w="1251585" h="1120139">
                <a:moveTo>
                  <a:pt x="528828" y="955548"/>
                </a:moveTo>
                <a:lnTo>
                  <a:pt x="527304" y="947928"/>
                </a:lnTo>
                <a:lnTo>
                  <a:pt x="504444" y="954024"/>
                </a:lnTo>
                <a:lnTo>
                  <a:pt x="505968" y="961644"/>
                </a:lnTo>
                <a:lnTo>
                  <a:pt x="528828" y="955548"/>
                </a:lnTo>
                <a:close/>
              </a:path>
              <a:path w="1251585" h="1120139">
                <a:moveTo>
                  <a:pt x="559308" y="947928"/>
                </a:moveTo>
                <a:lnTo>
                  <a:pt x="556260" y="940308"/>
                </a:lnTo>
                <a:lnTo>
                  <a:pt x="534924" y="946404"/>
                </a:lnTo>
                <a:lnTo>
                  <a:pt x="536448" y="954024"/>
                </a:lnTo>
                <a:lnTo>
                  <a:pt x="559308" y="947928"/>
                </a:lnTo>
                <a:close/>
              </a:path>
              <a:path w="1251585" h="1120139">
                <a:moveTo>
                  <a:pt x="589788" y="938784"/>
                </a:moveTo>
                <a:lnTo>
                  <a:pt x="586740" y="931164"/>
                </a:lnTo>
                <a:lnTo>
                  <a:pt x="563880" y="937260"/>
                </a:lnTo>
                <a:lnTo>
                  <a:pt x="566928" y="944880"/>
                </a:lnTo>
                <a:lnTo>
                  <a:pt x="589788" y="938784"/>
                </a:lnTo>
                <a:close/>
              </a:path>
              <a:path w="1251585" h="1120139">
                <a:moveTo>
                  <a:pt x="618744" y="929640"/>
                </a:moveTo>
                <a:lnTo>
                  <a:pt x="617220" y="923544"/>
                </a:lnTo>
                <a:lnTo>
                  <a:pt x="594360" y="929640"/>
                </a:lnTo>
                <a:lnTo>
                  <a:pt x="597408" y="937260"/>
                </a:lnTo>
                <a:lnTo>
                  <a:pt x="618744" y="929640"/>
                </a:lnTo>
                <a:close/>
              </a:path>
              <a:path w="1251585" h="1120139">
                <a:moveTo>
                  <a:pt x="649224" y="922020"/>
                </a:moveTo>
                <a:lnTo>
                  <a:pt x="647700" y="914400"/>
                </a:lnTo>
                <a:lnTo>
                  <a:pt x="624840" y="920496"/>
                </a:lnTo>
                <a:lnTo>
                  <a:pt x="626364" y="928116"/>
                </a:lnTo>
                <a:lnTo>
                  <a:pt x="649224" y="922020"/>
                </a:lnTo>
                <a:close/>
              </a:path>
              <a:path w="1251585" h="1120139">
                <a:moveTo>
                  <a:pt x="679704" y="912876"/>
                </a:moveTo>
                <a:lnTo>
                  <a:pt x="676656" y="905256"/>
                </a:lnTo>
                <a:lnTo>
                  <a:pt x="655320" y="912876"/>
                </a:lnTo>
                <a:lnTo>
                  <a:pt x="656844" y="920496"/>
                </a:lnTo>
                <a:lnTo>
                  <a:pt x="679704" y="912876"/>
                </a:lnTo>
                <a:close/>
              </a:path>
              <a:path w="1251585" h="1120139">
                <a:moveTo>
                  <a:pt x="710184" y="905256"/>
                </a:moveTo>
                <a:lnTo>
                  <a:pt x="707136" y="897636"/>
                </a:lnTo>
                <a:lnTo>
                  <a:pt x="684276" y="903732"/>
                </a:lnTo>
                <a:lnTo>
                  <a:pt x="687324" y="911352"/>
                </a:lnTo>
                <a:lnTo>
                  <a:pt x="710184" y="905256"/>
                </a:lnTo>
                <a:close/>
              </a:path>
              <a:path w="1251585" h="1120139">
                <a:moveTo>
                  <a:pt x="739140" y="896112"/>
                </a:moveTo>
                <a:lnTo>
                  <a:pt x="737616" y="888492"/>
                </a:lnTo>
                <a:lnTo>
                  <a:pt x="714756" y="896112"/>
                </a:lnTo>
                <a:lnTo>
                  <a:pt x="717804" y="902208"/>
                </a:lnTo>
                <a:lnTo>
                  <a:pt x="739140" y="896112"/>
                </a:lnTo>
                <a:close/>
              </a:path>
              <a:path w="1251585" h="1120139">
                <a:moveTo>
                  <a:pt x="769620" y="888492"/>
                </a:moveTo>
                <a:lnTo>
                  <a:pt x="768096" y="880872"/>
                </a:lnTo>
                <a:lnTo>
                  <a:pt x="745236" y="886968"/>
                </a:lnTo>
                <a:lnTo>
                  <a:pt x="746760" y="894588"/>
                </a:lnTo>
                <a:lnTo>
                  <a:pt x="769620" y="888492"/>
                </a:lnTo>
                <a:close/>
              </a:path>
              <a:path w="1251585" h="1120139">
                <a:moveTo>
                  <a:pt x="800100" y="879348"/>
                </a:moveTo>
                <a:lnTo>
                  <a:pt x="798576" y="871728"/>
                </a:lnTo>
                <a:lnTo>
                  <a:pt x="775716" y="877824"/>
                </a:lnTo>
                <a:lnTo>
                  <a:pt x="777240" y="885444"/>
                </a:lnTo>
                <a:lnTo>
                  <a:pt x="800100" y="879348"/>
                </a:lnTo>
                <a:close/>
              </a:path>
              <a:path w="1251585" h="1120139">
                <a:moveTo>
                  <a:pt x="830580" y="871728"/>
                </a:moveTo>
                <a:lnTo>
                  <a:pt x="827532" y="864108"/>
                </a:lnTo>
                <a:lnTo>
                  <a:pt x="804672" y="870204"/>
                </a:lnTo>
                <a:lnTo>
                  <a:pt x="807720" y="877824"/>
                </a:lnTo>
                <a:lnTo>
                  <a:pt x="830580" y="871728"/>
                </a:lnTo>
                <a:close/>
              </a:path>
              <a:path w="1251585" h="1120139">
                <a:moveTo>
                  <a:pt x="845820" y="0"/>
                </a:moveTo>
                <a:lnTo>
                  <a:pt x="834390" y="0"/>
                </a:lnTo>
                <a:lnTo>
                  <a:pt x="845820" y="1524"/>
                </a:lnTo>
                <a:lnTo>
                  <a:pt x="845820" y="0"/>
                </a:lnTo>
                <a:close/>
              </a:path>
              <a:path w="1251585" h="1120139">
                <a:moveTo>
                  <a:pt x="859536" y="862584"/>
                </a:moveTo>
                <a:lnTo>
                  <a:pt x="858012" y="854964"/>
                </a:lnTo>
                <a:lnTo>
                  <a:pt x="835152" y="861060"/>
                </a:lnTo>
                <a:lnTo>
                  <a:pt x="838200" y="868680"/>
                </a:lnTo>
                <a:lnTo>
                  <a:pt x="859536" y="862584"/>
                </a:lnTo>
                <a:close/>
              </a:path>
              <a:path w="1251585" h="1120139">
                <a:moveTo>
                  <a:pt x="877824" y="0"/>
                </a:moveTo>
                <a:lnTo>
                  <a:pt x="853744" y="0"/>
                </a:lnTo>
                <a:lnTo>
                  <a:pt x="853744" y="1562"/>
                </a:lnTo>
                <a:lnTo>
                  <a:pt x="877824" y="4572"/>
                </a:lnTo>
                <a:lnTo>
                  <a:pt x="877824" y="0"/>
                </a:lnTo>
                <a:close/>
              </a:path>
              <a:path w="1251585" h="1120139">
                <a:moveTo>
                  <a:pt x="890016" y="854964"/>
                </a:moveTo>
                <a:lnTo>
                  <a:pt x="888492" y="847344"/>
                </a:lnTo>
                <a:lnTo>
                  <a:pt x="865632" y="853440"/>
                </a:lnTo>
                <a:lnTo>
                  <a:pt x="867156" y="861060"/>
                </a:lnTo>
                <a:lnTo>
                  <a:pt x="890016" y="854964"/>
                </a:lnTo>
                <a:close/>
              </a:path>
              <a:path w="1251585" h="1120139">
                <a:moveTo>
                  <a:pt x="909828" y="1524"/>
                </a:moveTo>
                <a:lnTo>
                  <a:pt x="897636" y="0"/>
                </a:lnTo>
                <a:lnTo>
                  <a:pt x="885444" y="0"/>
                </a:lnTo>
                <a:lnTo>
                  <a:pt x="885444" y="6096"/>
                </a:lnTo>
                <a:lnTo>
                  <a:pt x="908304" y="9144"/>
                </a:lnTo>
                <a:lnTo>
                  <a:pt x="909828" y="1524"/>
                </a:lnTo>
                <a:close/>
              </a:path>
              <a:path w="1251585" h="1120139">
                <a:moveTo>
                  <a:pt x="920496" y="845820"/>
                </a:moveTo>
                <a:lnTo>
                  <a:pt x="918972" y="838200"/>
                </a:lnTo>
                <a:lnTo>
                  <a:pt x="896112" y="844296"/>
                </a:lnTo>
                <a:lnTo>
                  <a:pt x="897636" y="851916"/>
                </a:lnTo>
                <a:lnTo>
                  <a:pt x="920496" y="845820"/>
                </a:lnTo>
                <a:close/>
              </a:path>
              <a:path w="1251585" h="1120139">
                <a:moveTo>
                  <a:pt x="940308" y="6096"/>
                </a:moveTo>
                <a:lnTo>
                  <a:pt x="917448" y="3048"/>
                </a:lnTo>
                <a:lnTo>
                  <a:pt x="915924" y="10668"/>
                </a:lnTo>
                <a:lnTo>
                  <a:pt x="938784" y="13716"/>
                </a:lnTo>
                <a:lnTo>
                  <a:pt x="940308" y="6096"/>
                </a:lnTo>
                <a:close/>
              </a:path>
              <a:path w="1251585" h="1120139">
                <a:moveTo>
                  <a:pt x="950976" y="838200"/>
                </a:moveTo>
                <a:lnTo>
                  <a:pt x="947928" y="830580"/>
                </a:lnTo>
                <a:lnTo>
                  <a:pt x="926592" y="836676"/>
                </a:lnTo>
                <a:lnTo>
                  <a:pt x="928116" y="844296"/>
                </a:lnTo>
                <a:lnTo>
                  <a:pt x="950976" y="838200"/>
                </a:lnTo>
                <a:close/>
              </a:path>
              <a:path w="1251585" h="1120139">
                <a:moveTo>
                  <a:pt x="970788" y="10668"/>
                </a:moveTo>
                <a:lnTo>
                  <a:pt x="947928" y="7620"/>
                </a:lnTo>
                <a:lnTo>
                  <a:pt x="946404" y="15240"/>
                </a:lnTo>
                <a:lnTo>
                  <a:pt x="970788" y="18288"/>
                </a:lnTo>
                <a:lnTo>
                  <a:pt x="970788" y="10668"/>
                </a:lnTo>
                <a:close/>
              </a:path>
              <a:path w="1251585" h="1120139">
                <a:moveTo>
                  <a:pt x="979932" y="829056"/>
                </a:moveTo>
                <a:lnTo>
                  <a:pt x="978408" y="821436"/>
                </a:lnTo>
                <a:lnTo>
                  <a:pt x="955548" y="827532"/>
                </a:lnTo>
                <a:lnTo>
                  <a:pt x="958596" y="835152"/>
                </a:lnTo>
                <a:lnTo>
                  <a:pt x="979932" y="829056"/>
                </a:lnTo>
                <a:close/>
              </a:path>
              <a:path w="1251585" h="1120139">
                <a:moveTo>
                  <a:pt x="1002792" y="13716"/>
                </a:moveTo>
                <a:lnTo>
                  <a:pt x="978408" y="10668"/>
                </a:lnTo>
                <a:lnTo>
                  <a:pt x="978408" y="18288"/>
                </a:lnTo>
                <a:lnTo>
                  <a:pt x="1001268" y="21336"/>
                </a:lnTo>
                <a:lnTo>
                  <a:pt x="1002792" y="13716"/>
                </a:lnTo>
                <a:close/>
              </a:path>
              <a:path w="1251585" h="1120139">
                <a:moveTo>
                  <a:pt x="1010412" y="819912"/>
                </a:moveTo>
                <a:lnTo>
                  <a:pt x="1008888" y="813816"/>
                </a:lnTo>
                <a:lnTo>
                  <a:pt x="986028" y="819912"/>
                </a:lnTo>
                <a:lnTo>
                  <a:pt x="987552" y="827532"/>
                </a:lnTo>
                <a:lnTo>
                  <a:pt x="1010412" y="819912"/>
                </a:lnTo>
                <a:close/>
              </a:path>
              <a:path w="1251585" h="1120139">
                <a:moveTo>
                  <a:pt x="1033272" y="18288"/>
                </a:moveTo>
                <a:lnTo>
                  <a:pt x="1010412" y="15240"/>
                </a:lnTo>
                <a:lnTo>
                  <a:pt x="1008888" y="22860"/>
                </a:lnTo>
                <a:lnTo>
                  <a:pt x="1031748" y="25908"/>
                </a:lnTo>
                <a:lnTo>
                  <a:pt x="1033272" y="18288"/>
                </a:lnTo>
                <a:close/>
              </a:path>
              <a:path w="1251585" h="1120139">
                <a:moveTo>
                  <a:pt x="1040892" y="812292"/>
                </a:moveTo>
                <a:lnTo>
                  <a:pt x="1039368" y="804672"/>
                </a:lnTo>
                <a:lnTo>
                  <a:pt x="1016508" y="810768"/>
                </a:lnTo>
                <a:lnTo>
                  <a:pt x="1018032" y="818388"/>
                </a:lnTo>
                <a:lnTo>
                  <a:pt x="1040892" y="812292"/>
                </a:lnTo>
                <a:close/>
              </a:path>
              <a:path w="1251585" h="1120139">
                <a:moveTo>
                  <a:pt x="1063752" y="22860"/>
                </a:moveTo>
                <a:lnTo>
                  <a:pt x="1040892" y="19812"/>
                </a:lnTo>
                <a:lnTo>
                  <a:pt x="1039368" y="27432"/>
                </a:lnTo>
                <a:lnTo>
                  <a:pt x="1063752" y="30480"/>
                </a:lnTo>
                <a:lnTo>
                  <a:pt x="1063752" y="22860"/>
                </a:lnTo>
                <a:close/>
              </a:path>
              <a:path w="1251585" h="1120139">
                <a:moveTo>
                  <a:pt x="1071372" y="803148"/>
                </a:moveTo>
                <a:lnTo>
                  <a:pt x="1068324" y="795528"/>
                </a:lnTo>
                <a:lnTo>
                  <a:pt x="1046988" y="803148"/>
                </a:lnTo>
                <a:lnTo>
                  <a:pt x="1048512" y="810768"/>
                </a:lnTo>
                <a:lnTo>
                  <a:pt x="1071372" y="803148"/>
                </a:lnTo>
                <a:close/>
              </a:path>
              <a:path w="1251585" h="1120139">
                <a:moveTo>
                  <a:pt x="1095756" y="27432"/>
                </a:moveTo>
                <a:lnTo>
                  <a:pt x="1071372" y="24384"/>
                </a:lnTo>
                <a:lnTo>
                  <a:pt x="1071372" y="32004"/>
                </a:lnTo>
                <a:lnTo>
                  <a:pt x="1094232" y="35052"/>
                </a:lnTo>
                <a:lnTo>
                  <a:pt x="1095756" y="27432"/>
                </a:lnTo>
                <a:close/>
              </a:path>
              <a:path w="1251585" h="1120139">
                <a:moveTo>
                  <a:pt x="1101852" y="795528"/>
                </a:moveTo>
                <a:lnTo>
                  <a:pt x="1098804" y="787908"/>
                </a:lnTo>
                <a:lnTo>
                  <a:pt x="1075944" y="794004"/>
                </a:lnTo>
                <a:lnTo>
                  <a:pt x="1078992" y="801624"/>
                </a:lnTo>
                <a:lnTo>
                  <a:pt x="1101852" y="795528"/>
                </a:lnTo>
                <a:close/>
              </a:path>
              <a:path w="1251585" h="1120139">
                <a:moveTo>
                  <a:pt x="1126236" y="30480"/>
                </a:moveTo>
                <a:lnTo>
                  <a:pt x="1103376" y="27432"/>
                </a:lnTo>
                <a:lnTo>
                  <a:pt x="1101852" y="35052"/>
                </a:lnTo>
                <a:lnTo>
                  <a:pt x="1124712" y="38100"/>
                </a:lnTo>
                <a:lnTo>
                  <a:pt x="1126236" y="30480"/>
                </a:lnTo>
                <a:close/>
              </a:path>
              <a:path w="1251585" h="1120139">
                <a:moveTo>
                  <a:pt x="1130808" y="786384"/>
                </a:moveTo>
                <a:lnTo>
                  <a:pt x="1129284" y="778764"/>
                </a:lnTo>
                <a:lnTo>
                  <a:pt x="1106424" y="786384"/>
                </a:lnTo>
                <a:lnTo>
                  <a:pt x="1107948" y="792480"/>
                </a:lnTo>
                <a:lnTo>
                  <a:pt x="1130808" y="786384"/>
                </a:lnTo>
                <a:close/>
              </a:path>
              <a:path w="1251585" h="1120139">
                <a:moveTo>
                  <a:pt x="1156716" y="35052"/>
                </a:moveTo>
                <a:lnTo>
                  <a:pt x="1133856" y="32004"/>
                </a:lnTo>
                <a:lnTo>
                  <a:pt x="1132332" y="39624"/>
                </a:lnTo>
                <a:lnTo>
                  <a:pt x="1156716" y="42672"/>
                </a:lnTo>
                <a:lnTo>
                  <a:pt x="1156716" y="35052"/>
                </a:lnTo>
                <a:close/>
              </a:path>
              <a:path w="1251585" h="1120139">
                <a:moveTo>
                  <a:pt x="1161288" y="778764"/>
                </a:moveTo>
                <a:lnTo>
                  <a:pt x="1159764" y="771144"/>
                </a:lnTo>
                <a:lnTo>
                  <a:pt x="1136904" y="777240"/>
                </a:lnTo>
                <a:lnTo>
                  <a:pt x="1138428" y="784860"/>
                </a:lnTo>
                <a:lnTo>
                  <a:pt x="1161288" y="778764"/>
                </a:lnTo>
                <a:close/>
              </a:path>
              <a:path w="1251585" h="1120139">
                <a:moveTo>
                  <a:pt x="1188720" y="39624"/>
                </a:moveTo>
                <a:lnTo>
                  <a:pt x="1164336" y="36576"/>
                </a:lnTo>
                <a:lnTo>
                  <a:pt x="1164336" y="44196"/>
                </a:lnTo>
                <a:lnTo>
                  <a:pt x="1187196" y="47244"/>
                </a:lnTo>
                <a:lnTo>
                  <a:pt x="1188720" y="39624"/>
                </a:lnTo>
                <a:close/>
              </a:path>
              <a:path w="1251585" h="1120139">
                <a:moveTo>
                  <a:pt x="1191768" y="769620"/>
                </a:moveTo>
                <a:lnTo>
                  <a:pt x="1188720" y="762000"/>
                </a:lnTo>
                <a:lnTo>
                  <a:pt x="1167384" y="768096"/>
                </a:lnTo>
                <a:lnTo>
                  <a:pt x="1168908" y="775716"/>
                </a:lnTo>
                <a:lnTo>
                  <a:pt x="1191768" y="769620"/>
                </a:lnTo>
                <a:close/>
              </a:path>
              <a:path w="1251585" h="1120139">
                <a:moveTo>
                  <a:pt x="1219200" y="44196"/>
                </a:moveTo>
                <a:lnTo>
                  <a:pt x="1196340" y="41148"/>
                </a:lnTo>
                <a:lnTo>
                  <a:pt x="1194816" y="48768"/>
                </a:lnTo>
                <a:lnTo>
                  <a:pt x="1217676" y="51816"/>
                </a:lnTo>
                <a:lnTo>
                  <a:pt x="1219200" y="44196"/>
                </a:lnTo>
                <a:close/>
              </a:path>
              <a:path w="1251585" h="1120139">
                <a:moveTo>
                  <a:pt x="1222248" y="762000"/>
                </a:moveTo>
                <a:lnTo>
                  <a:pt x="1219200" y="754380"/>
                </a:lnTo>
                <a:lnTo>
                  <a:pt x="1196340" y="760476"/>
                </a:lnTo>
                <a:lnTo>
                  <a:pt x="1199388" y="768096"/>
                </a:lnTo>
                <a:lnTo>
                  <a:pt x="1222248" y="762000"/>
                </a:lnTo>
                <a:close/>
              </a:path>
              <a:path w="1251585" h="1120139">
                <a:moveTo>
                  <a:pt x="1249680" y="47244"/>
                </a:moveTo>
                <a:lnTo>
                  <a:pt x="1226820" y="44196"/>
                </a:lnTo>
                <a:lnTo>
                  <a:pt x="1225296" y="51816"/>
                </a:lnTo>
                <a:lnTo>
                  <a:pt x="1249680" y="56388"/>
                </a:lnTo>
                <a:lnTo>
                  <a:pt x="1249680" y="47244"/>
                </a:lnTo>
                <a:close/>
              </a:path>
              <a:path w="1251585" h="1120139">
                <a:moveTo>
                  <a:pt x="1251204" y="752856"/>
                </a:moveTo>
                <a:lnTo>
                  <a:pt x="1249680" y="745236"/>
                </a:lnTo>
                <a:lnTo>
                  <a:pt x="1226820" y="751332"/>
                </a:lnTo>
                <a:lnTo>
                  <a:pt x="1229868" y="758952"/>
                </a:lnTo>
                <a:lnTo>
                  <a:pt x="1251204" y="75285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83" name="object 18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110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23719"/>
            <a:ext cx="8054975" cy="4481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 panose="020F0502020204030204"/>
                <a:cs typeface="Calibri" panose="020F0502020204030204"/>
              </a:rPr>
              <a:t>Use</a:t>
            </a:r>
            <a:r>
              <a:rPr sz="36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latin typeface="Calibri" panose="020F0502020204030204"/>
                <a:cs typeface="Calibri" panose="020F0502020204030204"/>
              </a:rPr>
              <a:t>case</a:t>
            </a:r>
            <a:r>
              <a:rPr sz="36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10" dirty="0">
                <a:latin typeface="Calibri" panose="020F0502020204030204"/>
                <a:cs typeface="Calibri" panose="020F0502020204030204"/>
              </a:rPr>
              <a:t>description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7719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accesses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81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enjoy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programs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identical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those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PCs.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524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course,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choose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specification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of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4607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necessary,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(i.e.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operating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system)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changed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another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immediately.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do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keeping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password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since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totally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managed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110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1514356"/>
            <a:ext cx="7743825" cy="4348480"/>
          </a:xfrm>
          <a:prstGeom prst="rect">
            <a:avLst/>
          </a:prstGeom>
        </p:spPr>
        <p:txBody>
          <a:bodyPr vert="horz" wrap="square" lIns="0" tIns="321945" rIns="0" bIns="0" rtlCol="0">
            <a:spAutoFit/>
          </a:bodyPr>
          <a:lstStyle/>
          <a:p>
            <a:pPr marL="327025" algn="ctr">
              <a:lnSpc>
                <a:spcPct val="100000"/>
              </a:lnSpc>
              <a:spcBef>
                <a:spcPts val="2535"/>
              </a:spcBef>
            </a:pPr>
            <a:r>
              <a:rPr sz="3600" b="1" dirty="0">
                <a:latin typeface="Calibri" panose="020F0502020204030204"/>
                <a:cs typeface="Calibri" panose="020F0502020204030204"/>
              </a:rPr>
              <a:t>Use</a:t>
            </a:r>
            <a:r>
              <a:rPr sz="36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latin typeface="Calibri" panose="020F0502020204030204"/>
                <a:cs typeface="Calibri" panose="020F0502020204030204"/>
              </a:rPr>
              <a:t>case</a:t>
            </a:r>
            <a:r>
              <a:rPr sz="36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10" dirty="0">
                <a:latin typeface="Calibri" panose="020F0502020204030204"/>
                <a:cs typeface="Calibri" panose="020F0502020204030204"/>
              </a:rPr>
              <a:t>description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0353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internal processes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select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DaaS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9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certain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functions.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4864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Unlike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normally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storage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backups.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07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Also,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overcome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peak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loads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save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energy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requesting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online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increase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decrease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 desktops,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respectively.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110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23719"/>
            <a:ext cx="8001634" cy="40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 panose="020F0502020204030204"/>
                <a:cs typeface="Calibri" panose="020F0502020204030204"/>
              </a:rPr>
              <a:t>Use</a:t>
            </a:r>
            <a:r>
              <a:rPr sz="36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latin typeface="Calibri" panose="020F0502020204030204"/>
                <a:cs typeface="Calibri" panose="020F0502020204030204"/>
              </a:rPr>
              <a:t>case</a:t>
            </a:r>
            <a:r>
              <a:rPr sz="36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10" dirty="0">
                <a:latin typeface="Calibri" panose="020F0502020204030204"/>
                <a:cs typeface="Calibri" panose="020F0502020204030204"/>
              </a:rPr>
              <a:t>description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enterprise,</a:t>
            </a:r>
            <a:r>
              <a:rPr sz="2000" spc="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8986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makes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do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works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its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internal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processes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outside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transferring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related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1790" marR="5080" indent="-3397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Contrary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above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scenarios,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cannot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select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freely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more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limitations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access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exist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than 	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inside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21463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Whenever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connects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sends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feedback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accessing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handle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bypass corresponding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110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23719"/>
            <a:ext cx="7962265" cy="382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600" b="1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20" dirty="0">
                <a:latin typeface="Calibri" panose="020F0502020204030204"/>
                <a:cs typeface="Calibri" panose="020F0502020204030204"/>
              </a:rPr>
              <a:t>flow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8731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should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send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about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authentication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(i.e. password).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corresponding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such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OS,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applications,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delivery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protocol (VDDP).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441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consumer’s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change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including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specification,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transfer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additional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related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selection.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110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23719"/>
            <a:ext cx="7658100" cy="254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845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600" b="1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20" dirty="0">
                <a:latin typeface="Calibri" panose="020F0502020204030204"/>
                <a:cs typeface="Calibri" panose="020F0502020204030204"/>
              </a:rPr>
              <a:t>flow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61658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similar</a:t>
            </a:r>
            <a:r>
              <a:rPr sz="2000" spc="-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except controlling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warning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when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abnormal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situation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(i.e.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peak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load)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occurs.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21107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1823719"/>
            <a:ext cx="7958455" cy="382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600" b="1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20" dirty="0">
                <a:latin typeface="Calibri" panose="020F0502020204030204"/>
                <a:cs typeface="Calibri" panose="020F0502020204030204"/>
              </a:rPr>
              <a:t>flow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enterprise,</a:t>
            </a:r>
            <a:r>
              <a:rPr sz="2000" spc="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62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authentication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flows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Once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identified,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regarding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internal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processes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transferred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dispatched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end-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VDDP.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42735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consumer’s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stored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2000" spc="-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but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path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selection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since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cannot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have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authority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alter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virtual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 environment.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292" y="1165351"/>
            <a:ext cx="5178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General</a:t>
            </a:r>
            <a:r>
              <a:rPr sz="4000" spc="-85" dirty="0"/>
              <a:t> </a:t>
            </a:r>
            <a:r>
              <a:rPr sz="4000" dirty="0"/>
              <a:t>use</a:t>
            </a:r>
            <a:r>
              <a:rPr sz="4000" spc="-60" dirty="0"/>
              <a:t> </a:t>
            </a:r>
            <a:r>
              <a:rPr sz="4000" dirty="0"/>
              <a:t>case</a:t>
            </a:r>
            <a:r>
              <a:rPr sz="4000" spc="-75" dirty="0"/>
              <a:t> </a:t>
            </a:r>
            <a:r>
              <a:rPr sz="4000" dirty="0"/>
              <a:t>of</a:t>
            </a:r>
            <a:r>
              <a:rPr sz="4000" spc="-65" dirty="0"/>
              <a:t> </a:t>
            </a:r>
            <a:r>
              <a:rPr sz="4000" spc="-20" dirty="0"/>
              <a:t>DaaS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68513" y="1781047"/>
            <a:ext cx="77527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8280" algn="l"/>
              </a:tabLst>
            </a:pPr>
            <a:r>
              <a:rPr sz="3200" spc="-10" dirty="0">
                <a:latin typeface="Calibri" panose="020F0502020204030204"/>
                <a:cs typeface="Calibri" panose="020F0502020204030204"/>
              </a:rPr>
              <a:t>Derived</a:t>
            </a:r>
            <a:r>
              <a:rPr sz="3200" dirty="0">
                <a:latin typeface="Calibri" panose="020F0502020204030204"/>
                <a:cs typeface="Calibri" panose="020F0502020204030204"/>
              </a:rPr>
              <a:t>	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requirements</a:t>
            </a:r>
            <a:r>
              <a:rPr sz="32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for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cloud</a:t>
            </a:r>
            <a:r>
              <a:rPr sz="32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ecosystem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10017" y="2575050"/>
            <a:ext cx="7830184" cy="234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Consumers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accessing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their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independently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locations,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indeed,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their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various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devices.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111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guarantee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business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continuity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recovery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solution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about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failure.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8105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Consumers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desire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their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personal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tasks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separating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business computing.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Consumers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eager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run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various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applications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PCs.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288" y="1134871"/>
            <a:ext cx="5240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Other</a:t>
            </a:r>
            <a:r>
              <a:rPr sz="4000" spc="-125" dirty="0"/>
              <a:t> </a:t>
            </a:r>
            <a:r>
              <a:rPr sz="4000" dirty="0"/>
              <a:t>related</a:t>
            </a:r>
            <a:r>
              <a:rPr sz="4000" spc="-145" dirty="0"/>
              <a:t> </a:t>
            </a:r>
            <a:r>
              <a:rPr sz="4000" spc="-10" dirty="0"/>
              <a:t>definitions: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2517024" y="1747519"/>
            <a:ext cx="5758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3600" b="1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latin typeface="Calibri" panose="020F0502020204030204"/>
                <a:cs typeface="Calibri" panose="020F0502020204030204"/>
              </a:rPr>
              <a:t>Level</a:t>
            </a:r>
            <a:r>
              <a:rPr sz="36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10" dirty="0">
                <a:latin typeface="Calibri" panose="020F0502020204030204"/>
                <a:cs typeface="Calibri" panose="020F0502020204030204"/>
              </a:rPr>
              <a:t>Agreement</a:t>
            </a:r>
            <a:r>
              <a:rPr sz="36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spc="-10" dirty="0">
                <a:latin typeface="Calibri" panose="020F0502020204030204"/>
                <a:cs typeface="Calibri" panose="020F0502020204030204"/>
              </a:rPr>
              <a:t>(SLA)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17" y="2696970"/>
            <a:ext cx="8042275" cy="337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abbreviated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agreement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stating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performance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promises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made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including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remedies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failures.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composed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three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collection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promises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made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subscribers,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marR="47815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(2)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collection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promises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explicitly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made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subscribers,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i.e., limitations,</a:t>
            </a:r>
            <a:r>
              <a:rPr sz="2000" spc="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(3)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obligations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subscribers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must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accept.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1303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practice,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contain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non-quantitative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parameters,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such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specific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regulations,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citizenship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requirements,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business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standards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(e.g.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20000).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have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types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0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114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Cloud</a:t>
            </a:r>
            <a:r>
              <a:rPr sz="4000" spc="-110" dirty="0"/>
              <a:t> </a:t>
            </a:r>
            <a:r>
              <a:rPr sz="4000" spc="-10" dirty="0"/>
              <a:t>Computing:</a:t>
            </a:r>
            <a:endParaRPr sz="4000"/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3600" spc="-10" dirty="0"/>
              <a:t>Availability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96577" y="2689859"/>
            <a:ext cx="8700770" cy="3991610"/>
            <a:chOff x="996577" y="2689859"/>
            <a:chExt cx="8700770" cy="399161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01267" y="2695955"/>
              <a:ext cx="8688323" cy="10820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577" y="2689859"/>
              <a:ext cx="8700512" cy="10881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7" y="3777995"/>
              <a:ext cx="8688323" cy="2895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577" y="3777995"/>
              <a:ext cx="8700512" cy="2903219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96577" y="2689859"/>
          <a:ext cx="8776970" cy="3973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4670"/>
                <a:gridCol w="6882765"/>
              </a:tblGrid>
              <a:tr h="39560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SLA</a:t>
                      </a:r>
                      <a:r>
                        <a:rPr sz="20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spc="-20" dirty="0">
                          <a:latin typeface="Calibri" panose="020F0502020204030204"/>
                          <a:cs typeface="Calibri" panose="020F0502020204030204"/>
                        </a:rPr>
                        <a:t>Item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1081405">
                <a:tc>
                  <a:txBody>
                    <a:bodyPr/>
                    <a:lstStyle/>
                    <a:p>
                      <a:pPr marL="90170" marR="5638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Service 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availability,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Availability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977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Probability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at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which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is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usable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((planned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-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suspension</a:t>
                      </a:r>
                      <a:r>
                        <a:rPr sz="20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time)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÷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planned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time)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90170" marR="28321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Average recovery</a:t>
                      </a:r>
                      <a:r>
                        <a:rPr sz="20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2032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from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0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fault</a:t>
                      </a:r>
                      <a:r>
                        <a:rPr sz="20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occurrence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20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completion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its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repair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(total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repair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times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÷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number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fault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occurrences)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00405">
                <a:tc rowSpan="2">
                  <a:txBody>
                    <a:bodyPr/>
                    <a:lstStyle/>
                    <a:p>
                      <a:pPr marL="90170" marR="5543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Service suspension 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6457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Recovery</a:t>
                      </a:r>
                      <a:r>
                        <a:rPr sz="20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cases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where</a:t>
                      </a:r>
                      <a:r>
                        <a:rPr sz="20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business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continuity</a:t>
                      </a:r>
                      <a:r>
                        <a:rPr sz="20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measures against</a:t>
                      </a:r>
                      <a:r>
                        <a:rPr sz="20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faults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are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available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95605">
                <a:tc vMerge="1"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Objective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needed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recovery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from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disaster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90170" marR="2139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20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data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recovery</a:t>
                      </a:r>
                      <a:r>
                        <a:rPr sz="20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from</a:t>
                      </a:r>
                      <a:r>
                        <a:rPr sz="20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which</a:t>
                      </a:r>
                      <a:r>
                        <a:rPr sz="20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20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is</a:t>
                      </a:r>
                      <a:r>
                        <a:rPr sz="20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recovered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114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Cloud</a:t>
            </a:r>
            <a:r>
              <a:rPr sz="4000" spc="-110" dirty="0"/>
              <a:t> </a:t>
            </a:r>
            <a:r>
              <a:rPr sz="4000" spc="-10" dirty="0"/>
              <a:t>Computing:</a:t>
            </a:r>
            <a:endParaRPr sz="4000"/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3600" spc="-10" dirty="0"/>
              <a:t>Performance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453776" y="2735579"/>
            <a:ext cx="8167370" cy="3945890"/>
            <a:chOff x="1453776" y="2735579"/>
            <a:chExt cx="8167370" cy="394589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58467" y="2741675"/>
              <a:ext cx="8154923" cy="10363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3776" y="2735579"/>
              <a:ext cx="8167112" cy="10424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8467" y="3777995"/>
              <a:ext cx="8154923" cy="2895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3776" y="3777995"/>
              <a:ext cx="8167112" cy="2903219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53776" y="2735579"/>
          <a:ext cx="8243570" cy="3927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4200"/>
                <a:gridCol w="5029200"/>
              </a:tblGrid>
              <a:tr h="3651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 panose="020F0502020204030204"/>
                          <a:cs typeface="Calibri" panose="020F0502020204030204"/>
                        </a:rPr>
                        <a:t>SLA</a:t>
                      </a:r>
                      <a:r>
                        <a:rPr sz="1800" b="1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Item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Online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response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Response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online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170" marR="1042035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Online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response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compliance</a:t>
                      </a:r>
                      <a:r>
                        <a:rPr sz="1800" spc="-10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ratio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383540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Percentage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online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transactions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have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been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within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Batch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r>
                        <a:rPr sz="18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Response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batch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170" marR="988695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Batch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r>
                        <a:rPr sz="18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compliance</a:t>
                      </a:r>
                      <a:r>
                        <a:rPr sz="1800" spc="-10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ratio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600075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Percentage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batch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tasks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have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been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within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170" marR="260350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Maximum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number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of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tasks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per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unit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Maximum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number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tasks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per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unit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90170" marR="228600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Compliance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ratio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maximum processing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tasks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per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unit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285750" algn="just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Percentage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cases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where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maximum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number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tasks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per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unit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time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is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has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exceeded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number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8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114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Cloud</a:t>
            </a:r>
            <a:r>
              <a:rPr sz="4000" spc="-110" dirty="0"/>
              <a:t> </a:t>
            </a:r>
            <a:r>
              <a:rPr sz="4000" spc="-10" dirty="0"/>
              <a:t>Computing:</a:t>
            </a:r>
            <a:endParaRPr sz="4000"/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3600" dirty="0"/>
              <a:t>Security</a:t>
            </a:r>
            <a:r>
              <a:rPr sz="3600" spc="-75" dirty="0"/>
              <a:t> </a:t>
            </a:r>
            <a:r>
              <a:rPr sz="3600" spc="-10" dirty="0"/>
              <a:t>(1/2)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774073" y="2561844"/>
            <a:ext cx="9144000" cy="4645660"/>
            <a:chOff x="774073" y="2561844"/>
            <a:chExt cx="9144000" cy="46456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01267" y="2567940"/>
              <a:ext cx="8688323" cy="12100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577" y="2561844"/>
              <a:ext cx="8700512" cy="12161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6" y="3428999"/>
                  </a:moveTo>
                  <a:lnTo>
                    <a:pt x="9143996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9143996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996577" y="3777995"/>
            <a:ext cx="8700770" cy="2522220"/>
            <a:chOff x="996577" y="3777995"/>
            <a:chExt cx="8700770" cy="25222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7" y="3777995"/>
              <a:ext cx="8688323" cy="2514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577" y="3777995"/>
              <a:ext cx="8700512" cy="2522219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96577" y="2561081"/>
          <a:ext cx="8776970" cy="372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1010"/>
                <a:gridCol w="5686424"/>
              </a:tblGrid>
              <a:tr h="490220"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b="1" dirty="0">
                          <a:latin typeface="Calibri" panose="020F0502020204030204"/>
                          <a:cs typeface="Calibri" panose="020F0502020204030204"/>
                        </a:rPr>
                        <a:t>SLA</a:t>
                      </a:r>
                      <a:r>
                        <a:rPr sz="16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b="1" spc="-20" dirty="0">
                          <a:latin typeface="Calibri" panose="020F0502020204030204"/>
                          <a:cs typeface="Calibri" panose="020F0502020204030204"/>
                        </a:rPr>
                        <a:t>Item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61595" marR="6273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service provider’s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acquisition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the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relevant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security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standard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5486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provider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has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acquired certification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information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security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management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system standard: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“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ISMS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Certification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Standards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(Ver.2.0)</a:t>
                      </a:r>
                      <a:r>
                        <a:rPr sz="16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ISO27001”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61595" marR="102870">
                        <a:lnSpc>
                          <a:spcPct val="101000"/>
                        </a:lnSpc>
                        <a:spcBef>
                          <a:spcPts val="12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certification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party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possessing</a:t>
                      </a:r>
                      <a:r>
                        <a:rPr sz="1600" spc="-8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management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authority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1631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measures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have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been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implemented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against</a:t>
                      </a:r>
                      <a:r>
                        <a:rPr sz="16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threat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information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leakage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may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caused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by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an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attacker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who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has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gained</a:t>
                      </a:r>
                      <a:r>
                        <a:rPr sz="16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management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authority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61595" marR="1352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r>
                        <a:rPr sz="16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operational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restrictions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included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security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measures taken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on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management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system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1111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there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are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access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restrictions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prevent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installation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malicious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software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may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cause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information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leakage,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to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prevent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setting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unnecessary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access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paths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61595" marR="80010">
                        <a:lnSpc>
                          <a:spcPct val="101000"/>
                        </a:lnSpc>
                        <a:spcBef>
                          <a:spcPts val="12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Keeping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transmitted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between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systems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confidential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836295">
                        <a:lnSpc>
                          <a:spcPct val="101000"/>
                        </a:lnSpc>
                        <a:spcBef>
                          <a:spcPts val="12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transmitted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between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are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kept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confidential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location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Storing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6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at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domestic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sites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114" dirty="0"/>
              <a:t> </a:t>
            </a:r>
            <a:r>
              <a:rPr sz="4000" dirty="0"/>
              <a:t>for</a:t>
            </a:r>
            <a:r>
              <a:rPr sz="4000" spc="-95" dirty="0"/>
              <a:t> </a:t>
            </a:r>
            <a:r>
              <a:rPr sz="4000" dirty="0"/>
              <a:t>Cloud</a:t>
            </a:r>
            <a:r>
              <a:rPr sz="4000" spc="-110" dirty="0"/>
              <a:t> </a:t>
            </a:r>
            <a:r>
              <a:rPr sz="4000" spc="-10" dirty="0"/>
              <a:t>Computing:</a:t>
            </a:r>
            <a:endParaRPr sz="4000"/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3600" dirty="0"/>
              <a:t>Security</a:t>
            </a:r>
            <a:r>
              <a:rPr sz="3600" spc="-75" dirty="0"/>
              <a:t> </a:t>
            </a:r>
            <a:r>
              <a:rPr sz="3600" spc="-10" dirty="0"/>
              <a:t>(1/2)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96577" y="2479547"/>
            <a:ext cx="8700770" cy="4201795"/>
            <a:chOff x="996577" y="2479547"/>
            <a:chExt cx="8700770" cy="420179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01267" y="2485643"/>
              <a:ext cx="8688323" cy="12923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577" y="2479547"/>
              <a:ext cx="8700512" cy="12984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7" y="3777995"/>
              <a:ext cx="8688323" cy="2895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577" y="3777995"/>
              <a:ext cx="8700512" cy="2903219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96577" y="2478785"/>
          <a:ext cx="8776970" cy="4187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1010"/>
                <a:gridCol w="5686424"/>
              </a:tblGrid>
              <a:tr h="404495"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b="1" dirty="0">
                          <a:latin typeface="Calibri" panose="020F0502020204030204"/>
                          <a:cs typeface="Calibri" panose="020F0502020204030204"/>
                        </a:rPr>
                        <a:t>SLA</a:t>
                      </a:r>
                      <a:r>
                        <a:rPr sz="16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b="1" spc="-20" dirty="0">
                          <a:latin typeface="Calibri" panose="020F0502020204030204"/>
                          <a:cs typeface="Calibri" panose="020F0502020204030204"/>
                        </a:rPr>
                        <a:t>Item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6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marL="615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location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Storing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16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at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domestic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sites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61595" marR="333375">
                        <a:lnSpc>
                          <a:spcPct val="101000"/>
                        </a:lnSpc>
                        <a:spcBef>
                          <a:spcPts val="12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acquisition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log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detection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malicious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acts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327025" algn="just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log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can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acquired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detect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malicious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access attempts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enable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taking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necessary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measures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if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such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attempts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have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been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detected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61595" marR="269875">
                        <a:lnSpc>
                          <a:spcPct val="101000"/>
                        </a:lnSpc>
                        <a:spcBef>
                          <a:spcPts val="12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Period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during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which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log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is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kept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detection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malicious</a:t>
                      </a:r>
                      <a:r>
                        <a:rPr sz="16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acts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163830">
                        <a:lnSpc>
                          <a:spcPct val="101000"/>
                        </a:lnSpc>
                        <a:spcBef>
                          <a:spcPts val="12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Period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during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which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evidence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is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kept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confirm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any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malicious</a:t>
                      </a:r>
                      <a:r>
                        <a:rPr sz="16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acts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conducted</a:t>
                      </a:r>
                      <a:r>
                        <a:rPr sz="16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correct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processing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61595" marR="123825">
                        <a:lnSpc>
                          <a:spcPct val="101000"/>
                        </a:lnSpc>
                        <a:spcBef>
                          <a:spcPts val="12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communication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control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block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malicious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communication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1701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communication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control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is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available</a:t>
                      </a:r>
                      <a:r>
                        <a:rPr sz="16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block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threat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attacks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use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stepping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stones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block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information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from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being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taken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outside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61595" marR="1168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r>
                        <a:rPr sz="16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measures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against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network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congestion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circumvent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DoD/DDoS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attacks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288290">
                        <a:lnSpc>
                          <a:spcPct val="101000"/>
                        </a:lnSpc>
                        <a:spcBef>
                          <a:spcPts val="12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measures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circumvent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denial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attacks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are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available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270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61595" marR="553720">
                        <a:lnSpc>
                          <a:spcPct val="101000"/>
                        </a:lnSpc>
                        <a:spcBef>
                          <a:spcPts val="125"/>
                        </a:spcBef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Implementation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600" spc="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measures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against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malware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493395">
                        <a:lnSpc>
                          <a:spcPct val="101000"/>
                        </a:lnSpc>
                        <a:spcBef>
                          <a:spcPts val="125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Whether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not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measures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prevent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infection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by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malware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are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available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270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381" rIns="0" bIns="0" rtlCol="0">
            <a:spAutoFit/>
          </a:bodyPr>
          <a:lstStyle/>
          <a:p>
            <a:pPr marL="118046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SLA</a:t>
            </a:r>
            <a:r>
              <a:rPr sz="4400" spc="-105" dirty="0"/>
              <a:t> </a:t>
            </a:r>
            <a:r>
              <a:rPr sz="4400" dirty="0"/>
              <a:t>Measurement</a:t>
            </a:r>
            <a:r>
              <a:rPr sz="4400" spc="-145" dirty="0"/>
              <a:t> </a:t>
            </a:r>
            <a:r>
              <a:rPr sz="4400" spc="-10" dirty="0"/>
              <a:t>(1/3)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Cloud</a:t>
            </a:r>
            <a:r>
              <a:rPr spc="-80" dirty="0"/>
              <a:t> </a:t>
            </a:r>
            <a:r>
              <a:rPr dirty="0"/>
              <a:t>service</a:t>
            </a:r>
            <a:r>
              <a:rPr spc="-40" dirty="0"/>
              <a:t> </a:t>
            </a:r>
            <a:r>
              <a:rPr dirty="0"/>
              <a:t>users</a:t>
            </a:r>
            <a:r>
              <a:rPr spc="-45" dirty="0"/>
              <a:t> </a:t>
            </a:r>
            <a:r>
              <a:rPr dirty="0"/>
              <a:t>need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way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compare</a:t>
            </a:r>
            <a:r>
              <a:rPr spc="-60" dirty="0"/>
              <a:t> </a:t>
            </a:r>
            <a:r>
              <a:rPr dirty="0"/>
              <a:t>services</a:t>
            </a:r>
            <a:r>
              <a:rPr spc="-35" dirty="0"/>
              <a:t> </a:t>
            </a: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competing</a:t>
            </a:r>
            <a:r>
              <a:rPr spc="-70" dirty="0"/>
              <a:t> </a:t>
            </a:r>
            <a:r>
              <a:rPr spc="-10" dirty="0"/>
              <a:t>cloud </a:t>
            </a:r>
            <a:r>
              <a:rPr dirty="0"/>
              <a:t>service</a:t>
            </a:r>
            <a:r>
              <a:rPr spc="-50" dirty="0"/>
              <a:t> </a:t>
            </a:r>
            <a:r>
              <a:rPr spc="-10" dirty="0"/>
              <a:t>providers,</a:t>
            </a:r>
            <a:r>
              <a:rPr spc="-2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well</a:t>
            </a:r>
            <a:r>
              <a:rPr spc="-5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their</a:t>
            </a:r>
            <a:r>
              <a:rPr spc="-40" dirty="0"/>
              <a:t> </a:t>
            </a:r>
            <a:r>
              <a:rPr dirty="0"/>
              <a:t>own</a:t>
            </a:r>
            <a:r>
              <a:rPr spc="-60" dirty="0"/>
              <a:t> </a:t>
            </a:r>
            <a:r>
              <a:rPr dirty="0"/>
              <a:t>internal</a:t>
            </a:r>
            <a:r>
              <a:rPr spc="-40" dirty="0"/>
              <a:t> </a:t>
            </a:r>
            <a:r>
              <a:rPr dirty="0"/>
              <a:t>capabilities</a:t>
            </a:r>
            <a:r>
              <a:rPr spc="-2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offer appropriate</a:t>
            </a:r>
            <a:r>
              <a:rPr spc="-50" dirty="0"/>
              <a:t> </a:t>
            </a:r>
            <a:r>
              <a:rPr dirty="0"/>
              <a:t>basis</a:t>
            </a:r>
            <a:r>
              <a:rPr spc="-3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cloud</a:t>
            </a:r>
            <a:r>
              <a:rPr spc="-65" dirty="0"/>
              <a:t> </a:t>
            </a:r>
            <a:r>
              <a:rPr dirty="0"/>
              <a:t>services</a:t>
            </a:r>
            <a:r>
              <a:rPr spc="-30" dirty="0"/>
              <a:t> </a:t>
            </a:r>
            <a:r>
              <a:rPr spc="-10" dirty="0"/>
              <a:t>operations.</a:t>
            </a:r>
            <a:endParaRPr spc="-10" dirty="0"/>
          </a:p>
          <a:p>
            <a:pPr marL="354965" marR="558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"SLA</a:t>
            </a:r>
            <a:r>
              <a:rPr spc="-80" dirty="0"/>
              <a:t> </a:t>
            </a:r>
            <a:r>
              <a:rPr dirty="0"/>
              <a:t>(Service</a:t>
            </a:r>
            <a:r>
              <a:rPr spc="-65" dirty="0"/>
              <a:t> </a:t>
            </a:r>
            <a:r>
              <a:rPr dirty="0"/>
              <a:t>Level</a:t>
            </a:r>
            <a:r>
              <a:rPr spc="-40" dirty="0"/>
              <a:t> </a:t>
            </a:r>
            <a:r>
              <a:rPr spc="-10" dirty="0"/>
              <a:t>Agreement)</a:t>
            </a:r>
            <a:r>
              <a:rPr spc="-60" dirty="0"/>
              <a:t> </a:t>
            </a:r>
            <a:r>
              <a:rPr dirty="0"/>
              <a:t>Management</a:t>
            </a:r>
            <a:r>
              <a:rPr spc="-70" dirty="0"/>
              <a:t> </a:t>
            </a:r>
            <a:r>
              <a:rPr dirty="0"/>
              <a:t>Handbook"</a:t>
            </a:r>
            <a:r>
              <a:rPr spc="-90" dirty="0"/>
              <a:t> </a:t>
            </a:r>
            <a:r>
              <a:rPr dirty="0"/>
              <a:t>provides</a:t>
            </a:r>
            <a:r>
              <a:rPr spc="-65" dirty="0"/>
              <a:t> </a:t>
            </a:r>
            <a:r>
              <a:rPr spc="-25" dirty="0"/>
              <a:t>an </a:t>
            </a:r>
            <a:r>
              <a:rPr dirty="0"/>
              <a:t>approach</a:t>
            </a:r>
            <a:r>
              <a:rPr spc="-8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can</a:t>
            </a:r>
            <a:r>
              <a:rPr spc="-75" dirty="0"/>
              <a:t> </a:t>
            </a:r>
            <a:r>
              <a:rPr dirty="0"/>
              <a:t>analyze</a:t>
            </a:r>
            <a:r>
              <a:rPr spc="-65" dirty="0"/>
              <a:t> </a:t>
            </a:r>
            <a:r>
              <a:rPr dirty="0"/>
              <a:t>through</a:t>
            </a:r>
            <a:r>
              <a:rPr spc="-75" dirty="0"/>
              <a:t> </a:t>
            </a:r>
            <a:r>
              <a:rPr dirty="0"/>
              <a:t>periodically</a:t>
            </a:r>
            <a:r>
              <a:rPr spc="-65" dirty="0"/>
              <a:t> </a:t>
            </a:r>
            <a:r>
              <a:rPr dirty="0"/>
              <a:t>sampling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performance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order</a:t>
            </a:r>
            <a:r>
              <a:rPr spc="-5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form</a:t>
            </a:r>
            <a:r>
              <a:rPr spc="-45" dirty="0"/>
              <a:t> </a:t>
            </a:r>
            <a:r>
              <a:rPr dirty="0"/>
              <a:t>a</a:t>
            </a:r>
            <a:r>
              <a:rPr spc="365" dirty="0"/>
              <a:t> </a:t>
            </a:r>
            <a:r>
              <a:rPr dirty="0"/>
              <a:t>QoS</a:t>
            </a:r>
            <a:r>
              <a:rPr spc="-45" dirty="0"/>
              <a:t> </a:t>
            </a:r>
            <a:r>
              <a:rPr dirty="0"/>
              <a:t>report</a:t>
            </a:r>
            <a:r>
              <a:rPr spc="-4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quality</a:t>
            </a:r>
            <a:r>
              <a:rPr spc="-25" dirty="0"/>
              <a:t> </a:t>
            </a:r>
            <a:r>
              <a:rPr spc="-10" dirty="0"/>
              <a:t>evaluation</a:t>
            </a:r>
            <a:r>
              <a:rPr spc="-35" dirty="0"/>
              <a:t> </a:t>
            </a:r>
            <a:r>
              <a:rPr spc="-10" dirty="0"/>
              <a:t>statistically.</a:t>
            </a:r>
            <a:endParaRPr spc="-10" dirty="0"/>
          </a:p>
          <a:p>
            <a:pPr marL="354965" marR="27114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pc="-30" dirty="0"/>
              <a:t>However,</a:t>
            </a:r>
            <a:r>
              <a:rPr spc="-5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dirty="0"/>
              <a:t>approach</a:t>
            </a:r>
            <a:r>
              <a:rPr spc="-55" dirty="0"/>
              <a:t> </a:t>
            </a:r>
            <a:r>
              <a:rPr dirty="0"/>
              <a:t>doesn’t</a:t>
            </a:r>
            <a:r>
              <a:rPr spc="-60" dirty="0"/>
              <a:t> </a:t>
            </a:r>
            <a:r>
              <a:rPr dirty="0"/>
              <a:t>provide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quantitative</a:t>
            </a:r>
            <a:r>
              <a:rPr spc="-20" dirty="0"/>
              <a:t> </a:t>
            </a:r>
            <a:r>
              <a:rPr spc="-10" dirty="0"/>
              <a:t>evaluation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the </a:t>
            </a:r>
            <a:r>
              <a:rPr dirty="0"/>
              <a:t>QoS,</a:t>
            </a:r>
            <a:r>
              <a:rPr spc="-50" dirty="0"/>
              <a:t> </a:t>
            </a:r>
            <a:r>
              <a:rPr dirty="0"/>
              <a:t>thus</a:t>
            </a:r>
            <a:r>
              <a:rPr spc="-3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not</a:t>
            </a:r>
            <a:r>
              <a:rPr spc="-50" dirty="0"/>
              <a:t> </a:t>
            </a:r>
            <a:r>
              <a:rPr dirty="0"/>
              <a:t>able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reflect</a:t>
            </a:r>
            <a:r>
              <a:rPr spc="-1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quality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service</a:t>
            </a:r>
            <a:r>
              <a:rPr spc="-15" dirty="0"/>
              <a:t> </a:t>
            </a:r>
            <a:r>
              <a:rPr spc="-10" dirty="0"/>
              <a:t>operation</a:t>
            </a:r>
            <a:r>
              <a:rPr spc="-4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20" dirty="0"/>
              <a:t>real </a:t>
            </a:r>
            <a:r>
              <a:rPr spc="-10" dirty="0"/>
              <a:t>time.</a:t>
            </a:r>
            <a:endParaRPr spc="-1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381" rIns="0" bIns="0" rtlCol="0">
            <a:spAutoFit/>
          </a:bodyPr>
          <a:lstStyle/>
          <a:p>
            <a:pPr marL="118046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SLA</a:t>
            </a:r>
            <a:r>
              <a:rPr sz="4400" spc="-105" dirty="0"/>
              <a:t> </a:t>
            </a:r>
            <a:r>
              <a:rPr sz="4400" dirty="0"/>
              <a:t>Measurement</a:t>
            </a:r>
            <a:r>
              <a:rPr sz="4400" spc="-145" dirty="0"/>
              <a:t> </a:t>
            </a:r>
            <a:r>
              <a:rPr sz="4400" spc="-10" dirty="0"/>
              <a:t>(2/3)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2544570"/>
            <a:ext cx="779335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quality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process,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quantitative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assessment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directly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reflects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essential.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42354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quantified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both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parameters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customer perception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point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view.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42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Quantitative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Units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described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and/or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calibrated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terms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linear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capability,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throughput,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consumption-based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896" y="1297939"/>
            <a:ext cx="54184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SLA</a:t>
            </a:r>
            <a:r>
              <a:rPr sz="4400" spc="-105" dirty="0"/>
              <a:t> </a:t>
            </a:r>
            <a:r>
              <a:rPr sz="4400" dirty="0"/>
              <a:t>Measurement</a:t>
            </a:r>
            <a:r>
              <a:rPr sz="4400" spc="-145" dirty="0"/>
              <a:t> </a:t>
            </a:r>
            <a:r>
              <a:rPr sz="4400" spc="-10" dirty="0"/>
              <a:t>(3/3)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422651"/>
            <a:ext cx="8052434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6512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computing,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must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consistent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benchmark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useful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comparison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wide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range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Subscriber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needs.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207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storage,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measurement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units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must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allow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comparison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capacity, performance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quality.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Quality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would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rated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level.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24257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networks,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measurement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units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must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allow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comparison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bandwidth, performance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quality.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Bandwidth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represented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gigabits/second.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quantified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latency/jitter/throughput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minute.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381" rIns="0" bIns="0" rtlCol="0">
            <a:spAutoFit/>
          </a:bodyPr>
          <a:lstStyle/>
          <a:p>
            <a:pPr marL="67627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SLA</a:t>
            </a:r>
            <a:r>
              <a:rPr sz="4400" spc="-114" dirty="0"/>
              <a:t> </a:t>
            </a:r>
            <a:r>
              <a:rPr sz="4400" dirty="0"/>
              <a:t>life</a:t>
            </a:r>
            <a:r>
              <a:rPr sz="4400" spc="-110" dirty="0"/>
              <a:t> </a:t>
            </a:r>
            <a:r>
              <a:rPr sz="4400" dirty="0"/>
              <a:t>cycle</a:t>
            </a:r>
            <a:r>
              <a:rPr sz="4400" spc="-90" dirty="0"/>
              <a:t> </a:t>
            </a:r>
            <a:r>
              <a:rPr sz="4400" spc="-10" dirty="0"/>
              <a:t>management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696970"/>
            <a:ext cx="7884159" cy="234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contractual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basis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8478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contain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details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shared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guarantees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offered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providers.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They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important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future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development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steps.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361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management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achieved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effective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lifecycle management.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3076" y="1297939"/>
            <a:ext cx="4823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SLA</a:t>
            </a:r>
            <a:r>
              <a:rPr sz="4400" spc="-85" dirty="0"/>
              <a:t> </a:t>
            </a:r>
            <a:r>
              <a:rPr sz="4400" dirty="0"/>
              <a:t>life</a:t>
            </a:r>
            <a:r>
              <a:rPr sz="4400" spc="-85" dirty="0"/>
              <a:t> </a:t>
            </a:r>
            <a:r>
              <a:rPr sz="4400" dirty="0"/>
              <a:t>cycle:</a:t>
            </a:r>
            <a:r>
              <a:rPr sz="4400" spc="-65" dirty="0"/>
              <a:t> </a:t>
            </a:r>
            <a:r>
              <a:rPr sz="4400" dirty="0"/>
              <a:t>6</a:t>
            </a:r>
            <a:r>
              <a:rPr sz="4400" spc="-80" dirty="0"/>
              <a:t> </a:t>
            </a:r>
            <a:r>
              <a:rPr sz="4400" spc="-10" dirty="0"/>
              <a:t>Steps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286100"/>
            <a:ext cx="7647940" cy="36220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lifecycle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normally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divided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steps: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Product/service</a:t>
            </a:r>
            <a:r>
              <a:rPr sz="2000" b="1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Development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Negotiation</a:t>
            </a:r>
            <a:r>
              <a:rPr sz="2000" b="1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sales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Implementation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Execution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Assessment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Decommission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lifecycle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should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considered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development.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</a:pP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methods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combined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lifecycle,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parameters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relevant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steps.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381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Requirements</a:t>
            </a:r>
            <a:r>
              <a:rPr sz="4400" spc="-75" dirty="0"/>
              <a:t> </a:t>
            </a:r>
            <a:r>
              <a:rPr sz="4400" dirty="0"/>
              <a:t>of</a:t>
            </a:r>
            <a:r>
              <a:rPr sz="4400" spc="-25" dirty="0"/>
              <a:t> </a:t>
            </a:r>
            <a:r>
              <a:rPr sz="4400" spc="-10" dirty="0"/>
              <a:t>end-</a:t>
            </a:r>
            <a:r>
              <a:rPr sz="4400" spc="-35" dirty="0"/>
              <a:t>to-</a:t>
            </a:r>
            <a:r>
              <a:rPr sz="4400" dirty="0"/>
              <a:t>end</a:t>
            </a:r>
            <a:r>
              <a:rPr sz="4400" spc="-45" dirty="0"/>
              <a:t> </a:t>
            </a:r>
            <a:r>
              <a:rPr sz="4400" spc="-25" dirty="0"/>
              <a:t>QoS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74073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6" y="3428999"/>
                </a:moveTo>
                <a:lnTo>
                  <a:pt x="9143996" y="0"/>
                </a:lnTo>
                <a:lnTo>
                  <a:pt x="0" y="0"/>
                </a:lnTo>
                <a:lnTo>
                  <a:pt x="0" y="3428999"/>
                </a:lnTo>
                <a:lnTo>
                  <a:pt x="9143996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10017" y="2575050"/>
            <a:ext cx="8058150" cy="362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7432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computing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environment,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requirements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of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end-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different.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7289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guarantees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product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make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network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more customer-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focused.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9939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traditional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components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made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up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negotiated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Objectives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(SLO)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which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Key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2000" spc="-7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Indicators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(KPI).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3276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environment,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KPI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measured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Standard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Measure (SUoM).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becoming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key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requirement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provisioning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ensure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QoS.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75" dirty="0"/>
              <a:t> </a:t>
            </a:r>
            <a:r>
              <a:rPr spc="-10" dirty="0"/>
              <a:t>Service</a:t>
            </a:r>
            <a:endParaRPr spc="-10" dirty="0"/>
          </a:p>
          <a:p>
            <a:pPr algn="ctr">
              <a:lnSpc>
                <a:spcPct val="100000"/>
              </a:lnSpc>
            </a:pPr>
            <a:r>
              <a:rPr dirty="0"/>
              <a:t>SLA</a:t>
            </a:r>
            <a:r>
              <a:rPr spc="-114" dirty="0"/>
              <a:t> </a:t>
            </a:r>
            <a:r>
              <a:rPr dirty="0"/>
              <a:t>Lifecycle</a:t>
            </a:r>
            <a:r>
              <a:rPr spc="-110" dirty="0"/>
              <a:t> </a:t>
            </a:r>
            <a:r>
              <a:rPr spc="-10" dirty="0"/>
              <a:t>Management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02842" y="2330196"/>
            <a:ext cx="3346703" cy="48005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4589" y="1409191"/>
            <a:ext cx="8060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95" dirty="0"/>
              <a:t> </a:t>
            </a:r>
            <a:r>
              <a:rPr sz="4000" dirty="0"/>
              <a:t>mapping</a:t>
            </a:r>
            <a:r>
              <a:rPr sz="4000" spc="-70" dirty="0"/>
              <a:t> </a:t>
            </a:r>
            <a:r>
              <a:rPr sz="4000" dirty="0"/>
              <a:t>between</a:t>
            </a:r>
            <a:r>
              <a:rPr sz="4000" spc="-100" dirty="0"/>
              <a:t> </a:t>
            </a:r>
            <a:r>
              <a:rPr sz="4000" spc="-20" dirty="0"/>
              <a:t>CSP-</a:t>
            </a:r>
            <a:r>
              <a:rPr sz="4000" dirty="0"/>
              <a:t>ISB</a:t>
            </a:r>
            <a:r>
              <a:rPr sz="4000" spc="-70" dirty="0"/>
              <a:t> </a:t>
            </a:r>
            <a:r>
              <a:rPr sz="4000" dirty="0"/>
              <a:t>and</a:t>
            </a:r>
            <a:r>
              <a:rPr sz="4000" spc="-100" dirty="0"/>
              <a:t> </a:t>
            </a:r>
            <a:r>
              <a:rPr sz="4000" spc="-25" dirty="0"/>
              <a:t>CSP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1310017" y="2956050"/>
            <a:ext cx="791654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9464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This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deals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mapping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playing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 Inter-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Broker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ISB)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Multiple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contribute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to,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impact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concurrently,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CSU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when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orchestrated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service</a:t>
            </a:r>
            <a:r>
              <a:rPr sz="2000" spc="-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provided.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4589" y="1332991"/>
            <a:ext cx="8060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95" dirty="0"/>
              <a:t> </a:t>
            </a:r>
            <a:r>
              <a:rPr sz="4000" dirty="0"/>
              <a:t>mapping</a:t>
            </a:r>
            <a:r>
              <a:rPr sz="4000" spc="-70" dirty="0"/>
              <a:t> </a:t>
            </a:r>
            <a:r>
              <a:rPr sz="4000" dirty="0"/>
              <a:t>between</a:t>
            </a:r>
            <a:r>
              <a:rPr sz="4000" spc="-100" dirty="0"/>
              <a:t> </a:t>
            </a:r>
            <a:r>
              <a:rPr sz="4000" spc="-20" dirty="0"/>
              <a:t>CSP-</a:t>
            </a:r>
            <a:r>
              <a:rPr sz="4000" dirty="0"/>
              <a:t>ISB</a:t>
            </a:r>
            <a:r>
              <a:rPr sz="4000" spc="-70" dirty="0"/>
              <a:t> </a:t>
            </a:r>
            <a:r>
              <a:rPr sz="4000" dirty="0"/>
              <a:t>and</a:t>
            </a:r>
            <a:r>
              <a:rPr sz="4000" spc="-100" dirty="0"/>
              <a:t> </a:t>
            </a:r>
            <a:r>
              <a:rPr sz="4000" spc="-25" dirty="0"/>
              <a:t>CSP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453776" y="2247900"/>
            <a:ext cx="7481570" cy="2696210"/>
            <a:chOff x="1453776" y="2247900"/>
            <a:chExt cx="7481570" cy="269621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58467" y="2253995"/>
              <a:ext cx="7469123" cy="1523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3776" y="2247900"/>
              <a:ext cx="7481312" cy="15300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8467" y="3777995"/>
              <a:ext cx="7469123" cy="11582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3776" y="3777995"/>
              <a:ext cx="7481312" cy="1165859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53776" y="2247900"/>
          <a:ext cx="7557770" cy="2679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1150"/>
                <a:gridCol w="4615815"/>
              </a:tblGrid>
              <a:tr h="243204"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600" b="1" spc="-10" dirty="0">
                          <a:latin typeface="Calibri" panose="020F0502020204030204"/>
                          <a:cs typeface="Calibri" panose="020F0502020204030204"/>
                        </a:rPr>
                        <a:t>Legend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Calibri" panose="020F0502020204030204"/>
                          <a:cs typeface="Calibri" panose="020F0502020204030204"/>
                        </a:rPr>
                        <a:t>Use</a:t>
                      </a:r>
                      <a:r>
                        <a:rPr sz="16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b="1" spc="-20" dirty="0">
                          <a:latin typeface="Calibri" panose="020F0502020204030204"/>
                          <a:cs typeface="Calibri" panose="020F0502020204030204"/>
                        </a:rPr>
                        <a:t>case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Use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case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15"/>
                        </a:lnSpc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SLA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mapping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between</a:t>
                      </a:r>
                      <a:r>
                        <a:rPr sz="160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CSP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(Inter-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7310">
                        <a:lnSpc>
                          <a:spcPts val="1915"/>
                        </a:lnSpc>
                        <a:spcBef>
                          <a:spcPts val="10"/>
                        </a:spcBef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Broker)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CSP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marL="67310">
                        <a:lnSpc>
                          <a:spcPts val="1815"/>
                        </a:lnSpc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Relevant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actors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(played</a:t>
                      </a:r>
                      <a:r>
                        <a:rPr sz="16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roles)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15"/>
                        </a:lnSpc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User</a:t>
                      </a:r>
                      <a:r>
                        <a:rPr sz="16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(consumer,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 enterprise,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7310" marR="44259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governmental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institution),</a:t>
                      </a:r>
                      <a:r>
                        <a:rPr sz="1600" spc="2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Service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Provider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(IaaS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provider,</a:t>
                      </a:r>
                      <a:r>
                        <a:rPr sz="16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PaaS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provider,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SaaS</a:t>
                      </a:r>
                      <a:r>
                        <a:rPr sz="16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provider,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Inter-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7310">
                        <a:lnSpc>
                          <a:spcPts val="1915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Service</a:t>
                      </a:r>
                      <a:r>
                        <a:rPr sz="16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Broker)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67310">
                        <a:lnSpc>
                          <a:spcPts val="1815"/>
                        </a:lnSpc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Relevant</a:t>
                      </a:r>
                      <a:r>
                        <a:rPr sz="1600" spc="2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services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7310">
                        <a:lnSpc>
                          <a:spcPts val="1915"/>
                        </a:lnSpc>
                        <a:spcBef>
                          <a:spcPts val="10"/>
                        </a:spcBef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categories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IaaS,</a:t>
                      </a:r>
                      <a:r>
                        <a:rPr sz="16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PaaS,</a:t>
                      </a:r>
                      <a:r>
                        <a:rPr sz="16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20" dirty="0">
                          <a:latin typeface="Calibri" panose="020F0502020204030204"/>
                          <a:cs typeface="Calibri" panose="020F0502020204030204"/>
                        </a:rPr>
                        <a:t>SaaS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67310">
                        <a:lnSpc>
                          <a:spcPts val="1815"/>
                        </a:lnSpc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Relevant</a:t>
                      </a:r>
                      <a:r>
                        <a:rPr sz="16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6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deployment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7310">
                        <a:lnSpc>
                          <a:spcPts val="1915"/>
                        </a:lnSpc>
                        <a:spcBef>
                          <a:spcPts val="10"/>
                        </a:spcBef>
                      </a:pP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models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600" dirty="0">
                          <a:latin typeface="Calibri" panose="020F0502020204030204"/>
                          <a:cs typeface="Calibri" panose="020F0502020204030204"/>
                        </a:rPr>
                        <a:t>Public</a:t>
                      </a:r>
                      <a:r>
                        <a:rPr sz="16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600" spc="-10" dirty="0"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9050">
                      <a:solidFill>
                        <a:srgbClr val="497EBA"/>
                      </a:solidFill>
                      <a:prstDash val="solid"/>
                    </a:lnL>
                    <a:lnR w="19050">
                      <a:solidFill>
                        <a:srgbClr val="497EBA"/>
                      </a:solidFill>
                      <a:prstDash val="solid"/>
                    </a:lnR>
                    <a:lnT w="19050">
                      <a:solidFill>
                        <a:srgbClr val="497EBA"/>
                      </a:solidFill>
                      <a:prstDash val="solid"/>
                    </a:lnT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6004" y="1287271"/>
            <a:ext cx="8196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100" dirty="0"/>
              <a:t> </a:t>
            </a:r>
            <a:r>
              <a:rPr sz="4000" dirty="0"/>
              <a:t>mapping</a:t>
            </a:r>
            <a:r>
              <a:rPr sz="4000" spc="-70" dirty="0"/>
              <a:t> </a:t>
            </a:r>
            <a:r>
              <a:rPr sz="4000" dirty="0"/>
              <a:t>between</a:t>
            </a:r>
            <a:r>
              <a:rPr sz="4000" spc="-105" dirty="0"/>
              <a:t> </a:t>
            </a:r>
            <a:r>
              <a:rPr sz="4000" spc="-10" dirty="0"/>
              <a:t>CSP-</a:t>
            </a:r>
            <a:r>
              <a:rPr sz="4000" dirty="0"/>
              <a:t>ISB</a:t>
            </a:r>
            <a:r>
              <a:rPr sz="4000" spc="-75" dirty="0"/>
              <a:t> </a:t>
            </a:r>
            <a:r>
              <a:rPr sz="4000" dirty="0"/>
              <a:t>and</a:t>
            </a:r>
            <a:r>
              <a:rPr sz="4000" spc="-100" dirty="0"/>
              <a:t> </a:t>
            </a:r>
            <a:r>
              <a:rPr sz="4000" spc="-20" dirty="0"/>
              <a:t>CSP: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3429900" y="1899919"/>
            <a:ext cx="3829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Use</a:t>
            </a:r>
            <a:r>
              <a:rPr sz="3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case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description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17" y="2773170"/>
            <a:ext cx="7845425" cy="264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86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contact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point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CSU,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(SLA0)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 them.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49974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</a:t>
            </a:r>
            <a:r>
              <a:rPr sz="2000" spc="-8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integrates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7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multiple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8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instance,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storage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computing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service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2.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1619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B2B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2000" spc="-1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1,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respectively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(SLA1,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SLA2).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ISB,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guarantee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SLA0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CSU,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map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SLA0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SLA1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SLA2,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because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SLA0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actually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implemented by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SLA1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SLA2.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6004" y="1211071"/>
            <a:ext cx="8196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SLA</a:t>
            </a:r>
            <a:r>
              <a:rPr sz="4000" spc="-100" dirty="0"/>
              <a:t> </a:t>
            </a:r>
            <a:r>
              <a:rPr sz="4000" dirty="0"/>
              <a:t>mapping</a:t>
            </a:r>
            <a:r>
              <a:rPr sz="4000" spc="-70" dirty="0"/>
              <a:t> </a:t>
            </a:r>
            <a:r>
              <a:rPr sz="4000" dirty="0"/>
              <a:t>between</a:t>
            </a:r>
            <a:r>
              <a:rPr sz="4000" spc="-105" dirty="0"/>
              <a:t> </a:t>
            </a:r>
            <a:r>
              <a:rPr sz="4000" spc="-10" dirty="0"/>
              <a:t>CSP-</a:t>
            </a:r>
            <a:r>
              <a:rPr sz="4000" dirty="0"/>
              <a:t>ISB</a:t>
            </a:r>
            <a:r>
              <a:rPr sz="4000" spc="-75" dirty="0"/>
              <a:t> </a:t>
            </a:r>
            <a:r>
              <a:rPr sz="4000" dirty="0"/>
              <a:t>and</a:t>
            </a:r>
            <a:r>
              <a:rPr sz="4000" spc="-100" dirty="0"/>
              <a:t> </a:t>
            </a:r>
            <a:r>
              <a:rPr sz="4000" spc="-20" dirty="0"/>
              <a:t>CSP: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4544" y="1823719"/>
            <a:ext cx="8701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8620" algn="l"/>
              </a:tabLst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Derived</a:t>
            </a:r>
            <a:r>
              <a:rPr sz="3600" dirty="0">
                <a:latin typeface="Calibri" panose="020F0502020204030204"/>
                <a:cs typeface="Calibri" panose="020F0502020204030204"/>
              </a:rPr>
              <a:t>	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requirements</a:t>
            </a:r>
            <a:r>
              <a:rPr sz="36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for</a:t>
            </a:r>
            <a:r>
              <a:rPr sz="3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cloud</a:t>
            </a:r>
            <a:r>
              <a:rPr sz="3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ecosystem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17" y="2667100"/>
            <a:ext cx="7552055" cy="10617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6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should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possible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</a:t>
            </a:r>
            <a:r>
              <a:rPr sz="2000" b="1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b="1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negotiate</a:t>
            </a:r>
            <a:r>
              <a:rPr sz="2000" spc="-3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000" spc="-5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should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possible</a:t>
            </a:r>
            <a:r>
              <a:rPr sz="2000" spc="-2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CSP-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ISB</a:t>
            </a:r>
            <a:r>
              <a:rPr sz="2000" b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coordinate</a:t>
            </a:r>
            <a:r>
              <a:rPr sz="2000" spc="-4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2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SLAs</a:t>
            </a:r>
            <a:r>
              <a:rPr sz="2000" b="1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multiple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CSPs</a:t>
            </a:r>
            <a:r>
              <a:rPr sz="2000" spc="-5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(which</a:t>
            </a:r>
            <a:r>
              <a:rPr sz="2000" spc="-6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related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000" spc="-4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business</a:t>
            </a:r>
            <a:r>
              <a:rPr sz="2000" spc="-35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0099"/>
                </a:solidFill>
                <a:latin typeface="Calibri" panose="020F0502020204030204"/>
                <a:cs typeface="Calibri" panose="020F0502020204030204"/>
              </a:rPr>
              <a:t>decision).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99282" y="4194809"/>
            <a:ext cx="289560" cy="91440"/>
          </a:xfrm>
          <a:custGeom>
            <a:avLst/>
            <a:gdLst/>
            <a:ahLst/>
            <a:cxnLst/>
            <a:rect l="l" t="t" r="r" b="b"/>
            <a:pathLst>
              <a:path w="289560" h="91439">
                <a:moveTo>
                  <a:pt x="15239" y="0"/>
                </a:moveTo>
                <a:lnTo>
                  <a:pt x="45720" y="0"/>
                </a:lnTo>
              </a:path>
              <a:path w="289560" h="91439">
                <a:moveTo>
                  <a:pt x="53339" y="0"/>
                </a:moveTo>
                <a:lnTo>
                  <a:pt x="60960" y="0"/>
                </a:lnTo>
              </a:path>
              <a:path w="289560" h="91439">
                <a:moveTo>
                  <a:pt x="83819" y="0"/>
                </a:moveTo>
                <a:lnTo>
                  <a:pt x="99060" y="0"/>
                </a:lnTo>
              </a:path>
              <a:path w="289560" h="91439">
                <a:moveTo>
                  <a:pt x="190500" y="0"/>
                </a:moveTo>
                <a:lnTo>
                  <a:pt x="198120" y="0"/>
                </a:lnTo>
              </a:path>
              <a:path w="289560" h="91439">
                <a:moveTo>
                  <a:pt x="266700" y="0"/>
                </a:moveTo>
                <a:lnTo>
                  <a:pt x="274320" y="0"/>
                </a:lnTo>
              </a:path>
              <a:path w="289560" h="91439">
                <a:moveTo>
                  <a:pt x="0" y="7620"/>
                </a:moveTo>
                <a:lnTo>
                  <a:pt x="7620" y="7620"/>
                </a:lnTo>
              </a:path>
              <a:path w="289560" h="91439">
                <a:moveTo>
                  <a:pt x="53339" y="7620"/>
                </a:moveTo>
                <a:lnTo>
                  <a:pt x="60960" y="7620"/>
                </a:lnTo>
              </a:path>
              <a:path w="289560" h="91439">
                <a:moveTo>
                  <a:pt x="83819" y="7620"/>
                </a:moveTo>
                <a:lnTo>
                  <a:pt x="91440" y="7620"/>
                </a:lnTo>
              </a:path>
              <a:path w="289560" h="91439">
                <a:moveTo>
                  <a:pt x="182879" y="7620"/>
                </a:moveTo>
                <a:lnTo>
                  <a:pt x="198120" y="7620"/>
                </a:lnTo>
              </a:path>
              <a:path w="289560" h="91439">
                <a:moveTo>
                  <a:pt x="266700" y="7620"/>
                </a:moveTo>
                <a:lnTo>
                  <a:pt x="274320" y="7620"/>
                </a:lnTo>
              </a:path>
              <a:path w="289560" h="91439">
                <a:moveTo>
                  <a:pt x="0" y="15240"/>
                </a:moveTo>
                <a:lnTo>
                  <a:pt x="7620" y="15240"/>
                </a:lnTo>
              </a:path>
              <a:path w="289560" h="91439">
                <a:moveTo>
                  <a:pt x="53339" y="15240"/>
                </a:moveTo>
                <a:lnTo>
                  <a:pt x="60960" y="15240"/>
                </a:lnTo>
              </a:path>
              <a:path w="289560" h="91439">
                <a:moveTo>
                  <a:pt x="83819" y="15240"/>
                </a:moveTo>
                <a:lnTo>
                  <a:pt x="91440" y="15240"/>
                </a:lnTo>
              </a:path>
              <a:path w="289560" h="91439">
                <a:moveTo>
                  <a:pt x="182879" y="15240"/>
                </a:moveTo>
                <a:lnTo>
                  <a:pt x="190500" y="15240"/>
                </a:lnTo>
              </a:path>
              <a:path w="289560" h="91439">
                <a:moveTo>
                  <a:pt x="198119" y="15240"/>
                </a:moveTo>
                <a:lnTo>
                  <a:pt x="205740" y="15240"/>
                </a:lnTo>
              </a:path>
              <a:path w="289560" h="91439">
                <a:moveTo>
                  <a:pt x="266700" y="15240"/>
                </a:moveTo>
                <a:lnTo>
                  <a:pt x="274320" y="15240"/>
                </a:lnTo>
              </a:path>
              <a:path w="289560" h="91439">
                <a:moveTo>
                  <a:pt x="0" y="22860"/>
                </a:moveTo>
                <a:lnTo>
                  <a:pt x="7620" y="22860"/>
                </a:lnTo>
              </a:path>
              <a:path w="289560" h="91439">
                <a:moveTo>
                  <a:pt x="83819" y="22860"/>
                </a:moveTo>
                <a:lnTo>
                  <a:pt x="91440" y="22860"/>
                </a:lnTo>
              </a:path>
              <a:path w="289560" h="91439">
                <a:moveTo>
                  <a:pt x="175260" y="22860"/>
                </a:moveTo>
                <a:lnTo>
                  <a:pt x="182880" y="22860"/>
                </a:lnTo>
              </a:path>
              <a:path w="289560" h="91439">
                <a:moveTo>
                  <a:pt x="198119" y="22860"/>
                </a:moveTo>
                <a:lnTo>
                  <a:pt x="205740" y="22860"/>
                </a:lnTo>
              </a:path>
              <a:path w="289560" h="91439">
                <a:moveTo>
                  <a:pt x="266700" y="22860"/>
                </a:moveTo>
                <a:lnTo>
                  <a:pt x="274320" y="22860"/>
                </a:lnTo>
              </a:path>
              <a:path w="289560" h="91439">
                <a:moveTo>
                  <a:pt x="7619" y="30480"/>
                </a:moveTo>
                <a:lnTo>
                  <a:pt x="15240" y="30480"/>
                </a:lnTo>
              </a:path>
              <a:path w="289560" h="91439">
                <a:moveTo>
                  <a:pt x="83819" y="30480"/>
                </a:moveTo>
                <a:lnTo>
                  <a:pt x="91440" y="30480"/>
                </a:lnTo>
              </a:path>
              <a:path w="289560" h="91439">
                <a:moveTo>
                  <a:pt x="175260" y="30480"/>
                </a:moveTo>
                <a:lnTo>
                  <a:pt x="182880" y="30480"/>
                </a:lnTo>
              </a:path>
              <a:path w="289560" h="91439">
                <a:moveTo>
                  <a:pt x="198119" y="30480"/>
                </a:moveTo>
                <a:lnTo>
                  <a:pt x="205740" y="30480"/>
                </a:lnTo>
              </a:path>
              <a:path w="289560" h="91439">
                <a:moveTo>
                  <a:pt x="266700" y="30480"/>
                </a:moveTo>
                <a:lnTo>
                  <a:pt x="274320" y="30480"/>
                </a:lnTo>
              </a:path>
              <a:path w="289560" h="91439">
                <a:moveTo>
                  <a:pt x="15239" y="38100"/>
                </a:moveTo>
                <a:lnTo>
                  <a:pt x="30480" y="38100"/>
                </a:lnTo>
              </a:path>
              <a:path w="289560" h="91439">
                <a:moveTo>
                  <a:pt x="83819" y="38100"/>
                </a:moveTo>
                <a:lnTo>
                  <a:pt x="91440" y="38100"/>
                </a:lnTo>
              </a:path>
              <a:path w="289560" h="91439">
                <a:moveTo>
                  <a:pt x="175260" y="38100"/>
                </a:moveTo>
                <a:lnTo>
                  <a:pt x="182880" y="38100"/>
                </a:lnTo>
              </a:path>
              <a:path w="289560" h="91439">
                <a:moveTo>
                  <a:pt x="198119" y="38100"/>
                </a:moveTo>
                <a:lnTo>
                  <a:pt x="205740" y="38100"/>
                </a:lnTo>
              </a:path>
              <a:path w="289560" h="91439">
                <a:moveTo>
                  <a:pt x="266700" y="38100"/>
                </a:moveTo>
                <a:lnTo>
                  <a:pt x="274320" y="38100"/>
                </a:lnTo>
              </a:path>
              <a:path w="289560" h="91439">
                <a:moveTo>
                  <a:pt x="30479" y="45720"/>
                </a:moveTo>
                <a:lnTo>
                  <a:pt x="45720" y="45720"/>
                </a:lnTo>
              </a:path>
              <a:path w="289560" h="91439">
                <a:moveTo>
                  <a:pt x="83819" y="45720"/>
                </a:moveTo>
                <a:lnTo>
                  <a:pt x="91440" y="45720"/>
                </a:lnTo>
              </a:path>
              <a:path w="289560" h="91439">
                <a:moveTo>
                  <a:pt x="167639" y="45720"/>
                </a:moveTo>
                <a:lnTo>
                  <a:pt x="175260" y="45720"/>
                </a:lnTo>
              </a:path>
              <a:path w="289560" h="91439">
                <a:moveTo>
                  <a:pt x="205739" y="45720"/>
                </a:moveTo>
                <a:lnTo>
                  <a:pt x="213360" y="45720"/>
                </a:lnTo>
              </a:path>
              <a:path w="289560" h="91439">
                <a:moveTo>
                  <a:pt x="266700" y="45720"/>
                </a:moveTo>
                <a:lnTo>
                  <a:pt x="274320" y="45720"/>
                </a:lnTo>
              </a:path>
              <a:path w="289560" h="91439">
                <a:moveTo>
                  <a:pt x="45719" y="53340"/>
                </a:moveTo>
                <a:lnTo>
                  <a:pt x="53340" y="53340"/>
                </a:lnTo>
              </a:path>
              <a:path w="289560" h="91439">
                <a:moveTo>
                  <a:pt x="83819" y="53340"/>
                </a:moveTo>
                <a:lnTo>
                  <a:pt x="91440" y="53340"/>
                </a:lnTo>
              </a:path>
              <a:path w="289560" h="91439">
                <a:moveTo>
                  <a:pt x="167639" y="53340"/>
                </a:moveTo>
                <a:lnTo>
                  <a:pt x="213359" y="53340"/>
                </a:lnTo>
              </a:path>
              <a:path w="289560" h="91439">
                <a:moveTo>
                  <a:pt x="266700" y="53340"/>
                </a:moveTo>
                <a:lnTo>
                  <a:pt x="274320" y="53340"/>
                </a:lnTo>
              </a:path>
              <a:path w="289560" h="91439">
                <a:moveTo>
                  <a:pt x="53339" y="60960"/>
                </a:moveTo>
                <a:lnTo>
                  <a:pt x="60960" y="60960"/>
                </a:lnTo>
              </a:path>
              <a:path w="289560" h="91439">
                <a:moveTo>
                  <a:pt x="83819" y="60960"/>
                </a:moveTo>
                <a:lnTo>
                  <a:pt x="91440" y="60960"/>
                </a:lnTo>
              </a:path>
              <a:path w="289560" h="91439">
                <a:moveTo>
                  <a:pt x="167639" y="60960"/>
                </a:moveTo>
                <a:lnTo>
                  <a:pt x="175260" y="60960"/>
                </a:lnTo>
              </a:path>
              <a:path w="289560" h="91439">
                <a:moveTo>
                  <a:pt x="205739" y="60960"/>
                </a:moveTo>
                <a:lnTo>
                  <a:pt x="213360" y="60960"/>
                </a:lnTo>
              </a:path>
              <a:path w="289560" h="91439">
                <a:moveTo>
                  <a:pt x="266700" y="60960"/>
                </a:moveTo>
                <a:lnTo>
                  <a:pt x="274320" y="60960"/>
                </a:lnTo>
              </a:path>
              <a:path w="289560" h="91439">
                <a:moveTo>
                  <a:pt x="0" y="68580"/>
                </a:moveTo>
                <a:lnTo>
                  <a:pt x="7620" y="68580"/>
                </a:lnTo>
              </a:path>
              <a:path w="289560" h="91439">
                <a:moveTo>
                  <a:pt x="53339" y="68580"/>
                </a:moveTo>
                <a:lnTo>
                  <a:pt x="60960" y="68580"/>
                </a:lnTo>
              </a:path>
              <a:path w="289560" h="91439">
                <a:moveTo>
                  <a:pt x="83819" y="68580"/>
                </a:moveTo>
                <a:lnTo>
                  <a:pt x="91440" y="68580"/>
                </a:lnTo>
              </a:path>
              <a:path w="289560" h="91439">
                <a:moveTo>
                  <a:pt x="167639" y="68580"/>
                </a:moveTo>
                <a:lnTo>
                  <a:pt x="175260" y="68580"/>
                </a:lnTo>
              </a:path>
              <a:path w="289560" h="91439">
                <a:moveTo>
                  <a:pt x="205739" y="68580"/>
                </a:moveTo>
                <a:lnTo>
                  <a:pt x="213360" y="68580"/>
                </a:lnTo>
              </a:path>
              <a:path w="289560" h="91439">
                <a:moveTo>
                  <a:pt x="266700" y="68580"/>
                </a:moveTo>
                <a:lnTo>
                  <a:pt x="274320" y="68580"/>
                </a:lnTo>
              </a:path>
              <a:path w="289560" h="91439">
                <a:moveTo>
                  <a:pt x="0" y="76200"/>
                </a:moveTo>
                <a:lnTo>
                  <a:pt x="7620" y="76200"/>
                </a:lnTo>
              </a:path>
              <a:path w="289560" h="91439">
                <a:moveTo>
                  <a:pt x="53339" y="76200"/>
                </a:moveTo>
                <a:lnTo>
                  <a:pt x="60960" y="76200"/>
                </a:lnTo>
              </a:path>
              <a:path w="289560" h="91439">
                <a:moveTo>
                  <a:pt x="83819" y="76200"/>
                </a:moveTo>
                <a:lnTo>
                  <a:pt x="91440" y="76200"/>
                </a:lnTo>
              </a:path>
              <a:path w="289560" h="91439">
                <a:moveTo>
                  <a:pt x="137160" y="76200"/>
                </a:moveTo>
                <a:lnTo>
                  <a:pt x="144780" y="76200"/>
                </a:lnTo>
              </a:path>
              <a:path w="289560" h="91439">
                <a:moveTo>
                  <a:pt x="160019" y="76200"/>
                </a:moveTo>
                <a:lnTo>
                  <a:pt x="167640" y="76200"/>
                </a:lnTo>
              </a:path>
              <a:path w="289560" h="91439">
                <a:moveTo>
                  <a:pt x="213360" y="76200"/>
                </a:moveTo>
                <a:lnTo>
                  <a:pt x="220980" y="76200"/>
                </a:lnTo>
              </a:path>
              <a:path w="289560" h="91439">
                <a:moveTo>
                  <a:pt x="266700" y="76200"/>
                </a:moveTo>
                <a:lnTo>
                  <a:pt x="274320" y="76200"/>
                </a:lnTo>
              </a:path>
              <a:path w="289560" h="91439">
                <a:moveTo>
                  <a:pt x="0" y="83820"/>
                </a:moveTo>
                <a:lnTo>
                  <a:pt x="15240" y="83820"/>
                </a:lnTo>
              </a:path>
              <a:path w="289560" h="91439">
                <a:moveTo>
                  <a:pt x="45719" y="83820"/>
                </a:moveTo>
                <a:lnTo>
                  <a:pt x="53340" y="83820"/>
                </a:lnTo>
              </a:path>
              <a:path w="289560" h="91439">
                <a:moveTo>
                  <a:pt x="83819" y="83820"/>
                </a:moveTo>
                <a:lnTo>
                  <a:pt x="91440" y="83820"/>
                </a:lnTo>
              </a:path>
              <a:path w="289560" h="91439">
                <a:moveTo>
                  <a:pt x="129539" y="83820"/>
                </a:moveTo>
                <a:lnTo>
                  <a:pt x="137160" y="83820"/>
                </a:lnTo>
              </a:path>
              <a:path w="289560" h="91439">
                <a:moveTo>
                  <a:pt x="160019" y="83820"/>
                </a:moveTo>
                <a:lnTo>
                  <a:pt x="167640" y="83820"/>
                </a:lnTo>
              </a:path>
              <a:path w="289560" h="91439">
                <a:moveTo>
                  <a:pt x="213360" y="83820"/>
                </a:moveTo>
                <a:lnTo>
                  <a:pt x="220980" y="83820"/>
                </a:lnTo>
              </a:path>
              <a:path w="289560" h="91439">
                <a:moveTo>
                  <a:pt x="266700" y="83820"/>
                </a:moveTo>
                <a:lnTo>
                  <a:pt x="274320" y="83820"/>
                </a:lnTo>
              </a:path>
              <a:path w="289560" h="91439">
                <a:moveTo>
                  <a:pt x="0" y="91440"/>
                </a:moveTo>
                <a:lnTo>
                  <a:pt x="7620" y="91440"/>
                </a:lnTo>
              </a:path>
              <a:path w="289560" h="91439">
                <a:moveTo>
                  <a:pt x="15239" y="91440"/>
                </a:moveTo>
                <a:lnTo>
                  <a:pt x="45720" y="91440"/>
                </a:lnTo>
              </a:path>
              <a:path w="289560" h="91439">
                <a:moveTo>
                  <a:pt x="83819" y="91440"/>
                </a:moveTo>
                <a:lnTo>
                  <a:pt x="137159" y="91440"/>
                </a:lnTo>
              </a:path>
              <a:path w="289560" h="91439">
                <a:moveTo>
                  <a:pt x="152400" y="91440"/>
                </a:moveTo>
                <a:lnTo>
                  <a:pt x="175259" y="91440"/>
                </a:lnTo>
              </a:path>
              <a:path w="289560" h="91439">
                <a:moveTo>
                  <a:pt x="205739" y="91440"/>
                </a:moveTo>
                <a:lnTo>
                  <a:pt x="228599" y="91440"/>
                </a:lnTo>
              </a:path>
              <a:path w="289560" h="91439">
                <a:moveTo>
                  <a:pt x="251460" y="91440"/>
                </a:moveTo>
                <a:lnTo>
                  <a:pt x="289560" y="9144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2089282" y="3703320"/>
            <a:ext cx="6253480" cy="2987040"/>
            <a:chOff x="2089282" y="3703320"/>
            <a:chExt cx="6253480" cy="2987040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60342" y="3703320"/>
              <a:ext cx="1578985" cy="746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5102" y="3710940"/>
              <a:ext cx="1594225" cy="4343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77462" y="4149090"/>
              <a:ext cx="175260" cy="129539"/>
            </a:xfrm>
            <a:custGeom>
              <a:avLst/>
              <a:gdLst/>
              <a:ahLst/>
              <a:cxnLst/>
              <a:rect l="l" t="t" r="r" b="b"/>
              <a:pathLst>
                <a:path w="175259" h="129539">
                  <a:moveTo>
                    <a:pt x="152400" y="0"/>
                  </a:moveTo>
                  <a:lnTo>
                    <a:pt x="175259" y="0"/>
                  </a:lnTo>
                </a:path>
                <a:path w="175259" h="129539">
                  <a:moveTo>
                    <a:pt x="137159" y="7619"/>
                  </a:moveTo>
                  <a:lnTo>
                    <a:pt x="175259" y="7619"/>
                  </a:lnTo>
                </a:path>
                <a:path w="175259" h="129539">
                  <a:moveTo>
                    <a:pt x="121920" y="15239"/>
                  </a:moveTo>
                  <a:lnTo>
                    <a:pt x="167639" y="15239"/>
                  </a:lnTo>
                </a:path>
                <a:path w="175259" h="129539">
                  <a:moveTo>
                    <a:pt x="99059" y="22860"/>
                  </a:moveTo>
                  <a:lnTo>
                    <a:pt x="160020" y="22860"/>
                  </a:lnTo>
                </a:path>
                <a:path w="175259" h="129539">
                  <a:moveTo>
                    <a:pt x="83820" y="30479"/>
                  </a:moveTo>
                  <a:lnTo>
                    <a:pt x="160020" y="30479"/>
                  </a:lnTo>
                </a:path>
                <a:path w="175259" h="129539">
                  <a:moveTo>
                    <a:pt x="60959" y="38100"/>
                  </a:moveTo>
                  <a:lnTo>
                    <a:pt x="152399" y="38100"/>
                  </a:lnTo>
                </a:path>
                <a:path w="175259" h="129539">
                  <a:moveTo>
                    <a:pt x="45720" y="45719"/>
                  </a:moveTo>
                  <a:lnTo>
                    <a:pt x="152399" y="45719"/>
                  </a:lnTo>
                </a:path>
                <a:path w="175259" h="129539">
                  <a:moveTo>
                    <a:pt x="30479" y="53339"/>
                  </a:moveTo>
                  <a:lnTo>
                    <a:pt x="144779" y="53339"/>
                  </a:lnTo>
                </a:path>
                <a:path w="175259" h="129539">
                  <a:moveTo>
                    <a:pt x="38100" y="60960"/>
                  </a:moveTo>
                  <a:lnTo>
                    <a:pt x="144779" y="60960"/>
                  </a:lnTo>
                </a:path>
                <a:path w="175259" h="129539">
                  <a:moveTo>
                    <a:pt x="45720" y="68579"/>
                  </a:moveTo>
                  <a:lnTo>
                    <a:pt x="137159" y="68579"/>
                  </a:lnTo>
                </a:path>
                <a:path w="175259" h="129539">
                  <a:moveTo>
                    <a:pt x="53340" y="76200"/>
                  </a:moveTo>
                  <a:lnTo>
                    <a:pt x="137159" y="76200"/>
                  </a:lnTo>
                </a:path>
                <a:path w="175259" h="129539">
                  <a:moveTo>
                    <a:pt x="60959" y="83819"/>
                  </a:moveTo>
                  <a:lnTo>
                    <a:pt x="129540" y="83819"/>
                  </a:lnTo>
                </a:path>
                <a:path w="175259" h="129539">
                  <a:moveTo>
                    <a:pt x="45720" y="91439"/>
                  </a:moveTo>
                  <a:lnTo>
                    <a:pt x="60960" y="91439"/>
                  </a:lnTo>
                </a:path>
                <a:path w="175259" h="129539">
                  <a:moveTo>
                    <a:pt x="68579" y="91439"/>
                  </a:moveTo>
                  <a:lnTo>
                    <a:pt x="121919" y="91439"/>
                  </a:lnTo>
                </a:path>
                <a:path w="175259" h="129539">
                  <a:moveTo>
                    <a:pt x="38100" y="99060"/>
                  </a:moveTo>
                  <a:lnTo>
                    <a:pt x="45720" y="99060"/>
                  </a:lnTo>
                </a:path>
                <a:path w="175259" h="129539">
                  <a:moveTo>
                    <a:pt x="76200" y="99060"/>
                  </a:moveTo>
                  <a:lnTo>
                    <a:pt x="121919" y="99060"/>
                  </a:lnTo>
                </a:path>
                <a:path w="175259" h="129539">
                  <a:moveTo>
                    <a:pt x="30479" y="106679"/>
                  </a:moveTo>
                  <a:lnTo>
                    <a:pt x="38100" y="106679"/>
                  </a:lnTo>
                </a:path>
                <a:path w="175259" h="129539">
                  <a:moveTo>
                    <a:pt x="83820" y="106679"/>
                  </a:moveTo>
                  <a:lnTo>
                    <a:pt x="114300" y="106679"/>
                  </a:lnTo>
                </a:path>
                <a:path w="175259" h="129539">
                  <a:moveTo>
                    <a:pt x="22859" y="114300"/>
                  </a:moveTo>
                  <a:lnTo>
                    <a:pt x="30480" y="114300"/>
                  </a:lnTo>
                </a:path>
                <a:path w="175259" h="129539">
                  <a:moveTo>
                    <a:pt x="91440" y="114300"/>
                  </a:moveTo>
                  <a:lnTo>
                    <a:pt x="114299" y="114300"/>
                  </a:lnTo>
                </a:path>
                <a:path w="175259" h="129539">
                  <a:moveTo>
                    <a:pt x="15240" y="121919"/>
                  </a:moveTo>
                  <a:lnTo>
                    <a:pt x="22860" y="121919"/>
                  </a:lnTo>
                </a:path>
                <a:path w="175259" h="129539">
                  <a:moveTo>
                    <a:pt x="99059" y="121919"/>
                  </a:moveTo>
                  <a:lnTo>
                    <a:pt x="106680" y="121919"/>
                  </a:lnTo>
                </a:path>
                <a:path w="175259" h="129539">
                  <a:moveTo>
                    <a:pt x="0" y="129539"/>
                  </a:moveTo>
                  <a:lnTo>
                    <a:pt x="15240" y="129539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0342" y="4145280"/>
              <a:ext cx="1569719" cy="3886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25502" y="4293870"/>
              <a:ext cx="4251960" cy="640080"/>
            </a:xfrm>
            <a:custGeom>
              <a:avLst/>
              <a:gdLst/>
              <a:ahLst/>
              <a:cxnLst/>
              <a:rect l="l" t="t" r="r" b="b"/>
              <a:pathLst>
                <a:path w="4251959" h="640079">
                  <a:moveTo>
                    <a:pt x="4244339" y="0"/>
                  </a:moveTo>
                  <a:lnTo>
                    <a:pt x="4251960" y="0"/>
                  </a:lnTo>
                </a:path>
                <a:path w="4251959" h="640079">
                  <a:moveTo>
                    <a:pt x="4236719" y="7620"/>
                  </a:moveTo>
                  <a:lnTo>
                    <a:pt x="4244340" y="7620"/>
                  </a:lnTo>
                </a:path>
                <a:path w="4251959" h="640079">
                  <a:moveTo>
                    <a:pt x="4229100" y="15239"/>
                  </a:moveTo>
                  <a:lnTo>
                    <a:pt x="4236720" y="15239"/>
                  </a:lnTo>
                </a:path>
                <a:path w="4251959" h="640079">
                  <a:moveTo>
                    <a:pt x="4213859" y="22860"/>
                  </a:moveTo>
                  <a:lnTo>
                    <a:pt x="4229100" y="22860"/>
                  </a:lnTo>
                </a:path>
                <a:path w="4251959" h="640079">
                  <a:moveTo>
                    <a:pt x="4206239" y="30480"/>
                  </a:moveTo>
                  <a:lnTo>
                    <a:pt x="4213860" y="30480"/>
                  </a:lnTo>
                </a:path>
                <a:path w="4251959" h="640079">
                  <a:moveTo>
                    <a:pt x="4198619" y="38100"/>
                  </a:moveTo>
                  <a:lnTo>
                    <a:pt x="4206240" y="38100"/>
                  </a:lnTo>
                </a:path>
                <a:path w="4251959" h="640079">
                  <a:moveTo>
                    <a:pt x="4191000" y="45720"/>
                  </a:moveTo>
                  <a:lnTo>
                    <a:pt x="4198620" y="45720"/>
                  </a:lnTo>
                </a:path>
                <a:path w="4251959" h="640079">
                  <a:moveTo>
                    <a:pt x="4168140" y="53339"/>
                  </a:moveTo>
                  <a:lnTo>
                    <a:pt x="4183380" y="53339"/>
                  </a:lnTo>
                </a:path>
                <a:path w="4251959" h="640079">
                  <a:moveTo>
                    <a:pt x="4160519" y="60960"/>
                  </a:moveTo>
                  <a:lnTo>
                    <a:pt x="4168140" y="60960"/>
                  </a:lnTo>
                </a:path>
                <a:path w="4251959" h="640079">
                  <a:moveTo>
                    <a:pt x="4152899" y="68580"/>
                  </a:moveTo>
                  <a:lnTo>
                    <a:pt x="4160520" y="68580"/>
                  </a:lnTo>
                </a:path>
                <a:path w="4251959" h="640079">
                  <a:moveTo>
                    <a:pt x="4145279" y="76200"/>
                  </a:moveTo>
                  <a:lnTo>
                    <a:pt x="4152900" y="76200"/>
                  </a:lnTo>
                </a:path>
                <a:path w="4251959" h="640079">
                  <a:moveTo>
                    <a:pt x="4137659" y="83820"/>
                  </a:moveTo>
                  <a:lnTo>
                    <a:pt x="4145280" y="83820"/>
                  </a:lnTo>
                </a:path>
                <a:path w="4251959" h="640079">
                  <a:moveTo>
                    <a:pt x="4122419" y="91439"/>
                  </a:moveTo>
                  <a:lnTo>
                    <a:pt x="4137660" y="91439"/>
                  </a:lnTo>
                </a:path>
                <a:path w="4251959" h="640079">
                  <a:moveTo>
                    <a:pt x="4114799" y="99060"/>
                  </a:moveTo>
                  <a:lnTo>
                    <a:pt x="4122420" y="99060"/>
                  </a:lnTo>
                </a:path>
                <a:path w="4251959" h="640079">
                  <a:moveTo>
                    <a:pt x="4107179" y="106680"/>
                  </a:moveTo>
                  <a:lnTo>
                    <a:pt x="4114800" y="106680"/>
                  </a:lnTo>
                </a:path>
                <a:path w="4251959" h="640079">
                  <a:moveTo>
                    <a:pt x="4099559" y="121920"/>
                  </a:moveTo>
                  <a:lnTo>
                    <a:pt x="4107180" y="121920"/>
                  </a:lnTo>
                </a:path>
                <a:path w="4251959" h="640079">
                  <a:moveTo>
                    <a:pt x="4084319" y="129539"/>
                  </a:moveTo>
                  <a:lnTo>
                    <a:pt x="4099560" y="129539"/>
                  </a:lnTo>
                </a:path>
                <a:path w="4251959" h="640079">
                  <a:moveTo>
                    <a:pt x="4076699" y="137160"/>
                  </a:moveTo>
                  <a:lnTo>
                    <a:pt x="4084320" y="137160"/>
                  </a:lnTo>
                </a:path>
                <a:path w="4251959" h="640079">
                  <a:moveTo>
                    <a:pt x="4069079" y="144780"/>
                  </a:moveTo>
                  <a:lnTo>
                    <a:pt x="4076700" y="144780"/>
                  </a:lnTo>
                </a:path>
                <a:path w="4251959" h="640079">
                  <a:moveTo>
                    <a:pt x="4061459" y="152400"/>
                  </a:moveTo>
                  <a:lnTo>
                    <a:pt x="4069080" y="152400"/>
                  </a:lnTo>
                </a:path>
                <a:path w="4251959" h="640079">
                  <a:moveTo>
                    <a:pt x="4053840" y="160020"/>
                  </a:moveTo>
                  <a:lnTo>
                    <a:pt x="4061460" y="160020"/>
                  </a:lnTo>
                </a:path>
                <a:path w="4251959" h="640079">
                  <a:moveTo>
                    <a:pt x="4038599" y="167639"/>
                  </a:moveTo>
                  <a:lnTo>
                    <a:pt x="4053840" y="167639"/>
                  </a:lnTo>
                </a:path>
                <a:path w="4251959" h="640079">
                  <a:moveTo>
                    <a:pt x="4030979" y="175260"/>
                  </a:moveTo>
                  <a:lnTo>
                    <a:pt x="4038600" y="175260"/>
                  </a:lnTo>
                </a:path>
                <a:path w="4251959" h="640079">
                  <a:moveTo>
                    <a:pt x="4023359" y="182880"/>
                  </a:moveTo>
                  <a:lnTo>
                    <a:pt x="4030980" y="182880"/>
                  </a:lnTo>
                </a:path>
                <a:path w="4251959" h="640079">
                  <a:moveTo>
                    <a:pt x="4015740" y="190500"/>
                  </a:moveTo>
                  <a:lnTo>
                    <a:pt x="4023360" y="190500"/>
                  </a:lnTo>
                </a:path>
                <a:path w="4251959" h="640079">
                  <a:moveTo>
                    <a:pt x="4008119" y="198120"/>
                  </a:moveTo>
                  <a:lnTo>
                    <a:pt x="4015740" y="198120"/>
                  </a:lnTo>
                </a:path>
                <a:path w="4251959" h="640079">
                  <a:moveTo>
                    <a:pt x="3985259" y="205739"/>
                  </a:moveTo>
                  <a:lnTo>
                    <a:pt x="3992880" y="205739"/>
                  </a:lnTo>
                </a:path>
                <a:path w="4251959" h="640079">
                  <a:moveTo>
                    <a:pt x="3977640" y="213360"/>
                  </a:moveTo>
                  <a:lnTo>
                    <a:pt x="3985260" y="213360"/>
                  </a:lnTo>
                </a:path>
                <a:path w="4251959" h="640079">
                  <a:moveTo>
                    <a:pt x="3970019" y="220980"/>
                  </a:moveTo>
                  <a:lnTo>
                    <a:pt x="3977640" y="220980"/>
                  </a:lnTo>
                </a:path>
                <a:path w="4251959" h="640079">
                  <a:moveTo>
                    <a:pt x="3962399" y="228600"/>
                  </a:moveTo>
                  <a:lnTo>
                    <a:pt x="3970020" y="228600"/>
                  </a:lnTo>
                </a:path>
                <a:path w="4251959" h="640079">
                  <a:moveTo>
                    <a:pt x="3954779" y="236220"/>
                  </a:moveTo>
                  <a:lnTo>
                    <a:pt x="3962400" y="236220"/>
                  </a:lnTo>
                </a:path>
                <a:path w="4251959" h="640079">
                  <a:moveTo>
                    <a:pt x="3947159" y="243839"/>
                  </a:moveTo>
                  <a:lnTo>
                    <a:pt x="3954780" y="243839"/>
                  </a:lnTo>
                </a:path>
                <a:path w="4251959" h="640079">
                  <a:moveTo>
                    <a:pt x="3939540" y="251460"/>
                  </a:moveTo>
                  <a:lnTo>
                    <a:pt x="3947160" y="251460"/>
                  </a:lnTo>
                </a:path>
                <a:path w="4251959" h="640079">
                  <a:moveTo>
                    <a:pt x="3931919" y="259080"/>
                  </a:moveTo>
                  <a:lnTo>
                    <a:pt x="3939540" y="259080"/>
                  </a:lnTo>
                </a:path>
                <a:path w="4251959" h="640079">
                  <a:moveTo>
                    <a:pt x="3924299" y="266700"/>
                  </a:moveTo>
                  <a:lnTo>
                    <a:pt x="3931920" y="266700"/>
                  </a:lnTo>
                </a:path>
                <a:path w="4251959" h="640079">
                  <a:moveTo>
                    <a:pt x="3909059" y="274320"/>
                  </a:moveTo>
                  <a:lnTo>
                    <a:pt x="3924300" y="274320"/>
                  </a:lnTo>
                </a:path>
                <a:path w="4251959" h="640079">
                  <a:moveTo>
                    <a:pt x="3901440" y="281939"/>
                  </a:moveTo>
                  <a:lnTo>
                    <a:pt x="3909060" y="281939"/>
                  </a:lnTo>
                </a:path>
                <a:path w="4251959" h="640079">
                  <a:moveTo>
                    <a:pt x="3893819" y="289560"/>
                  </a:moveTo>
                  <a:lnTo>
                    <a:pt x="3901440" y="289560"/>
                  </a:lnTo>
                </a:path>
                <a:path w="4251959" h="640079">
                  <a:moveTo>
                    <a:pt x="3886199" y="297180"/>
                  </a:moveTo>
                  <a:lnTo>
                    <a:pt x="3893820" y="297180"/>
                  </a:lnTo>
                </a:path>
                <a:path w="4251959" h="640079">
                  <a:moveTo>
                    <a:pt x="3878579" y="304800"/>
                  </a:moveTo>
                  <a:lnTo>
                    <a:pt x="3886200" y="304800"/>
                  </a:lnTo>
                </a:path>
                <a:path w="4251959" h="640079">
                  <a:moveTo>
                    <a:pt x="3863340" y="312420"/>
                  </a:moveTo>
                  <a:lnTo>
                    <a:pt x="3878580" y="312420"/>
                  </a:lnTo>
                </a:path>
                <a:path w="4251959" h="640079">
                  <a:moveTo>
                    <a:pt x="3855719" y="320039"/>
                  </a:moveTo>
                  <a:lnTo>
                    <a:pt x="3863340" y="320039"/>
                  </a:lnTo>
                </a:path>
                <a:path w="4251959" h="640079">
                  <a:moveTo>
                    <a:pt x="3848099" y="327660"/>
                  </a:moveTo>
                  <a:lnTo>
                    <a:pt x="3855720" y="327660"/>
                  </a:lnTo>
                </a:path>
                <a:path w="4251959" h="640079">
                  <a:moveTo>
                    <a:pt x="3840479" y="335280"/>
                  </a:moveTo>
                  <a:lnTo>
                    <a:pt x="3848100" y="335280"/>
                  </a:lnTo>
                </a:path>
                <a:path w="4251959" h="640079">
                  <a:moveTo>
                    <a:pt x="3832859" y="342900"/>
                  </a:moveTo>
                  <a:lnTo>
                    <a:pt x="3840480" y="342900"/>
                  </a:lnTo>
                </a:path>
                <a:path w="4251959" h="640079">
                  <a:moveTo>
                    <a:pt x="3809999" y="350520"/>
                  </a:moveTo>
                  <a:lnTo>
                    <a:pt x="3817620" y="350520"/>
                  </a:lnTo>
                </a:path>
                <a:path w="4251959" h="640079">
                  <a:moveTo>
                    <a:pt x="3802379" y="365760"/>
                  </a:moveTo>
                  <a:lnTo>
                    <a:pt x="3810000" y="365760"/>
                  </a:lnTo>
                </a:path>
                <a:path w="4251959" h="640079">
                  <a:moveTo>
                    <a:pt x="1882139" y="373380"/>
                  </a:moveTo>
                  <a:lnTo>
                    <a:pt x="3314700" y="373380"/>
                  </a:lnTo>
                </a:path>
                <a:path w="4251959" h="640079">
                  <a:moveTo>
                    <a:pt x="3794759" y="373380"/>
                  </a:moveTo>
                  <a:lnTo>
                    <a:pt x="3802380" y="373380"/>
                  </a:lnTo>
                </a:path>
                <a:path w="4251959" h="640079">
                  <a:moveTo>
                    <a:pt x="3779519" y="381000"/>
                  </a:moveTo>
                  <a:lnTo>
                    <a:pt x="3794760" y="381000"/>
                  </a:lnTo>
                </a:path>
                <a:path w="4251959" h="640079">
                  <a:moveTo>
                    <a:pt x="3771899" y="388620"/>
                  </a:moveTo>
                  <a:lnTo>
                    <a:pt x="3779520" y="388620"/>
                  </a:lnTo>
                </a:path>
                <a:path w="4251959" h="640079">
                  <a:moveTo>
                    <a:pt x="3764279" y="396239"/>
                  </a:moveTo>
                  <a:lnTo>
                    <a:pt x="3771900" y="396239"/>
                  </a:lnTo>
                </a:path>
                <a:path w="4251959" h="640079">
                  <a:moveTo>
                    <a:pt x="3756659" y="403860"/>
                  </a:moveTo>
                  <a:lnTo>
                    <a:pt x="3764280" y="403860"/>
                  </a:lnTo>
                </a:path>
                <a:path w="4251959" h="640079">
                  <a:moveTo>
                    <a:pt x="3749040" y="411480"/>
                  </a:moveTo>
                  <a:lnTo>
                    <a:pt x="3756660" y="411480"/>
                  </a:lnTo>
                </a:path>
                <a:path w="4251959" h="640079">
                  <a:moveTo>
                    <a:pt x="3733799" y="419100"/>
                  </a:moveTo>
                  <a:lnTo>
                    <a:pt x="3749040" y="419100"/>
                  </a:lnTo>
                </a:path>
                <a:path w="4251959" h="640079">
                  <a:moveTo>
                    <a:pt x="3726179" y="426720"/>
                  </a:moveTo>
                  <a:lnTo>
                    <a:pt x="3733800" y="426720"/>
                  </a:lnTo>
                </a:path>
                <a:path w="4251959" h="640079">
                  <a:moveTo>
                    <a:pt x="3718559" y="434339"/>
                  </a:moveTo>
                  <a:lnTo>
                    <a:pt x="3726180" y="434339"/>
                  </a:lnTo>
                </a:path>
                <a:path w="4251959" h="640079">
                  <a:moveTo>
                    <a:pt x="3710940" y="441960"/>
                  </a:moveTo>
                  <a:lnTo>
                    <a:pt x="3718560" y="441960"/>
                  </a:lnTo>
                </a:path>
                <a:path w="4251959" h="640079">
                  <a:moveTo>
                    <a:pt x="3703319" y="449580"/>
                  </a:moveTo>
                  <a:lnTo>
                    <a:pt x="3710940" y="449580"/>
                  </a:lnTo>
                </a:path>
                <a:path w="4251959" h="640079">
                  <a:moveTo>
                    <a:pt x="3688079" y="457200"/>
                  </a:moveTo>
                  <a:lnTo>
                    <a:pt x="3703320" y="457200"/>
                  </a:lnTo>
                </a:path>
                <a:path w="4251959" h="640079">
                  <a:moveTo>
                    <a:pt x="3680459" y="464820"/>
                  </a:moveTo>
                  <a:lnTo>
                    <a:pt x="3688080" y="464820"/>
                  </a:lnTo>
                </a:path>
                <a:path w="4251959" h="640079">
                  <a:moveTo>
                    <a:pt x="3672840" y="472439"/>
                  </a:moveTo>
                  <a:lnTo>
                    <a:pt x="3680460" y="472439"/>
                  </a:lnTo>
                </a:path>
                <a:path w="4251959" h="640079">
                  <a:moveTo>
                    <a:pt x="3665219" y="480060"/>
                  </a:moveTo>
                  <a:lnTo>
                    <a:pt x="3672840" y="480060"/>
                  </a:lnTo>
                </a:path>
                <a:path w="4251959" h="640079">
                  <a:moveTo>
                    <a:pt x="3657599" y="487680"/>
                  </a:moveTo>
                  <a:lnTo>
                    <a:pt x="3665220" y="487680"/>
                  </a:lnTo>
                </a:path>
                <a:path w="4251959" h="640079">
                  <a:moveTo>
                    <a:pt x="3649979" y="495300"/>
                  </a:moveTo>
                  <a:lnTo>
                    <a:pt x="3657600" y="495300"/>
                  </a:lnTo>
                </a:path>
                <a:path w="4251959" h="640079">
                  <a:moveTo>
                    <a:pt x="3634740" y="502920"/>
                  </a:moveTo>
                  <a:lnTo>
                    <a:pt x="3642360" y="502920"/>
                  </a:lnTo>
                </a:path>
                <a:path w="4251959" h="640079">
                  <a:moveTo>
                    <a:pt x="0" y="510540"/>
                  </a:moveTo>
                  <a:lnTo>
                    <a:pt x="91439" y="510540"/>
                  </a:lnTo>
                </a:path>
                <a:path w="4251959" h="640079">
                  <a:moveTo>
                    <a:pt x="3627119" y="510539"/>
                  </a:moveTo>
                  <a:lnTo>
                    <a:pt x="3634740" y="510539"/>
                  </a:lnTo>
                </a:path>
                <a:path w="4251959" h="640079">
                  <a:moveTo>
                    <a:pt x="3619499" y="518160"/>
                  </a:moveTo>
                  <a:lnTo>
                    <a:pt x="3627120" y="518160"/>
                  </a:lnTo>
                </a:path>
                <a:path w="4251959" h="640079">
                  <a:moveTo>
                    <a:pt x="3604259" y="525780"/>
                  </a:moveTo>
                  <a:lnTo>
                    <a:pt x="3619500" y="525780"/>
                  </a:lnTo>
                </a:path>
                <a:path w="4251959" h="640079">
                  <a:moveTo>
                    <a:pt x="3596640" y="533400"/>
                  </a:moveTo>
                  <a:lnTo>
                    <a:pt x="3604260" y="533400"/>
                  </a:lnTo>
                </a:path>
                <a:path w="4251959" h="640079">
                  <a:moveTo>
                    <a:pt x="3589019" y="541020"/>
                  </a:moveTo>
                  <a:lnTo>
                    <a:pt x="3596640" y="541020"/>
                  </a:lnTo>
                </a:path>
                <a:path w="4251959" h="640079">
                  <a:moveTo>
                    <a:pt x="3581399" y="548639"/>
                  </a:moveTo>
                  <a:lnTo>
                    <a:pt x="3589020" y="548639"/>
                  </a:lnTo>
                </a:path>
                <a:path w="4251959" h="640079">
                  <a:moveTo>
                    <a:pt x="3573779" y="556260"/>
                  </a:moveTo>
                  <a:lnTo>
                    <a:pt x="3581400" y="556260"/>
                  </a:lnTo>
                </a:path>
                <a:path w="4251959" h="640079">
                  <a:moveTo>
                    <a:pt x="3558540" y="563880"/>
                  </a:moveTo>
                  <a:lnTo>
                    <a:pt x="3573780" y="563880"/>
                  </a:lnTo>
                </a:path>
                <a:path w="4251959" h="640079">
                  <a:moveTo>
                    <a:pt x="3550919" y="571500"/>
                  </a:moveTo>
                  <a:lnTo>
                    <a:pt x="3558540" y="571500"/>
                  </a:lnTo>
                </a:path>
                <a:path w="4251959" h="640079">
                  <a:moveTo>
                    <a:pt x="3543299" y="579120"/>
                  </a:moveTo>
                  <a:lnTo>
                    <a:pt x="3550920" y="579120"/>
                  </a:lnTo>
                </a:path>
                <a:path w="4251959" h="640079">
                  <a:moveTo>
                    <a:pt x="3535679" y="586740"/>
                  </a:moveTo>
                  <a:lnTo>
                    <a:pt x="3543300" y="586740"/>
                  </a:lnTo>
                </a:path>
                <a:path w="4251959" h="640079">
                  <a:moveTo>
                    <a:pt x="3528059" y="594360"/>
                  </a:moveTo>
                  <a:lnTo>
                    <a:pt x="3535680" y="594360"/>
                  </a:lnTo>
                </a:path>
                <a:path w="4251959" h="640079">
                  <a:moveTo>
                    <a:pt x="3512819" y="601980"/>
                  </a:moveTo>
                  <a:lnTo>
                    <a:pt x="3528060" y="601980"/>
                  </a:lnTo>
                </a:path>
                <a:path w="4251959" h="640079">
                  <a:moveTo>
                    <a:pt x="914400" y="617220"/>
                  </a:moveTo>
                  <a:lnTo>
                    <a:pt x="944880" y="617220"/>
                  </a:lnTo>
                </a:path>
                <a:path w="4251959" h="640079">
                  <a:moveTo>
                    <a:pt x="952500" y="617220"/>
                  </a:moveTo>
                  <a:lnTo>
                    <a:pt x="960120" y="617220"/>
                  </a:lnTo>
                </a:path>
                <a:path w="4251959" h="640079">
                  <a:moveTo>
                    <a:pt x="982979" y="617220"/>
                  </a:moveTo>
                  <a:lnTo>
                    <a:pt x="998220" y="617220"/>
                  </a:lnTo>
                </a:path>
                <a:path w="4251959" h="640079">
                  <a:moveTo>
                    <a:pt x="1089659" y="617220"/>
                  </a:moveTo>
                  <a:lnTo>
                    <a:pt x="1097280" y="617220"/>
                  </a:lnTo>
                </a:path>
                <a:path w="4251959" h="640079">
                  <a:moveTo>
                    <a:pt x="1150619" y="617220"/>
                  </a:moveTo>
                  <a:lnTo>
                    <a:pt x="1181100" y="617220"/>
                  </a:lnTo>
                </a:path>
                <a:path w="4251959" h="640079">
                  <a:moveTo>
                    <a:pt x="3505199" y="617220"/>
                  </a:moveTo>
                  <a:lnTo>
                    <a:pt x="3512820" y="617220"/>
                  </a:lnTo>
                </a:path>
                <a:path w="4251959" h="640079">
                  <a:moveTo>
                    <a:pt x="906780" y="624840"/>
                  </a:moveTo>
                  <a:lnTo>
                    <a:pt x="914400" y="624840"/>
                  </a:lnTo>
                </a:path>
                <a:path w="4251959" h="640079">
                  <a:moveTo>
                    <a:pt x="944879" y="624840"/>
                  </a:moveTo>
                  <a:lnTo>
                    <a:pt x="960120" y="624840"/>
                  </a:lnTo>
                </a:path>
                <a:path w="4251959" h="640079">
                  <a:moveTo>
                    <a:pt x="982979" y="624840"/>
                  </a:moveTo>
                  <a:lnTo>
                    <a:pt x="990600" y="624840"/>
                  </a:lnTo>
                </a:path>
                <a:path w="4251959" h="640079">
                  <a:moveTo>
                    <a:pt x="1082039" y="624840"/>
                  </a:moveTo>
                  <a:lnTo>
                    <a:pt x="1097280" y="624840"/>
                  </a:lnTo>
                </a:path>
                <a:path w="4251959" h="640079">
                  <a:moveTo>
                    <a:pt x="1143000" y="624840"/>
                  </a:moveTo>
                  <a:lnTo>
                    <a:pt x="1150620" y="624840"/>
                  </a:lnTo>
                </a:path>
                <a:path w="4251959" h="640079">
                  <a:moveTo>
                    <a:pt x="1181100" y="624840"/>
                  </a:moveTo>
                  <a:lnTo>
                    <a:pt x="1188720" y="624840"/>
                  </a:lnTo>
                </a:path>
                <a:path w="4251959" h="640079">
                  <a:moveTo>
                    <a:pt x="3497579" y="624840"/>
                  </a:moveTo>
                  <a:lnTo>
                    <a:pt x="3505200" y="624840"/>
                  </a:lnTo>
                </a:path>
                <a:path w="4251959" h="640079">
                  <a:moveTo>
                    <a:pt x="899160" y="632460"/>
                  </a:moveTo>
                  <a:lnTo>
                    <a:pt x="906780" y="632460"/>
                  </a:lnTo>
                </a:path>
                <a:path w="4251959" h="640079">
                  <a:moveTo>
                    <a:pt x="952500" y="632460"/>
                  </a:moveTo>
                  <a:lnTo>
                    <a:pt x="960120" y="632460"/>
                  </a:lnTo>
                </a:path>
                <a:path w="4251959" h="640079">
                  <a:moveTo>
                    <a:pt x="982979" y="632460"/>
                  </a:moveTo>
                  <a:lnTo>
                    <a:pt x="990600" y="632460"/>
                  </a:lnTo>
                </a:path>
                <a:path w="4251959" h="640079">
                  <a:moveTo>
                    <a:pt x="1082039" y="632460"/>
                  </a:moveTo>
                  <a:lnTo>
                    <a:pt x="1097280" y="632460"/>
                  </a:lnTo>
                </a:path>
                <a:path w="4251959" h="640079">
                  <a:moveTo>
                    <a:pt x="1143000" y="632460"/>
                  </a:moveTo>
                  <a:lnTo>
                    <a:pt x="1150620" y="632460"/>
                  </a:lnTo>
                </a:path>
                <a:path w="4251959" h="640079">
                  <a:moveTo>
                    <a:pt x="1181100" y="632460"/>
                  </a:moveTo>
                  <a:lnTo>
                    <a:pt x="1188720" y="632460"/>
                  </a:lnTo>
                </a:path>
                <a:path w="4251959" h="640079">
                  <a:moveTo>
                    <a:pt x="3489959" y="632460"/>
                  </a:moveTo>
                  <a:lnTo>
                    <a:pt x="3497580" y="632460"/>
                  </a:lnTo>
                </a:path>
                <a:path w="4251959" h="640079">
                  <a:moveTo>
                    <a:pt x="899160" y="640080"/>
                  </a:moveTo>
                  <a:lnTo>
                    <a:pt x="906780" y="640080"/>
                  </a:lnTo>
                </a:path>
                <a:path w="4251959" h="640079">
                  <a:moveTo>
                    <a:pt x="952500" y="640080"/>
                  </a:moveTo>
                  <a:lnTo>
                    <a:pt x="960120" y="640080"/>
                  </a:lnTo>
                </a:path>
                <a:path w="4251959" h="640079">
                  <a:moveTo>
                    <a:pt x="982979" y="640080"/>
                  </a:moveTo>
                  <a:lnTo>
                    <a:pt x="990600" y="640080"/>
                  </a:lnTo>
                </a:path>
                <a:path w="4251959" h="640079">
                  <a:moveTo>
                    <a:pt x="1082039" y="640080"/>
                  </a:moveTo>
                  <a:lnTo>
                    <a:pt x="1089660" y="64008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9282" y="4671060"/>
              <a:ext cx="3566159" cy="4191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83642" y="4933950"/>
              <a:ext cx="3131820" cy="152400"/>
            </a:xfrm>
            <a:custGeom>
              <a:avLst/>
              <a:gdLst/>
              <a:ahLst/>
              <a:cxnLst/>
              <a:rect l="l" t="t" r="r" b="b"/>
              <a:pathLst>
                <a:path w="3131820" h="152400">
                  <a:moveTo>
                    <a:pt x="739139" y="0"/>
                  </a:moveTo>
                  <a:lnTo>
                    <a:pt x="746760" y="0"/>
                  </a:lnTo>
                </a:path>
                <a:path w="3131820" h="152400">
                  <a:moveTo>
                    <a:pt x="777239" y="0"/>
                  </a:moveTo>
                  <a:lnTo>
                    <a:pt x="784860" y="0"/>
                  </a:lnTo>
                </a:path>
                <a:path w="3131820" h="152400">
                  <a:moveTo>
                    <a:pt x="830579" y="0"/>
                  </a:moveTo>
                  <a:lnTo>
                    <a:pt x="838200" y="0"/>
                  </a:lnTo>
                </a:path>
                <a:path w="3131820" h="152400">
                  <a:moveTo>
                    <a:pt x="3116579" y="0"/>
                  </a:moveTo>
                  <a:lnTo>
                    <a:pt x="3131820" y="0"/>
                  </a:lnTo>
                </a:path>
                <a:path w="3131820" h="152400">
                  <a:moveTo>
                    <a:pt x="548640" y="7619"/>
                  </a:moveTo>
                  <a:lnTo>
                    <a:pt x="556260" y="7619"/>
                  </a:lnTo>
                </a:path>
                <a:path w="3131820" h="152400">
                  <a:moveTo>
                    <a:pt x="624839" y="7619"/>
                  </a:moveTo>
                  <a:lnTo>
                    <a:pt x="632460" y="7619"/>
                  </a:lnTo>
                </a:path>
                <a:path w="3131820" h="152400">
                  <a:moveTo>
                    <a:pt x="716279" y="7619"/>
                  </a:moveTo>
                  <a:lnTo>
                    <a:pt x="723900" y="7619"/>
                  </a:lnTo>
                </a:path>
                <a:path w="3131820" h="152400">
                  <a:moveTo>
                    <a:pt x="739139" y="7619"/>
                  </a:moveTo>
                  <a:lnTo>
                    <a:pt x="746760" y="7619"/>
                  </a:lnTo>
                </a:path>
                <a:path w="3131820" h="152400">
                  <a:moveTo>
                    <a:pt x="777239" y="7619"/>
                  </a:moveTo>
                  <a:lnTo>
                    <a:pt x="784860" y="7619"/>
                  </a:lnTo>
                </a:path>
                <a:path w="3131820" h="152400">
                  <a:moveTo>
                    <a:pt x="830579" y="7619"/>
                  </a:moveTo>
                  <a:lnTo>
                    <a:pt x="838200" y="7619"/>
                  </a:lnTo>
                </a:path>
                <a:path w="3131820" h="152400">
                  <a:moveTo>
                    <a:pt x="3025140" y="7619"/>
                  </a:moveTo>
                  <a:lnTo>
                    <a:pt x="3047999" y="7619"/>
                  </a:lnTo>
                </a:path>
                <a:path w="3131820" h="152400">
                  <a:moveTo>
                    <a:pt x="3101340" y="7619"/>
                  </a:moveTo>
                  <a:lnTo>
                    <a:pt x="3108960" y="7619"/>
                  </a:lnTo>
                </a:path>
                <a:path w="3131820" h="152400">
                  <a:moveTo>
                    <a:pt x="556260" y="15239"/>
                  </a:moveTo>
                  <a:lnTo>
                    <a:pt x="571500" y="15239"/>
                  </a:lnTo>
                </a:path>
                <a:path w="3131820" h="152400">
                  <a:moveTo>
                    <a:pt x="624839" y="15239"/>
                  </a:moveTo>
                  <a:lnTo>
                    <a:pt x="632460" y="15239"/>
                  </a:lnTo>
                </a:path>
                <a:path w="3131820" h="152400">
                  <a:moveTo>
                    <a:pt x="716279" y="15239"/>
                  </a:moveTo>
                  <a:lnTo>
                    <a:pt x="723900" y="15239"/>
                  </a:lnTo>
                </a:path>
                <a:path w="3131820" h="152400">
                  <a:moveTo>
                    <a:pt x="739139" y="15239"/>
                  </a:moveTo>
                  <a:lnTo>
                    <a:pt x="746760" y="15239"/>
                  </a:lnTo>
                </a:path>
                <a:path w="3131820" h="152400">
                  <a:moveTo>
                    <a:pt x="777239" y="15239"/>
                  </a:moveTo>
                  <a:lnTo>
                    <a:pt x="784860" y="15239"/>
                  </a:lnTo>
                </a:path>
                <a:path w="3131820" h="152400">
                  <a:moveTo>
                    <a:pt x="830579" y="15239"/>
                  </a:moveTo>
                  <a:lnTo>
                    <a:pt x="838200" y="15239"/>
                  </a:lnTo>
                </a:path>
                <a:path w="3131820" h="152400">
                  <a:moveTo>
                    <a:pt x="3025140" y="15239"/>
                  </a:moveTo>
                  <a:lnTo>
                    <a:pt x="3055620" y="15239"/>
                  </a:lnTo>
                </a:path>
                <a:path w="3131820" h="152400">
                  <a:moveTo>
                    <a:pt x="3093719" y="15239"/>
                  </a:moveTo>
                  <a:lnTo>
                    <a:pt x="3101340" y="15239"/>
                  </a:lnTo>
                </a:path>
                <a:path w="3131820" h="152400">
                  <a:moveTo>
                    <a:pt x="571500" y="22859"/>
                  </a:moveTo>
                  <a:lnTo>
                    <a:pt x="586740" y="22859"/>
                  </a:lnTo>
                </a:path>
                <a:path w="3131820" h="152400">
                  <a:moveTo>
                    <a:pt x="624839" y="22859"/>
                  </a:moveTo>
                  <a:lnTo>
                    <a:pt x="632460" y="22859"/>
                  </a:lnTo>
                </a:path>
                <a:path w="3131820" h="152400">
                  <a:moveTo>
                    <a:pt x="708660" y="22859"/>
                  </a:moveTo>
                  <a:lnTo>
                    <a:pt x="716280" y="22859"/>
                  </a:lnTo>
                </a:path>
                <a:path w="3131820" h="152400">
                  <a:moveTo>
                    <a:pt x="746760" y="22859"/>
                  </a:moveTo>
                  <a:lnTo>
                    <a:pt x="754380" y="22859"/>
                  </a:lnTo>
                </a:path>
                <a:path w="3131820" h="152400">
                  <a:moveTo>
                    <a:pt x="777239" y="22859"/>
                  </a:moveTo>
                  <a:lnTo>
                    <a:pt x="784860" y="22859"/>
                  </a:lnTo>
                </a:path>
                <a:path w="3131820" h="152400">
                  <a:moveTo>
                    <a:pt x="830579" y="22859"/>
                  </a:moveTo>
                  <a:lnTo>
                    <a:pt x="838200" y="22859"/>
                  </a:lnTo>
                </a:path>
                <a:path w="3131820" h="152400">
                  <a:moveTo>
                    <a:pt x="3017519" y="22859"/>
                  </a:moveTo>
                  <a:lnTo>
                    <a:pt x="3063239" y="22859"/>
                  </a:lnTo>
                </a:path>
                <a:path w="3131820" h="152400">
                  <a:moveTo>
                    <a:pt x="3086100" y="22859"/>
                  </a:moveTo>
                  <a:lnTo>
                    <a:pt x="3093720" y="22859"/>
                  </a:lnTo>
                </a:path>
                <a:path w="3131820" h="152400">
                  <a:moveTo>
                    <a:pt x="586739" y="30479"/>
                  </a:moveTo>
                  <a:lnTo>
                    <a:pt x="594360" y="30479"/>
                  </a:lnTo>
                </a:path>
                <a:path w="3131820" h="152400">
                  <a:moveTo>
                    <a:pt x="624839" y="30479"/>
                  </a:moveTo>
                  <a:lnTo>
                    <a:pt x="632460" y="30479"/>
                  </a:lnTo>
                </a:path>
                <a:path w="3131820" h="152400">
                  <a:moveTo>
                    <a:pt x="708660" y="30479"/>
                  </a:moveTo>
                  <a:lnTo>
                    <a:pt x="754379" y="30479"/>
                  </a:lnTo>
                </a:path>
                <a:path w="3131820" h="152400">
                  <a:moveTo>
                    <a:pt x="777239" y="30479"/>
                  </a:moveTo>
                  <a:lnTo>
                    <a:pt x="784860" y="30479"/>
                  </a:lnTo>
                </a:path>
                <a:path w="3131820" h="152400">
                  <a:moveTo>
                    <a:pt x="830579" y="30479"/>
                  </a:moveTo>
                  <a:lnTo>
                    <a:pt x="838200" y="30479"/>
                  </a:lnTo>
                </a:path>
                <a:path w="3131820" h="152400">
                  <a:moveTo>
                    <a:pt x="3009900" y="30479"/>
                  </a:moveTo>
                  <a:lnTo>
                    <a:pt x="3086100" y="30479"/>
                  </a:lnTo>
                </a:path>
                <a:path w="3131820" h="152400">
                  <a:moveTo>
                    <a:pt x="594360" y="38100"/>
                  </a:moveTo>
                  <a:lnTo>
                    <a:pt x="601980" y="38100"/>
                  </a:lnTo>
                </a:path>
                <a:path w="3131820" h="152400">
                  <a:moveTo>
                    <a:pt x="624839" y="38100"/>
                  </a:moveTo>
                  <a:lnTo>
                    <a:pt x="632460" y="38100"/>
                  </a:lnTo>
                </a:path>
                <a:path w="3131820" h="152400">
                  <a:moveTo>
                    <a:pt x="708660" y="38100"/>
                  </a:moveTo>
                  <a:lnTo>
                    <a:pt x="716280" y="38100"/>
                  </a:lnTo>
                </a:path>
                <a:path w="3131820" h="152400">
                  <a:moveTo>
                    <a:pt x="746760" y="38100"/>
                  </a:moveTo>
                  <a:lnTo>
                    <a:pt x="754380" y="38100"/>
                  </a:lnTo>
                </a:path>
                <a:path w="3131820" h="152400">
                  <a:moveTo>
                    <a:pt x="777239" y="38100"/>
                  </a:moveTo>
                  <a:lnTo>
                    <a:pt x="784860" y="38100"/>
                  </a:lnTo>
                </a:path>
                <a:path w="3131820" h="152400">
                  <a:moveTo>
                    <a:pt x="830579" y="38100"/>
                  </a:moveTo>
                  <a:lnTo>
                    <a:pt x="838200" y="38100"/>
                  </a:lnTo>
                </a:path>
                <a:path w="3131820" h="152400">
                  <a:moveTo>
                    <a:pt x="3009900" y="38100"/>
                  </a:moveTo>
                  <a:lnTo>
                    <a:pt x="3078480" y="38100"/>
                  </a:lnTo>
                </a:path>
                <a:path w="3131820" h="152400">
                  <a:moveTo>
                    <a:pt x="541020" y="45719"/>
                  </a:moveTo>
                  <a:lnTo>
                    <a:pt x="548640" y="45719"/>
                  </a:lnTo>
                </a:path>
                <a:path w="3131820" h="152400">
                  <a:moveTo>
                    <a:pt x="594360" y="45719"/>
                  </a:moveTo>
                  <a:lnTo>
                    <a:pt x="601980" y="45719"/>
                  </a:lnTo>
                </a:path>
                <a:path w="3131820" h="152400">
                  <a:moveTo>
                    <a:pt x="624839" y="45719"/>
                  </a:moveTo>
                  <a:lnTo>
                    <a:pt x="632460" y="45719"/>
                  </a:lnTo>
                </a:path>
                <a:path w="3131820" h="152400">
                  <a:moveTo>
                    <a:pt x="708660" y="45719"/>
                  </a:moveTo>
                  <a:lnTo>
                    <a:pt x="716280" y="45719"/>
                  </a:lnTo>
                </a:path>
                <a:path w="3131820" h="152400">
                  <a:moveTo>
                    <a:pt x="746760" y="45719"/>
                  </a:moveTo>
                  <a:lnTo>
                    <a:pt x="754380" y="45719"/>
                  </a:lnTo>
                </a:path>
                <a:path w="3131820" h="152400">
                  <a:moveTo>
                    <a:pt x="777239" y="45719"/>
                  </a:moveTo>
                  <a:lnTo>
                    <a:pt x="784860" y="45719"/>
                  </a:lnTo>
                </a:path>
                <a:path w="3131820" h="152400">
                  <a:moveTo>
                    <a:pt x="830579" y="45719"/>
                  </a:moveTo>
                  <a:lnTo>
                    <a:pt x="838200" y="45719"/>
                  </a:lnTo>
                </a:path>
                <a:path w="3131820" h="152400">
                  <a:moveTo>
                    <a:pt x="3002279" y="45719"/>
                  </a:moveTo>
                  <a:lnTo>
                    <a:pt x="3086099" y="45719"/>
                  </a:lnTo>
                </a:path>
                <a:path w="3131820" h="152400">
                  <a:moveTo>
                    <a:pt x="541020" y="53339"/>
                  </a:moveTo>
                  <a:lnTo>
                    <a:pt x="548640" y="53339"/>
                  </a:lnTo>
                </a:path>
                <a:path w="3131820" h="152400">
                  <a:moveTo>
                    <a:pt x="594360" y="53339"/>
                  </a:moveTo>
                  <a:lnTo>
                    <a:pt x="601980" y="53339"/>
                  </a:lnTo>
                </a:path>
                <a:path w="3131820" h="152400">
                  <a:moveTo>
                    <a:pt x="624839" y="53339"/>
                  </a:moveTo>
                  <a:lnTo>
                    <a:pt x="632460" y="53339"/>
                  </a:lnTo>
                </a:path>
                <a:path w="3131820" h="152400">
                  <a:moveTo>
                    <a:pt x="678179" y="53339"/>
                  </a:moveTo>
                  <a:lnTo>
                    <a:pt x="685800" y="53339"/>
                  </a:lnTo>
                </a:path>
                <a:path w="3131820" h="152400">
                  <a:moveTo>
                    <a:pt x="701039" y="53339"/>
                  </a:moveTo>
                  <a:lnTo>
                    <a:pt x="708660" y="53339"/>
                  </a:lnTo>
                </a:path>
                <a:path w="3131820" h="152400">
                  <a:moveTo>
                    <a:pt x="754379" y="53339"/>
                  </a:moveTo>
                  <a:lnTo>
                    <a:pt x="762000" y="53339"/>
                  </a:lnTo>
                </a:path>
                <a:path w="3131820" h="152400">
                  <a:moveTo>
                    <a:pt x="784860" y="53339"/>
                  </a:moveTo>
                  <a:lnTo>
                    <a:pt x="792480" y="53339"/>
                  </a:lnTo>
                </a:path>
                <a:path w="3131820" h="152400">
                  <a:moveTo>
                    <a:pt x="822960" y="53339"/>
                  </a:moveTo>
                  <a:lnTo>
                    <a:pt x="830580" y="53339"/>
                  </a:lnTo>
                </a:path>
                <a:path w="3131820" h="152400">
                  <a:moveTo>
                    <a:pt x="3002279" y="53339"/>
                  </a:moveTo>
                  <a:lnTo>
                    <a:pt x="3093719" y="53339"/>
                  </a:lnTo>
                </a:path>
                <a:path w="3131820" h="152400">
                  <a:moveTo>
                    <a:pt x="541020" y="60959"/>
                  </a:moveTo>
                  <a:lnTo>
                    <a:pt x="556260" y="60959"/>
                  </a:lnTo>
                </a:path>
                <a:path w="3131820" h="152400">
                  <a:moveTo>
                    <a:pt x="586739" y="60959"/>
                  </a:moveTo>
                  <a:lnTo>
                    <a:pt x="594360" y="60959"/>
                  </a:lnTo>
                </a:path>
                <a:path w="3131820" h="152400">
                  <a:moveTo>
                    <a:pt x="624839" y="60959"/>
                  </a:moveTo>
                  <a:lnTo>
                    <a:pt x="632460" y="60959"/>
                  </a:lnTo>
                </a:path>
                <a:path w="3131820" h="152400">
                  <a:moveTo>
                    <a:pt x="670560" y="60959"/>
                  </a:moveTo>
                  <a:lnTo>
                    <a:pt x="678180" y="60959"/>
                  </a:lnTo>
                </a:path>
                <a:path w="3131820" h="152400">
                  <a:moveTo>
                    <a:pt x="701039" y="60959"/>
                  </a:moveTo>
                  <a:lnTo>
                    <a:pt x="708660" y="60959"/>
                  </a:lnTo>
                </a:path>
                <a:path w="3131820" h="152400">
                  <a:moveTo>
                    <a:pt x="754379" y="60959"/>
                  </a:moveTo>
                  <a:lnTo>
                    <a:pt x="762000" y="60959"/>
                  </a:lnTo>
                </a:path>
                <a:path w="3131820" h="152400">
                  <a:moveTo>
                    <a:pt x="784860" y="60959"/>
                  </a:moveTo>
                  <a:lnTo>
                    <a:pt x="792480" y="60959"/>
                  </a:lnTo>
                </a:path>
                <a:path w="3131820" h="152400">
                  <a:moveTo>
                    <a:pt x="822960" y="60959"/>
                  </a:moveTo>
                  <a:lnTo>
                    <a:pt x="830580" y="60959"/>
                  </a:lnTo>
                </a:path>
                <a:path w="3131820" h="152400">
                  <a:moveTo>
                    <a:pt x="3002279" y="60959"/>
                  </a:moveTo>
                  <a:lnTo>
                    <a:pt x="3101340" y="60959"/>
                  </a:lnTo>
                </a:path>
                <a:path w="3131820" h="152400">
                  <a:moveTo>
                    <a:pt x="541020" y="68579"/>
                  </a:moveTo>
                  <a:lnTo>
                    <a:pt x="548640" y="68579"/>
                  </a:lnTo>
                </a:path>
                <a:path w="3131820" h="152400">
                  <a:moveTo>
                    <a:pt x="556260" y="68579"/>
                  </a:moveTo>
                  <a:lnTo>
                    <a:pt x="586740" y="68579"/>
                  </a:lnTo>
                </a:path>
                <a:path w="3131820" h="152400">
                  <a:moveTo>
                    <a:pt x="624839" y="68579"/>
                  </a:moveTo>
                  <a:lnTo>
                    <a:pt x="678179" y="68579"/>
                  </a:lnTo>
                </a:path>
                <a:path w="3131820" h="152400">
                  <a:moveTo>
                    <a:pt x="693419" y="68579"/>
                  </a:moveTo>
                  <a:lnTo>
                    <a:pt x="716279" y="68579"/>
                  </a:lnTo>
                </a:path>
                <a:path w="3131820" h="152400">
                  <a:moveTo>
                    <a:pt x="746760" y="68579"/>
                  </a:moveTo>
                  <a:lnTo>
                    <a:pt x="769619" y="68579"/>
                  </a:lnTo>
                </a:path>
                <a:path w="3131820" h="152400">
                  <a:moveTo>
                    <a:pt x="792479" y="68579"/>
                  </a:moveTo>
                  <a:lnTo>
                    <a:pt x="822960" y="68579"/>
                  </a:lnTo>
                </a:path>
                <a:path w="3131820" h="152400">
                  <a:moveTo>
                    <a:pt x="2994659" y="68579"/>
                  </a:moveTo>
                  <a:lnTo>
                    <a:pt x="3108959" y="68579"/>
                  </a:lnTo>
                </a:path>
                <a:path w="3131820" h="152400">
                  <a:moveTo>
                    <a:pt x="2994659" y="76200"/>
                  </a:moveTo>
                  <a:lnTo>
                    <a:pt x="3108959" y="76200"/>
                  </a:lnTo>
                </a:path>
                <a:path w="3131820" h="152400">
                  <a:moveTo>
                    <a:pt x="2987040" y="83819"/>
                  </a:moveTo>
                  <a:lnTo>
                    <a:pt x="3093719" y="83819"/>
                  </a:lnTo>
                </a:path>
                <a:path w="3131820" h="152400">
                  <a:moveTo>
                    <a:pt x="2987040" y="91439"/>
                  </a:moveTo>
                  <a:lnTo>
                    <a:pt x="3078479" y="91439"/>
                  </a:lnTo>
                </a:path>
                <a:path w="3131820" h="152400">
                  <a:moveTo>
                    <a:pt x="114300" y="99059"/>
                  </a:moveTo>
                  <a:lnTo>
                    <a:pt x="137159" y="99059"/>
                  </a:lnTo>
                </a:path>
                <a:path w="3131820" h="152400">
                  <a:moveTo>
                    <a:pt x="1363979" y="99059"/>
                  </a:moveTo>
                  <a:lnTo>
                    <a:pt x="1386839" y="99059"/>
                  </a:lnTo>
                </a:path>
                <a:path w="3131820" h="152400">
                  <a:moveTo>
                    <a:pt x="2979419" y="99059"/>
                  </a:moveTo>
                  <a:lnTo>
                    <a:pt x="3055619" y="99059"/>
                  </a:lnTo>
                </a:path>
                <a:path w="3131820" h="152400">
                  <a:moveTo>
                    <a:pt x="91440" y="106679"/>
                  </a:moveTo>
                  <a:lnTo>
                    <a:pt x="137159" y="106679"/>
                  </a:lnTo>
                </a:path>
                <a:path w="3131820" h="152400">
                  <a:moveTo>
                    <a:pt x="1363979" y="106679"/>
                  </a:moveTo>
                  <a:lnTo>
                    <a:pt x="1409699" y="106679"/>
                  </a:lnTo>
                </a:path>
                <a:path w="3131820" h="152400">
                  <a:moveTo>
                    <a:pt x="2971800" y="106679"/>
                  </a:moveTo>
                  <a:lnTo>
                    <a:pt x="3040380" y="106679"/>
                  </a:lnTo>
                </a:path>
                <a:path w="3131820" h="152400">
                  <a:moveTo>
                    <a:pt x="68580" y="114300"/>
                  </a:moveTo>
                  <a:lnTo>
                    <a:pt x="137160" y="114300"/>
                  </a:lnTo>
                </a:path>
                <a:path w="3131820" h="152400">
                  <a:moveTo>
                    <a:pt x="1363979" y="114300"/>
                  </a:moveTo>
                  <a:lnTo>
                    <a:pt x="1432560" y="114300"/>
                  </a:lnTo>
                </a:path>
                <a:path w="3131820" h="152400">
                  <a:moveTo>
                    <a:pt x="2971800" y="114300"/>
                  </a:moveTo>
                  <a:lnTo>
                    <a:pt x="3017519" y="114300"/>
                  </a:lnTo>
                </a:path>
                <a:path w="3131820" h="152400">
                  <a:moveTo>
                    <a:pt x="38100" y="121919"/>
                  </a:moveTo>
                  <a:lnTo>
                    <a:pt x="137160" y="121919"/>
                  </a:lnTo>
                </a:path>
                <a:path w="3131820" h="152400">
                  <a:moveTo>
                    <a:pt x="1363979" y="121919"/>
                  </a:moveTo>
                  <a:lnTo>
                    <a:pt x="1463040" y="121919"/>
                  </a:lnTo>
                </a:path>
                <a:path w="3131820" h="152400">
                  <a:moveTo>
                    <a:pt x="2964179" y="121919"/>
                  </a:moveTo>
                  <a:lnTo>
                    <a:pt x="3002279" y="121919"/>
                  </a:lnTo>
                </a:path>
                <a:path w="3131820" h="152400">
                  <a:moveTo>
                    <a:pt x="22860" y="129539"/>
                  </a:moveTo>
                  <a:lnTo>
                    <a:pt x="137160" y="129539"/>
                  </a:lnTo>
                </a:path>
                <a:path w="3131820" h="152400">
                  <a:moveTo>
                    <a:pt x="1363979" y="129539"/>
                  </a:moveTo>
                  <a:lnTo>
                    <a:pt x="1485900" y="129539"/>
                  </a:lnTo>
                </a:path>
                <a:path w="3131820" h="152400">
                  <a:moveTo>
                    <a:pt x="2964179" y="129539"/>
                  </a:moveTo>
                  <a:lnTo>
                    <a:pt x="2987039" y="129539"/>
                  </a:lnTo>
                </a:path>
                <a:path w="3131820" h="152400">
                  <a:moveTo>
                    <a:pt x="0" y="137159"/>
                  </a:moveTo>
                  <a:lnTo>
                    <a:pt x="137160" y="137159"/>
                  </a:lnTo>
                </a:path>
                <a:path w="3131820" h="152400">
                  <a:moveTo>
                    <a:pt x="1363979" y="137159"/>
                  </a:moveTo>
                  <a:lnTo>
                    <a:pt x="1508759" y="137159"/>
                  </a:lnTo>
                </a:path>
                <a:path w="3131820" h="152400">
                  <a:moveTo>
                    <a:pt x="0" y="152400"/>
                  </a:moveTo>
                  <a:lnTo>
                    <a:pt x="137160" y="152400"/>
                  </a:lnTo>
                </a:path>
                <a:path w="3131820" h="152400">
                  <a:moveTo>
                    <a:pt x="1363979" y="152400"/>
                  </a:moveTo>
                  <a:lnTo>
                    <a:pt x="1508759" y="15240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7642" y="5082540"/>
              <a:ext cx="1440180" cy="152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21742" y="5093970"/>
              <a:ext cx="3063240" cy="99060"/>
            </a:xfrm>
            <a:custGeom>
              <a:avLst/>
              <a:gdLst/>
              <a:ahLst/>
              <a:cxnLst/>
              <a:rect l="l" t="t" r="r" b="b"/>
              <a:pathLst>
                <a:path w="3063240" h="99060">
                  <a:moveTo>
                    <a:pt x="0" y="0"/>
                  </a:moveTo>
                  <a:lnTo>
                    <a:pt x="99060" y="0"/>
                  </a:lnTo>
                </a:path>
                <a:path w="3063240" h="99060">
                  <a:moveTo>
                    <a:pt x="1325879" y="0"/>
                  </a:moveTo>
                  <a:lnTo>
                    <a:pt x="1424940" y="0"/>
                  </a:lnTo>
                </a:path>
                <a:path w="3063240" h="99060">
                  <a:moveTo>
                    <a:pt x="2926079" y="0"/>
                  </a:moveTo>
                  <a:lnTo>
                    <a:pt x="2956560" y="0"/>
                  </a:lnTo>
                </a:path>
                <a:path w="3063240" h="99060">
                  <a:moveTo>
                    <a:pt x="30480" y="7620"/>
                  </a:moveTo>
                  <a:lnTo>
                    <a:pt x="99060" y="7620"/>
                  </a:lnTo>
                </a:path>
                <a:path w="3063240" h="99060">
                  <a:moveTo>
                    <a:pt x="1325879" y="7620"/>
                  </a:moveTo>
                  <a:lnTo>
                    <a:pt x="1394460" y="7620"/>
                  </a:lnTo>
                </a:path>
                <a:path w="3063240" h="99060">
                  <a:moveTo>
                    <a:pt x="2926079" y="7620"/>
                  </a:moveTo>
                  <a:lnTo>
                    <a:pt x="2964179" y="7620"/>
                  </a:lnTo>
                </a:path>
                <a:path w="3063240" h="99060">
                  <a:moveTo>
                    <a:pt x="53340" y="15239"/>
                  </a:moveTo>
                  <a:lnTo>
                    <a:pt x="99059" y="15239"/>
                  </a:lnTo>
                </a:path>
                <a:path w="3063240" h="99060">
                  <a:moveTo>
                    <a:pt x="1325879" y="15239"/>
                  </a:moveTo>
                  <a:lnTo>
                    <a:pt x="1371599" y="15239"/>
                  </a:lnTo>
                </a:path>
                <a:path w="3063240" h="99060">
                  <a:moveTo>
                    <a:pt x="2933700" y="15239"/>
                  </a:moveTo>
                  <a:lnTo>
                    <a:pt x="2979419" y="15239"/>
                  </a:lnTo>
                </a:path>
                <a:path w="3063240" h="99060">
                  <a:moveTo>
                    <a:pt x="76200" y="22860"/>
                  </a:moveTo>
                  <a:lnTo>
                    <a:pt x="99059" y="22860"/>
                  </a:lnTo>
                </a:path>
                <a:path w="3063240" h="99060">
                  <a:moveTo>
                    <a:pt x="1325879" y="22860"/>
                  </a:moveTo>
                  <a:lnTo>
                    <a:pt x="1348739" y="22860"/>
                  </a:lnTo>
                </a:path>
                <a:path w="3063240" h="99060">
                  <a:moveTo>
                    <a:pt x="2933700" y="22860"/>
                  </a:moveTo>
                  <a:lnTo>
                    <a:pt x="2994660" y="22860"/>
                  </a:lnTo>
                </a:path>
                <a:path w="3063240" h="99060">
                  <a:moveTo>
                    <a:pt x="2933700" y="30480"/>
                  </a:moveTo>
                  <a:lnTo>
                    <a:pt x="3009900" y="30480"/>
                  </a:lnTo>
                </a:path>
                <a:path w="3063240" h="99060">
                  <a:moveTo>
                    <a:pt x="2941319" y="38100"/>
                  </a:moveTo>
                  <a:lnTo>
                    <a:pt x="3025139" y="38100"/>
                  </a:lnTo>
                </a:path>
                <a:path w="3063240" h="99060">
                  <a:moveTo>
                    <a:pt x="2941319" y="45720"/>
                  </a:moveTo>
                  <a:lnTo>
                    <a:pt x="3040380" y="45720"/>
                  </a:lnTo>
                </a:path>
                <a:path w="3063240" h="99060">
                  <a:moveTo>
                    <a:pt x="2948940" y="53339"/>
                  </a:moveTo>
                  <a:lnTo>
                    <a:pt x="3055619" y="53339"/>
                  </a:lnTo>
                </a:path>
                <a:path w="3063240" h="99060">
                  <a:moveTo>
                    <a:pt x="2948940" y="60960"/>
                  </a:moveTo>
                  <a:lnTo>
                    <a:pt x="3063240" y="60960"/>
                  </a:lnTo>
                </a:path>
                <a:path w="3063240" h="99060">
                  <a:moveTo>
                    <a:pt x="2956559" y="68580"/>
                  </a:moveTo>
                  <a:lnTo>
                    <a:pt x="3055620" y="68580"/>
                  </a:lnTo>
                </a:path>
                <a:path w="3063240" h="99060">
                  <a:moveTo>
                    <a:pt x="2956559" y="76200"/>
                  </a:moveTo>
                  <a:lnTo>
                    <a:pt x="3047999" y="76200"/>
                  </a:lnTo>
                </a:path>
                <a:path w="3063240" h="99060">
                  <a:moveTo>
                    <a:pt x="2956559" y="83820"/>
                  </a:moveTo>
                  <a:lnTo>
                    <a:pt x="3040379" y="83820"/>
                  </a:lnTo>
                </a:path>
                <a:path w="3063240" h="99060">
                  <a:moveTo>
                    <a:pt x="2964179" y="91439"/>
                  </a:moveTo>
                  <a:lnTo>
                    <a:pt x="3032760" y="91439"/>
                  </a:lnTo>
                </a:path>
                <a:path w="3063240" h="99060">
                  <a:moveTo>
                    <a:pt x="2964179" y="99060"/>
                  </a:moveTo>
                  <a:lnTo>
                    <a:pt x="3025140" y="9906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9282" y="5090160"/>
              <a:ext cx="563880" cy="25146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685922" y="5200650"/>
              <a:ext cx="137160" cy="68580"/>
            </a:xfrm>
            <a:custGeom>
              <a:avLst/>
              <a:gdLst/>
              <a:ahLst/>
              <a:cxnLst/>
              <a:rect l="l" t="t" r="r" b="b"/>
              <a:pathLst>
                <a:path w="137160" h="68579">
                  <a:moveTo>
                    <a:pt x="0" y="0"/>
                  </a:moveTo>
                  <a:lnTo>
                    <a:pt x="45719" y="0"/>
                  </a:lnTo>
                </a:path>
                <a:path w="137160" h="68579">
                  <a:moveTo>
                    <a:pt x="60960" y="0"/>
                  </a:moveTo>
                  <a:lnTo>
                    <a:pt x="68580" y="0"/>
                  </a:lnTo>
                </a:path>
                <a:path w="137160" h="68579">
                  <a:moveTo>
                    <a:pt x="0" y="7619"/>
                  </a:moveTo>
                  <a:lnTo>
                    <a:pt x="38100" y="7619"/>
                  </a:lnTo>
                </a:path>
                <a:path w="137160" h="68579">
                  <a:moveTo>
                    <a:pt x="68579" y="7619"/>
                  </a:moveTo>
                  <a:lnTo>
                    <a:pt x="76200" y="7619"/>
                  </a:lnTo>
                </a:path>
                <a:path w="137160" h="68579">
                  <a:moveTo>
                    <a:pt x="7620" y="15239"/>
                  </a:moveTo>
                  <a:lnTo>
                    <a:pt x="30479" y="15239"/>
                  </a:lnTo>
                </a:path>
                <a:path w="137160" h="68579">
                  <a:moveTo>
                    <a:pt x="76200" y="15239"/>
                  </a:moveTo>
                  <a:lnTo>
                    <a:pt x="83820" y="15239"/>
                  </a:lnTo>
                </a:path>
                <a:path w="137160" h="68579">
                  <a:moveTo>
                    <a:pt x="7620" y="22859"/>
                  </a:moveTo>
                  <a:lnTo>
                    <a:pt x="22860" y="22859"/>
                  </a:lnTo>
                </a:path>
                <a:path w="137160" h="68579">
                  <a:moveTo>
                    <a:pt x="83820" y="22859"/>
                  </a:moveTo>
                  <a:lnTo>
                    <a:pt x="91440" y="22859"/>
                  </a:lnTo>
                </a:path>
                <a:path w="137160" h="68579">
                  <a:moveTo>
                    <a:pt x="91439" y="30479"/>
                  </a:moveTo>
                  <a:lnTo>
                    <a:pt x="99060" y="30479"/>
                  </a:lnTo>
                </a:path>
                <a:path w="137160" h="68579">
                  <a:moveTo>
                    <a:pt x="99060" y="38100"/>
                  </a:moveTo>
                  <a:lnTo>
                    <a:pt x="106680" y="38100"/>
                  </a:lnTo>
                </a:path>
                <a:path w="137160" h="68579">
                  <a:moveTo>
                    <a:pt x="106679" y="45719"/>
                  </a:moveTo>
                  <a:lnTo>
                    <a:pt x="114300" y="45719"/>
                  </a:lnTo>
                </a:path>
                <a:path w="137160" h="68579">
                  <a:moveTo>
                    <a:pt x="114300" y="53339"/>
                  </a:moveTo>
                  <a:lnTo>
                    <a:pt x="121920" y="53339"/>
                  </a:lnTo>
                </a:path>
                <a:path w="137160" h="68579">
                  <a:moveTo>
                    <a:pt x="121920" y="60959"/>
                  </a:moveTo>
                  <a:lnTo>
                    <a:pt x="129540" y="60959"/>
                  </a:lnTo>
                </a:path>
                <a:path w="137160" h="68579">
                  <a:moveTo>
                    <a:pt x="129539" y="68579"/>
                  </a:moveTo>
                  <a:lnTo>
                    <a:pt x="137160" y="68579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7642" y="5097780"/>
              <a:ext cx="1432560" cy="381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256922" y="5276850"/>
              <a:ext cx="6073140" cy="716280"/>
            </a:xfrm>
            <a:custGeom>
              <a:avLst/>
              <a:gdLst/>
              <a:ahLst/>
              <a:cxnLst/>
              <a:rect l="l" t="t" r="r" b="b"/>
              <a:pathLst>
                <a:path w="6073140" h="716279">
                  <a:moveTo>
                    <a:pt x="3566159" y="0"/>
                  </a:moveTo>
                  <a:lnTo>
                    <a:pt x="3573780" y="0"/>
                  </a:lnTo>
                </a:path>
                <a:path w="6073140" h="716279">
                  <a:moveTo>
                    <a:pt x="3573779" y="7619"/>
                  </a:moveTo>
                  <a:lnTo>
                    <a:pt x="3581400" y="7619"/>
                  </a:lnTo>
                </a:path>
                <a:path w="6073140" h="716279">
                  <a:moveTo>
                    <a:pt x="3581400" y="22859"/>
                  </a:moveTo>
                  <a:lnTo>
                    <a:pt x="3589020" y="22859"/>
                  </a:lnTo>
                </a:path>
                <a:path w="6073140" h="716279">
                  <a:moveTo>
                    <a:pt x="3589020" y="30479"/>
                  </a:moveTo>
                  <a:lnTo>
                    <a:pt x="3596640" y="30479"/>
                  </a:lnTo>
                </a:path>
                <a:path w="6073140" h="716279">
                  <a:moveTo>
                    <a:pt x="3596639" y="38100"/>
                  </a:moveTo>
                  <a:lnTo>
                    <a:pt x="3604260" y="38100"/>
                  </a:lnTo>
                </a:path>
                <a:path w="6073140" h="716279">
                  <a:moveTo>
                    <a:pt x="3604259" y="45719"/>
                  </a:moveTo>
                  <a:lnTo>
                    <a:pt x="3611880" y="45719"/>
                  </a:lnTo>
                </a:path>
                <a:path w="6073140" h="716279">
                  <a:moveTo>
                    <a:pt x="3611879" y="53339"/>
                  </a:moveTo>
                  <a:lnTo>
                    <a:pt x="3619500" y="53339"/>
                  </a:lnTo>
                </a:path>
                <a:path w="6073140" h="716279">
                  <a:moveTo>
                    <a:pt x="3619500" y="60959"/>
                  </a:moveTo>
                  <a:lnTo>
                    <a:pt x="3627120" y="60959"/>
                  </a:lnTo>
                </a:path>
                <a:path w="6073140" h="716279">
                  <a:moveTo>
                    <a:pt x="76200" y="68579"/>
                  </a:moveTo>
                  <a:lnTo>
                    <a:pt x="160019" y="68579"/>
                  </a:lnTo>
                </a:path>
                <a:path w="6073140" h="716279">
                  <a:moveTo>
                    <a:pt x="3627120" y="68579"/>
                  </a:moveTo>
                  <a:lnTo>
                    <a:pt x="3634740" y="68579"/>
                  </a:lnTo>
                </a:path>
                <a:path w="6073140" h="716279">
                  <a:moveTo>
                    <a:pt x="3627120" y="76200"/>
                  </a:moveTo>
                  <a:lnTo>
                    <a:pt x="3634740" y="76200"/>
                  </a:lnTo>
                </a:path>
                <a:path w="6073140" h="716279">
                  <a:moveTo>
                    <a:pt x="3634739" y="83819"/>
                  </a:moveTo>
                  <a:lnTo>
                    <a:pt x="3642360" y="83819"/>
                  </a:lnTo>
                </a:path>
                <a:path w="6073140" h="716279">
                  <a:moveTo>
                    <a:pt x="3642359" y="91439"/>
                  </a:moveTo>
                  <a:lnTo>
                    <a:pt x="3649980" y="91439"/>
                  </a:lnTo>
                </a:path>
                <a:path w="6073140" h="716279">
                  <a:moveTo>
                    <a:pt x="3649979" y="99059"/>
                  </a:moveTo>
                  <a:lnTo>
                    <a:pt x="3657600" y="99059"/>
                  </a:lnTo>
                </a:path>
                <a:path w="6073140" h="716279">
                  <a:moveTo>
                    <a:pt x="3657600" y="106679"/>
                  </a:moveTo>
                  <a:lnTo>
                    <a:pt x="3665220" y="106679"/>
                  </a:lnTo>
                </a:path>
                <a:path w="6073140" h="716279">
                  <a:moveTo>
                    <a:pt x="3672839" y="114299"/>
                  </a:moveTo>
                  <a:lnTo>
                    <a:pt x="3680460" y="114299"/>
                  </a:lnTo>
                </a:path>
                <a:path w="6073140" h="716279">
                  <a:moveTo>
                    <a:pt x="3680459" y="121919"/>
                  </a:moveTo>
                  <a:lnTo>
                    <a:pt x="3688080" y="121919"/>
                  </a:lnTo>
                </a:path>
                <a:path w="6073140" h="716279">
                  <a:moveTo>
                    <a:pt x="3688079" y="129539"/>
                  </a:moveTo>
                  <a:lnTo>
                    <a:pt x="3695700" y="129539"/>
                  </a:lnTo>
                </a:path>
                <a:path w="6073140" h="716279">
                  <a:moveTo>
                    <a:pt x="3695700" y="137159"/>
                  </a:moveTo>
                  <a:lnTo>
                    <a:pt x="3703320" y="137159"/>
                  </a:lnTo>
                </a:path>
                <a:path w="6073140" h="716279">
                  <a:moveTo>
                    <a:pt x="3703320" y="144779"/>
                  </a:moveTo>
                  <a:lnTo>
                    <a:pt x="3710940" y="144779"/>
                  </a:lnTo>
                </a:path>
                <a:path w="6073140" h="716279">
                  <a:moveTo>
                    <a:pt x="3710939" y="152399"/>
                  </a:moveTo>
                  <a:lnTo>
                    <a:pt x="3718560" y="152399"/>
                  </a:lnTo>
                </a:path>
                <a:path w="6073140" h="716279">
                  <a:moveTo>
                    <a:pt x="3718559" y="160019"/>
                  </a:moveTo>
                  <a:lnTo>
                    <a:pt x="3726180" y="160019"/>
                  </a:lnTo>
                </a:path>
                <a:path w="6073140" h="716279">
                  <a:moveTo>
                    <a:pt x="4099559" y="167639"/>
                  </a:moveTo>
                  <a:lnTo>
                    <a:pt x="4130040" y="167639"/>
                  </a:lnTo>
                </a:path>
                <a:path w="6073140" h="716279">
                  <a:moveTo>
                    <a:pt x="4137659" y="167639"/>
                  </a:moveTo>
                  <a:lnTo>
                    <a:pt x="4145280" y="167639"/>
                  </a:lnTo>
                </a:path>
                <a:path w="6073140" h="716279">
                  <a:moveTo>
                    <a:pt x="4168139" y="167639"/>
                  </a:moveTo>
                  <a:lnTo>
                    <a:pt x="4183380" y="167639"/>
                  </a:lnTo>
                </a:path>
                <a:path w="6073140" h="716279">
                  <a:moveTo>
                    <a:pt x="4274819" y="167639"/>
                  </a:moveTo>
                  <a:lnTo>
                    <a:pt x="4282440" y="167639"/>
                  </a:lnTo>
                </a:path>
                <a:path w="6073140" h="716279">
                  <a:moveTo>
                    <a:pt x="4335780" y="167639"/>
                  </a:moveTo>
                  <a:lnTo>
                    <a:pt x="4373880" y="167639"/>
                  </a:lnTo>
                </a:path>
                <a:path w="6073140" h="716279">
                  <a:moveTo>
                    <a:pt x="3726179" y="175259"/>
                  </a:moveTo>
                  <a:lnTo>
                    <a:pt x="3733800" y="175259"/>
                  </a:lnTo>
                </a:path>
                <a:path w="6073140" h="716279">
                  <a:moveTo>
                    <a:pt x="4091939" y="175259"/>
                  </a:moveTo>
                  <a:lnTo>
                    <a:pt x="4099560" y="175259"/>
                  </a:lnTo>
                </a:path>
                <a:path w="6073140" h="716279">
                  <a:moveTo>
                    <a:pt x="4130039" y="175259"/>
                  </a:moveTo>
                  <a:lnTo>
                    <a:pt x="4145280" y="175259"/>
                  </a:lnTo>
                </a:path>
                <a:path w="6073140" h="716279">
                  <a:moveTo>
                    <a:pt x="4267199" y="175259"/>
                  </a:moveTo>
                  <a:lnTo>
                    <a:pt x="4282440" y="175259"/>
                  </a:lnTo>
                </a:path>
                <a:path w="6073140" h="716279">
                  <a:moveTo>
                    <a:pt x="4328159" y="175259"/>
                  </a:moveTo>
                  <a:lnTo>
                    <a:pt x="4335780" y="175259"/>
                  </a:lnTo>
                </a:path>
                <a:path w="6073140" h="716279">
                  <a:moveTo>
                    <a:pt x="4373880" y="175259"/>
                  </a:moveTo>
                  <a:lnTo>
                    <a:pt x="4381500" y="175259"/>
                  </a:lnTo>
                </a:path>
                <a:path w="6073140" h="716279">
                  <a:moveTo>
                    <a:pt x="3733800" y="182879"/>
                  </a:moveTo>
                  <a:lnTo>
                    <a:pt x="3741420" y="182879"/>
                  </a:lnTo>
                </a:path>
                <a:path w="6073140" h="716279">
                  <a:moveTo>
                    <a:pt x="4084320" y="182879"/>
                  </a:moveTo>
                  <a:lnTo>
                    <a:pt x="4091940" y="182879"/>
                  </a:lnTo>
                </a:path>
                <a:path w="6073140" h="716279">
                  <a:moveTo>
                    <a:pt x="4137659" y="182879"/>
                  </a:moveTo>
                  <a:lnTo>
                    <a:pt x="4145280" y="182879"/>
                  </a:lnTo>
                </a:path>
                <a:path w="6073140" h="716279">
                  <a:moveTo>
                    <a:pt x="4267199" y="182879"/>
                  </a:moveTo>
                  <a:lnTo>
                    <a:pt x="4282440" y="182879"/>
                  </a:lnTo>
                </a:path>
                <a:path w="6073140" h="716279">
                  <a:moveTo>
                    <a:pt x="4328159" y="182879"/>
                  </a:moveTo>
                  <a:lnTo>
                    <a:pt x="4335780" y="182879"/>
                  </a:lnTo>
                </a:path>
                <a:path w="6073140" h="716279">
                  <a:moveTo>
                    <a:pt x="4381499" y="182879"/>
                  </a:moveTo>
                  <a:lnTo>
                    <a:pt x="4389120" y="182879"/>
                  </a:lnTo>
                </a:path>
                <a:path w="6073140" h="716279">
                  <a:moveTo>
                    <a:pt x="3733800" y="190499"/>
                  </a:moveTo>
                  <a:lnTo>
                    <a:pt x="3741420" y="190499"/>
                  </a:lnTo>
                </a:path>
                <a:path w="6073140" h="716279">
                  <a:moveTo>
                    <a:pt x="4084320" y="190499"/>
                  </a:moveTo>
                  <a:lnTo>
                    <a:pt x="4091940" y="190499"/>
                  </a:lnTo>
                </a:path>
                <a:path w="6073140" h="716279">
                  <a:moveTo>
                    <a:pt x="4137659" y="190499"/>
                  </a:moveTo>
                  <a:lnTo>
                    <a:pt x="4145280" y="190499"/>
                  </a:lnTo>
                </a:path>
                <a:path w="6073140" h="716279">
                  <a:moveTo>
                    <a:pt x="4267199" y="190499"/>
                  </a:moveTo>
                  <a:lnTo>
                    <a:pt x="4274820" y="190499"/>
                  </a:lnTo>
                </a:path>
                <a:path w="6073140" h="716279">
                  <a:moveTo>
                    <a:pt x="4282439" y="190499"/>
                  </a:moveTo>
                  <a:lnTo>
                    <a:pt x="4290060" y="190499"/>
                  </a:lnTo>
                </a:path>
                <a:path w="6073140" h="716279">
                  <a:moveTo>
                    <a:pt x="4328159" y="190499"/>
                  </a:moveTo>
                  <a:lnTo>
                    <a:pt x="4335780" y="190499"/>
                  </a:lnTo>
                </a:path>
                <a:path w="6073140" h="716279">
                  <a:moveTo>
                    <a:pt x="4381499" y="190499"/>
                  </a:moveTo>
                  <a:lnTo>
                    <a:pt x="4389120" y="190499"/>
                  </a:lnTo>
                </a:path>
                <a:path w="6073140" h="716279">
                  <a:moveTo>
                    <a:pt x="3741420" y="198119"/>
                  </a:moveTo>
                  <a:lnTo>
                    <a:pt x="3749040" y="198119"/>
                  </a:lnTo>
                </a:path>
                <a:path w="6073140" h="716279">
                  <a:moveTo>
                    <a:pt x="4084320" y="198119"/>
                  </a:moveTo>
                  <a:lnTo>
                    <a:pt x="4091940" y="198119"/>
                  </a:lnTo>
                </a:path>
                <a:path w="6073140" h="716279">
                  <a:moveTo>
                    <a:pt x="4259580" y="198119"/>
                  </a:moveTo>
                  <a:lnTo>
                    <a:pt x="4267200" y="198119"/>
                  </a:lnTo>
                </a:path>
                <a:path w="6073140" h="716279">
                  <a:moveTo>
                    <a:pt x="4282439" y="198119"/>
                  </a:moveTo>
                  <a:lnTo>
                    <a:pt x="4290060" y="198119"/>
                  </a:lnTo>
                </a:path>
                <a:path w="6073140" h="716279">
                  <a:moveTo>
                    <a:pt x="4328159" y="198119"/>
                  </a:moveTo>
                  <a:lnTo>
                    <a:pt x="4335780" y="198119"/>
                  </a:lnTo>
                </a:path>
                <a:path w="6073140" h="716279">
                  <a:moveTo>
                    <a:pt x="4381499" y="198119"/>
                  </a:moveTo>
                  <a:lnTo>
                    <a:pt x="4389120" y="198119"/>
                  </a:lnTo>
                </a:path>
                <a:path w="6073140" h="716279">
                  <a:moveTo>
                    <a:pt x="3749039" y="205739"/>
                  </a:moveTo>
                  <a:lnTo>
                    <a:pt x="3756660" y="205739"/>
                  </a:lnTo>
                </a:path>
                <a:path w="6073140" h="716279">
                  <a:moveTo>
                    <a:pt x="4091939" y="205739"/>
                  </a:moveTo>
                  <a:lnTo>
                    <a:pt x="4099560" y="205739"/>
                  </a:lnTo>
                </a:path>
                <a:path w="6073140" h="716279">
                  <a:moveTo>
                    <a:pt x="4259580" y="205739"/>
                  </a:moveTo>
                  <a:lnTo>
                    <a:pt x="4267200" y="205739"/>
                  </a:lnTo>
                </a:path>
                <a:path w="6073140" h="716279">
                  <a:moveTo>
                    <a:pt x="4282439" y="205739"/>
                  </a:moveTo>
                  <a:lnTo>
                    <a:pt x="4290060" y="205739"/>
                  </a:lnTo>
                </a:path>
                <a:path w="6073140" h="716279">
                  <a:moveTo>
                    <a:pt x="4373880" y="205739"/>
                  </a:moveTo>
                  <a:lnTo>
                    <a:pt x="4381500" y="205739"/>
                  </a:lnTo>
                </a:path>
                <a:path w="6073140" h="716279">
                  <a:moveTo>
                    <a:pt x="3756659" y="213359"/>
                  </a:moveTo>
                  <a:lnTo>
                    <a:pt x="3764280" y="213359"/>
                  </a:lnTo>
                </a:path>
                <a:path w="6073140" h="716279">
                  <a:moveTo>
                    <a:pt x="4099559" y="213359"/>
                  </a:moveTo>
                  <a:lnTo>
                    <a:pt x="4114800" y="213359"/>
                  </a:lnTo>
                </a:path>
                <a:path w="6073140" h="716279">
                  <a:moveTo>
                    <a:pt x="4259580" y="213359"/>
                  </a:moveTo>
                  <a:lnTo>
                    <a:pt x="4267200" y="213359"/>
                  </a:lnTo>
                </a:path>
                <a:path w="6073140" h="716279">
                  <a:moveTo>
                    <a:pt x="4282439" y="213359"/>
                  </a:moveTo>
                  <a:lnTo>
                    <a:pt x="4290060" y="213359"/>
                  </a:lnTo>
                </a:path>
                <a:path w="6073140" h="716279">
                  <a:moveTo>
                    <a:pt x="4373880" y="213359"/>
                  </a:moveTo>
                  <a:lnTo>
                    <a:pt x="4381500" y="213359"/>
                  </a:lnTo>
                </a:path>
                <a:path w="6073140" h="716279">
                  <a:moveTo>
                    <a:pt x="3764279" y="220979"/>
                  </a:moveTo>
                  <a:lnTo>
                    <a:pt x="3771900" y="220979"/>
                  </a:lnTo>
                </a:path>
                <a:path w="6073140" h="716279">
                  <a:moveTo>
                    <a:pt x="4114800" y="220979"/>
                  </a:moveTo>
                  <a:lnTo>
                    <a:pt x="4130040" y="220979"/>
                  </a:lnTo>
                </a:path>
                <a:path w="6073140" h="716279">
                  <a:moveTo>
                    <a:pt x="4251959" y="220979"/>
                  </a:moveTo>
                  <a:lnTo>
                    <a:pt x="4259580" y="220979"/>
                  </a:lnTo>
                </a:path>
                <a:path w="6073140" h="716279">
                  <a:moveTo>
                    <a:pt x="4290059" y="220979"/>
                  </a:moveTo>
                  <a:lnTo>
                    <a:pt x="4297680" y="220979"/>
                  </a:lnTo>
                </a:path>
                <a:path w="6073140" h="716279">
                  <a:moveTo>
                    <a:pt x="4366259" y="220979"/>
                  </a:moveTo>
                  <a:lnTo>
                    <a:pt x="4373880" y="220979"/>
                  </a:lnTo>
                </a:path>
                <a:path w="6073140" h="716279">
                  <a:moveTo>
                    <a:pt x="3771900" y="228599"/>
                  </a:moveTo>
                  <a:lnTo>
                    <a:pt x="3779520" y="228599"/>
                  </a:lnTo>
                </a:path>
                <a:path w="6073140" h="716279">
                  <a:moveTo>
                    <a:pt x="4130039" y="228599"/>
                  </a:moveTo>
                  <a:lnTo>
                    <a:pt x="4137660" y="228599"/>
                  </a:lnTo>
                </a:path>
                <a:path w="6073140" h="716279">
                  <a:moveTo>
                    <a:pt x="4251959" y="228599"/>
                  </a:moveTo>
                  <a:lnTo>
                    <a:pt x="4297679" y="228599"/>
                  </a:lnTo>
                </a:path>
                <a:path w="6073140" h="716279">
                  <a:moveTo>
                    <a:pt x="4358639" y="228599"/>
                  </a:moveTo>
                  <a:lnTo>
                    <a:pt x="4366260" y="228599"/>
                  </a:lnTo>
                </a:path>
                <a:path w="6073140" h="716279">
                  <a:moveTo>
                    <a:pt x="3779520" y="236219"/>
                  </a:moveTo>
                  <a:lnTo>
                    <a:pt x="3787140" y="236219"/>
                  </a:lnTo>
                </a:path>
                <a:path w="6073140" h="716279">
                  <a:moveTo>
                    <a:pt x="4137659" y="236219"/>
                  </a:moveTo>
                  <a:lnTo>
                    <a:pt x="4145280" y="236219"/>
                  </a:lnTo>
                </a:path>
                <a:path w="6073140" h="716279">
                  <a:moveTo>
                    <a:pt x="4251959" y="236219"/>
                  </a:moveTo>
                  <a:lnTo>
                    <a:pt x="4259580" y="236219"/>
                  </a:lnTo>
                </a:path>
                <a:path w="6073140" h="716279">
                  <a:moveTo>
                    <a:pt x="4290059" y="236219"/>
                  </a:moveTo>
                  <a:lnTo>
                    <a:pt x="4297680" y="236219"/>
                  </a:lnTo>
                </a:path>
                <a:path w="6073140" h="716279">
                  <a:moveTo>
                    <a:pt x="4351019" y="236219"/>
                  </a:moveTo>
                  <a:lnTo>
                    <a:pt x="4358640" y="236219"/>
                  </a:lnTo>
                </a:path>
                <a:path w="6073140" h="716279">
                  <a:moveTo>
                    <a:pt x="3787139" y="243839"/>
                  </a:moveTo>
                  <a:lnTo>
                    <a:pt x="3794760" y="243839"/>
                  </a:lnTo>
                </a:path>
                <a:path w="6073140" h="716279">
                  <a:moveTo>
                    <a:pt x="4084320" y="243839"/>
                  </a:moveTo>
                  <a:lnTo>
                    <a:pt x="4091940" y="243839"/>
                  </a:lnTo>
                </a:path>
                <a:path w="6073140" h="716279">
                  <a:moveTo>
                    <a:pt x="4137659" y="243839"/>
                  </a:moveTo>
                  <a:lnTo>
                    <a:pt x="4145280" y="243839"/>
                  </a:lnTo>
                </a:path>
                <a:path w="6073140" h="716279">
                  <a:moveTo>
                    <a:pt x="4251959" y="243839"/>
                  </a:moveTo>
                  <a:lnTo>
                    <a:pt x="4259580" y="243839"/>
                  </a:lnTo>
                </a:path>
                <a:path w="6073140" h="716279">
                  <a:moveTo>
                    <a:pt x="4290059" y="243839"/>
                  </a:moveTo>
                  <a:lnTo>
                    <a:pt x="4297680" y="243839"/>
                  </a:lnTo>
                </a:path>
                <a:path w="6073140" h="716279">
                  <a:moveTo>
                    <a:pt x="4343399" y="243839"/>
                  </a:moveTo>
                  <a:lnTo>
                    <a:pt x="4351020" y="243839"/>
                  </a:lnTo>
                </a:path>
                <a:path w="6073140" h="716279">
                  <a:moveTo>
                    <a:pt x="3794759" y="251459"/>
                  </a:moveTo>
                  <a:lnTo>
                    <a:pt x="3802380" y="251459"/>
                  </a:lnTo>
                </a:path>
                <a:path w="6073140" h="716279">
                  <a:moveTo>
                    <a:pt x="4084320" y="251459"/>
                  </a:moveTo>
                  <a:lnTo>
                    <a:pt x="4091940" y="251459"/>
                  </a:lnTo>
                </a:path>
                <a:path w="6073140" h="716279">
                  <a:moveTo>
                    <a:pt x="4137659" y="251459"/>
                  </a:moveTo>
                  <a:lnTo>
                    <a:pt x="4145280" y="251459"/>
                  </a:lnTo>
                </a:path>
                <a:path w="6073140" h="716279">
                  <a:moveTo>
                    <a:pt x="4221480" y="251459"/>
                  </a:moveTo>
                  <a:lnTo>
                    <a:pt x="4229100" y="251459"/>
                  </a:lnTo>
                </a:path>
                <a:path w="6073140" h="716279">
                  <a:moveTo>
                    <a:pt x="4244339" y="251459"/>
                  </a:moveTo>
                  <a:lnTo>
                    <a:pt x="4251960" y="251459"/>
                  </a:lnTo>
                </a:path>
                <a:path w="6073140" h="716279">
                  <a:moveTo>
                    <a:pt x="4297680" y="251459"/>
                  </a:moveTo>
                  <a:lnTo>
                    <a:pt x="4305300" y="251459"/>
                  </a:lnTo>
                </a:path>
                <a:path w="6073140" h="716279">
                  <a:moveTo>
                    <a:pt x="4335780" y="251459"/>
                  </a:moveTo>
                  <a:lnTo>
                    <a:pt x="4343400" y="251459"/>
                  </a:lnTo>
                </a:path>
                <a:path w="6073140" h="716279">
                  <a:moveTo>
                    <a:pt x="4381499" y="251459"/>
                  </a:moveTo>
                  <a:lnTo>
                    <a:pt x="4389120" y="251459"/>
                  </a:lnTo>
                </a:path>
                <a:path w="6073140" h="716279">
                  <a:moveTo>
                    <a:pt x="3802379" y="259079"/>
                  </a:moveTo>
                  <a:lnTo>
                    <a:pt x="3810000" y="259079"/>
                  </a:lnTo>
                </a:path>
                <a:path w="6073140" h="716279">
                  <a:moveTo>
                    <a:pt x="4084320" y="259079"/>
                  </a:moveTo>
                  <a:lnTo>
                    <a:pt x="4099560" y="259079"/>
                  </a:lnTo>
                </a:path>
                <a:path w="6073140" h="716279">
                  <a:moveTo>
                    <a:pt x="4130039" y="259079"/>
                  </a:moveTo>
                  <a:lnTo>
                    <a:pt x="4137660" y="259079"/>
                  </a:lnTo>
                </a:path>
                <a:path w="6073140" h="716279">
                  <a:moveTo>
                    <a:pt x="4213859" y="259079"/>
                  </a:moveTo>
                  <a:lnTo>
                    <a:pt x="4221480" y="259079"/>
                  </a:lnTo>
                </a:path>
                <a:path w="6073140" h="716279">
                  <a:moveTo>
                    <a:pt x="4244339" y="259079"/>
                  </a:moveTo>
                  <a:lnTo>
                    <a:pt x="4251960" y="259079"/>
                  </a:lnTo>
                </a:path>
                <a:path w="6073140" h="716279">
                  <a:moveTo>
                    <a:pt x="4297680" y="259079"/>
                  </a:moveTo>
                  <a:lnTo>
                    <a:pt x="4305300" y="259079"/>
                  </a:lnTo>
                </a:path>
                <a:path w="6073140" h="716279">
                  <a:moveTo>
                    <a:pt x="4328159" y="259079"/>
                  </a:moveTo>
                  <a:lnTo>
                    <a:pt x="4335780" y="259079"/>
                  </a:lnTo>
                </a:path>
                <a:path w="6073140" h="716279">
                  <a:moveTo>
                    <a:pt x="4381499" y="259079"/>
                  </a:moveTo>
                  <a:lnTo>
                    <a:pt x="4389120" y="259079"/>
                  </a:lnTo>
                </a:path>
                <a:path w="6073140" h="716279">
                  <a:moveTo>
                    <a:pt x="3817620" y="266699"/>
                  </a:moveTo>
                  <a:lnTo>
                    <a:pt x="3825240" y="266699"/>
                  </a:lnTo>
                </a:path>
                <a:path w="6073140" h="716279">
                  <a:moveTo>
                    <a:pt x="3825239" y="274319"/>
                  </a:moveTo>
                  <a:lnTo>
                    <a:pt x="3832860" y="274319"/>
                  </a:lnTo>
                </a:path>
                <a:path w="6073140" h="716279">
                  <a:moveTo>
                    <a:pt x="3832859" y="281939"/>
                  </a:moveTo>
                  <a:lnTo>
                    <a:pt x="3840480" y="281939"/>
                  </a:lnTo>
                </a:path>
                <a:path w="6073140" h="716279">
                  <a:moveTo>
                    <a:pt x="3840479" y="289559"/>
                  </a:moveTo>
                  <a:lnTo>
                    <a:pt x="3848100" y="289559"/>
                  </a:lnTo>
                </a:path>
                <a:path w="6073140" h="716279">
                  <a:moveTo>
                    <a:pt x="3840479" y="297179"/>
                  </a:moveTo>
                  <a:lnTo>
                    <a:pt x="3848100" y="297179"/>
                  </a:lnTo>
                </a:path>
                <a:path w="6073140" h="716279">
                  <a:moveTo>
                    <a:pt x="3848100" y="304799"/>
                  </a:moveTo>
                  <a:lnTo>
                    <a:pt x="3855720" y="304799"/>
                  </a:lnTo>
                </a:path>
                <a:path w="6073140" h="716279">
                  <a:moveTo>
                    <a:pt x="3855720" y="312419"/>
                  </a:moveTo>
                  <a:lnTo>
                    <a:pt x="3863340" y="312419"/>
                  </a:lnTo>
                </a:path>
                <a:path w="6073140" h="716279">
                  <a:moveTo>
                    <a:pt x="3863339" y="320039"/>
                  </a:moveTo>
                  <a:lnTo>
                    <a:pt x="3870960" y="320039"/>
                  </a:lnTo>
                </a:path>
                <a:path w="6073140" h="716279">
                  <a:moveTo>
                    <a:pt x="3870959" y="327659"/>
                  </a:moveTo>
                  <a:lnTo>
                    <a:pt x="3878580" y="327659"/>
                  </a:lnTo>
                </a:path>
                <a:path w="6073140" h="716279">
                  <a:moveTo>
                    <a:pt x="3878579" y="342899"/>
                  </a:moveTo>
                  <a:lnTo>
                    <a:pt x="3886200" y="342899"/>
                  </a:lnTo>
                </a:path>
                <a:path w="6073140" h="716279">
                  <a:moveTo>
                    <a:pt x="3886200" y="350519"/>
                  </a:moveTo>
                  <a:lnTo>
                    <a:pt x="3893820" y="350519"/>
                  </a:lnTo>
                </a:path>
                <a:path w="6073140" h="716279">
                  <a:moveTo>
                    <a:pt x="3893820" y="358139"/>
                  </a:moveTo>
                  <a:lnTo>
                    <a:pt x="3901440" y="358139"/>
                  </a:lnTo>
                </a:path>
                <a:path w="6073140" h="716279">
                  <a:moveTo>
                    <a:pt x="3901439" y="365759"/>
                  </a:moveTo>
                  <a:lnTo>
                    <a:pt x="3909060" y="365759"/>
                  </a:lnTo>
                </a:path>
                <a:path w="6073140" h="716279">
                  <a:moveTo>
                    <a:pt x="3909059" y="373379"/>
                  </a:moveTo>
                  <a:lnTo>
                    <a:pt x="3916680" y="373379"/>
                  </a:lnTo>
                </a:path>
                <a:path w="6073140" h="716279">
                  <a:moveTo>
                    <a:pt x="3916679" y="380999"/>
                  </a:moveTo>
                  <a:lnTo>
                    <a:pt x="3924300" y="380999"/>
                  </a:lnTo>
                </a:path>
                <a:path w="6073140" h="716279">
                  <a:moveTo>
                    <a:pt x="3924300" y="388619"/>
                  </a:moveTo>
                  <a:lnTo>
                    <a:pt x="3931920" y="388619"/>
                  </a:lnTo>
                </a:path>
                <a:path w="6073140" h="716279">
                  <a:moveTo>
                    <a:pt x="3931920" y="396239"/>
                  </a:moveTo>
                  <a:lnTo>
                    <a:pt x="3939540" y="396239"/>
                  </a:lnTo>
                </a:path>
                <a:path w="6073140" h="716279">
                  <a:moveTo>
                    <a:pt x="3939539" y="403859"/>
                  </a:moveTo>
                  <a:lnTo>
                    <a:pt x="3947160" y="403859"/>
                  </a:lnTo>
                </a:path>
                <a:path w="6073140" h="716279">
                  <a:moveTo>
                    <a:pt x="3947159" y="411479"/>
                  </a:moveTo>
                  <a:lnTo>
                    <a:pt x="3954780" y="411479"/>
                  </a:lnTo>
                </a:path>
                <a:path w="6073140" h="716279">
                  <a:moveTo>
                    <a:pt x="3954779" y="419099"/>
                  </a:moveTo>
                  <a:lnTo>
                    <a:pt x="3962400" y="419099"/>
                  </a:lnTo>
                </a:path>
                <a:path w="6073140" h="716279">
                  <a:moveTo>
                    <a:pt x="3962400" y="426719"/>
                  </a:moveTo>
                  <a:lnTo>
                    <a:pt x="3970020" y="426719"/>
                  </a:lnTo>
                </a:path>
                <a:path w="6073140" h="716279">
                  <a:moveTo>
                    <a:pt x="15240" y="434339"/>
                  </a:moveTo>
                  <a:lnTo>
                    <a:pt x="45720" y="434339"/>
                  </a:lnTo>
                </a:path>
                <a:path w="6073140" h="716279">
                  <a:moveTo>
                    <a:pt x="53340" y="434339"/>
                  </a:moveTo>
                  <a:lnTo>
                    <a:pt x="60960" y="434339"/>
                  </a:lnTo>
                </a:path>
                <a:path w="6073140" h="716279">
                  <a:moveTo>
                    <a:pt x="91440" y="434339"/>
                  </a:moveTo>
                  <a:lnTo>
                    <a:pt x="121920" y="434339"/>
                  </a:lnTo>
                </a:path>
                <a:path w="6073140" h="716279">
                  <a:moveTo>
                    <a:pt x="129540" y="434339"/>
                  </a:moveTo>
                  <a:lnTo>
                    <a:pt x="137160" y="434339"/>
                  </a:lnTo>
                </a:path>
                <a:path w="6073140" h="716279">
                  <a:moveTo>
                    <a:pt x="160020" y="434339"/>
                  </a:moveTo>
                  <a:lnTo>
                    <a:pt x="175260" y="434339"/>
                  </a:lnTo>
                </a:path>
                <a:path w="6073140" h="716279">
                  <a:moveTo>
                    <a:pt x="198120" y="434339"/>
                  </a:moveTo>
                  <a:lnTo>
                    <a:pt x="220979" y="434339"/>
                  </a:lnTo>
                </a:path>
                <a:path w="6073140" h="716279">
                  <a:moveTo>
                    <a:pt x="3970020" y="434339"/>
                  </a:moveTo>
                  <a:lnTo>
                    <a:pt x="3977640" y="434339"/>
                  </a:lnTo>
                </a:path>
                <a:path w="6073140" h="716279">
                  <a:moveTo>
                    <a:pt x="45720" y="441959"/>
                  </a:moveTo>
                  <a:lnTo>
                    <a:pt x="60960" y="441959"/>
                  </a:lnTo>
                </a:path>
                <a:path w="6073140" h="716279">
                  <a:moveTo>
                    <a:pt x="83820" y="441959"/>
                  </a:moveTo>
                  <a:lnTo>
                    <a:pt x="91440" y="441959"/>
                  </a:lnTo>
                </a:path>
                <a:path w="6073140" h="716279">
                  <a:moveTo>
                    <a:pt x="121920" y="441959"/>
                  </a:moveTo>
                  <a:lnTo>
                    <a:pt x="137160" y="441959"/>
                  </a:lnTo>
                </a:path>
                <a:path w="6073140" h="716279">
                  <a:moveTo>
                    <a:pt x="160020" y="441959"/>
                  </a:moveTo>
                  <a:lnTo>
                    <a:pt x="167640" y="441959"/>
                  </a:lnTo>
                </a:path>
                <a:path w="6073140" h="716279">
                  <a:moveTo>
                    <a:pt x="205740" y="441959"/>
                  </a:moveTo>
                  <a:lnTo>
                    <a:pt x="213360" y="441959"/>
                  </a:lnTo>
                </a:path>
                <a:path w="6073140" h="716279">
                  <a:moveTo>
                    <a:pt x="3977639" y="441959"/>
                  </a:moveTo>
                  <a:lnTo>
                    <a:pt x="3985260" y="441959"/>
                  </a:lnTo>
                </a:path>
                <a:path w="6073140" h="716279">
                  <a:moveTo>
                    <a:pt x="7620" y="449579"/>
                  </a:moveTo>
                  <a:lnTo>
                    <a:pt x="15240" y="449579"/>
                  </a:lnTo>
                </a:path>
                <a:path w="6073140" h="716279">
                  <a:moveTo>
                    <a:pt x="53340" y="449579"/>
                  </a:moveTo>
                  <a:lnTo>
                    <a:pt x="60960" y="449579"/>
                  </a:lnTo>
                </a:path>
                <a:path w="6073140" h="716279">
                  <a:moveTo>
                    <a:pt x="76200" y="449579"/>
                  </a:moveTo>
                  <a:lnTo>
                    <a:pt x="83820" y="449579"/>
                  </a:lnTo>
                </a:path>
                <a:path w="6073140" h="716279">
                  <a:moveTo>
                    <a:pt x="129540" y="449579"/>
                  </a:moveTo>
                  <a:lnTo>
                    <a:pt x="137160" y="449579"/>
                  </a:lnTo>
                </a:path>
                <a:path w="6073140" h="716279">
                  <a:moveTo>
                    <a:pt x="160020" y="449579"/>
                  </a:moveTo>
                  <a:lnTo>
                    <a:pt x="167640" y="449579"/>
                  </a:lnTo>
                </a:path>
                <a:path w="6073140" h="716279">
                  <a:moveTo>
                    <a:pt x="205740" y="449579"/>
                  </a:moveTo>
                  <a:lnTo>
                    <a:pt x="213360" y="449579"/>
                  </a:lnTo>
                </a:path>
                <a:path w="6073140" h="716279">
                  <a:moveTo>
                    <a:pt x="3985259" y="449579"/>
                  </a:moveTo>
                  <a:lnTo>
                    <a:pt x="3992880" y="449579"/>
                  </a:lnTo>
                </a:path>
                <a:path w="6073140" h="716279">
                  <a:moveTo>
                    <a:pt x="7620" y="457200"/>
                  </a:moveTo>
                  <a:lnTo>
                    <a:pt x="15240" y="457200"/>
                  </a:lnTo>
                </a:path>
                <a:path w="6073140" h="716279">
                  <a:moveTo>
                    <a:pt x="53340" y="457200"/>
                  </a:moveTo>
                  <a:lnTo>
                    <a:pt x="60960" y="457200"/>
                  </a:lnTo>
                </a:path>
                <a:path w="6073140" h="716279">
                  <a:moveTo>
                    <a:pt x="76200" y="457200"/>
                  </a:moveTo>
                  <a:lnTo>
                    <a:pt x="83820" y="457200"/>
                  </a:lnTo>
                </a:path>
                <a:path w="6073140" h="716279">
                  <a:moveTo>
                    <a:pt x="129540" y="457200"/>
                  </a:moveTo>
                  <a:lnTo>
                    <a:pt x="137160" y="457200"/>
                  </a:lnTo>
                </a:path>
                <a:path w="6073140" h="716279">
                  <a:moveTo>
                    <a:pt x="160020" y="457200"/>
                  </a:moveTo>
                  <a:lnTo>
                    <a:pt x="167640" y="457200"/>
                  </a:lnTo>
                </a:path>
                <a:path w="6073140" h="716279">
                  <a:moveTo>
                    <a:pt x="205740" y="457200"/>
                  </a:moveTo>
                  <a:lnTo>
                    <a:pt x="213360" y="457200"/>
                  </a:lnTo>
                </a:path>
                <a:path w="6073140" h="716279">
                  <a:moveTo>
                    <a:pt x="3992879" y="457199"/>
                  </a:moveTo>
                  <a:lnTo>
                    <a:pt x="4000500" y="457199"/>
                  </a:lnTo>
                </a:path>
                <a:path w="6073140" h="716279">
                  <a:moveTo>
                    <a:pt x="0" y="464819"/>
                  </a:moveTo>
                  <a:lnTo>
                    <a:pt x="7620" y="464819"/>
                  </a:lnTo>
                </a:path>
                <a:path w="6073140" h="716279">
                  <a:moveTo>
                    <a:pt x="76200" y="464819"/>
                  </a:moveTo>
                  <a:lnTo>
                    <a:pt x="83820" y="464819"/>
                  </a:lnTo>
                </a:path>
                <a:path w="6073140" h="716279">
                  <a:moveTo>
                    <a:pt x="160020" y="464819"/>
                  </a:moveTo>
                  <a:lnTo>
                    <a:pt x="167640" y="464819"/>
                  </a:lnTo>
                </a:path>
                <a:path w="6073140" h="716279">
                  <a:moveTo>
                    <a:pt x="205740" y="464819"/>
                  </a:moveTo>
                  <a:lnTo>
                    <a:pt x="213360" y="464819"/>
                  </a:lnTo>
                </a:path>
                <a:path w="6073140" h="716279">
                  <a:moveTo>
                    <a:pt x="4000500" y="464819"/>
                  </a:moveTo>
                  <a:lnTo>
                    <a:pt x="4008120" y="464819"/>
                  </a:lnTo>
                </a:path>
                <a:path w="6073140" h="716279">
                  <a:moveTo>
                    <a:pt x="0" y="472439"/>
                  </a:moveTo>
                  <a:lnTo>
                    <a:pt x="7620" y="472439"/>
                  </a:lnTo>
                </a:path>
                <a:path w="6073140" h="716279">
                  <a:moveTo>
                    <a:pt x="83820" y="472439"/>
                  </a:moveTo>
                  <a:lnTo>
                    <a:pt x="91440" y="472439"/>
                  </a:lnTo>
                </a:path>
                <a:path w="6073140" h="716279">
                  <a:moveTo>
                    <a:pt x="160020" y="472439"/>
                  </a:moveTo>
                  <a:lnTo>
                    <a:pt x="167640" y="472439"/>
                  </a:lnTo>
                </a:path>
                <a:path w="6073140" h="716279">
                  <a:moveTo>
                    <a:pt x="205740" y="472439"/>
                  </a:moveTo>
                  <a:lnTo>
                    <a:pt x="213360" y="472439"/>
                  </a:lnTo>
                </a:path>
                <a:path w="6073140" h="716279">
                  <a:moveTo>
                    <a:pt x="4008120" y="472439"/>
                  </a:moveTo>
                  <a:lnTo>
                    <a:pt x="4015740" y="472439"/>
                  </a:lnTo>
                </a:path>
                <a:path w="6073140" h="716279">
                  <a:moveTo>
                    <a:pt x="0" y="480059"/>
                  </a:moveTo>
                  <a:lnTo>
                    <a:pt x="7620" y="480059"/>
                  </a:lnTo>
                </a:path>
                <a:path w="6073140" h="716279">
                  <a:moveTo>
                    <a:pt x="91440" y="480059"/>
                  </a:moveTo>
                  <a:lnTo>
                    <a:pt x="106680" y="480059"/>
                  </a:lnTo>
                </a:path>
                <a:path w="6073140" h="716279">
                  <a:moveTo>
                    <a:pt x="160020" y="480059"/>
                  </a:moveTo>
                  <a:lnTo>
                    <a:pt x="167640" y="480059"/>
                  </a:lnTo>
                </a:path>
                <a:path w="6073140" h="716279">
                  <a:moveTo>
                    <a:pt x="205740" y="480059"/>
                  </a:moveTo>
                  <a:lnTo>
                    <a:pt x="213360" y="480059"/>
                  </a:lnTo>
                </a:path>
                <a:path w="6073140" h="716279">
                  <a:moveTo>
                    <a:pt x="4015739" y="480059"/>
                  </a:moveTo>
                  <a:lnTo>
                    <a:pt x="4023360" y="480059"/>
                  </a:lnTo>
                </a:path>
                <a:path w="6073140" h="716279">
                  <a:moveTo>
                    <a:pt x="0" y="487679"/>
                  </a:moveTo>
                  <a:lnTo>
                    <a:pt x="7620" y="487679"/>
                  </a:lnTo>
                </a:path>
                <a:path w="6073140" h="716279">
                  <a:moveTo>
                    <a:pt x="106680" y="487679"/>
                  </a:moveTo>
                  <a:lnTo>
                    <a:pt x="121920" y="487679"/>
                  </a:lnTo>
                </a:path>
                <a:path w="6073140" h="716279">
                  <a:moveTo>
                    <a:pt x="160020" y="487679"/>
                  </a:moveTo>
                  <a:lnTo>
                    <a:pt x="167640" y="487679"/>
                  </a:lnTo>
                </a:path>
                <a:path w="6073140" h="716279">
                  <a:moveTo>
                    <a:pt x="205740" y="487679"/>
                  </a:moveTo>
                  <a:lnTo>
                    <a:pt x="213360" y="487679"/>
                  </a:lnTo>
                </a:path>
                <a:path w="6073140" h="716279">
                  <a:moveTo>
                    <a:pt x="0" y="495300"/>
                  </a:moveTo>
                  <a:lnTo>
                    <a:pt x="7620" y="495300"/>
                  </a:lnTo>
                </a:path>
                <a:path w="6073140" h="716279">
                  <a:moveTo>
                    <a:pt x="121920" y="495300"/>
                  </a:moveTo>
                  <a:lnTo>
                    <a:pt x="129540" y="495300"/>
                  </a:lnTo>
                </a:path>
                <a:path w="6073140" h="716279">
                  <a:moveTo>
                    <a:pt x="160020" y="495300"/>
                  </a:moveTo>
                  <a:lnTo>
                    <a:pt x="167640" y="495300"/>
                  </a:lnTo>
                </a:path>
                <a:path w="6073140" h="716279">
                  <a:moveTo>
                    <a:pt x="205740" y="495300"/>
                  </a:moveTo>
                  <a:lnTo>
                    <a:pt x="213360" y="495300"/>
                  </a:lnTo>
                </a:path>
                <a:path w="6073140" h="716279">
                  <a:moveTo>
                    <a:pt x="4023359" y="495299"/>
                  </a:moveTo>
                  <a:lnTo>
                    <a:pt x="4030980" y="495299"/>
                  </a:lnTo>
                </a:path>
                <a:path w="6073140" h="716279">
                  <a:moveTo>
                    <a:pt x="0" y="502919"/>
                  </a:moveTo>
                  <a:lnTo>
                    <a:pt x="7620" y="502919"/>
                  </a:lnTo>
                </a:path>
                <a:path w="6073140" h="716279">
                  <a:moveTo>
                    <a:pt x="129540" y="502919"/>
                  </a:moveTo>
                  <a:lnTo>
                    <a:pt x="137160" y="502919"/>
                  </a:lnTo>
                </a:path>
                <a:path w="6073140" h="716279">
                  <a:moveTo>
                    <a:pt x="160020" y="502919"/>
                  </a:moveTo>
                  <a:lnTo>
                    <a:pt x="167640" y="502919"/>
                  </a:lnTo>
                </a:path>
                <a:path w="6073140" h="716279">
                  <a:moveTo>
                    <a:pt x="205740" y="502919"/>
                  </a:moveTo>
                  <a:lnTo>
                    <a:pt x="213360" y="502919"/>
                  </a:lnTo>
                </a:path>
                <a:path w="6073140" h="716279">
                  <a:moveTo>
                    <a:pt x="4030979" y="502919"/>
                  </a:moveTo>
                  <a:lnTo>
                    <a:pt x="4038600" y="502919"/>
                  </a:lnTo>
                </a:path>
                <a:path w="6073140" h="716279">
                  <a:moveTo>
                    <a:pt x="0" y="510539"/>
                  </a:moveTo>
                  <a:lnTo>
                    <a:pt x="7620" y="510539"/>
                  </a:lnTo>
                </a:path>
                <a:path w="6073140" h="716279">
                  <a:moveTo>
                    <a:pt x="53340" y="510539"/>
                  </a:moveTo>
                  <a:lnTo>
                    <a:pt x="60960" y="510539"/>
                  </a:lnTo>
                </a:path>
                <a:path w="6073140" h="716279">
                  <a:moveTo>
                    <a:pt x="76200" y="510539"/>
                  </a:moveTo>
                  <a:lnTo>
                    <a:pt x="83820" y="510539"/>
                  </a:lnTo>
                </a:path>
                <a:path w="6073140" h="716279">
                  <a:moveTo>
                    <a:pt x="129540" y="510539"/>
                  </a:moveTo>
                  <a:lnTo>
                    <a:pt x="137160" y="510539"/>
                  </a:lnTo>
                </a:path>
                <a:path w="6073140" h="716279">
                  <a:moveTo>
                    <a:pt x="160020" y="510539"/>
                  </a:moveTo>
                  <a:lnTo>
                    <a:pt x="167640" y="510539"/>
                  </a:lnTo>
                </a:path>
                <a:path w="6073140" h="716279">
                  <a:moveTo>
                    <a:pt x="205740" y="510539"/>
                  </a:moveTo>
                  <a:lnTo>
                    <a:pt x="213360" y="510539"/>
                  </a:lnTo>
                </a:path>
                <a:path w="6073140" h="716279">
                  <a:moveTo>
                    <a:pt x="4038600" y="510539"/>
                  </a:moveTo>
                  <a:lnTo>
                    <a:pt x="4046220" y="510539"/>
                  </a:lnTo>
                </a:path>
                <a:path w="6073140" h="716279">
                  <a:moveTo>
                    <a:pt x="7620" y="518159"/>
                  </a:moveTo>
                  <a:lnTo>
                    <a:pt x="15240" y="518159"/>
                  </a:lnTo>
                </a:path>
                <a:path w="6073140" h="716279">
                  <a:moveTo>
                    <a:pt x="53340" y="518159"/>
                  </a:moveTo>
                  <a:lnTo>
                    <a:pt x="60960" y="518159"/>
                  </a:lnTo>
                </a:path>
                <a:path w="6073140" h="716279">
                  <a:moveTo>
                    <a:pt x="76200" y="518159"/>
                  </a:moveTo>
                  <a:lnTo>
                    <a:pt x="83820" y="518159"/>
                  </a:lnTo>
                </a:path>
                <a:path w="6073140" h="716279">
                  <a:moveTo>
                    <a:pt x="129540" y="518159"/>
                  </a:moveTo>
                  <a:lnTo>
                    <a:pt x="137160" y="518159"/>
                  </a:lnTo>
                </a:path>
                <a:path w="6073140" h="716279">
                  <a:moveTo>
                    <a:pt x="160020" y="518159"/>
                  </a:moveTo>
                  <a:lnTo>
                    <a:pt x="167640" y="518159"/>
                  </a:lnTo>
                </a:path>
                <a:path w="6073140" h="716279">
                  <a:moveTo>
                    <a:pt x="205740" y="518159"/>
                  </a:moveTo>
                  <a:lnTo>
                    <a:pt x="213360" y="518159"/>
                  </a:lnTo>
                </a:path>
                <a:path w="6073140" h="716279">
                  <a:moveTo>
                    <a:pt x="4038600" y="518159"/>
                  </a:moveTo>
                  <a:lnTo>
                    <a:pt x="4046220" y="518159"/>
                  </a:lnTo>
                </a:path>
                <a:path w="6073140" h="716279">
                  <a:moveTo>
                    <a:pt x="7620" y="525779"/>
                  </a:moveTo>
                  <a:lnTo>
                    <a:pt x="15240" y="525779"/>
                  </a:lnTo>
                </a:path>
                <a:path w="6073140" h="716279">
                  <a:moveTo>
                    <a:pt x="45720" y="525779"/>
                  </a:moveTo>
                  <a:lnTo>
                    <a:pt x="53340" y="525779"/>
                  </a:lnTo>
                </a:path>
                <a:path w="6073140" h="716279">
                  <a:moveTo>
                    <a:pt x="76200" y="525779"/>
                  </a:moveTo>
                  <a:lnTo>
                    <a:pt x="91440" y="525779"/>
                  </a:lnTo>
                </a:path>
                <a:path w="6073140" h="716279">
                  <a:moveTo>
                    <a:pt x="121920" y="525779"/>
                  </a:moveTo>
                  <a:lnTo>
                    <a:pt x="129540" y="525779"/>
                  </a:lnTo>
                </a:path>
                <a:path w="6073140" h="716279">
                  <a:moveTo>
                    <a:pt x="167640" y="525779"/>
                  </a:moveTo>
                  <a:lnTo>
                    <a:pt x="175260" y="525779"/>
                  </a:lnTo>
                </a:path>
                <a:path w="6073140" h="716279">
                  <a:moveTo>
                    <a:pt x="198120" y="525779"/>
                  </a:moveTo>
                  <a:lnTo>
                    <a:pt x="205740" y="525779"/>
                  </a:lnTo>
                </a:path>
                <a:path w="6073140" h="716279">
                  <a:moveTo>
                    <a:pt x="4046220" y="525779"/>
                  </a:moveTo>
                  <a:lnTo>
                    <a:pt x="4053840" y="525779"/>
                  </a:lnTo>
                </a:path>
                <a:path w="6073140" h="716279">
                  <a:moveTo>
                    <a:pt x="15240" y="533400"/>
                  </a:moveTo>
                  <a:lnTo>
                    <a:pt x="45720" y="533400"/>
                  </a:lnTo>
                </a:path>
                <a:path w="6073140" h="716279">
                  <a:moveTo>
                    <a:pt x="76200" y="533400"/>
                  </a:moveTo>
                  <a:lnTo>
                    <a:pt x="83820" y="533400"/>
                  </a:lnTo>
                </a:path>
                <a:path w="6073140" h="716279">
                  <a:moveTo>
                    <a:pt x="91440" y="533400"/>
                  </a:moveTo>
                  <a:lnTo>
                    <a:pt x="121920" y="533400"/>
                  </a:lnTo>
                </a:path>
                <a:path w="6073140" h="716279">
                  <a:moveTo>
                    <a:pt x="175260" y="533400"/>
                  </a:moveTo>
                  <a:lnTo>
                    <a:pt x="198119" y="533400"/>
                  </a:lnTo>
                </a:path>
                <a:path w="6073140" h="716279">
                  <a:moveTo>
                    <a:pt x="4053839" y="533399"/>
                  </a:moveTo>
                  <a:lnTo>
                    <a:pt x="4061460" y="533399"/>
                  </a:lnTo>
                </a:path>
                <a:path w="6073140" h="716279">
                  <a:moveTo>
                    <a:pt x="4061459" y="541019"/>
                  </a:moveTo>
                  <a:lnTo>
                    <a:pt x="4069080" y="541019"/>
                  </a:lnTo>
                </a:path>
                <a:path w="6073140" h="716279">
                  <a:moveTo>
                    <a:pt x="4069079" y="548639"/>
                  </a:moveTo>
                  <a:lnTo>
                    <a:pt x="4076700" y="548639"/>
                  </a:lnTo>
                </a:path>
                <a:path w="6073140" h="716279">
                  <a:moveTo>
                    <a:pt x="4076700" y="556259"/>
                  </a:moveTo>
                  <a:lnTo>
                    <a:pt x="4084320" y="556259"/>
                  </a:lnTo>
                </a:path>
                <a:path w="6073140" h="716279">
                  <a:moveTo>
                    <a:pt x="4091939" y="563879"/>
                  </a:moveTo>
                  <a:lnTo>
                    <a:pt x="4099560" y="563879"/>
                  </a:lnTo>
                </a:path>
                <a:path w="6073140" h="716279">
                  <a:moveTo>
                    <a:pt x="4099559" y="571499"/>
                  </a:moveTo>
                  <a:lnTo>
                    <a:pt x="4107180" y="571499"/>
                  </a:lnTo>
                </a:path>
                <a:path w="6073140" h="716279">
                  <a:moveTo>
                    <a:pt x="4107179" y="579119"/>
                  </a:moveTo>
                  <a:lnTo>
                    <a:pt x="4114800" y="579119"/>
                  </a:lnTo>
                </a:path>
                <a:path w="6073140" h="716279">
                  <a:moveTo>
                    <a:pt x="4114800" y="586739"/>
                  </a:moveTo>
                  <a:lnTo>
                    <a:pt x="4122420" y="586739"/>
                  </a:lnTo>
                </a:path>
                <a:path w="6073140" h="716279">
                  <a:moveTo>
                    <a:pt x="4122420" y="594359"/>
                  </a:moveTo>
                  <a:lnTo>
                    <a:pt x="4130040" y="594359"/>
                  </a:lnTo>
                </a:path>
                <a:path w="6073140" h="716279">
                  <a:moveTo>
                    <a:pt x="4130039" y="601979"/>
                  </a:moveTo>
                  <a:lnTo>
                    <a:pt x="4137660" y="601979"/>
                  </a:lnTo>
                </a:path>
                <a:path w="6073140" h="716279">
                  <a:moveTo>
                    <a:pt x="4503419" y="601979"/>
                  </a:moveTo>
                  <a:lnTo>
                    <a:pt x="6073139" y="601979"/>
                  </a:lnTo>
                </a:path>
                <a:path w="6073140" h="716279">
                  <a:moveTo>
                    <a:pt x="4137659" y="609599"/>
                  </a:moveTo>
                  <a:lnTo>
                    <a:pt x="4145280" y="609599"/>
                  </a:lnTo>
                </a:path>
                <a:path w="6073140" h="716279">
                  <a:moveTo>
                    <a:pt x="4145279" y="617219"/>
                  </a:moveTo>
                  <a:lnTo>
                    <a:pt x="4152900" y="617219"/>
                  </a:lnTo>
                </a:path>
                <a:path w="6073140" h="716279">
                  <a:moveTo>
                    <a:pt x="4145279" y="624839"/>
                  </a:moveTo>
                  <a:lnTo>
                    <a:pt x="4152900" y="624839"/>
                  </a:lnTo>
                </a:path>
                <a:path w="6073140" h="716279">
                  <a:moveTo>
                    <a:pt x="4152900" y="632459"/>
                  </a:moveTo>
                  <a:lnTo>
                    <a:pt x="4160520" y="632459"/>
                  </a:lnTo>
                </a:path>
                <a:path w="6073140" h="716279">
                  <a:moveTo>
                    <a:pt x="4160520" y="640079"/>
                  </a:moveTo>
                  <a:lnTo>
                    <a:pt x="4168140" y="640079"/>
                  </a:lnTo>
                </a:path>
                <a:path w="6073140" h="716279">
                  <a:moveTo>
                    <a:pt x="4168140" y="647699"/>
                  </a:moveTo>
                  <a:lnTo>
                    <a:pt x="4175760" y="647699"/>
                  </a:lnTo>
                </a:path>
                <a:path w="6073140" h="716279">
                  <a:moveTo>
                    <a:pt x="4175760" y="662939"/>
                  </a:moveTo>
                  <a:lnTo>
                    <a:pt x="4183380" y="662939"/>
                  </a:lnTo>
                </a:path>
                <a:path w="6073140" h="716279">
                  <a:moveTo>
                    <a:pt x="4183379" y="670559"/>
                  </a:moveTo>
                  <a:lnTo>
                    <a:pt x="4191000" y="670559"/>
                  </a:lnTo>
                </a:path>
                <a:path w="6073140" h="716279">
                  <a:moveTo>
                    <a:pt x="4191000" y="678179"/>
                  </a:moveTo>
                  <a:lnTo>
                    <a:pt x="4198620" y="678179"/>
                  </a:lnTo>
                </a:path>
                <a:path w="6073140" h="716279">
                  <a:moveTo>
                    <a:pt x="4198620" y="685799"/>
                  </a:moveTo>
                  <a:lnTo>
                    <a:pt x="4206240" y="685799"/>
                  </a:lnTo>
                </a:path>
                <a:path w="6073140" h="716279">
                  <a:moveTo>
                    <a:pt x="4206240" y="693419"/>
                  </a:moveTo>
                  <a:lnTo>
                    <a:pt x="4213860" y="693419"/>
                  </a:lnTo>
                </a:path>
                <a:path w="6073140" h="716279">
                  <a:moveTo>
                    <a:pt x="4213860" y="701039"/>
                  </a:moveTo>
                  <a:lnTo>
                    <a:pt x="4221480" y="701039"/>
                  </a:lnTo>
                </a:path>
                <a:path w="6073140" h="716279">
                  <a:moveTo>
                    <a:pt x="4229100" y="708659"/>
                  </a:moveTo>
                  <a:lnTo>
                    <a:pt x="4236720" y="708659"/>
                  </a:lnTo>
                </a:path>
                <a:path w="6073140" h="716279">
                  <a:moveTo>
                    <a:pt x="4236720" y="716279"/>
                  </a:moveTo>
                  <a:lnTo>
                    <a:pt x="4244340" y="716279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505072" y="5996940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20">
                  <a:moveTo>
                    <a:pt x="0" y="7620"/>
                  </a:moveTo>
                  <a:lnTo>
                    <a:pt x="0" y="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508882" y="6008370"/>
              <a:ext cx="228600" cy="213360"/>
            </a:xfrm>
            <a:custGeom>
              <a:avLst/>
              <a:gdLst/>
              <a:ahLst/>
              <a:cxnLst/>
              <a:rect l="l" t="t" r="r" b="b"/>
              <a:pathLst>
                <a:path w="228600" h="213360">
                  <a:moveTo>
                    <a:pt x="0" y="0"/>
                  </a:moveTo>
                  <a:lnTo>
                    <a:pt x="7620" y="0"/>
                  </a:lnTo>
                </a:path>
                <a:path w="228600" h="213360">
                  <a:moveTo>
                    <a:pt x="0" y="7620"/>
                  </a:moveTo>
                  <a:lnTo>
                    <a:pt x="7620" y="7620"/>
                  </a:lnTo>
                </a:path>
                <a:path w="228600" h="213360">
                  <a:moveTo>
                    <a:pt x="7620" y="15239"/>
                  </a:moveTo>
                  <a:lnTo>
                    <a:pt x="15240" y="15239"/>
                  </a:lnTo>
                </a:path>
                <a:path w="228600" h="213360">
                  <a:moveTo>
                    <a:pt x="15239" y="22860"/>
                  </a:moveTo>
                  <a:lnTo>
                    <a:pt x="22860" y="22860"/>
                  </a:lnTo>
                </a:path>
                <a:path w="228600" h="213360">
                  <a:moveTo>
                    <a:pt x="22859" y="30479"/>
                  </a:moveTo>
                  <a:lnTo>
                    <a:pt x="30480" y="30479"/>
                  </a:lnTo>
                </a:path>
                <a:path w="228600" h="213360">
                  <a:moveTo>
                    <a:pt x="30479" y="38100"/>
                  </a:moveTo>
                  <a:lnTo>
                    <a:pt x="38100" y="38100"/>
                  </a:lnTo>
                </a:path>
                <a:path w="228600" h="213360">
                  <a:moveTo>
                    <a:pt x="38100" y="45720"/>
                  </a:moveTo>
                  <a:lnTo>
                    <a:pt x="45720" y="45720"/>
                  </a:lnTo>
                </a:path>
                <a:path w="228600" h="213360">
                  <a:moveTo>
                    <a:pt x="45720" y="53339"/>
                  </a:moveTo>
                  <a:lnTo>
                    <a:pt x="53340" y="53339"/>
                  </a:lnTo>
                </a:path>
                <a:path w="228600" h="213360">
                  <a:moveTo>
                    <a:pt x="53339" y="60960"/>
                  </a:moveTo>
                  <a:lnTo>
                    <a:pt x="60960" y="60960"/>
                  </a:lnTo>
                </a:path>
                <a:path w="228600" h="213360">
                  <a:moveTo>
                    <a:pt x="60959" y="68579"/>
                  </a:moveTo>
                  <a:lnTo>
                    <a:pt x="68580" y="68579"/>
                  </a:lnTo>
                </a:path>
                <a:path w="228600" h="213360">
                  <a:moveTo>
                    <a:pt x="68579" y="83820"/>
                  </a:moveTo>
                  <a:lnTo>
                    <a:pt x="76200" y="83820"/>
                  </a:lnTo>
                </a:path>
                <a:path w="228600" h="213360">
                  <a:moveTo>
                    <a:pt x="76200" y="91439"/>
                  </a:moveTo>
                  <a:lnTo>
                    <a:pt x="83820" y="91439"/>
                  </a:lnTo>
                </a:path>
                <a:path w="228600" h="213360">
                  <a:moveTo>
                    <a:pt x="83820" y="99060"/>
                  </a:moveTo>
                  <a:lnTo>
                    <a:pt x="91440" y="99060"/>
                  </a:lnTo>
                </a:path>
                <a:path w="228600" h="213360">
                  <a:moveTo>
                    <a:pt x="91439" y="106679"/>
                  </a:moveTo>
                  <a:lnTo>
                    <a:pt x="99060" y="106679"/>
                  </a:lnTo>
                </a:path>
                <a:path w="228600" h="213360">
                  <a:moveTo>
                    <a:pt x="99059" y="114300"/>
                  </a:moveTo>
                  <a:lnTo>
                    <a:pt x="106680" y="114300"/>
                  </a:lnTo>
                </a:path>
                <a:path w="228600" h="213360">
                  <a:moveTo>
                    <a:pt x="99059" y="121920"/>
                  </a:moveTo>
                  <a:lnTo>
                    <a:pt x="106680" y="121920"/>
                  </a:lnTo>
                </a:path>
                <a:path w="228600" h="213360">
                  <a:moveTo>
                    <a:pt x="114300" y="129539"/>
                  </a:moveTo>
                  <a:lnTo>
                    <a:pt x="121920" y="129539"/>
                  </a:lnTo>
                </a:path>
                <a:path w="228600" h="213360">
                  <a:moveTo>
                    <a:pt x="182879" y="129539"/>
                  </a:moveTo>
                  <a:lnTo>
                    <a:pt x="198120" y="129539"/>
                  </a:lnTo>
                </a:path>
                <a:path w="228600" h="213360">
                  <a:moveTo>
                    <a:pt x="121920" y="137160"/>
                  </a:moveTo>
                  <a:lnTo>
                    <a:pt x="129540" y="137160"/>
                  </a:lnTo>
                </a:path>
                <a:path w="228600" h="213360">
                  <a:moveTo>
                    <a:pt x="175259" y="137160"/>
                  </a:moveTo>
                  <a:lnTo>
                    <a:pt x="198119" y="137160"/>
                  </a:lnTo>
                </a:path>
                <a:path w="228600" h="213360">
                  <a:moveTo>
                    <a:pt x="129539" y="144779"/>
                  </a:moveTo>
                  <a:lnTo>
                    <a:pt x="137160" y="144779"/>
                  </a:lnTo>
                </a:path>
                <a:path w="228600" h="213360">
                  <a:moveTo>
                    <a:pt x="167639" y="144779"/>
                  </a:moveTo>
                  <a:lnTo>
                    <a:pt x="205739" y="144779"/>
                  </a:lnTo>
                </a:path>
                <a:path w="228600" h="213360">
                  <a:moveTo>
                    <a:pt x="137159" y="152400"/>
                  </a:moveTo>
                  <a:lnTo>
                    <a:pt x="144780" y="152400"/>
                  </a:lnTo>
                </a:path>
                <a:path w="228600" h="213360">
                  <a:moveTo>
                    <a:pt x="160020" y="152400"/>
                  </a:moveTo>
                  <a:lnTo>
                    <a:pt x="205739" y="152400"/>
                  </a:lnTo>
                </a:path>
                <a:path w="228600" h="213360">
                  <a:moveTo>
                    <a:pt x="144779" y="160020"/>
                  </a:moveTo>
                  <a:lnTo>
                    <a:pt x="213360" y="160020"/>
                  </a:lnTo>
                </a:path>
                <a:path w="228600" h="213360">
                  <a:moveTo>
                    <a:pt x="137159" y="167639"/>
                  </a:moveTo>
                  <a:lnTo>
                    <a:pt x="213359" y="167639"/>
                  </a:lnTo>
                </a:path>
                <a:path w="228600" h="213360">
                  <a:moveTo>
                    <a:pt x="129539" y="175260"/>
                  </a:moveTo>
                  <a:lnTo>
                    <a:pt x="213359" y="175260"/>
                  </a:lnTo>
                </a:path>
                <a:path w="228600" h="213360">
                  <a:moveTo>
                    <a:pt x="121920" y="182879"/>
                  </a:moveTo>
                  <a:lnTo>
                    <a:pt x="220980" y="182879"/>
                  </a:lnTo>
                </a:path>
                <a:path w="228600" h="213360">
                  <a:moveTo>
                    <a:pt x="114300" y="190500"/>
                  </a:moveTo>
                  <a:lnTo>
                    <a:pt x="220979" y="190500"/>
                  </a:lnTo>
                </a:path>
                <a:path w="228600" h="213360">
                  <a:moveTo>
                    <a:pt x="99059" y="198120"/>
                  </a:moveTo>
                  <a:lnTo>
                    <a:pt x="220980" y="198120"/>
                  </a:lnTo>
                </a:path>
                <a:path w="228600" h="213360">
                  <a:moveTo>
                    <a:pt x="114300" y="205739"/>
                  </a:moveTo>
                  <a:lnTo>
                    <a:pt x="220979" y="205739"/>
                  </a:lnTo>
                </a:path>
                <a:path w="228600" h="213360">
                  <a:moveTo>
                    <a:pt x="129539" y="213360"/>
                  </a:moveTo>
                  <a:lnTo>
                    <a:pt x="228600" y="21336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7482" y="5882640"/>
              <a:ext cx="1592580" cy="8001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653662" y="6229350"/>
              <a:ext cx="99060" cy="38100"/>
            </a:xfrm>
            <a:custGeom>
              <a:avLst/>
              <a:gdLst/>
              <a:ahLst/>
              <a:cxnLst/>
              <a:rect l="l" t="t" r="r" b="b"/>
              <a:pathLst>
                <a:path w="99059" h="38100">
                  <a:moveTo>
                    <a:pt x="0" y="0"/>
                  </a:moveTo>
                  <a:lnTo>
                    <a:pt x="83819" y="0"/>
                  </a:lnTo>
                </a:path>
                <a:path w="99059" h="38100">
                  <a:moveTo>
                    <a:pt x="15240" y="7620"/>
                  </a:moveTo>
                  <a:lnTo>
                    <a:pt x="83820" y="7620"/>
                  </a:lnTo>
                </a:path>
                <a:path w="99059" h="38100">
                  <a:moveTo>
                    <a:pt x="30479" y="15240"/>
                  </a:moveTo>
                  <a:lnTo>
                    <a:pt x="91440" y="15240"/>
                  </a:lnTo>
                </a:path>
                <a:path w="99059" h="38100">
                  <a:moveTo>
                    <a:pt x="45720" y="22860"/>
                  </a:moveTo>
                  <a:lnTo>
                    <a:pt x="91439" y="22860"/>
                  </a:lnTo>
                </a:path>
                <a:path w="99059" h="38100">
                  <a:moveTo>
                    <a:pt x="60959" y="30480"/>
                  </a:moveTo>
                  <a:lnTo>
                    <a:pt x="99059" y="30480"/>
                  </a:lnTo>
                </a:path>
                <a:path w="99059" h="38100">
                  <a:moveTo>
                    <a:pt x="76200" y="38100"/>
                  </a:moveTo>
                  <a:lnTo>
                    <a:pt x="99059" y="3810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60342" y="6686550"/>
              <a:ext cx="1569720" cy="0"/>
            </a:xfrm>
            <a:custGeom>
              <a:avLst/>
              <a:gdLst/>
              <a:ahLst/>
              <a:cxnLst/>
              <a:rect l="l" t="t" r="r" b="b"/>
              <a:pathLst>
                <a:path w="1569720">
                  <a:moveTo>
                    <a:pt x="0" y="0"/>
                  </a:moveTo>
                  <a:lnTo>
                    <a:pt x="1569719" y="0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3070" y="4712208"/>
              <a:ext cx="1447799" cy="77419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03070" y="5428488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>
                  <a:moveTo>
                    <a:pt x="0" y="0"/>
                  </a:moveTo>
                  <a:lnTo>
                    <a:pt x="1447799" y="0"/>
                  </a:lnTo>
                </a:path>
              </a:pathLst>
            </a:custGeom>
            <a:ln w="6095">
              <a:solidFill>
                <a:srgbClr val="375C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0342" y="3777995"/>
              <a:ext cx="1578985" cy="7635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72534" y="4526280"/>
              <a:ext cx="1566793" cy="137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77106" y="5836920"/>
              <a:ext cx="1565147" cy="762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77106" y="5844540"/>
              <a:ext cx="1565147" cy="8153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77106" y="6659880"/>
              <a:ext cx="1565147" cy="13715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7069" y="1289304"/>
            <a:ext cx="7162800" cy="5461000"/>
            <a:chOff x="1917069" y="1289304"/>
            <a:chExt cx="7162800" cy="5461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17069" y="1289304"/>
              <a:ext cx="7162800" cy="54604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069" y="3777995"/>
              <a:ext cx="7162800" cy="29718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4071" y="348995"/>
            <a:ext cx="1981200" cy="9113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86217" y="1293367"/>
            <a:ext cx="6563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 panose="020F0502020204030204"/>
                <a:cs typeface="Calibri" panose="020F0502020204030204"/>
              </a:rPr>
              <a:t>Broad</a:t>
            </a:r>
            <a:r>
              <a:rPr sz="24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Overview</a:t>
            </a:r>
            <a:r>
              <a:rPr sz="24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Alatum’s</a:t>
            </a:r>
            <a:r>
              <a:rPr sz="24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Cloud</a:t>
            </a:r>
            <a:r>
              <a:rPr sz="24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Service</a:t>
            </a:r>
            <a:r>
              <a:rPr sz="24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Offerings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073" y="1949196"/>
            <a:ext cx="7619998" cy="18287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5073" y="3777995"/>
            <a:ext cx="8077200" cy="3276600"/>
            <a:chOff x="1155073" y="3777995"/>
            <a:chExt cx="8077200" cy="32766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073" y="3777995"/>
              <a:ext cx="8077198" cy="3276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1469" y="5682995"/>
              <a:ext cx="1371600" cy="381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b="1" i="1" spc="-114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So,</a:t>
            </a:r>
            <a:r>
              <a:rPr sz="4650" b="1" i="1" spc="-175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50" b="1" i="1" spc="-140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4650" b="1" i="1" spc="-135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50" b="1" i="1" spc="-229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4650" b="1" i="1" spc="-60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650" b="1" i="1" spc="-70" dirty="0">
                <a:solidFill>
                  <a:srgbClr val="3232CC"/>
                </a:solidFill>
                <a:latin typeface="Times New Roman" panose="02020603050405020304"/>
                <a:cs typeface="Times New Roman" panose="02020603050405020304"/>
              </a:rPr>
              <a:t>Ready,</a:t>
            </a:r>
            <a:endParaRPr sz="46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4073" y="3777995"/>
            <a:ext cx="9143996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62616" y="3798822"/>
            <a:ext cx="467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Arial" panose="020B0604020202020204"/>
                <a:cs typeface="Arial" panose="020B0604020202020204"/>
              </a:rPr>
              <a:t>In</a:t>
            </a:r>
            <a:r>
              <a:rPr sz="3600" i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today’s</a:t>
            </a:r>
            <a:r>
              <a:rPr sz="3600" i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era</a:t>
            </a:r>
            <a:r>
              <a:rPr sz="36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of</a:t>
            </a:r>
            <a:r>
              <a:rPr sz="3600" i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spc="-45" dirty="0">
                <a:latin typeface="Arial" panose="020B0604020202020204"/>
                <a:cs typeface="Arial" panose="020B0604020202020204"/>
              </a:rPr>
              <a:t>Tera</a:t>
            </a:r>
            <a:r>
              <a:rPr sz="3600" i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spc="-50" dirty="0">
                <a:latin typeface="Arial" panose="020B0604020202020204"/>
                <a:cs typeface="Arial" panose="020B0604020202020204"/>
              </a:rPr>
              <a:t>?</a:t>
            </a:r>
            <a:endParaRPr sz="3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Bandung</a:t>
            </a:r>
            <a:r>
              <a:rPr spc="-35" dirty="0"/>
              <a:t> </a:t>
            </a:r>
            <a:r>
              <a:rPr spc="-10" dirty="0"/>
              <a:t>-</a:t>
            </a:r>
            <a:r>
              <a:rPr dirty="0"/>
              <a:t>Indonesia</a:t>
            </a:r>
            <a:r>
              <a:rPr spc="-35" dirty="0"/>
              <a:t> </a:t>
            </a:r>
            <a:r>
              <a:rPr spc="-20" dirty="0"/>
              <a:t>2012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5" dirty="0"/>
              <a:t>IEEE</a:t>
            </a:r>
            <a:r>
              <a:rPr spc="-25" dirty="0"/>
              <a:t> </a:t>
            </a:r>
            <a:r>
              <a:rPr spc="-105" dirty="0"/>
              <a:t>–</a:t>
            </a:r>
            <a:r>
              <a:rPr spc="-45" dirty="0"/>
              <a:t> </a:t>
            </a:r>
            <a:r>
              <a:rPr spc="-105" dirty="0"/>
              <a:t>Cloud</a:t>
            </a:r>
            <a:r>
              <a:rPr spc="-50" dirty="0"/>
              <a:t> </a:t>
            </a:r>
            <a:r>
              <a:rPr spc="-105" dirty="0"/>
              <a:t>Computing</a:t>
            </a:r>
            <a:r>
              <a:rPr spc="-55" dirty="0"/>
              <a:t> </a:t>
            </a:r>
            <a:r>
              <a:rPr spc="-85" dirty="0"/>
              <a:t>IT</a:t>
            </a:r>
            <a:r>
              <a:rPr spc="-40" dirty="0"/>
              <a:t> </a:t>
            </a:r>
            <a:r>
              <a:rPr spc="-80" dirty="0"/>
              <a:t>Telkom</a:t>
            </a:r>
            <a:endParaRPr spc="-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5595" y="348995"/>
            <a:ext cx="9142730" cy="3429000"/>
            <a:chOff x="775595" y="348995"/>
            <a:chExt cx="9142730" cy="3429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75595" y="348995"/>
              <a:ext cx="9142596" cy="3428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3562" y="816863"/>
              <a:ext cx="457199" cy="1584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49658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61850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F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16714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0BE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08154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56922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F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48362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0BE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97130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88570" y="9784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F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7466" y="1024127"/>
              <a:ext cx="1987296" cy="1706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58347" y="11430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C0BF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1083" y="822959"/>
              <a:ext cx="694942" cy="7376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7466" y="1237487"/>
              <a:ext cx="914400" cy="1645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63018" y="149047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6095">
              <a:solidFill>
                <a:srgbClr val="BCBB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3562" y="1450848"/>
              <a:ext cx="926592" cy="1645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37210" y="1450848"/>
              <a:ext cx="749808" cy="207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1083" y="1554479"/>
              <a:ext cx="694942" cy="365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1083" y="1584959"/>
              <a:ext cx="694942" cy="121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1083" y="1591056"/>
              <a:ext cx="688846" cy="365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46270" y="806196"/>
              <a:ext cx="2590800" cy="78638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41712" y="6947857"/>
            <a:ext cx="162750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900" b="1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©</a:t>
            </a:r>
            <a:r>
              <a:rPr sz="900" b="1" spc="-35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b="1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Bandung</a:t>
            </a:r>
            <a:r>
              <a:rPr sz="900" b="1" spc="-35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b="1" spc="-10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-</a:t>
            </a:r>
            <a:r>
              <a:rPr sz="900" b="1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Indonesia</a:t>
            </a:r>
            <a:r>
              <a:rPr sz="900" b="1" spc="-35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b="1" spc="-20" dirty="0">
                <a:solidFill>
                  <a:srgbClr val="1C2E67"/>
                </a:solidFill>
                <a:latin typeface="Tahoma" panose="020B0604030504040204"/>
                <a:cs typeface="Tahoma" panose="020B0604030504040204"/>
              </a:rPr>
              <a:t>2012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28314" y="6953018"/>
            <a:ext cx="1639570" cy="14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0"/>
              </a:lnSpc>
            </a:pPr>
            <a:r>
              <a:rPr sz="1000" i="1" spc="-105" dirty="0">
                <a:latin typeface="Arial" panose="020B0604020202020204"/>
                <a:cs typeface="Arial" panose="020B0604020202020204"/>
              </a:rPr>
              <a:t>IEEE</a:t>
            </a:r>
            <a:r>
              <a:rPr sz="1000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5" dirty="0">
                <a:latin typeface="Arial" panose="020B0604020202020204"/>
                <a:cs typeface="Arial" panose="020B0604020202020204"/>
              </a:rPr>
              <a:t>–</a:t>
            </a:r>
            <a:r>
              <a:rPr sz="1000" i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5" dirty="0">
                <a:latin typeface="Arial" panose="020B0604020202020204"/>
                <a:cs typeface="Arial" panose="020B0604020202020204"/>
              </a:rPr>
              <a:t>Cloud</a:t>
            </a:r>
            <a:r>
              <a:rPr sz="1000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105" dirty="0">
                <a:latin typeface="Arial" panose="020B0604020202020204"/>
                <a:cs typeface="Arial" panose="020B0604020202020204"/>
              </a:rPr>
              <a:t>Computing</a:t>
            </a:r>
            <a:r>
              <a:rPr sz="1000" i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85" dirty="0">
                <a:latin typeface="Arial" panose="020B0604020202020204"/>
                <a:cs typeface="Arial" panose="020B0604020202020204"/>
              </a:rPr>
              <a:t>IT</a:t>
            </a:r>
            <a:r>
              <a:rPr sz="1000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000" i="1" spc="-95" dirty="0">
                <a:latin typeface="Arial" panose="020B0604020202020204"/>
                <a:cs typeface="Arial" panose="020B0604020202020204"/>
              </a:rPr>
              <a:t>Telkom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5595" y="2122932"/>
            <a:ext cx="9142596" cy="508254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65408" y="4329174"/>
            <a:ext cx="2560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Thank</a:t>
            </a:r>
            <a:r>
              <a:rPr sz="4000" b="1" spc="-8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you</a:t>
            </a:r>
            <a:endParaRPr sz="4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28020" y="5555993"/>
            <a:ext cx="3435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1800" b="1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13"/>
              </a:rPr>
              <a:t>satriyo.dharmanto@conax.com</a:t>
            </a:r>
            <a:r>
              <a:rPr sz="1800" b="1" i="1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14"/>
              </a:rPr>
              <a:t>satriyo.dharmanto@gmail.com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279270" y="3777995"/>
            <a:ext cx="2337816" cy="97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26646</Words>
  <Application>WPS Presentation</Application>
  <PresentationFormat>Custom</PresentationFormat>
  <Paragraphs>767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2" baseType="lpstr">
      <vt:lpstr>Arial</vt:lpstr>
      <vt:lpstr>SimSun</vt:lpstr>
      <vt:lpstr>Wingdings</vt:lpstr>
      <vt:lpstr>Calibri</vt:lpstr>
      <vt:lpstr>Tahoma</vt:lpstr>
      <vt:lpstr>Arial</vt:lpstr>
      <vt:lpstr>Arial MT</vt:lpstr>
      <vt:lpstr>Times New Roman</vt:lpstr>
      <vt:lpstr>Microsoft YaHei</vt:lpstr>
      <vt:lpstr>Arial Unicode MS</vt:lpstr>
      <vt:lpstr>Wingdings</vt:lpstr>
      <vt:lpstr>Arial Black</vt:lpstr>
      <vt:lpstr>Office Theme</vt:lpstr>
      <vt:lpstr>PowerPoint 演示文稿</vt:lpstr>
      <vt:lpstr>Cloud Computing Ecosystem</vt:lpstr>
      <vt:lpstr>ECOSYSTEM</vt:lpstr>
      <vt:lpstr>Cloud Service User</vt:lpstr>
      <vt:lpstr>Cloud Ecosystem Actors:</vt:lpstr>
      <vt:lpstr>Cloud Ecosystem Actors:</vt:lpstr>
      <vt:lpstr>Actors with some of their possible roles in a cloud ecosystem</vt:lpstr>
      <vt:lpstr>Possible roles in a cloud ecosystem:</vt:lpstr>
      <vt:lpstr>Business-value chain in a cloud ecosystem (1/3)</vt:lpstr>
      <vt:lpstr>Business-value chain in a cloud ecosystem (2/3)</vt:lpstr>
      <vt:lpstr>Business-value chain in a cloud ecosystem (3/3)</vt:lpstr>
      <vt:lpstr>Example of business-value chain between actors of a cloud ecosystem</vt:lpstr>
      <vt:lpstr>involving the inter-cloud role</vt:lpstr>
      <vt:lpstr>Inter-cloud scenario with QoS Control</vt:lpstr>
      <vt:lpstr>Inter-cloud scenario with QoS Control</vt:lpstr>
      <vt:lpstr>Cloud Service Composition</vt:lpstr>
      <vt:lpstr>Static cloud service compositions.</vt:lpstr>
      <vt:lpstr>Dynamic cloud service compositions.</vt:lpstr>
      <vt:lpstr>Inter-cloud scenario with Cloud Service Composition</vt:lpstr>
      <vt:lpstr>Scenarios of inter-cloud</vt:lpstr>
      <vt:lpstr>Scenario with inter-cloud peering</vt:lpstr>
      <vt:lpstr>Scenario with inter-cloud federation</vt:lpstr>
      <vt:lpstr>Scenario with inter-cloud service broker</vt:lpstr>
      <vt:lpstr>Scenario with inter-cloud service broker</vt:lpstr>
      <vt:lpstr>Contents</vt:lpstr>
      <vt:lpstr>DaaS</vt:lpstr>
      <vt:lpstr>DaaS</vt:lpstr>
      <vt:lpstr>Key characteristics of DaaS:</vt:lpstr>
      <vt:lpstr>Key characteristics of DaaS:</vt:lpstr>
      <vt:lpstr>Key characteristics of DaaS:</vt:lpstr>
      <vt:lpstr>Key characteristics of DaaS: Separation of service-provider and service-user responsibilities</vt:lpstr>
      <vt:lpstr>General use case of DaaS</vt:lpstr>
      <vt:lpstr>General use case of DaaS</vt:lpstr>
      <vt:lpstr>General use case of DaaS</vt:lpstr>
      <vt:lpstr>General use case of DaaS</vt:lpstr>
      <vt:lpstr>General use case of DaaS</vt:lpstr>
      <vt:lpstr>General use case of DaaS</vt:lpstr>
      <vt:lpstr>General use case of DaaS</vt:lpstr>
      <vt:lpstr>General use case of DaaS</vt:lpstr>
      <vt:lpstr>Other related definitions:</vt:lpstr>
      <vt:lpstr>Availability</vt:lpstr>
      <vt:lpstr>Performance</vt:lpstr>
      <vt:lpstr>Security (1/2)</vt:lpstr>
      <vt:lpstr>Security (1/2)</vt:lpstr>
      <vt:lpstr>SLA Measurement (1/3)</vt:lpstr>
      <vt:lpstr>SLA Measurement (2/3)</vt:lpstr>
      <vt:lpstr>SLA Measurement (3/3)</vt:lpstr>
      <vt:lpstr>SLA life cycle management</vt:lpstr>
      <vt:lpstr>SLA life cycle: 6 Steps</vt:lpstr>
      <vt:lpstr>Requirements of end-to-end QoS</vt:lpstr>
      <vt:lpstr>SLA Lifecycle Management</vt:lpstr>
      <vt:lpstr>SLA mapping between CSP-ISB and CSP</vt:lpstr>
      <vt:lpstr>SLA mapping between CSP-ISB and CSP</vt:lpstr>
      <vt:lpstr>SLA mapping between CSP-ISB and CSP:</vt:lpstr>
      <vt:lpstr>SLA mapping between CSP-ISB and CSP:</vt:lpstr>
      <vt:lpstr>PowerPoint 演示文稿</vt:lpstr>
      <vt:lpstr>Broad Overview of Alatum’s Cloud Service Offerings</vt:lpstr>
      <vt:lpstr>So, Are We Ready,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Cloud Ecosystem ITTelkom 11 Agt 2012 by Satriyo Dharmanto</dc:title>
  <dc:creator>740079</dc:creator>
  <cp:lastModifiedBy>Owner</cp:lastModifiedBy>
  <cp:revision>5</cp:revision>
  <dcterms:created xsi:type="dcterms:W3CDTF">2025-06-25T11:48:00Z</dcterms:created>
  <dcterms:modified xsi:type="dcterms:W3CDTF">2026-05-21T06:02:20Z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2012-08-11T06:00:00Z</vt:filetime>
  </property>
  <property fmtid="{D5CDD505-2E9C-101B-9397-08002B2CF9AE}" pid="3" name="Creator">
    <vt:lpwstr>PDFCreator Version 0.9.9</vt:lpwstr>
  </property>
  <property fmtid="{D5CDD505-2E9C-101B-9397-08002B2CF9AE}" pid="4" name="LastSaved">
    <vt:filetime>2025-06-25T06:00:00Z</vt:filetime>
  </property>
  <property fmtid="{D5CDD505-2E9C-101B-9397-08002B2CF9AE}" pid="5" name="Producer">
    <vt:lpwstr>GPL Ghostscript 8.70</vt:lpwstr>
  </property>
  <property fmtid="{D5CDD505-2E9C-101B-9397-08002B2CF9AE}" pid="6" name="KSOProductBuildVer">
    <vt:lpwstr>1033-12.1.0.26372</vt:lpwstr>
  </property>
  <property fmtid="{D5CDD505-2E9C-101B-9397-08002B2CF9AE}" pid="7" name="ICV">
    <vt:lpwstr>EA173D1A71BA4CBDB303B5C50FDD01C2_12</vt:lpwstr>
  </property>
</Properties>
</file>