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3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CBF8-9843-45F8-8EEE-5DC3BC1E1EC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B5D65-729C-43BB-9E8D-DBEFAA405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6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CBF8-9843-45F8-8EEE-5DC3BC1E1EC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B5D65-729C-43BB-9E8D-DBEFAA405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4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CBF8-9843-45F8-8EEE-5DC3BC1E1EC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B5D65-729C-43BB-9E8D-DBEFAA405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1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CBF8-9843-45F8-8EEE-5DC3BC1E1EC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B5D65-729C-43BB-9E8D-DBEFAA405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2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CBF8-9843-45F8-8EEE-5DC3BC1E1EC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B5D65-729C-43BB-9E8D-DBEFAA405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7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CBF8-9843-45F8-8EEE-5DC3BC1E1EC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B5D65-729C-43BB-9E8D-DBEFAA405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00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CBF8-9843-45F8-8EEE-5DC3BC1E1EC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B5D65-729C-43BB-9E8D-DBEFAA405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77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CBF8-9843-45F8-8EEE-5DC3BC1E1EC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B5D65-729C-43BB-9E8D-DBEFAA405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4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CBF8-9843-45F8-8EEE-5DC3BC1E1EC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B5D65-729C-43BB-9E8D-DBEFAA405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75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CBF8-9843-45F8-8EEE-5DC3BC1E1EC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B5D65-729C-43BB-9E8D-DBEFAA405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0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CBF8-9843-45F8-8EEE-5DC3BC1E1EC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B5D65-729C-43BB-9E8D-DBEFAA405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43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3CBF8-9843-45F8-8EEE-5DC3BC1E1EC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B5D65-729C-43BB-9E8D-DBEFAA405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64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Performing Contextual and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Behaviour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Qualitative Analysis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Mukombo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630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Content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 words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Content (file, picture),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Behaviour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Profile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Online Presence and Data Acquisition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44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Qualitative analysis in fraud prevention focuses on understanding the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context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behavioral patterns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of users, transactions, or entities to detect anomalies and potential fraud.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xamines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non-numeric data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such as text, images, social media activity, and behavioral trends.</a:t>
            </a:r>
          </a:p>
        </p:txBody>
      </p:sp>
    </p:spTree>
    <p:extLst>
      <p:ext uri="{BB962C8B-B14F-4D97-AF65-F5344CB8AC3E}">
        <p14:creationId xmlns:p14="http://schemas.microsoft.com/office/powerpoint/2010/main" val="18764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Key Concepts in Contextual and Behavioral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Analysis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A. Keywords Analysis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Involves scanning text data (emails, chats, documents) for suspicious keywords that may indicate fraud.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bank monitors customer service chats for phrases like 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"bypass verification"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"account takeover"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or 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"urgent wire transfer"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to detect social engineering attempts.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insurance fraud, keywords like 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"fake injury"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or 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"exaggerated claim"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in emails can trigger investigations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602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Concepts in Contextual and Behavioral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B. Content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Analysis (Files, Pictures, Videos)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Examines digital content for signs of manipulation or malicious intent.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Techniques: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Metadata Analysis: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Checks file properties (creation date, author, location) for inconsistencies.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Example: A fraudster submits an edited invoice; metadata reveals the file was modified after the stated transaction date.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Image Forensics: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Detects photo alterations (e.g.,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deepfakes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forged documents).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Example: A fraudster submits a fake ID; image analysis shows pixel inconsistencies indicating tampering.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Textual Content Analysis: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Detects plagiarism, fake reviews, or fraudulent claims in documents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78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Concepts in Contextual and Behavioral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C. Behavior Profiling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Builds a baseline of normal behavior for users/systems and flags deviations.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Banking Fraud: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 user who typically logs in from New York suddenly attempts a transaction from Russia.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E-commerce Fraud: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 buyer makes multiple high-value purchases in quick succession with different cards.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Insider Threats: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 employee accesses sensitive files unrelated to their role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28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Online Presence &amp; Social Media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Analysis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Fraudsters often leave digital footprints on social media, which can be used to verify identities or detect scams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A. Social Media Investigations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Identity Verification: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Checks if a person’s claimed identity matches their online profiles.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Example: A loan applicant claims to be a CEO, but LinkedIn shows no such profile.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Fraud Detection: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Scammers impersonate brands or individuals; social media analysis helps confirm legitimacy.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Example: A fake investment scheme promotes "guaranteed returns" on Twitter but has no official website.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06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Online Presence &amp; Social Media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B. Open-Source Intelligence (OSINT)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Gathers publicly available data (social media, forums, news) for fraud investigations.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fraudster running a Ponzi scheme is traced through forum posts bragging about "easy money."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C. Deep &amp; Dark Web Monitoring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Fraudsters sell stolen data on dark web markets; monitoring helps prevent breaches.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Example: A company finds its employees’ credentials for sale on a dark web forum and resets all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passwords.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993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Digital Forensics and Data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Acquisition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Used to investigate fraud by recovering and analyzing digital evidence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A. Digital Forensic Process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Identification: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Locate relevant data (emails, logs, hard drives).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Preservation: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Secure data to prevent tampering (hash verification).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Analysis: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Examine data for fraud indicators (deleted files, hidden folders).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Reporting: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Document findings for legal proceedings.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365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Digital Forensics and Data Acquisition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B. Common Forensic Techniques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File Carving: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Recovers deleted files (e.g., a fraudster deletes transaction logs).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Memory Dump Analysis: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Detects malware used in financial fraud.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Network Forensics: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Analyzes traffic logs for unauthorized access.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415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Applications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Detecting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fraudulent transactions by analyzing user behavior.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Identifying fake accounts or impersonation through social media analysis.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Investigating cybercrimes using digital forensics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31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12968" cy="85010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Real-World Fraud Detection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412487"/>
              </p:ext>
            </p:extLst>
          </p:nvPr>
        </p:nvGraphicFramePr>
        <p:xfrm>
          <a:off x="151404" y="908718"/>
          <a:ext cx="8964490" cy="594928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57426"/>
                <a:gridCol w="4408765"/>
                <a:gridCol w="2498299"/>
              </a:tblGrid>
              <a:tr h="582981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Fraud Type</a:t>
                      </a:r>
                      <a:endParaRPr lang="en-US" sz="2400" b="1" dirty="0">
                        <a:solidFill>
                          <a:srgbClr val="40404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81672" marR="85074" marT="85074" marB="8507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Detection Method</a:t>
                      </a:r>
                      <a:endParaRPr lang="en-US" sz="2400" b="1">
                        <a:solidFill>
                          <a:srgbClr val="40404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85074" marR="85074" marT="85074" marB="8507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Outcome</a:t>
                      </a:r>
                      <a:endParaRPr lang="en-US" sz="2400" b="1">
                        <a:solidFill>
                          <a:srgbClr val="40404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85074" marR="85074" marT="85074" marB="85074" anchor="ctr"/>
                </a:tc>
              </a:tr>
              <a:tr h="1776643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Credit Card Fraud</a:t>
                      </a:r>
                    </a:p>
                  </a:txBody>
                  <a:tcPr marL="81672" marR="85074" marT="85074" marB="85074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Behavioral analysis detects unusual spending (e.g., multiple high-value purchases in different countries).</a:t>
                      </a:r>
                    </a:p>
                  </a:txBody>
                  <a:tcPr marL="85074" marR="85074" marT="85074" marB="85074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Transaction blocked.</a:t>
                      </a:r>
                    </a:p>
                  </a:txBody>
                  <a:tcPr marL="85074" marR="85074" marT="85074" marB="85074" anchor="ctr"/>
                </a:tc>
              </a:tr>
              <a:tr h="1105451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Insurance Fraud</a:t>
                      </a:r>
                    </a:p>
                  </a:txBody>
                  <a:tcPr marL="81672" marR="85074" marT="85074" marB="85074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Image forensics proves a "car accident" photo was staged.</a:t>
                      </a:r>
                    </a:p>
                  </a:txBody>
                  <a:tcPr marL="85074" marR="85074" marT="85074" marB="85074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Claim denied.</a:t>
                      </a:r>
                    </a:p>
                  </a:txBody>
                  <a:tcPr marL="85074" marR="85074" marT="85074" marB="85074" anchor="ctr"/>
                </a:tc>
              </a:tr>
              <a:tr h="1378756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Phishing Scam</a:t>
                      </a:r>
                    </a:p>
                  </a:txBody>
                  <a:tcPr marL="81672" marR="85074" marT="85074" marB="85074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Keyword analysis flags emails with "urgent account update" links.</a:t>
                      </a:r>
                    </a:p>
                  </a:txBody>
                  <a:tcPr marL="85074" marR="85074" marT="85074" marB="85074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Email blocked.</a:t>
                      </a:r>
                    </a:p>
                  </a:txBody>
                  <a:tcPr marL="85074" marR="85074" marT="85074" marB="85074" anchor="ctr"/>
                </a:tc>
              </a:tr>
              <a:tr h="1105451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Identity Theft</a:t>
                      </a:r>
                    </a:p>
                  </a:txBody>
                  <a:tcPr marL="81672" marR="85074" marT="85074" marB="85074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Social media analysis shows mismatched identity details.</a:t>
                      </a:r>
                    </a:p>
                  </a:txBody>
                  <a:tcPr marL="85074" marR="85074" marT="85074" marB="85074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Account frozen</a:t>
                      </a:r>
                    </a:p>
                  </a:txBody>
                  <a:tcPr marL="85074" marR="85074" marT="85074" marB="85074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993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Challenges </a:t>
            </a:r>
            <a:r>
              <a:rPr lang="en-US" b="1" dirty="0" smtClean="0"/>
              <a:t>in conducting </a:t>
            </a:r>
            <a:r>
              <a:rPr lang="en-US" b="1" dirty="0"/>
              <a:t>Qualitative Fraud Analysis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False Positives: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Legitimate transactions flagged as fraud due to unusual behavior.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Privacy Concerns: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Balancing fraud detection with user data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protection.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Evolving Tactics: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Fraudsters constantly adapt, requiring updated detection models.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350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708920"/>
            <a:ext cx="8229600" cy="1143000"/>
          </a:xfrm>
        </p:spPr>
        <p:txBody>
          <a:bodyPr/>
          <a:lstStyle/>
          <a:p>
            <a:r>
              <a:rPr lang="en-US" smtClean="0">
                <a:latin typeface="Times New Roman" pitchFamily="18" charset="0"/>
                <a:cs typeface="Times New Roman" pitchFamily="18" charset="0"/>
              </a:rPr>
              <a:t>Questions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188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471</Words>
  <Application>Microsoft Office PowerPoint</Application>
  <PresentationFormat>On-screen Show (4:3)</PresentationFormat>
  <Paragraphs>85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Performing Contextual and Behaviour Qualitative Analysis </vt:lpstr>
      <vt:lpstr>Content</vt:lpstr>
      <vt:lpstr>Introduction</vt:lpstr>
      <vt:lpstr>Key Concepts in Contextual and Behavioral Analysis</vt:lpstr>
      <vt:lpstr>Key Concepts in Contextual and Behavioral Analysis</vt:lpstr>
      <vt:lpstr>Key Concepts in Contextual and Behavioral Analysis</vt:lpstr>
      <vt:lpstr>Online Presence &amp; Social Media Analysis</vt:lpstr>
      <vt:lpstr>Online Presence &amp; Social Media Analysis</vt:lpstr>
      <vt:lpstr>Digital Forensics and Data Acquisition</vt:lpstr>
      <vt:lpstr>Digital Forensics and Data Acquisition</vt:lpstr>
      <vt:lpstr>Key Applications</vt:lpstr>
      <vt:lpstr>Real-World Fraud Detection Examples</vt:lpstr>
      <vt:lpstr>Challenges in conducting Qualitative Fraud Analysis </vt:lpstr>
      <vt:lpstr>Questions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Performing Contextual and Behaviour Qualitative Analysis</dc:title>
  <dc:creator>Mukombo</dc:creator>
  <cp:lastModifiedBy>Mukombo</cp:lastModifiedBy>
  <cp:revision>6</cp:revision>
  <dcterms:created xsi:type="dcterms:W3CDTF">2025-06-14T02:37:34Z</dcterms:created>
  <dcterms:modified xsi:type="dcterms:W3CDTF">2025-06-14T03:27:45Z</dcterms:modified>
</cp:coreProperties>
</file>