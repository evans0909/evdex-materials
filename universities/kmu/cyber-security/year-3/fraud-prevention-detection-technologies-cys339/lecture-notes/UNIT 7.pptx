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79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12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44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5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7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4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9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0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3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8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1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6301D-087F-4D4B-B62C-C6C4B2D6EC0D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5EC6C-7B8D-468F-8299-F13630F63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2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OLAF APPROACH IN DATA ANALYSIS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Mukombo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74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CONTENT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Object Locate Analyse Follow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Understand “Miscarriage of Justice” and “Impurity of Findings”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08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OLAF Approach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(Object, Locate,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Follow) is a structured methodology used in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fraud investigations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analysis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 systematically uncover fraudulent activities.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widely used by forensic accountants,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cybersecurity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experts, and law enforcement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agencies.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138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Objectives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Identify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suspicious objects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(transactions, documents, users).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Locate relevant data sources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(logs, databases, emails).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Analyze evidence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for fraud indicators.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Follow leads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 uncover the full fraud scheme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8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Breakdown of the OLAF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Approach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A. Object (Identify the Fraud Object)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Definition: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The "Object" refers to 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subject of investigation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—what is being examined for potential fraud.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suspicious financial transaction in a bank.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forged invoice submitted to a company.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fake social media account used for scams.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60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Identification of Fraud Objects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Anomaly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Detection: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Unusual patterns (e.g., sudden large withdrawals).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Whistleblower Tips: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Employees report suspicious activities.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Automated Alerts: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Fraud detection systems flag irregularities.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company notices multiple payments to a new vendor with no prior history. 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of investigation is the vendor’s invoices.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790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Breakdown of the OLAF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B. Locate (Find Relevant Data Sources)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Definition: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Once an object is identified, investigators must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locate all related 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that could reveal fraud.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Sources Include: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Financial Records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(bank statements, ledgers).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Digital Footprints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(emails, chat logs, metadata).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External Databases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(public records, social media).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46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Techniques for Locating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Database Queries: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Extract transaction logs matching fraud patterns.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Forensic Imaging: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Create copies of hard drives for analysis.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Open-Source Intelligence (OSINT):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Search public records for linked entities.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employee is suspected of embezzlement. Investigators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locate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their email exchanges, deleted files, and unauthorized access logs.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669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Breakdown of the OLAF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C. Analyze (Examine Evidence for Fraud Indicators)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Definition: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In-depth examination of collected data to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confirm fraud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Analysis Methods: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Forensic Accounting: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Tracing money flows to hidden accounts.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Behavioral Analysis: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Comparing normal vs. suspicious activity.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Digital Forensics: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Recovering deleted files or manipulated documents.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544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Common Fraud Red Flags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forensic accountant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analyses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 invoice and finds: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company logo was copied from another document.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bank account belongs to a shell company.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644784"/>
              </p:ext>
            </p:extLst>
          </p:nvPr>
        </p:nvGraphicFramePr>
        <p:xfrm>
          <a:off x="395536" y="908720"/>
          <a:ext cx="8229600" cy="3322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92288"/>
                <a:gridCol w="5637312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Indicator</a:t>
                      </a:r>
                      <a:endParaRPr lang="en-US" sz="2400" b="1" dirty="0">
                        <a:solidFill>
                          <a:srgbClr val="40404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  <a:endParaRPr lang="en-US" sz="2400" b="1" dirty="0">
                        <a:solidFill>
                          <a:srgbClr val="40404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0" marR="9525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Unusual Timing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Payments processed at odd hours (e.g., midnight).</a:t>
                      </a:r>
                    </a:p>
                  </a:txBody>
                  <a:tcPr marL="95250" marR="9525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Data Manipulation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Altered PDF invoices with mismatched metadata.</a:t>
                      </a:r>
                    </a:p>
                  </a:txBody>
                  <a:tcPr marL="95250" marR="95250" marT="95250" marB="9525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Hidden Relationships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vendor linked to an employee’s relative.</a:t>
                      </a:r>
                    </a:p>
                  </a:txBody>
                  <a:tcPr marL="95250" marR="95250" marT="95250" marB="952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84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Breakdown of the OLAF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D. Follow (Pursue Leads to Uncover Full Fraud Scheme)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Definition: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Expanding the investigation to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track all connected parties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fraud mechanisms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Steps Involved: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Link Analysis: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Mapping relationships between suspects.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Surveillance &amp; Monitoring: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Tracking ongoing fraudulent activities.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Legal Action: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Reporting findings to authorities.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After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analysing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fake invoices, investigators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follow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the money trail and discover: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corrupt manager approving fake vendor payments.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Funds being funneled into offshore accounts.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222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420888"/>
            <a:ext cx="8229600" cy="16470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Understanding "Miscarriage of Justice" and "Impurity of Findings"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395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Miscarriage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Justice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 innocent person is wrongly convicted or punished due to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flawed fraud investigations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Causes in Fraud Cases: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False Positives: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Fraud detection systems flag legitimate transactions.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Biased Analysis: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Investigators ignore exculpatory evidence.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Tampered Evidence: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Fraudsters plant fake data to mislead.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bank freezes a customer’s account due to an algorithm misclassifying their overseas transaction as fraud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805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Prevention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Cross-Verification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Use multiple data sources before concluding.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Human Oversight: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Combine AI fraud detection with expert review.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782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Impurity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Findings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Definition: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When investigation results are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contaminated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due to: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Poor Data Collection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(incomplete logs).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Analyst Bias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(ignoring alternative explanations).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Evidence Tampering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(hackers deleting logs).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fraud investigator relies only on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emails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but misses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deleted Slack messages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that prove innocence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913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Ensuring Pure Findings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Chain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of Custody: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Secure digital evidence to prevent tampering.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Peer Review: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Have multiple experts validate findings.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Transparent Documentation: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Record every step of the OLAF process.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96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Challenges in the OLAF Approach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Overload: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Too much information slows analysis.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Encryption &amp; Privacy Laws: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Limits access to key evidence.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Sophisticated Fraudsters: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Use anti-forensics techniques (e.g., VPNs,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cryptocurrencies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674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Applications of the OLAF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Approach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894579"/>
              </p:ext>
            </p:extLst>
          </p:nvPr>
        </p:nvGraphicFramePr>
        <p:xfrm>
          <a:off x="0" y="836712"/>
          <a:ext cx="9143999" cy="619640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63077"/>
                <a:gridCol w="2144827"/>
                <a:gridCol w="5436095"/>
              </a:tblGrid>
              <a:tr h="523107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</a:rPr>
                        <a:t>Industry</a:t>
                      </a:r>
                      <a:endParaRPr lang="en-US" sz="2400" b="1" dirty="0">
                        <a:solidFill>
                          <a:srgbClr val="40404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2609" marR="75634" marT="75634" marB="7563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</a:rPr>
                        <a:t>Fraud Case</a:t>
                      </a:r>
                      <a:endParaRPr lang="en-US" sz="2400" b="1">
                        <a:solidFill>
                          <a:srgbClr val="40404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5634" marR="75634" marT="75634" marB="7563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</a:rPr>
                        <a:t>OLAF Application</a:t>
                      </a:r>
                      <a:endParaRPr lang="en-US" sz="2400" b="1" dirty="0">
                        <a:solidFill>
                          <a:srgbClr val="40404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5634" marR="75634" marT="75634" marB="75634" anchor="ctr"/>
                </a:tc>
              </a:tr>
              <a:tr h="1666598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Banking</a:t>
                      </a:r>
                      <a:endParaRPr lang="en-US" sz="24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2609" marR="75634" marT="75634" marB="75634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Money Laundering</a:t>
                      </a:r>
                      <a:endParaRPr lang="en-US" sz="24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5634" marR="75634" marT="75634" marB="75634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Object: Unusual transfers. Locate: Transaction logs. Analyze: Shell company links. Follow: Arrest syndicate.</a:t>
                      </a: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5634" marR="75634" marT="75634" marB="75634" anchor="ctr"/>
                </a:tc>
              </a:tr>
              <a:tr h="2003349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E-commerce</a:t>
                      </a:r>
                      <a:endParaRPr lang="en-US" sz="24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2609" marR="75634" marT="75634" marB="75634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Fake Reviews</a:t>
                      </a: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5634" marR="75634" marT="75634" marB="75634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Object: Suspicious 5-star ratings. Locate: Reviewer IPs. Analyze: Bot-generated posts. Follow: Ban fraudulent sellers.</a:t>
                      </a:r>
                      <a:endParaRPr lang="en-US" sz="24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5634" marR="75634" marT="75634" marB="75634" anchor="ctr"/>
                </a:tc>
              </a:tr>
              <a:tr h="2003349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Healthcare</a:t>
                      </a:r>
                      <a:endParaRPr lang="en-US" sz="24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2609" marR="75634" marT="75634" marB="75634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Insurance Fraud</a:t>
                      </a:r>
                      <a:endParaRPr lang="en-US" sz="240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5634" marR="75634" marT="75634" marB="75634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Object: Fake medical claims. Locate: Patient records. Analyze: Inconsistent diagnoses. Follow: Prosecute corrupt doctors</a:t>
                      </a:r>
                      <a:endParaRPr lang="en-US" sz="24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5634" marR="75634" marT="75634" marB="75634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13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996952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Questions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10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230</Words>
  <Application>Microsoft Office PowerPoint</Application>
  <PresentationFormat>On-screen Show (4:3)</PresentationFormat>
  <Paragraphs>118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OLAF APPROACH IN DATA ANALYSIS</vt:lpstr>
      <vt:lpstr>CONTENT</vt:lpstr>
      <vt:lpstr>Introduction</vt:lpstr>
      <vt:lpstr>Key Objectives</vt:lpstr>
      <vt:lpstr>Breakdown of the OLAF Approach</vt:lpstr>
      <vt:lpstr>Identification of Fraud Objects </vt:lpstr>
      <vt:lpstr>Breakdown of the OLAF Approach</vt:lpstr>
      <vt:lpstr>Techniques for Locating Data</vt:lpstr>
      <vt:lpstr>Breakdown of the OLAF Approach</vt:lpstr>
      <vt:lpstr>Common Fraud Red Flags </vt:lpstr>
      <vt:lpstr>Breakdown of the OLAF Approach</vt:lpstr>
      <vt:lpstr>Understanding "Miscarriage of Justice" and "Impurity of Findings" </vt:lpstr>
      <vt:lpstr>Miscarriage of Justice</vt:lpstr>
      <vt:lpstr>Prevention Measures</vt:lpstr>
      <vt:lpstr>Impurity of Findings</vt:lpstr>
      <vt:lpstr>Ensuring Pure Findings </vt:lpstr>
      <vt:lpstr>Challenges in the OLAF Approach</vt:lpstr>
      <vt:lpstr>Applications of the OLAF Approach</vt:lpstr>
      <vt:lpstr>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OLAF APPROACH IN DATA ANALYSIS</dc:title>
  <dc:creator>Mukombo</dc:creator>
  <cp:lastModifiedBy>Mukombo</cp:lastModifiedBy>
  <cp:revision>5</cp:revision>
  <dcterms:created xsi:type="dcterms:W3CDTF">2025-06-14T03:27:36Z</dcterms:created>
  <dcterms:modified xsi:type="dcterms:W3CDTF">2025-06-14T04:24:00Z</dcterms:modified>
</cp:coreProperties>
</file>