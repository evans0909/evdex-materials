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70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7" r:id="rId15"/>
    <p:sldId id="269" r:id="rId16"/>
  </p:sldIdLst>
  <p:sldSz cx="12192000" cy="6858000"/>
  <p:notesSz cx="6858000" cy="9144000"/>
  <p:defaultTextStyle>
    <a:defPPr>
      <a:defRPr lang="en-ZM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M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1D2D17-D13E-4EB2-9F9A-015988BC01D6}" type="datetimeFigureOut">
              <a:rPr lang="en-ZM" smtClean="0"/>
              <a:t>24/06/2025</a:t>
            </a:fld>
            <a:endParaRPr lang="en-ZM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M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M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447586-AF04-4FFC-9BDE-DE6B3D38C199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1354520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19EDD-9D6D-46BB-B021-6534FADAE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BB682-924E-418C-B1B6-54BB40F09F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116EF-75ED-4842-B113-E72FB25DF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8CBC3-B09E-44F3-A89F-2C718AE31D60}" type="datetime8">
              <a:rPr lang="en-ZM" smtClean="0"/>
              <a:t>24/06/2025 10:58 am</a:t>
            </a:fld>
            <a:endParaRPr lang="en-Z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425765-C6D6-45A6-B6A5-2D32FF716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872807-72BB-4A1E-8EF2-EF65850BE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A3CF-6BA3-439D-A4C4-4952C316151E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641286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A4BF8-D93C-43B6-960D-888449924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713B3-EEFD-4154-A253-5FF7DCE72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B4B7A0-7337-4E1F-A0EE-EB8E49214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C48E5-A2FD-4245-BBEC-3BA9C83941D9}" type="datetime8">
              <a:rPr lang="en-ZM" smtClean="0"/>
              <a:t>24/06/2025 10:58 am</a:t>
            </a:fld>
            <a:endParaRPr lang="en-Z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F7A9D-8A89-4589-B04E-85946DBAA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FDC06-E439-4A61-A07F-0822CEF51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A3CF-6BA3-439D-A4C4-4952C316151E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348956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1F633-E22F-40A6-8C79-8D1584684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05168E-1A6A-4F9F-99D0-F06724D11C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C1B7B-68DA-4F60-BDBE-907BF803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F9A74-6A1F-4BF3-B51B-ABDFCE06D75E}" type="datetime8">
              <a:rPr lang="en-ZM" smtClean="0"/>
              <a:t>24/06/2025 10:58 am</a:t>
            </a:fld>
            <a:endParaRPr lang="en-Z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9878C-BD93-46C5-879C-82B4DC10F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D3683-6BD5-4635-BFD8-718A69EDC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A3CF-6BA3-439D-A4C4-4952C316151E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2838839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D8724-6598-4768-94AA-A3438E78B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EE29F-6A96-4904-B5ED-3A9BE7B9FB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8A3839-856F-4CA3-B9E4-4BB9D66300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46F2BA-FF2B-4D92-841F-6E02284BC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7AC52-B9BF-4E03-A56E-7FE7B0B611DD}" type="datetime8">
              <a:rPr lang="en-ZM" smtClean="0"/>
              <a:t>24/06/2025 10:58 am</a:t>
            </a:fld>
            <a:endParaRPr lang="en-ZM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2D00A7-CD56-4813-BD22-782FEA1CF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8EED43-465B-4BD2-B115-9E09DA33E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A3CF-6BA3-439D-A4C4-4952C316151E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3980404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D9481-33E1-4F59-AF7C-92ADE5564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B0D3AB-1017-471E-B77E-5A0F2B43E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EF9559-7529-4DD7-950D-538A51BEEA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6C6B34-77C4-40E9-8908-DE44718FE2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28751F-2229-4F0D-AF50-211B9A9F10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812471-C963-45E3-8054-1891C0934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81D77-CDCE-49C0-A90C-56B9B2A95ECE}" type="datetime8">
              <a:rPr lang="en-ZM" smtClean="0"/>
              <a:t>24/06/2025 10:58 am</a:t>
            </a:fld>
            <a:endParaRPr lang="en-ZM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C5E21B-4390-4902-9FD6-2783453AD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43D628-0FE4-4F0F-A859-7D20E4E8E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A3CF-6BA3-439D-A4C4-4952C316151E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3286910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D90F8-EEB4-4934-9755-9C4C0FB2B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1A80DB-4D5B-40E2-812C-D5401D7C9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F0073-91C2-47A8-8D7F-3B656CE725C9}" type="datetime8">
              <a:rPr lang="en-ZM" smtClean="0"/>
              <a:t>24/06/2025 10:58 am</a:t>
            </a:fld>
            <a:endParaRPr lang="en-ZM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0EE17B-0217-4FF6-896E-00A3189C6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79E1E7-CA00-408D-B9F2-141F05643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A3CF-6BA3-439D-A4C4-4952C316151E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863459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720536-031B-4C0C-9A4A-7F7EC0808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49FA2-BB30-4B87-8DBB-8ACDBD5F8EF0}" type="datetime8">
              <a:rPr lang="en-ZM" smtClean="0"/>
              <a:t>24/06/2025 10:58 am</a:t>
            </a:fld>
            <a:endParaRPr lang="en-ZM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6FBF69-43F0-40A4-8315-78CC35E3D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E5EB1F-759C-4A63-8625-AF6E151E9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A3CF-6BA3-439D-A4C4-4952C316151E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3837933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35906-5D8C-4806-9F3C-7D034AC13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0C34B-6753-4AE9-BE99-6FADB1F07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D522FD-FE64-48D4-B0A0-4AA0E708E4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4ADBC6-9BA1-4CC2-9856-34CCD1F75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D99E1-5DEC-41D4-A86D-2952A70D1CA0}" type="datetime8">
              <a:rPr lang="en-ZM" smtClean="0"/>
              <a:t>24/06/2025 10:58 am</a:t>
            </a:fld>
            <a:endParaRPr lang="en-ZM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6C2D3A-9C3C-4C37-BB5F-E5ADE0547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487F5-C2D1-4C4D-A249-90037AE15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A3CF-6BA3-439D-A4C4-4952C316151E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416004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3927E-F31C-4369-A4C2-501743575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AE5F92-CDF9-4237-84E7-277DC3FF87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M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38FC85-932C-453C-A573-2213927B94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F92A5A-1432-45D3-9B7D-21913F0BD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ADBB2-9D67-4F62-9EB1-A61874DEF57E}" type="datetime8">
              <a:rPr lang="en-ZM" smtClean="0"/>
              <a:t>24/06/2025 10:58 am</a:t>
            </a:fld>
            <a:endParaRPr lang="en-ZM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E1C6F7-2507-4615-A0F9-C58BEF445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5FFCDB-6841-4B20-9C54-5A499641A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A3CF-6BA3-439D-A4C4-4952C316151E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3658000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19CCB-7315-44DD-9983-BD423C734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86040E-5173-4026-9C6F-EC77110570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E776D-9FE1-4CF6-A671-94CD9B41F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97CCE-90E8-4065-B2ED-FEF20218A299}" type="datetime8">
              <a:rPr lang="en-ZM" smtClean="0"/>
              <a:t>24/06/2025 10:58 am</a:t>
            </a:fld>
            <a:endParaRPr lang="en-Z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733C4-7C9C-4F2B-8DD8-535995AEC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A6748-2B10-427D-B74E-8566B603C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A3CF-6BA3-439D-A4C4-4952C316151E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2035796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B17CC9-E45C-41B2-A521-7B3850C008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093A7C-1BAE-4227-A1E2-8FE6A8E1C2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CC3733-DD0F-46E8-B894-4C4095650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8622-B95E-4F2E-827D-E47A237F9933}" type="datetime8">
              <a:rPr lang="en-ZM" smtClean="0"/>
              <a:t>24/06/2025 10:58 am</a:t>
            </a:fld>
            <a:endParaRPr lang="en-Z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3D792-900A-4476-9198-3EE00B173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DF67F-95C8-4889-AF14-8E7017487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A3CF-6BA3-439D-A4C4-4952C316151E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3630222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1661B5-4164-424E-A105-2D0CF76BF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M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E96F1-FB6B-4730-B6B5-2A1AB5AF3A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M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06815-4C02-47EE-B819-D408E0D02B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96F2F-4D9E-45FD-A84B-EA617694D6FF}" type="datetime8">
              <a:rPr lang="en-ZM" smtClean="0"/>
              <a:t>24/06/2025 10:58 am</a:t>
            </a:fld>
            <a:endParaRPr lang="en-ZM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9081B-FB7C-4F63-AC23-9784AD4579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M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A95A84-1AD7-46CB-8D0D-BF42B106C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4AA3CF-6BA3-439D-A4C4-4952C316151E}" type="slidenum">
              <a:rPr lang="en-ZM" smtClean="0"/>
              <a:t>‹#›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3650530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ZM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EF3EB-3AE4-46CC-AA89-5855DBF3E2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WIRELESS TRANSPORT LAYER SECURITY</a:t>
            </a:r>
            <a:br>
              <a:rPr lang="en-US" b="1" dirty="0"/>
            </a:br>
            <a:r>
              <a:rPr lang="en-US" b="1" dirty="0"/>
              <a:t>(WTLS)</a:t>
            </a:r>
            <a:endParaRPr lang="en-ZM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A1639A-8238-47A8-A786-7457AF13E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A3CF-6BA3-439D-A4C4-4952C316151E}" type="slidenum">
              <a:rPr lang="en-ZM" smtClean="0"/>
              <a:t>1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2762506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D060B-D568-4522-8381-E8B43843B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Contents</a:t>
            </a:r>
            <a:endParaRPr lang="en-ZM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5EE20-2579-4503-965C-AEACE7D4C2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WTLS</a:t>
            </a:r>
          </a:p>
          <a:p>
            <a:r>
              <a:rPr lang="en-US" dirty="0"/>
              <a:t>Why we need WTLS</a:t>
            </a:r>
          </a:p>
          <a:p>
            <a:r>
              <a:rPr lang="en-US" dirty="0"/>
              <a:t>What is WTLS</a:t>
            </a:r>
          </a:p>
          <a:p>
            <a:r>
              <a:rPr lang="en-US" dirty="0"/>
              <a:t>What is TLS</a:t>
            </a:r>
          </a:p>
          <a:p>
            <a:r>
              <a:rPr lang="en-US" dirty="0"/>
              <a:t>WTLS Functions</a:t>
            </a:r>
          </a:p>
          <a:p>
            <a:r>
              <a:rPr lang="en-US" dirty="0"/>
              <a:t>Security Algorithm</a:t>
            </a:r>
          </a:p>
          <a:p>
            <a:r>
              <a:rPr lang="en-US" dirty="0"/>
              <a:t>WTLS Specifications</a:t>
            </a:r>
            <a:endParaRPr lang="en-ZM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404A31-E51C-4629-8AE2-E60B1FEE5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A3CF-6BA3-439D-A4C4-4952C316151E}" type="slidenum">
              <a:rPr lang="en-ZM" smtClean="0"/>
              <a:t>2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3693490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409E6-13A1-4849-85A4-20ABBD3F4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WTLS</a:t>
            </a:r>
            <a:endParaRPr lang="en-ZM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6C453-D54F-456A-B019-766851AEC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a </a:t>
            </a:r>
            <a:r>
              <a:rPr lang="en-US" b="1" dirty="0"/>
              <a:t>security protocol</a:t>
            </a:r>
            <a:r>
              <a:rPr lang="en-US" dirty="0"/>
              <a:t> specifically designed for </a:t>
            </a:r>
            <a:r>
              <a:rPr lang="en-US" b="1" dirty="0"/>
              <a:t>wireless networks</a:t>
            </a:r>
            <a:r>
              <a:rPr lang="en-US" dirty="0"/>
              <a:t>, particularly for devices using the </a:t>
            </a:r>
            <a:r>
              <a:rPr lang="en-US" b="1" dirty="0"/>
              <a:t>Wireless Application Protocol (WAP)</a:t>
            </a:r>
            <a:r>
              <a:rPr lang="en-US" dirty="0"/>
              <a:t>.</a:t>
            </a:r>
          </a:p>
          <a:p>
            <a:r>
              <a:rPr lang="en-US" dirty="0"/>
              <a:t>WTLS is based on </a:t>
            </a:r>
            <a:r>
              <a:rPr lang="en-US" b="1" dirty="0"/>
              <a:t>TLS (Transport Layer Security)</a:t>
            </a:r>
            <a:r>
              <a:rPr lang="en-US" dirty="0"/>
              <a:t>, but it's </a:t>
            </a:r>
            <a:r>
              <a:rPr lang="en-US" b="1" dirty="0"/>
              <a:t>optimized for wireless environments</a:t>
            </a:r>
            <a:r>
              <a:rPr lang="en-US" dirty="0"/>
              <a:t> where bandwidth, processing power, and memory are limited.</a:t>
            </a:r>
          </a:p>
          <a:p>
            <a:endParaRPr lang="en-ZM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B0C77D-6C95-475D-AE11-A972CD616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A3CF-6BA3-439D-A4C4-4952C316151E}" type="slidenum">
              <a:rPr lang="en-ZM" smtClean="0"/>
              <a:t>3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2177445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B8D15-79A2-4C78-8E30-3D4710974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we need WTLS</a:t>
            </a:r>
            <a:endParaRPr lang="en-ZM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9B742-E740-49DE-AD03-AFF929A9A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can we do through the call phone?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 Communication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 Using Internet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/>
              <a:t>       E-Commerce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/>
              <a:t>      Online Banking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/>
              <a:t>      Trading Stock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Electric Cash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Electric ID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Watching Movie, take a picture etc.</a:t>
            </a:r>
          </a:p>
          <a:p>
            <a:endParaRPr lang="en-US" dirty="0"/>
          </a:p>
          <a:p>
            <a:endParaRPr lang="en-ZM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995E28-FF6A-430A-A356-31E7867E4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A3CF-6BA3-439D-A4C4-4952C316151E}" type="slidenum">
              <a:rPr lang="en-ZM" smtClean="0"/>
              <a:t>4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694883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5260F-3C8C-4C5C-BE63-B27433BC2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we need WTLS</a:t>
            </a:r>
            <a:endParaRPr lang="en-ZM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02240-168D-404E-B86C-A812C6B86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Environment Problems</a:t>
            </a:r>
          </a:p>
          <a:p>
            <a:r>
              <a:rPr lang="en-US" dirty="0"/>
              <a:t>We need Security Solutions</a:t>
            </a:r>
          </a:p>
          <a:p>
            <a:endParaRPr lang="en-ZM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2F424B-6466-44A2-89AE-597FC0516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A3CF-6BA3-439D-A4C4-4952C316151E}" type="slidenum">
              <a:rPr lang="en-ZM" smtClean="0"/>
              <a:t>5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2606434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EA400-C40F-4FBF-8310-60BAEE93A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TLS</a:t>
            </a:r>
            <a:endParaRPr lang="en-ZM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AE600-69B5-4038-90AE-50E48A0DF9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9865"/>
            <a:ext cx="10515600" cy="4351338"/>
          </a:xfrm>
        </p:spPr>
        <p:txBody>
          <a:bodyPr/>
          <a:lstStyle/>
          <a:p>
            <a:r>
              <a:rPr lang="en-US" dirty="0"/>
              <a:t>TLS stands for Transaction Layer Security</a:t>
            </a:r>
          </a:p>
          <a:p>
            <a:r>
              <a:rPr lang="en-US" b="1" dirty="0"/>
              <a:t>TLS (Transport Layer Security)</a:t>
            </a:r>
            <a:r>
              <a:rPr lang="en-US" dirty="0"/>
              <a:t> is a </a:t>
            </a:r>
            <a:r>
              <a:rPr lang="en-US" b="1" dirty="0"/>
              <a:t>cryptographic protocol</a:t>
            </a:r>
            <a:r>
              <a:rPr lang="en-US" dirty="0"/>
              <a:t> designed to provide </a:t>
            </a:r>
            <a:r>
              <a:rPr lang="en-US" b="1" dirty="0"/>
              <a:t>secure communication</a:t>
            </a:r>
            <a:r>
              <a:rPr lang="en-US" dirty="0"/>
              <a:t> over a </a:t>
            </a:r>
            <a:r>
              <a:rPr lang="en-US" b="1" dirty="0"/>
              <a:t>computer network</a:t>
            </a:r>
            <a:r>
              <a:rPr lang="en-US" dirty="0"/>
              <a:t>, such as the internet. It ensures that data sent between two parties (like a web browser and a web server) is:</a:t>
            </a:r>
          </a:p>
          <a:p>
            <a:r>
              <a:rPr lang="en-US" dirty="0"/>
              <a:t>SSL Stand for Secure Socket Layer</a:t>
            </a:r>
          </a:p>
          <a:p>
            <a:endParaRPr lang="en-US" dirty="0"/>
          </a:p>
          <a:p>
            <a:endParaRPr lang="en-ZM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3FF960-E532-4B53-8A02-678E4AEF6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3330" y="4177364"/>
            <a:ext cx="7239000" cy="220172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5E12E-C985-44C1-AC59-B93D25B2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A3CF-6BA3-439D-A4C4-4952C316151E}" type="slidenum">
              <a:rPr lang="en-ZM" smtClean="0"/>
              <a:t>6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3753676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56A91-FBBB-4157-9C19-214A91F59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WTLS Functions</a:t>
            </a:r>
            <a:endParaRPr lang="en-ZM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3984E-C26F-45A5-B0F3-7C70CCA00D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Integrity- Data transaction between client device and gateway</a:t>
            </a:r>
          </a:p>
          <a:p>
            <a:r>
              <a:rPr lang="en-US" dirty="0"/>
              <a:t>Privacy in transaction</a:t>
            </a:r>
          </a:p>
          <a:p>
            <a:r>
              <a:rPr lang="en-US" dirty="0"/>
              <a:t>Authentication</a:t>
            </a:r>
          </a:p>
          <a:p>
            <a:r>
              <a:rPr lang="en-US" dirty="0"/>
              <a:t>Dos (Denial of Service) Protection maps to SSL in HTTPS</a:t>
            </a:r>
          </a:p>
          <a:p>
            <a:r>
              <a:rPr lang="en-US" dirty="0"/>
              <a:t>Optional-support TCP,WDP,WCMP</a:t>
            </a:r>
            <a:endParaRPr lang="en-ZM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7FFDAB-F17A-4F3B-A774-AA8024506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A3CF-6BA3-439D-A4C4-4952C316151E}" type="slidenum">
              <a:rPr lang="en-ZM" smtClean="0"/>
              <a:t>7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1231691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18198-E128-482F-A969-132A9147D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Security Algorithm</a:t>
            </a:r>
            <a:endParaRPr lang="en-ZM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B3461-ECA7-443C-86C2-32093DB55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Blocker Cipher</a:t>
            </a:r>
          </a:p>
          <a:p>
            <a:r>
              <a:rPr lang="en-US" dirty="0"/>
              <a:t>Diagram</a:t>
            </a:r>
          </a:p>
          <a:p>
            <a:endParaRPr lang="en-US" dirty="0"/>
          </a:p>
          <a:p>
            <a:endParaRPr lang="en-ZM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5887F3-EA61-4CF1-9FD6-0D7F52E2A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3200400"/>
            <a:ext cx="5753100" cy="297656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1D11E-88FD-40B3-B5D4-9C575BFCE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A3CF-6BA3-439D-A4C4-4952C316151E}" type="slidenum">
              <a:rPr lang="en-ZM" smtClean="0"/>
              <a:t>8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3781681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02875-1AB0-4AEE-B4DE-AEF08B208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Security Algorithm</a:t>
            </a:r>
            <a:endParaRPr lang="en-ZM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E687F-B59E-4840-A025-415DBC948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Enryption</a:t>
            </a:r>
            <a:r>
              <a:rPr lang="en-US" dirty="0"/>
              <a:t> : combination of substitution and Permutations</a:t>
            </a:r>
          </a:p>
          <a:p>
            <a:endParaRPr lang="en-US" dirty="0"/>
          </a:p>
          <a:p>
            <a:r>
              <a:rPr lang="en-US" dirty="0" err="1"/>
              <a:t>Descryption</a:t>
            </a:r>
            <a:r>
              <a:rPr lang="en-US" dirty="0"/>
              <a:t> :Inverse of Encryption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Classisal</a:t>
            </a:r>
            <a:r>
              <a:rPr lang="en-US" dirty="0"/>
              <a:t> Ciphers</a:t>
            </a:r>
          </a:p>
          <a:p>
            <a:r>
              <a:rPr lang="en-US" dirty="0"/>
              <a:t>Permutation Ciphers</a:t>
            </a:r>
          </a:p>
          <a:p>
            <a:r>
              <a:rPr lang="en-US" dirty="0" err="1"/>
              <a:t>Substituion</a:t>
            </a:r>
            <a:r>
              <a:rPr lang="en-US" dirty="0"/>
              <a:t> Ciphers : Caesar Cipher</a:t>
            </a:r>
          </a:p>
          <a:p>
            <a:endParaRPr lang="en-ZM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21D651-6604-4A3C-B01B-7DF17459A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A3CF-6BA3-439D-A4C4-4952C316151E}" type="slidenum">
              <a:rPr lang="en-ZM" smtClean="0"/>
              <a:t>9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25443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0AE7C-AE91-4204-A982-2A042E4D2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Security Algorithm</a:t>
            </a:r>
            <a:endParaRPr lang="en-ZM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0B583D-3F55-47E3-A65B-2D34877096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9200" y="1825625"/>
            <a:ext cx="9067800" cy="4351338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EC38A-7D38-4990-8744-CE97485D8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A3CF-6BA3-439D-A4C4-4952C316151E}" type="slidenum">
              <a:rPr lang="en-ZM" smtClean="0"/>
              <a:t>10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2274300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0C7F1-D261-4A3D-9073-2BE020491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WTLS Specifications</a:t>
            </a:r>
            <a:endParaRPr lang="en-ZM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F3848-F421-4EE2-8613-3653CE552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Handshake protocol</a:t>
            </a:r>
          </a:p>
          <a:p>
            <a:pPr marL="0" indent="0">
              <a:buNone/>
            </a:pPr>
            <a:r>
              <a:rPr lang="en-US" dirty="0"/>
              <a:t>Full handshake protocol</a:t>
            </a:r>
          </a:p>
          <a:p>
            <a:pPr marL="0" indent="0">
              <a:buNone/>
            </a:pPr>
            <a:r>
              <a:rPr lang="en-US" dirty="0"/>
              <a:t>Abbreviated Handshaking protocol</a:t>
            </a:r>
          </a:p>
          <a:p>
            <a:pPr marL="0" indent="0">
              <a:buNone/>
            </a:pPr>
            <a:r>
              <a:rPr lang="en-US" dirty="0"/>
              <a:t>Optimized Handshaking protocol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4B0B9-C25F-4F34-B305-ED00CEDD4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A3CF-6BA3-439D-A4C4-4952C316151E}" type="slidenum">
              <a:rPr lang="en-ZM" smtClean="0"/>
              <a:t>11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185420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FBD38-727D-42E5-B1FA-A6D609756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WTLS Specifications</a:t>
            </a:r>
            <a:endParaRPr lang="en-ZM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109B9-057E-434D-8497-958767F80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Full Handshaking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ZM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429766-3222-412C-B5F2-AF96E8012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025" y="2671763"/>
            <a:ext cx="6381750" cy="35052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C72B0C-BB7F-4C61-82A0-6E50CEACC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A3CF-6BA3-439D-A4C4-4952C316151E}" type="slidenum">
              <a:rPr lang="en-ZM" smtClean="0"/>
              <a:t>12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2200209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593F8-B061-421F-B511-A2D41C237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WTLS Specifications</a:t>
            </a:r>
            <a:endParaRPr lang="en-ZM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F4553-B258-4E11-ADC6-9721A951E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</a:t>
            </a:r>
            <a:r>
              <a:rPr lang="en-US" b="1" dirty="0"/>
              <a:t>Full Handshake</a:t>
            </a:r>
            <a:r>
              <a:rPr lang="en-US" dirty="0"/>
              <a:t> is used when: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client and server </a:t>
            </a:r>
            <a:r>
              <a:rPr lang="en-US" b="1" dirty="0"/>
              <a:t>have no prior session</a:t>
            </a:r>
            <a:r>
              <a:rPr lang="en-US" dirty="0"/>
              <a:t> or session data (i.e., first-time connection).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session must establish </a:t>
            </a:r>
            <a:r>
              <a:rPr lang="en-US" b="1" dirty="0"/>
              <a:t>new keys</a:t>
            </a:r>
            <a:r>
              <a:rPr lang="en-US" dirty="0"/>
              <a:t>, perform </a:t>
            </a:r>
            <a:r>
              <a:rPr lang="en-US" b="1" dirty="0"/>
              <a:t>certificate validation</a:t>
            </a:r>
            <a:r>
              <a:rPr lang="en-US" dirty="0"/>
              <a:t>, and </a:t>
            </a:r>
            <a:r>
              <a:rPr lang="en-US" b="1" dirty="0"/>
              <a:t>negotiate security parameters</a:t>
            </a:r>
            <a:r>
              <a:rPr lang="en-US" dirty="0"/>
              <a:t> from scratch.</a:t>
            </a:r>
          </a:p>
          <a:p>
            <a:r>
              <a:rPr lang="en-US" b="1" dirty="0"/>
              <a:t>Key Features: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Exchange of </a:t>
            </a:r>
            <a:r>
              <a:rPr lang="en-US" b="1" dirty="0"/>
              <a:t>client and server certificates</a:t>
            </a:r>
            <a:r>
              <a:rPr lang="en-US" dirty="0"/>
              <a:t> (if required).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Generation of </a:t>
            </a:r>
            <a:r>
              <a:rPr lang="en-US" b="1" dirty="0"/>
              <a:t>new session keys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Longer time and processing</a:t>
            </a:r>
            <a:r>
              <a:rPr lang="en-US" dirty="0"/>
              <a:t> due to complete setup.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More secure</a:t>
            </a:r>
            <a:r>
              <a:rPr lang="en-US" dirty="0"/>
              <a:t>, especially when no trust has been previously established.</a:t>
            </a:r>
          </a:p>
          <a:p>
            <a:endParaRPr lang="en-ZM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7F4A6F-774B-4E35-A1EC-F54C53805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A3CF-6BA3-439D-A4C4-4952C316151E}" type="slidenum">
              <a:rPr lang="en-ZM" smtClean="0"/>
              <a:t>13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26623421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4FE3E-BC98-4877-A393-869074D71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Abbreviated Handshaking</a:t>
            </a:r>
            <a:endParaRPr lang="en-ZM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091FF-6EC1-4368-8418-20B439A1D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Abbreviated Handshaking</a:t>
            </a:r>
          </a:p>
          <a:p>
            <a:endParaRPr lang="en-ZM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A751E5-8D8C-4CE8-9FC7-310301EE4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862" y="2762249"/>
            <a:ext cx="7272338" cy="341471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83F8E6-C318-4A83-A632-CBA501C4E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A3CF-6BA3-439D-A4C4-4952C316151E}" type="slidenum">
              <a:rPr lang="en-ZM" smtClean="0"/>
              <a:t>14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15496183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0F5A0-620D-4308-9A6B-2356316F5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Abbreviated Handshaking</a:t>
            </a:r>
            <a:endParaRPr lang="en-ZM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713B4-6087-45B5-8FCF-F7B5B3FB2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An </a:t>
            </a:r>
            <a:r>
              <a:rPr lang="en-US" b="1" dirty="0"/>
              <a:t>Abbreviated Handshake</a:t>
            </a:r>
            <a:r>
              <a:rPr lang="en-US" dirty="0"/>
              <a:t> is used when: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client and server </a:t>
            </a:r>
            <a:r>
              <a:rPr lang="en-US" b="1" dirty="0"/>
              <a:t>have previously communicated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They use </a:t>
            </a:r>
            <a:r>
              <a:rPr lang="en-US" b="1" dirty="0"/>
              <a:t>cached session data</a:t>
            </a:r>
            <a:r>
              <a:rPr lang="en-US" dirty="0"/>
              <a:t> to resume a previous secure connection.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Avoids expensive computations and certificate re-verification.</a:t>
            </a:r>
          </a:p>
          <a:p>
            <a:pPr marL="0" indent="0">
              <a:buNone/>
            </a:pPr>
            <a:r>
              <a:rPr lang="en-US" b="1" dirty="0"/>
              <a:t>Key Features: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Faster connection setup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Reuses previous session keys</a:t>
            </a:r>
            <a:r>
              <a:rPr lang="en-US" dirty="0"/>
              <a:t> or resumption secrets.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Saves on CPU, memory, and bandwidth.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in </a:t>
            </a:r>
            <a:r>
              <a:rPr lang="en-US" b="1" dirty="0"/>
              <a:t>TLS session resumption</a:t>
            </a:r>
            <a:r>
              <a:rPr lang="en-US" dirty="0"/>
              <a:t> via </a:t>
            </a:r>
            <a:r>
              <a:rPr lang="en-US" b="1" dirty="0"/>
              <a:t>Session IDs</a:t>
            </a:r>
            <a:r>
              <a:rPr lang="en-US" dirty="0"/>
              <a:t> or </a:t>
            </a:r>
            <a:r>
              <a:rPr lang="en-US" b="1" dirty="0"/>
              <a:t>Session Tickets</a:t>
            </a:r>
            <a:r>
              <a:rPr lang="en-US" dirty="0"/>
              <a:t>.</a:t>
            </a:r>
          </a:p>
          <a:p>
            <a:endParaRPr lang="en-ZM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06FC7-8F52-4A63-BDD9-D85629107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AA3CF-6BA3-439D-A4C4-4952C316151E}" type="slidenum">
              <a:rPr lang="en-ZM" smtClean="0"/>
              <a:t>15</a:t>
            </a:fld>
            <a:endParaRPr lang="en-ZM"/>
          </a:p>
        </p:txBody>
      </p:sp>
    </p:spTree>
    <p:extLst>
      <p:ext uri="{BB962C8B-B14F-4D97-AF65-F5344CB8AC3E}">
        <p14:creationId xmlns:p14="http://schemas.microsoft.com/office/powerpoint/2010/main" val="1188921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444</Words>
  <Application>Microsoft Office PowerPoint</Application>
  <PresentationFormat>Widescreen</PresentationFormat>
  <Paragraphs>92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Wingdings</vt:lpstr>
      <vt:lpstr>Office Theme</vt:lpstr>
      <vt:lpstr>WIRELESS TRANSPORT LAYER SECURITY (WTLS)</vt:lpstr>
      <vt:lpstr>Contents</vt:lpstr>
      <vt:lpstr>What is WTLS</vt:lpstr>
      <vt:lpstr>Why we need WTLS</vt:lpstr>
      <vt:lpstr>Why we need WTLS</vt:lpstr>
      <vt:lpstr>What is TLS</vt:lpstr>
      <vt:lpstr>WTLS Functions</vt:lpstr>
      <vt:lpstr>Security Algorithm</vt:lpstr>
      <vt:lpstr>Security Algorithm</vt:lpstr>
      <vt:lpstr>Security Algorithm</vt:lpstr>
      <vt:lpstr>WTLS Specifications</vt:lpstr>
      <vt:lpstr>WTLS Specifications</vt:lpstr>
      <vt:lpstr>WTLS Specifications</vt:lpstr>
      <vt:lpstr>Abbreviated Handshaking</vt:lpstr>
      <vt:lpstr>Abbreviated Handshaking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WIRELESS TRANSPORT LAYER SECURITY (WTLS)</dc:title>
  <dc:creator>Z Kaluba</dc:creator>
  <cp:lastModifiedBy>Z Kaluba</cp:lastModifiedBy>
  <cp:revision>8</cp:revision>
  <dcterms:created xsi:type="dcterms:W3CDTF">2025-06-24T07:40:02Z</dcterms:created>
  <dcterms:modified xsi:type="dcterms:W3CDTF">2025-06-24T09:01:18Z</dcterms:modified>
</cp:coreProperties>
</file>