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71" r:id="rId4"/>
    <p:sldId id="268" r:id="rId5"/>
    <p:sldId id="269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70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99F7B-F47A-4172-964B-59D5E7FC8161}" type="datetimeFigureOut">
              <a:rPr lang="x-none" smtClean="0"/>
              <a:t>04/09/2025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815A0-F290-44F2-86F5-FE63D9AB6F8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0833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0D301-D6F9-4331-988B-280639DD56AF}" type="datetime1">
              <a:rPr lang="x-none" smtClean="0"/>
              <a:t>04/09/2025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6689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AAA66-BF25-4BBD-9866-4A8B61EC3589}" type="datetime1">
              <a:rPr lang="x-none" smtClean="0"/>
              <a:t>04/09/2025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0576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4C2F-2AC0-472F-AC01-FFF606A2E5EB}" type="datetime1">
              <a:rPr lang="x-none" smtClean="0"/>
              <a:t>04/09/2025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8545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5F629-3B64-491F-A0C3-786E6FBFA03F}" type="datetime1">
              <a:rPr lang="x-none" smtClean="0"/>
              <a:t>04/09/2025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63994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522D9-948C-4D69-B98F-8222A3567716}" type="datetime1">
              <a:rPr lang="x-none" smtClean="0"/>
              <a:t>04/09/2025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4619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88D0-1FE2-4819-8CB1-F0CA4FC1E5D4}" type="datetime1">
              <a:rPr lang="x-none" smtClean="0"/>
              <a:t>04/09/2025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4008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5D1E-253F-4BD2-BD01-9C27768448D4}" type="datetime1">
              <a:rPr lang="x-none" smtClean="0"/>
              <a:t>04/09/2025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3873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D2CE8-E73D-42F4-A668-BE7DA8090041}" type="datetime1">
              <a:rPr lang="x-none" smtClean="0"/>
              <a:t>04/09/2025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6358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DED38-1024-4B0C-AC23-CFD9444242D9}" type="datetime1">
              <a:rPr lang="x-none" smtClean="0"/>
              <a:t>04/09/2025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2383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3B1B4-07BB-46A9-9662-5A0B41F8D61D}" type="datetime1">
              <a:rPr lang="x-none" smtClean="0"/>
              <a:t>04/09/2025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768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2B380-C0A6-4FF1-B9A9-622C29784E19}" type="datetime1">
              <a:rPr lang="x-none" smtClean="0"/>
              <a:t>04/09/2025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346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9DD96-BE9E-4F29-80BA-F7983AF21A3D}" type="datetime1">
              <a:rPr lang="x-none" smtClean="0"/>
              <a:t>04/09/2025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1199E-80E1-438F-AB52-B3C08DB68499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59399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keuseof.com/tag/hirens-boot-cd-allinone-boot-cd/#:~:text=Hiren's%20Boot%20CD%20is%20an,password%20recovery%2C%20and%20data%20recovery." TargetMode="External"/><Relationship Id="rId2" Type="http://schemas.openxmlformats.org/officeDocument/2006/relationships/hyperlink" Target="https://www.hirensbootcd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14F01-0D07-4D1F-AB65-400E401C65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Operating System Security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5B2FD-F9CD-47B9-86D7-B9A2589B8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Data Recovery using Hiren’s BootCD PE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02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6A531-CC8B-4095-9814-D3AF7E105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0385" y="3429000"/>
            <a:ext cx="7184010" cy="5209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Group 2 Members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0A97174-DA32-4BF9-8259-E1FBF4B91A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268077"/>
              </p:ext>
            </p:extLst>
          </p:nvPr>
        </p:nvGraphicFramePr>
        <p:xfrm>
          <a:off x="231741" y="276860"/>
          <a:ext cx="5317411" cy="630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72">
                  <a:extLst>
                    <a:ext uri="{9D8B030D-6E8A-4147-A177-3AD203B41FA5}">
                      <a16:colId xmlns:a16="http://schemas.microsoft.com/office/drawing/2014/main" val="266945008"/>
                    </a:ext>
                  </a:extLst>
                </a:gridCol>
                <a:gridCol w="2911339">
                  <a:extLst>
                    <a:ext uri="{9D8B030D-6E8A-4147-A177-3AD203B41FA5}">
                      <a16:colId xmlns:a16="http://schemas.microsoft.com/office/drawing/2014/main" val="1383846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STUDENT NAME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STUDENT NUMBER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04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James Soko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20231392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206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Astone Mwamba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20231951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33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Ben Zulu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x-none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20231886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913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Alinet Hangoba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x-none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20231685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91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Namusokwe Naomi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x-none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20230443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226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Albert Mulenga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x-none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20230427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078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Albertna</a:t>
                      </a:r>
                      <a:r>
                        <a:rPr lang="en-US" baseline="0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 Mwewa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x-none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20231875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467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Rabby Chongo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x-none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20231350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028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Alinuswe Simbeye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x-none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20231271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74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Cindy Ngandalo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x-none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22175202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05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Boyd Phiri Jr.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x-none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20231939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98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Obed Mwape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x-none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20231799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27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Carestone Mupaile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x-none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20231899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2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Nelson Kapinga 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20231839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991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Gabriel </a:t>
                      </a:r>
                      <a:r>
                        <a:rPr lang="en-US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Hichintu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x-none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20231919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419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Violet Kikumbaila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00B050"/>
                          </a:solidFill>
                          <a:latin typeface="Consolas" panose="020B0609020204030204" pitchFamily="49" charset="0"/>
                        </a:rPr>
                        <a:t>20231791</a:t>
                      </a:r>
                      <a:endParaRPr lang="x-none" dirty="0">
                        <a:solidFill>
                          <a:srgbClr val="00B05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46881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A0AFEE7-324E-40A8-B7BF-EB2C6B229D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242" y="1924836"/>
            <a:ext cx="1026295" cy="129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2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AD5CCE-CCE8-44AE-A411-27DB9A4FAE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QUESTION</a:t>
            </a:r>
            <a:endParaRPr lang="LID4096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BB435B0-B0F5-4C5E-A820-A6DD1AA75B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Recover a music file deleted from any memory stick using Hiren’s BootCD PE.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CA15D-294F-4AA2-9C89-F496F2BCA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CYS337 by Mr. Mwashi Matela | Group 2 2025 Presentations 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265F4-22CF-4FE8-A025-6949ECD6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79022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850B-582B-48E8-A91A-E628D7CD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600" b="1" dirty="0">
                <a:solidFill>
                  <a:srgbClr val="00B050"/>
                </a:solidFill>
                <a:latin typeface="Consolas" panose="020B0609020204030204" pitchFamily="49" charset="0"/>
              </a:rPr>
              <a:t>Introduction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882D-71E3-4480-B4C9-7BBF778B1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753" y="1796210"/>
            <a:ext cx="10806953" cy="474270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In the world of modern computing, data loss can be catastrophic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A simple deletion, whether accidental or intentional, can seem like the end of a file.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However, with the right tools and knowledge, files can be recovered.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In this presentation, we will demonstrate how to recover a deleted music file using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Hiren’s BootCD PE.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58C11-507D-4222-9DD3-777503F8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61299-EA9C-4FDD-8FAD-F869EF3B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4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59751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850B-582B-48E8-A91A-E628D7CD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00B050"/>
                </a:solidFill>
                <a:latin typeface="Consolas" panose="020B0609020204030204" pitchFamily="49" charset="0"/>
              </a:rPr>
              <a:t>Objectives </a:t>
            </a:r>
            <a:endParaRPr lang="x-none" sz="6600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882D-71E3-4480-B4C9-7BBF778B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To demonstrate the recovery of a deleted music file using Hiren’s BootCD PE (Recuva).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To understand the file recovery process within an operating system environment.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To explore the capabilities of Hiren’s BootCD PE in data restoration and OS security.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To emphasize the role of data recovery tools in mitigating data loss risks.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58C11-507D-4222-9DD3-777503F8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61299-EA9C-4FDD-8FAD-F869EF3B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5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03297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850B-582B-48E8-A91A-E628D7CD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Hiren’s BootCD PE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882D-71E3-4480-B4C9-7BBF778B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Download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Hiren’s BootCD PE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Hiren's Boot CD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is an all-in-one bootable rescue disc solution that contains a load of useful Windows repair tools you'll want to have when you can no longer boot into your PC.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Imagine issues like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hard drive failure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virus infections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partitioning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password recovery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, and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data recovery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Source →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Make use of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(website)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58C11-507D-4222-9DD3-777503F8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61299-EA9C-4FDD-8FAD-F869EF3B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0075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E85D-07C0-4EFC-9EB0-98D51910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Data Recovery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5A9A6-B92C-42BE-941F-C979CFD97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Data recovery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is the process of retrieving lost, deleted, damaged, or inaccessible data from storage devices, often involving specialized software and techniques to scan, identify, and restore the data.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In digital forensics, a wide array of data can be recovered, including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deleted files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emails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browsing history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metadata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, and even data from encrypted or damaged devices.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Our focus in on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deleted files (music).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19972-EC46-40AA-A952-28967CDB2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93607-3491-459E-B194-358AAFA4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90563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F3860-6E0F-43DA-B4EB-96CAF4DB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602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How to Recover Deleted Files Using Hiren’s BootCD PE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A3DC6-62A9-4EE7-AC86-F048218CB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6E72C-B270-4DF2-89C7-2498ACB3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55199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B282E1-5A41-442E-903C-DAA9B1BB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Creating a Bootable Device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BB85E-9C66-41AE-BC8B-576D23D92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If you’ve downloaded Hiren’s BootCD PE from the actual web, the file will be written as .iso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Use a booting tool such as Rufus or PowerISO to make the .iso file bootable into your USB drive.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If you have the Hiren’s BootCD PE as a folder, copy the files into an USB drive and you are ready to go.</a:t>
            </a:r>
            <a:endParaRPr lang="x-none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ABC9A-D84A-4D0F-B7F1-4A46D2AED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A748C-488C-4CF8-B28E-AB501FE5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17586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C28A-D674-4351-9162-4CB24450B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Initializing and Loading Up Hiren’s BootCD PE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81463-7B7C-41B4-8A92-F27C4D622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Shutdown and restart your PC into the Boot menu by pressing F12 repeatedly depending on your manufacturer.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Select the bootable USB drive e.g., UEFI: VendorCoProductCode 2.00, Partition 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Wait for Hiren’s BootCD PE to initialize and load up.</a:t>
            </a:r>
            <a:endParaRPr lang="x-none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06C12-AE3D-4A44-BF0A-FF77C1B33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E1346-86D3-4029-A6D6-C2FB96F6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10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4228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4FCB-6963-44F4-838E-0B5ADEC29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Data Recover With Hirens BootCD PE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8FF3F-5F65-417D-B0EF-A501618B7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Steps</a:t>
            </a:r>
            <a:endParaRPr lang="x-none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9C88-E976-4A56-82C6-C77D0DF713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Navigate to the folder called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Utilities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(Located on the Desktop)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Navigate to the folder called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Hard Disk Tools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Navigate to the folder called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Data Recovery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6483E-518F-487E-9B8E-0C2B8C1EE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Tools</a:t>
            </a:r>
            <a:endParaRPr lang="x-none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13E8D9-992F-4939-AC15-CB59B54660B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AppleFS for Windows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Check Disk GUI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DME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Lazesoft Data Recovery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Linux Reader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PhotoRec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Puran Data Recovery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ReclaimMe Free RAID Recovery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Recuva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Unstoppable Copier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Victoria </a:t>
            </a:r>
            <a:endParaRPr lang="x-none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78E73A-92B4-4398-BF94-F79365B9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68B222-8328-4027-8E9A-A0D75B65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38229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AA27BC9-3C2F-469E-BCD6-40C69EE6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Recuva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170428-44BA-4DEA-AB65-1E58EA6BD5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Open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Recuva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Select the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File Type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Select the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File Location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x-none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BA9E263-B782-4C18-9DFA-7B719116B1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Start the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Scan</a:t>
            </a:r>
          </a:p>
          <a:p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Switch to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Advanced Mode</a:t>
            </a:r>
          </a:p>
          <a:p>
            <a:pPr marL="0" indent="0">
              <a:buNone/>
            </a:pPr>
            <a:endParaRPr lang="x-none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B9CE3A-F423-4494-820E-F25D7CC48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830" y="2410149"/>
            <a:ext cx="4673840" cy="12256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7C051B-189A-4C68-BBD0-7C8970DDB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830" y="4405427"/>
            <a:ext cx="3308520" cy="4635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729AB0C-D68E-4BCC-A613-89A6077EC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830" y="5875219"/>
            <a:ext cx="2470277" cy="4826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D6EA9B-422C-4CD1-B3CC-7A82D40338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430" y="2365504"/>
            <a:ext cx="3403775" cy="16129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B4D20AE-7B9C-4079-BB67-33348CD2984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836" y="4869001"/>
            <a:ext cx="5022133" cy="1189130"/>
          </a:xfrm>
          <a:prstGeom prst="rect">
            <a:avLst/>
          </a:prstGeom>
        </p:spPr>
      </p:pic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A64F8DC-55E1-4520-A704-70ED2E59C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A0D7F0A-C33C-46F9-8E18-0518A5EF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12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80518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C28A-D674-4351-9162-4CB24450B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The Role of Data Recovery Tools in Mitigating Data Loss Risks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81463-7B7C-41B4-8A92-F27C4D622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File Recovery –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They provide the ability to recover lost data from various storage mediums, ensuring important files are not permanently lost due to accidental deletion or system failures.</a:t>
            </a:r>
            <a:b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Minimizing Downtime –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These tools enable quick restoration of data, reducing downtime and maintaining business continuity in both personal and professional environments.</a:t>
            </a:r>
            <a:b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Data Persistence –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By recovering seemingly unrecoverable files, data recovery tools highlight the importance of data persistence and ensure that critical information is safeguarded.</a:t>
            </a:r>
            <a:endParaRPr lang="x-none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06C12-AE3D-4A44-BF0A-FF77C1B33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 | Group 2 2025 Presentations </a:t>
            </a:r>
            <a:endParaRPr lang="x-non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E1346-86D3-4029-A6D6-C2FB96F6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x-none" smtClean="0"/>
              <a:t>13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4759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F105EF-D723-48B3-81E8-A31EB472A5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B050"/>
                </a:solidFill>
                <a:latin typeface="Consolas" panose="020B0609020204030204" pitchFamily="49" charset="0"/>
              </a:rPr>
              <a:t>Let’s Jump Into the Practical</a:t>
            </a:r>
            <a:endParaRPr lang="x-none" sz="4800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5432687-B479-4441-A304-27C73D40FD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End of The Theory Presentation </a:t>
            </a:r>
            <a:endParaRPr lang="x-none" b="1" dirty="0">
              <a:solidFill>
                <a:srgbClr val="00B05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999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285</TotalTime>
  <Words>795</Words>
  <Application>Microsoft Office PowerPoint</Application>
  <PresentationFormat>Widescreen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Wingdings</vt:lpstr>
      <vt:lpstr>Office Theme</vt:lpstr>
      <vt:lpstr>Operating System Security</vt:lpstr>
      <vt:lpstr>Group 2 Members</vt:lpstr>
      <vt:lpstr>QUESTION</vt:lpstr>
      <vt:lpstr>Introduction </vt:lpstr>
      <vt:lpstr>Objectives </vt:lpstr>
      <vt:lpstr>Hiren’s BootCD PE</vt:lpstr>
      <vt:lpstr>Data Recovery</vt:lpstr>
      <vt:lpstr>How to Recover Deleted Files Using Hiren’s BootCD PE</vt:lpstr>
      <vt:lpstr>Creating a Bootable Device</vt:lpstr>
      <vt:lpstr>Initializing and Loading Up Hiren’s BootCD PE</vt:lpstr>
      <vt:lpstr>Data Recover With Hirens BootCD PE</vt:lpstr>
      <vt:lpstr>Recuva</vt:lpstr>
      <vt:lpstr>The Role of Data Recovery Tools in Mitigating Data Loss Risks</vt:lpstr>
      <vt:lpstr>Let’s Jump Into the Practical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Security</dc:title>
  <dc:creator>James Soko</dc:creator>
  <cp:lastModifiedBy>James Soko</cp:lastModifiedBy>
  <cp:revision>32</cp:revision>
  <dcterms:created xsi:type="dcterms:W3CDTF">2025-04-08T10:54:19Z</dcterms:created>
  <dcterms:modified xsi:type="dcterms:W3CDTF">2025-04-09T08:59:47Z</dcterms:modified>
</cp:coreProperties>
</file>