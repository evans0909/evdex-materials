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7"/>
  </p:notesMasterIdLst>
  <p:sldIdLst>
    <p:sldId id="256" r:id="rId2"/>
    <p:sldId id="265" r:id="rId3"/>
    <p:sldId id="259" r:id="rId4"/>
    <p:sldId id="260" r:id="rId5"/>
    <p:sldId id="264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299F7B-F47A-4172-964B-59D5E7FC8161}" type="datetimeFigureOut">
              <a:rPr lang="LID4096" smtClean="0"/>
              <a:t>09/02/2025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B815A0-F290-44F2-86F5-FE63D9AB6F8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08339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C8980A7A-9270-419F-99AE-E58E71C9FBDB}" type="datetime1">
              <a:rPr lang="LID4096" smtClean="0"/>
              <a:t>09/02/2025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CYS337 by Mr. Mwashi Matela</a:t>
            </a:r>
            <a:endParaRPr lang="LID4096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6931199E-80E1-438F-AB52-B3C08DB684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08660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CCDE2-0C08-4399-8E17-3D9A4EAB8C41}" type="datetime1">
              <a:rPr lang="LID4096" smtClean="0"/>
              <a:t>09/02/2025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17664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41DFD-5D70-44F1-BE57-034BD152AD65}" type="datetime1">
              <a:rPr lang="LID4096" smtClean="0"/>
              <a:t>09/02/2025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</a:t>
            </a:r>
            <a:endParaRPr lang="LID4096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99075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25B1A-3DDB-41B2-844E-F621704EC936}" type="datetime1">
              <a:rPr lang="LID4096" smtClean="0"/>
              <a:t>09/02/2025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20278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4E137-1115-45A3-9E41-351E4180C97F}" type="datetime1">
              <a:rPr lang="LID4096" smtClean="0"/>
              <a:t>09/02/2025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</a:t>
            </a:r>
            <a:endParaRPr lang="LID4096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36174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A1ED0-2DD1-4FF0-AAF2-C291B4538ABE}" type="datetime1">
              <a:rPr lang="LID4096" smtClean="0"/>
              <a:t>09/02/2025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</a:t>
            </a:r>
            <a:endParaRPr lang="LID4096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58984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E8482-BE69-4640-8F01-0FF21A4081D6}" type="datetime1">
              <a:rPr lang="LID4096" smtClean="0"/>
              <a:t>09/02/2025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</a:t>
            </a:r>
            <a:endParaRPr lang="LID4096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01519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ADD36-136E-425B-9B7D-450A2566D444}" type="datetime1">
              <a:rPr lang="LID4096" smtClean="0"/>
              <a:t>09/02/2025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</a:t>
            </a:r>
            <a:endParaRPr lang="LID4096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47265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C8453-AA63-432F-ABE9-D7CABCEBE753}" type="datetime1">
              <a:rPr lang="LID4096" smtClean="0"/>
              <a:t>09/02/2025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</a:t>
            </a:r>
            <a:endParaRPr lang="LID4096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292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C6663-ADC9-43C4-A291-4AF35EC2FE80}" type="datetime1">
              <a:rPr lang="LID4096" smtClean="0"/>
              <a:t>09/02/2025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</a:t>
            </a:r>
            <a:endParaRPr lang="LID4096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41855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3C9B1-B907-434E-A916-8AD64773BE1E}" type="datetime1">
              <a:rPr lang="LID4096" smtClean="0"/>
              <a:t>09/02/2025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</a:t>
            </a:r>
            <a:endParaRPr lang="LID4096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825168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D3E81-ABE2-4FC7-B75D-101E31B48634}" type="datetime1">
              <a:rPr lang="LID4096" smtClean="0"/>
              <a:t>09/02/2025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</a:t>
            </a:r>
            <a:endParaRPr lang="LID4096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580916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8EC97-9E47-4CD7-9F68-C89D2F5C4163}" type="datetime1">
              <a:rPr lang="LID4096" smtClean="0"/>
              <a:t>09/02/2025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</a:t>
            </a:r>
            <a:endParaRPr lang="LID4096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42222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D4A89-3B4A-4441-B27F-3F2EAC910B59}" type="datetime1">
              <a:rPr lang="LID4096" smtClean="0"/>
              <a:t>09/02/2025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</a:t>
            </a:r>
            <a:endParaRPr lang="LID4096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757720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D03C9-A433-457C-AB73-EAB73910AF67}" type="datetime1">
              <a:rPr lang="LID4096" smtClean="0"/>
              <a:t>09/02/2025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 dirty="0"/>
              <a:t>CYS337 by Mr. Mwashi Matela</a:t>
            </a:r>
            <a:endParaRPr lang="LID4096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42898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33DF88A0-539A-488E-93D1-D27893FA7181}" type="datetime1">
              <a:rPr lang="LID4096" smtClean="0"/>
              <a:t>09/02/2025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363014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2A35B720-0EA8-4C7B-B028-19B0F0041282}" type="datetime1">
              <a:rPr lang="LID4096" smtClean="0"/>
              <a:t>09/02/2025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</a:t>
            </a:r>
            <a:endParaRPr lang="LID4096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30639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49709E4D-D756-462B-99CA-E862BD1A28AA}" type="datetime1">
              <a:rPr lang="LID4096" smtClean="0"/>
              <a:t>09/02/2025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CYS337 by Mr. Mwashi Matela</a:t>
            </a:r>
            <a:endParaRPr lang="LID4096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6931199E-80E1-438F-AB52-B3C08DB684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30623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tm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14F01-0D07-4D1F-AB65-400E401C65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Operating System Security (CYS337)</a:t>
            </a:r>
            <a:endParaRPr lang="LID4096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25B2FD-F9CD-47B9-86D7-B9A2589B86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Data Recovery using Hiren’s BootCD PE | Recuva</a:t>
            </a:r>
          </a:p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By James Soko (20231392)</a:t>
            </a:r>
            <a:endParaRPr lang="LID4096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97BE7C-D563-424F-9191-5F997A9F53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0430" y="3169394"/>
            <a:ext cx="1620183" cy="203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022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F850B-582B-48E8-A91A-E628D7CD9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</a:rPr>
              <a:t>Hiren’s BootCD PE</a:t>
            </a:r>
            <a:endParaRPr lang="LID4096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B882D-71E3-4480-B4C9-7BBF778B1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</a:rPr>
              <a:t>Download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Hirens BootCD PE and make it 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</a:rPr>
              <a:t>bootable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in a USB Drive.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</a:rPr>
              <a:t>Shutdown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and 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</a:rPr>
              <a:t>restart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your PC into the Boot menu by pressing 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</a:rPr>
              <a:t>F12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repeatedly depending on your manufacturer.</a:t>
            </a:r>
          </a:p>
          <a:p>
            <a:pPr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Select the bootable USB drive e.g., 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</a:rPr>
              <a:t>UEFI: VendorCoProductCode 2.00, Partition</a:t>
            </a:r>
          </a:p>
          <a:p>
            <a:pPr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Wait for Hiren’s BootCD PE to initialize and load up.</a:t>
            </a:r>
          </a:p>
          <a:p>
            <a:pPr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Click on the 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</a:rPr>
              <a:t>Windows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icon</a:t>
            </a:r>
          </a:p>
          <a:p>
            <a:pPr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Select 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</a:rPr>
              <a:t>All Programs</a:t>
            </a:r>
          </a:p>
          <a:p>
            <a:pPr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Select the 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</a:rPr>
              <a:t>Hard Disk Tools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→ 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</a:rPr>
              <a:t>Data Recovery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Folder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B58C11-507D-4222-9DD3-777503F85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461299-EA9C-4FDD-8FAD-F869EF3B9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85448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F850B-582B-48E8-A91A-E628D7CD9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</a:rPr>
              <a:t>Deleting a Music File</a:t>
            </a:r>
            <a:endParaRPr lang="LID4096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B882D-71E3-4480-B4C9-7BBF778B1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Insert a USB Drive and format it.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Copy a music file to the USB Drive.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Delete the music file from the USB Drive.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B58C11-507D-4222-9DD3-777503F85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461299-EA9C-4FDD-8FAD-F869EF3B9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3</a:t>
            </a:fld>
            <a:endParaRPr lang="LID4096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25BED5-7741-4E4B-A4F5-BF1C6D37A6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0235" y="2999362"/>
            <a:ext cx="2489328" cy="7112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5731C6-200C-4640-996D-2C4CC3839D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0235" y="4194928"/>
            <a:ext cx="6404268" cy="118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075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9E85D-07C0-4EFC-9EB0-98D519108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</a:rPr>
              <a:t>Configuring Recuva</a:t>
            </a:r>
            <a:endParaRPr lang="LID4096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5A9A6-B92C-42BE-941F-C979CFD975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Open </a:t>
            </a:r>
            <a:r>
              <a:rPr lang="en-GB" b="1" dirty="0">
                <a:solidFill>
                  <a:schemeClr val="tx1"/>
                </a:solidFill>
                <a:latin typeface="Consolas" panose="020B0609020204030204" pitchFamily="49" charset="0"/>
              </a:rPr>
              <a:t>Recuva</a:t>
            </a: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</a:p>
          <a:p>
            <a:pPr>
              <a:buFont typeface="Wingdings" panose="05000000000000000000" pitchFamily="2" charset="2"/>
              <a:buChar char="ü"/>
            </a:pPr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Select our </a:t>
            </a:r>
            <a:r>
              <a:rPr lang="en-GB" b="1" dirty="0">
                <a:solidFill>
                  <a:schemeClr val="tx1"/>
                </a:solidFill>
                <a:latin typeface="Consolas" panose="020B0609020204030204" pitchFamily="49" charset="0"/>
              </a:rPr>
              <a:t>File Type </a:t>
            </a: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as </a:t>
            </a:r>
            <a:r>
              <a:rPr lang="en-GB" b="1" dirty="0">
                <a:solidFill>
                  <a:schemeClr val="tx1"/>
                </a:solidFill>
                <a:latin typeface="Consolas" panose="020B0609020204030204" pitchFamily="49" charset="0"/>
              </a:rPr>
              <a:t>Music</a:t>
            </a: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</a:p>
          <a:p>
            <a:pPr>
              <a:buFont typeface="Wingdings" panose="05000000000000000000" pitchFamily="2" charset="2"/>
              <a:buChar char="ü"/>
            </a:pPr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Select </a:t>
            </a:r>
            <a:r>
              <a:rPr lang="en-GB" b="1" dirty="0">
                <a:solidFill>
                  <a:schemeClr val="tx1"/>
                </a:solidFill>
                <a:latin typeface="Consolas" panose="020B0609020204030204" pitchFamily="49" charset="0"/>
              </a:rPr>
              <a:t>File Location</a:t>
            </a: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: </a:t>
            </a:r>
            <a:r>
              <a:rPr lang="en-GB" b="1" dirty="0">
                <a:solidFill>
                  <a:schemeClr val="tx1"/>
                </a:solidFill>
                <a:latin typeface="Consolas" panose="020B0609020204030204" pitchFamily="49" charset="0"/>
              </a:rPr>
              <a:t>In a Specific Location</a:t>
            </a: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</a:p>
          <a:p>
            <a:pPr marL="0" indent="0">
              <a:buNone/>
            </a:pPr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LID4096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693607-3491-459E-B194-358AAFA41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4</a:t>
            </a:fld>
            <a:endParaRPr lang="LID4096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E6B742-4C52-47F2-B88C-02E16FD7C5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1014" y="3039134"/>
            <a:ext cx="4654789" cy="12129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FEABBA-E34E-42BC-BE3F-C0BFAC4DFE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1013" y="4711019"/>
            <a:ext cx="4654789" cy="6286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75A151D-580A-4120-8F41-B5EEA95CB8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1013" y="5857649"/>
            <a:ext cx="4654788" cy="78327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4A3B09-287D-42F2-A002-0D60A9CD3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9964" y="6598875"/>
            <a:ext cx="3859795" cy="304801"/>
          </a:xfrm>
        </p:spPr>
        <p:txBody>
          <a:bodyPr/>
          <a:lstStyle/>
          <a:p>
            <a:r>
              <a:rPr lang="en-US" dirty="0"/>
              <a:t>CYS337 by Mr. Mwashi Matela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890563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9B282E1-5A41-442E-903C-DAA9B1BB9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</a:rPr>
              <a:t>Recovering a Deleted Music File</a:t>
            </a:r>
            <a:endParaRPr lang="LID4096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ABB85E-9C66-41AE-BC8B-576D23D92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Start the </a:t>
            </a:r>
            <a:r>
              <a:rPr lang="en-GB" b="1" dirty="0">
                <a:solidFill>
                  <a:schemeClr val="tx1"/>
                </a:solidFill>
                <a:latin typeface="Consolas" panose="020B0609020204030204" pitchFamily="49" charset="0"/>
              </a:rPr>
              <a:t>Scan</a:t>
            </a: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and go to </a:t>
            </a:r>
            <a:r>
              <a:rPr lang="en-GB" b="1" dirty="0">
                <a:solidFill>
                  <a:schemeClr val="tx1"/>
                </a:solidFill>
                <a:latin typeface="Consolas" panose="020B0609020204030204" pitchFamily="49" charset="0"/>
              </a:rPr>
              <a:t>Advanced Mode</a:t>
            </a: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</a:p>
          <a:p>
            <a:pPr>
              <a:buFont typeface="Wingdings" panose="05000000000000000000" pitchFamily="2" charset="2"/>
              <a:buChar char="ü"/>
            </a:pPr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Select the music file you want to recover.</a:t>
            </a:r>
          </a:p>
          <a:p>
            <a:pPr>
              <a:buFont typeface="Wingdings" panose="05000000000000000000" pitchFamily="2" charset="2"/>
              <a:buChar char="ü"/>
            </a:pPr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GB" b="1" dirty="0">
                <a:solidFill>
                  <a:schemeClr val="tx1"/>
                </a:solidFill>
                <a:latin typeface="Consolas" panose="020B0609020204030204" pitchFamily="49" charset="0"/>
              </a:rPr>
              <a:t>Recover</a:t>
            </a: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the music file and save it on another storage device.</a:t>
            </a:r>
          </a:p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LID4096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ABC9A-D84A-4D0F-B7F1-4A46D2AED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</a:t>
            </a:r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A748C-488C-4CF8-B28E-AB501FE56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5</a:t>
            </a:fld>
            <a:endParaRPr lang="LID4096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81A013-5005-4518-A775-6B3535C86E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701" y="3009640"/>
            <a:ext cx="2677934" cy="5788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1434B7-6B6C-488D-86DE-61A17D83F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0900" y="4245047"/>
            <a:ext cx="7086964" cy="7683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9EF91DA-F1E4-4D1C-A20A-6811CD4EEE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0900" y="5499574"/>
            <a:ext cx="2131179" cy="68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5869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255</TotalTime>
  <Words>212</Words>
  <Application>Microsoft Office PowerPoint</Application>
  <PresentationFormat>Widescreen</PresentationFormat>
  <Paragraphs>46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Century Gothic</vt:lpstr>
      <vt:lpstr>Consolas</vt:lpstr>
      <vt:lpstr>Wingdings</vt:lpstr>
      <vt:lpstr>Wingdings 3</vt:lpstr>
      <vt:lpstr>Ion Boardroom</vt:lpstr>
      <vt:lpstr>Operating System Security (CYS337)</vt:lpstr>
      <vt:lpstr>Hiren’s BootCD PE</vt:lpstr>
      <vt:lpstr>Deleting a Music File</vt:lpstr>
      <vt:lpstr>Configuring Recuva</vt:lpstr>
      <vt:lpstr>Recovering a Deleted Music File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Security</dc:title>
  <dc:creator>James Soko</dc:creator>
  <cp:lastModifiedBy>James Soko</cp:lastModifiedBy>
  <cp:revision>37</cp:revision>
  <dcterms:created xsi:type="dcterms:W3CDTF">2025-04-08T10:54:19Z</dcterms:created>
  <dcterms:modified xsi:type="dcterms:W3CDTF">2025-09-02T06:34:29Z</dcterms:modified>
</cp:coreProperties>
</file>