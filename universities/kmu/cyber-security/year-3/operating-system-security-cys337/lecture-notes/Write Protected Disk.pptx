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"/>
  </p:notesMasterIdLst>
  <p:sldIdLst>
    <p:sldId id="256" r:id="rId2"/>
    <p:sldId id="265" r:id="rId3"/>
    <p:sldId id="259" r:id="rId4"/>
    <p:sldId id="26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99F7B-F47A-4172-964B-59D5E7FC8161}" type="datetimeFigureOut">
              <a:rPr lang="LID4096" smtClean="0"/>
              <a:t>09/02/2025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815A0-F290-44F2-86F5-FE63D9AB6F8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833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8980A7A-9270-419F-99AE-E58E71C9FBDB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866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CDE2-0C08-4399-8E17-3D9A4EAB8C41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766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41DFD-5D70-44F1-BE57-034BD152AD65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907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25B1A-3DDB-41B2-844E-F621704EC936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027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E137-1115-45A3-9E41-351E4180C97F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617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A1ED0-2DD1-4FF0-AAF2-C291B4538ABE}" type="datetime1">
              <a:rPr lang="LID4096" smtClean="0"/>
              <a:t>09/02/2025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898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E8482-BE69-4640-8F01-0FF21A4081D6}" type="datetime1">
              <a:rPr lang="LID4096" smtClean="0"/>
              <a:t>09/02/2025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151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ADD36-136E-425B-9B7D-450A2566D444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7265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C8453-AA63-432F-ABE9-D7CABCEBE753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29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C6663-ADC9-43C4-A291-4AF35EC2FE80}" type="datetime1">
              <a:rPr lang="LID4096" smtClean="0"/>
              <a:t>09/02/2025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1855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3C9B1-B907-434E-A916-8AD64773BE1E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2516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D3E81-ABE2-4FC7-B75D-101E31B48634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8091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8EC97-9E47-4CD7-9F68-C89D2F5C4163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2222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D4A89-3B4A-4441-B27F-3F2EAC910B59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577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D03C9-A433-457C-AB73-EAB73910AF67}" type="datetime1">
              <a:rPr lang="LID4096" smtClean="0"/>
              <a:t>09/02/2025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2898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3DF88A0-539A-488E-93D1-D27893FA7181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6301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A35B720-0EA8-4C7B-B028-19B0F0041282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063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9709E4D-D756-462B-99CA-E862BD1A28AA}" type="datetime1">
              <a:rPr lang="LID4096" smtClean="0"/>
              <a:t>09/02/2025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6931199E-80E1-438F-AB52-B3C08DB6849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062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tmp"/><Relationship Id="rId4" Type="http://schemas.openxmlformats.org/officeDocument/2006/relationships/image" Target="../media/image6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tmp"/><Relationship Id="rId4" Type="http://schemas.openxmlformats.org/officeDocument/2006/relationships/image" Target="../media/image6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4F01-0D07-4D1F-AB65-400E401C6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Operating System Security (CYS337)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5B2FD-F9CD-47B9-86D7-B9A2589B8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Write Protected USB Drive| CMD</a:t>
            </a: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By James Soko (20231392)</a:t>
            </a:r>
          </a:p>
          <a:p>
            <a:r>
              <a:rPr lang="en-US" sz="1000" b="1" dirty="0">
                <a:solidFill>
                  <a:schemeClr val="bg1"/>
                </a:solidFill>
                <a:latin typeface="Consolas" panose="020B0609020204030204" pitchFamily="49" charset="0"/>
              </a:rPr>
              <a:t>2</a:t>
            </a:r>
            <a:r>
              <a:rPr lang="en-US" sz="1000" b="1" baseline="30000" dirty="0">
                <a:solidFill>
                  <a:schemeClr val="bg1"/>
                </a:solidFill>
                <a:latin typeface="Consolas" panose="020B0609020204030204" pitchFamily="49" charset="0"/>
              </a:rPr>
              <a:t>nd</a:t>
            </a:r>
            <a:r>
              <a:rPr lang="en-US" sz="1000" b="1" dirty="0">
                <a:solidFill>
                  <a:schemeClr val="bg1"/>
                </a:solidFill>
                <a:latin typeface="Consolas" panose="020B0609020204030204" pitchFamily="49" charset="0"/>
              </a:rPr>
              <a:t> September, 2025</a:t>
            </a:r>
            <a:endParaRPr lang="LID4096" sz="10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7BE7C-D563-424F-9191-5F997A9F5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430" y="3169394"/>
            <a:ext cx="1620183" cy="203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22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850B-582B-48E8-A91A-E628D7CD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Command Prompt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82D-71E3-4480-B4C9-7BBF778B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Press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Windows + R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and type cmd and click on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OK</a:t>
            </a: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Insert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the target USB Drive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8C11-507D-4222-9DD3-777503F8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1299-EA9C-4FDD-8FAD-F869EF3B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2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3E9600-03EB-459A-83AE-0006C1799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152" y="3120253"/>
            <a:ext cx="3549832" cy="197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4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850B-582B-48E8-A91A-E628D7CD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Read-only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82D-71E3-4480-B4C9-7BBF778B14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AutoNum type="arabicPeriod" startAt="3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Enter the following commands on CMD</a:t>
            </a:r>
          </a:p>
          <a:p>
            <a:pPr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diskpart</a:t>
            </a:r>
          </a:p>
          <a:p>
            <a:pPr>
              <a:buFont typeface="+mj-lt"/>
              <a:buAutoNum type="alphaLcParenR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lphaLcParenR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lphaLcParenR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list disk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1439E3A-DBAC-484C-A2A4-741C4D1603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AutoNum type="alphaLcParenR" startAt="3"/>
            </a:pPr>
            <a:r>
              <a:rPr lang="en-US" dirty="0"/>
              <a:t>select disk 1</a:t>
            </a:r>
          </a:p>
          <a:p>
            <a:pPr>
              <a:buAutoNum type="alphaLcParenR" startAt="3"/>
            </a:pPr>
            <a:endParaRPr lang="en-US" dirty="0"/>
          </a:p>
          <a:p>
            <a:pPr>
              <a:buAutoNum type="alphaLcParenR" startAt="3"/>
            </a:pPr>
            <a:endParaRPr lang="en-US" dirty="0"/>
          </a:p>
          <a:p>
            <a:pPr>
              <a:buAutoNum type="alphaLcParenR" startAt="3"/>
            </a:pPr>
            <a:r>
              <a:rPr lang="en-US" dirty="0"/>
              <a:t>attributes volume set readonly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8C11-507D-4222-9DD3-777503F8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1299-EA9C-4FDD-8FAD-F869EF3B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3</a:t>
            </a:fld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F4208E-09DC-4E5A-B1D0-1E4F28A3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759" y="3839076"/>
            <a:ext cx="2794146" cy="7994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98CC2F-C45B-4DBA-9243-A5AA60C76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759" y="5366110"/>
            <a:ext cx="3778444" cy="10160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7464FD-3087-4BD5-9F6F-2D7512F0EFA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" t="-1113"/>
          <a:stretch/>
        </p:blipFill>
        <p:spPr>
          <a:xfrm>
            <a:off x="6674176" y="3044858"/>
            <a:ext cx="2894029" cy="6975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BE6B5E-9ADA-4F13-AF36-05DDB24365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381" y="4287464"/>
            <a:ext cx="3830860" cy="107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75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850B-582B-48E8-A91A-E628D7CD9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Remove Read-only Protection</a:t>
            </a:r>
            <a:endParaRPr lang="LID4096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882D-71E3-4480-B4C9-7BBF778B14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AutoNum type="arabicPeriod" startAt="3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Enter the following commands on CMD</a:t>
            </a:r>
          </a:p>
          <a:p>
            <a:pPr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diskpart</a:t>
            </a:r>
          </a:p>
          <a:p>
            <a:pPr>
              <a:buFont typeface="+mj-lt"/>
              <a:buAutoNum type="alphaLcParenR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lphaLcParenR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lphaLcParenR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buFont typeface="+mj-lt"/>
              <a:buAutoNum type="alphaLcParenR"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list disk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1439E3A-DBAC-484C-A2A4-741C4D1603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AutoNum type="alphaLcParenR" startAt="3"/>
            </a:pPr>
            <a:r>
              <a:rPr lang="en-US" dirty="0"/>
              <a:t>select disk 1</a:t>
            </a:r>
          </a:p>
          <a:p>
            <a:pPr>
              <a:buAutoNum type="alphaLcParenR" startAt="3"/>
            </a:pPr>
            <a:endParaRPr lang="en-US" dirty="0"/>
          </a:p>
          <a:p>
            <a:pPr>
              <a:buAutoNum type="alphaLcParenR" startAt="3"/>
            </a:pPr>
            <a:endParaRPr lang="en-US" dirty="0"/>
          </a:p>
          <a:p>
            <a:pPr>
              <a:buAutoNum type="alphaLcParenR" startAt="3"/>
            </a:pPr>
            <a:r>
              <a:rPr lang="en-US" dirty="0"/>
              <a:t>attributes volume clear readonly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8C11-507D-4222-9DD3-777503F8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CYS337 by Mr. Mwashi Matela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61299-EA9C-4FDD-8FAD-F869EF3B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1199E-80E1-438F-AB52-B3C08DB68499}" type="slidenum">
              <a:rPr lang="LID4096" smtClean="0"/>
              <a:t>4</a:t>
            </a:fld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F4208E-09DC-4E5A-B1D0-1E4F28A3A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759" y="3839076"/>
            <a:ext cx="2794146" cy="7994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98CC2F-C45B-4DBA-9243-A5AA60C76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759" y="5366110"/>
            <a:ext cx="3778444" cy="101605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7464FD-3087-4BD5-9F6F-2D7512F0EFA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" t="-1113"/>
          <a:stretch/>
        </p:blipFill>
        <p:spPr>
          <a:xfrm>
            <a:off x="6674176" y="3044858"/>
            <a:ext cx="2894029" cy="697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EA3A91-A972-4559-85E4-C6C0427F7E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176" y="4311650"/>
            <a:ext cx="4110088" cy="69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041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312</TotalTime>
  <Words>98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Century Gothic</vt:lpstr>
      <vt:lpstr>Consolas</vt:lpstr>
      <vt:lpstr>Wingdings 3</vt:lpstr>
      <vt:lpstr>Ion Boardroom</vt:lpstr>
      <vt:lpstr>Operating System Security (CYS337)</vt:lpstr>
      <vt:lpstr>Command Prompt</vt:lpstr>
      <vt:lpstr>Read-only</vt:lpstr>
      <vt:lpstr>Remove Read-only Protection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Security</dc:title>
  <dc:creator>James Soko</dc:creator>
  <cp:lastModifiedBy>James Soko</cp:lastModifiedBy>
  <cp:revision>49</cp:revision>
  <dcterms:created xsi:type="dcterms:W3CDTF">2025-04-08T10:54:19Z</dcterms:created>
  <dcterms:modified xsi:type="dcterms:W3CDTF">2025-09-02T09:25:42Z</dcterms:modified>
</cp:coreProperties>
</file>