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780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495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709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629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455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163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827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580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916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137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9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08/15/2025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259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tools/releases/platform-tool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hyperlink" Target="https://www.memuplay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tm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6BBE-40B6-4C04-A488-F5162A923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Debug Bridge (adb)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0CED5-CD46-476A-A16A-D70F0F7E8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Operating system Security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2C775-F53A-49FF-B50B-F9A50EF09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951" y="4019322"/>
            <a:ext cx="1212098" cy="121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CF09-D5BD-4BC3-91F9-D9E14DA5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Debug Bridge (adb)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26C96-3783-461F-AA0B-5C798872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included in 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SDK Platform Tools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package.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SDK Platform-Tools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component for the Android SDK.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includes tools that interface with the Android platform, primarily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fastboot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fastboot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needed if you want to unlock your device bootloader and flash it with a new system image.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 to the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option by scrolling down to install the Android SDK Platform Tools for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2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F04-864A-4F3E-9695-87EC97A5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Windows Set Up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DECEA-E6D6-4482-8D73-4E68EDB45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zipped Folder,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extracted Folder to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Disk (C)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inside 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 e.g., C:\Windows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add the path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C:\Windows\platform-tools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the Environmental Variables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3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Restart your computer for the changes to be effective.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6595D-2EE7-44D7-972D-543AA79E3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9" y="3407790"/>
            <a:ext cx="4711942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F4C67-5CA9-4C42-8434-EFE618C2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Android Emulator 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4BF79-5677-4C06-8884-0937CE28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MEmu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6878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0BDA-125E-434F-92AB-2FAD9BB0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7FA7-2DEF-4399-A410-FC2A59C5E0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assume you have an Android Emulator already set up (i.e.,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up a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57464-1E9A-46B7-B558-EEAFBEC20A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 startAt="2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let’s assume you’ve forgotten your PIN. Open CMD and run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devices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3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shell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access the active/connected device.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B885B-7DE0-491E-82FA-5AE39440E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48" y="3398363"/>
            <a:ext cx="1346269" cy="450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D6EBE4-281A-4814-B47C-7E5FC64BE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506" y="3398363"/>
            <a:ext cx="825542" cy="692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177344-9AD4-4025-AD2D-F4204ECE4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48" y="4163866"/>
            <a:ext cx="3454578" cy="25083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BDF6A5-2234-43B7-B7E6-983AC81320F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"/>
          <a:stretch/>
        </p:blipFill>
        <p:spPr>
          <a:xfrm>
            <a:off x="6683605" y="2986253"/>
            <a:ext cx="3157980" cy="8629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4B8953-E99C-451E-86D0-222C7415A2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05" y="4803438"/>
            <a:ext cx="3157980" cy="5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8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2554-BE59-41F6-86EA-AE540103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7BE42-F1D7-487D-AC70-F872291A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 startAt="4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 screen files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located in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/data/system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we would like to target those but which one exactly? Run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 data/system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6571-78C6-417E-ACFE-AD0C95DB861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69100" y="2227263"/>
            <a:ext cx="5422900" cy="3633787"/>
          </a:xfrm>
        </p:spPr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hh</a:t>
            </a: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15EFB-BBDC-49F5-9FB7-516639003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20" y="3256960"/>
            <a:ext cx="6840561" cy="335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3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9560-B36C-4FC5-96A4-9C9A9926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 (Continues…)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13FA6-902E-489F-AE0F-131C09558E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AutoNum type="arabicPeriod" startAt="5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remove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locksettings.db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rm locksettings.db</a:t>
            </a: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1AA399-8A73-44C0-B5B4-574E01973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 startAt="6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restart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your device for the changes to be effective.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2F632-2DAA-4F08-BF3D-B03CBFB7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613" y="2988695"/>
            <a:ext cx="2095000" cy="3710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B917A2-93FB-419B-8ED3-06DFAE685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1" y="3025372"/>
            <a:ext cx="3925953" cy="688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6F864A-97B8-49A9-A7FB-29C27F03A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733" y="2988695"/>
            <a:ext cx="2093328" cy="37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7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F4C67-5CA9-4C42-8434-EFE618C2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Android Device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4BF79-5677-4C06-8884-0937CE28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Actual Phone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86810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1441E7-2E24-47C7-A47C-6EFC2DFF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 (Continues…)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308BE0-DB5B-418E-9AD6-904B7F933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USB Debugging on your Android device. Go to: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Settings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About phone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 Tap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 number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 times to unlock Developer Options.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 to: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Settings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→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Developer options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USB Debugging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 run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devices -l 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41E283-3691-4109-9FA9-375306B9E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84" y="3822162"/>
            <a:ext cx="9738653" cy="91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5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54301-0DB8-499C-9199-77554622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AA77F-B588-4F1A-BCFF-DF02279FE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*#85004173807*854*#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798020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377</TotalTime>
  <Words>336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Gill Sans MT</vt:lpstr>
      <vt:lpstr>Tahoma</vt:lpstr>
      <vt:lpstr>Wingdings 2</vt:lpstr>
      <vt:lpstr>Dividend</vt:lpstr>
      <vt:lpstr>Android Debug Bridge (adb)</vt:lpstr>
      <vt:lpstr>Android Debug Bridge (adb)</vt:lpstr>
      <vt:lpstr>Adb Windows Set Up</vt:lpstr>
      <vt:lpstr>Android Emulator </vt:lpstr>
      <vt:lpstr>Adb Android Lock screen Bypass </vt:lpstr>
      <vt:lpstr>Adb Android Lock screen Bypass  (Continues…)</vt:lpstr>
      <vt:lpstr>Adb Android Lock screen Bypass  (Continues…)</vt:lpstr>
      <vt:lpstr>Android Device</vt:lpstr>
      <vt:lpstr>Adb Android Lock screen Bypass  (Continues…)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Debug Bridge (adb)</dc:title>
  <dc:creator>James Soko</dc:creator>
  <cp:lastModifiedBy>James Soko</cp:lastModifiedBy>
  <cp:revision>39</cp:revision>
  <dcterms:created xsi:type="dcterms:W3CDTF">2025-08-15T12:39:02Z</dcterms:created>
  <dcterms:modified xsi:type="dcterms:W3CDTF">2025-08-15T18:56:07Z</dcterms:modified>
</cp:coreProperties>
</file>