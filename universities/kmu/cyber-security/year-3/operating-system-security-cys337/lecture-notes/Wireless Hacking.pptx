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0"/>
  </p:notesMasterIdLst>
  <p:sldIdLst>
    <p:sldId id="329" r:id="rId2"/>
    <p:sldId id="343" r:id="rId3"/>
    <p:sldId id="344" r:id="rId4"/>
    <p:sldId id="345" r:id="rId5"/>
    <p:sldId id="346" r:id="rId6"/>
    <p:sldId id="347" r:id="rId7"/>
    <p:sldId id="348" r:id="rId8"/>
    <p:sldId id="34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15529-95E1-4B00-8C1B-54B73F7FD22F}" type="datetimeFigureOut">
              <a:rPr lang="LID4096" smtClean="0"/>
              <a:t>09/02/2025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D6E64-34DA-4164-9E78-4F0480EDAA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638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CE23C81-A3F8-4183-B89E-ADEF6E698EA7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723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46FC-0B9C-4723-A663-C8036CFFAD18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67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98240C-E98F-43B6-8B6B-325C0DFF9832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40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56A4E-A756-4F88-A1F8-3E7EF8B98AB0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64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202F-D717-4633-BC79-63DF3101367E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729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28B-AAB1-454C-9740-4869DF30FB15}" type="datetime1">
              <a:rPr lang="LID4096" smtClean="0"/>
              <a:t>09/02/2025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91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43A2-535A-4DE0-A9A8-42088C0CCCDB}" type="datetime1">
              <a:rPr lang="LID4096" smtClean="0"/>
              <a:t>09/02/2025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023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CA0D1D-3676-4D5F-A82F-8F770D00F7E8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324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B2E2-F360-4F9C-8338-BD4376BBABA5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044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399-2731-4856-A05C-8BBA166212F4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176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2BBD89E-FE28-4ACD-879F-C32C48491DB4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218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18C8FD3-D760-48E0-8295-A14CF7F29286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571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8DAFFB-790B-4619-BF12-42910FFC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765907"/>
            <a:ext cx="10993549" cy="1475013"/>
          </a:xfrm>
        </p:spPr>
        <p:txBody>
          <a:bodyPr/>
          <a:lstStyle/>
          <a:p>
            <a:pPr algn="ctr"/>
            <a:r>
              <a:rPr lang="en-GB" b="1" dirty="0"/>
              <a:t>Operating System Security (CYS337)</a:t>
            </a:r>
            <a:endParaRPr lang="LID4096" b="1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0E9EA82-152F-40EC-8669-EB4FB6408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344617"/>
            <a:ext cx="10993546" cy="59032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1900" b="1" dirty="0"/>
              <a:t>WIRELESS HACKING</a:t>
            </a:r>
          </a:p>
          <a:p>
            <a:pPr algn="ctr"/>
            <a:r>
              <a:rPr lang="en-US" sz="1300" b="1" dirty="0"/>
              <a:t>BY JAMES SOKO (20231392)</a:t>
            </a:r>
            <a:endParaRPr lang="LID4096" sz="13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1A107-458A-46BA-BC63-CBD0B915B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660" y="3840438"/>
            <a:ext cx="2514600" cy="1819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DE9104-D7F1-4D8D-9631-9F2F7D193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481" y="662210"/>
            <a:ext cx="664934" cy="83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7AB3195-4AE9-4E3F-A5FE-B19636C8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Airgeddon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2E6FC7-186E-4323-85AA-880527708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your Linux terminal as root (</a:t>
            </a:r>
            <a:r>
              <a:rPr lang="en-US" b="1" dirty="0"/>
              <a:t>sudo su</a:t>
            </a:r>
            <a:r>
              <a:rPr lang="en-US" dirty="0"/>
              <a:t>) and type </a:t>
            </a:r>
            <a:r>
              <a:rPr lang="en-US" b="1" dirty="0"/>
              <a:t>airgeddon</a:t>
            </a:r>
            <a:r>
              <a:rPr lang="en-US" dirty="0"/>
              <a:t> if its already installed, if not sudo </a:t>
            </a:r>
            <a:r>
              <a:rPr lang="en-US" b="1" dirty="0"/>
              <a:t>apt-get install airgeddon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5C933-A17E-40C1-9C6F-FA162D73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E4801-4D31-4D5B-BC5B-C3F57652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</a:t>
            </a:fld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5D3B3-8864-414E-B050-40F556861D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32" t="7473" b="78496"/>
          <a:stretch/>
        </p:blipFill>
        <p:spPr>
          <a:xfrm>
            <a:off x="980388" y="3057832"/>
            <a:ext cx="6677320" cy="961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871917-0736-4F35-8518-C295A5F9AD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32" t="14553" b="23973"/>
          <a:stretch/>
        </p:blipFill>
        <p:spPr>
          <a:xfrm>
            <a:off x="980388" y="4027023"/>
            <a:ext cx="3050064" cy="192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F532-BA71-4420-B38F-A829420C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Monitor Mode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70A54-9DF7-4ADF-B8D9-7BF83F3FD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the Wireless Interface and change the mode from Managed Mode to </a:t>
            </a:r>
            <a:r>
              <a:rPr lang="en-US" b="1" dirty="0"/>
              <a:t>Monitor Mode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CA648-4518-40D4-A3F8-0AF5CFAB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C681B-1976-4A88-8072-8E3987C2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6339EF-927B-46CF-B261-EDC6E0A84C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t="14553" b="41714"/>
          <a:stretch/>
        </p:blipFill>
        <p:spPr>
          <a:xfrm>
            <a:off x="1027520" y="2677173"/>
            <a:ext cx="6696173" cy="2997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12270-33D7-48B3-B192-EC1279031B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t="14554" r="27551" b="63650"/>
          <a:stretch/>
        </p:blipFill>
        <p:spPr>
          <a:xfrm>
            <a:off x="7998705" y="2681945"/>
            <a:ext cx="3337089" cy="149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AA83-F143-4785-A56E-42AFCE2C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Handshake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5FAA-10C9-4689-8FE0-B3C40D9E9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a Handshake.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A4A6B-88EA-425B-A5D5-59257404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92875"/>
            <a:ext cx="6917210" cy="365125"/>
          </a:xfrm>
        </p:spPr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8A2FF-3A6B-4228-88E2-1EEF0491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</a:t>
            </a:fld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E3284-20EC-4F43-A26F-8A1426E371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4" t="37382" r="21753" b="33738"/>
          <a:stretch/>
        </p:blipFill>
        <p:spPr>
          <a:xfrm>
            <a:off x="1008668" y="2630079"/>
            <a:ext cx="4034672" cy="1979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05FF5B-F20D-41FC-A320-E8C76CE591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72" t="50722" r="8273" b="23974"/>
          <a:stretch/>
        </p:blipFill>
        <p:spPr>
          <a:xfrm>
            <a:off x="5178585" y="2630079"/>
            <a:ext cx="4804402" cy="19796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398899-9297-40A4-8F38-6B372B4902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98" t="4101" b="67019"/>
          <a:stretch/>
        </p:blipFill>
        <p:spPr>
          <a:xfrm>
            <a:off x="1008669" y="4762267"/>
            <a:ext cx="4034672" cy="1730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7BB50E-667A-4F7C-A237-3AC9B025AF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72" t="14553" r="11725" b="52991"/>
          <a:stretch/>
        </p:blipFill>
        <p:spPr>
          <a:xfrm>
            <a:off x="5178583" y="4762269"/>
            <a:ext cx="4804403" cy="173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7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B961-5B89-4844-A1CE-6DE08750B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De-authentication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1F6C5-A3F2-4E5A-9014-43F43D0E1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NOTE: </a:t>
            </a:r>
            <a:r>
              <a:rPr lang="en-US" dirty="0"/>
              <a:t>Someone must be connected to the target Wireless Network (i.e., James Soko) for the de-authentication to be a success.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51E54-D2B3-477D-A322-62EBD3E9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338512"/>
            <a:ext cx="6917210" cy="365125"/>
          </a:xfrm>
        </p:spPr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EC016-1CE1-4FBA-87F5-8FEFB08C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33257-7E3C-482E-8F82-BD11C71D7C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t="14553" b="33737"/>
          <a:stretch/>
        </p:blipFill>
        <p:spPr>
          <a:xfrm>
            <a:off x="989815" y="2912843"/>
            <a:ext cx="5854046" cy="3110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67E49A-68CE-4932-9D8D-F5F8688D5A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68" t="82078" b="6233"/>
          <a:stretch/>
        </p:blipFill>
        <p:spPr>
          <a:xfrm>
            <a:off x="7007858" y="2912843"/>
            <a:ext cx="4473989" cy="7636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C9D8E0-88DE-4174-89EB-5B3B107420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4" r="62577" b="13195"/>
          <a:stretch/>
        </p:blipFill>
        <p:spPr>
          <a:xfrm>
            <a:off x="7007858" y="3727470"/>
            <a:ext cx="4473989" cy="229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1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50E9-CFC3-46AD-A306-55BB8FE0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Successful Handshake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5D7CF-3006-4845-84B7-2D2313FCD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that the handshake and the de-authentication are a success.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6E7E8-FC5C-4685-B87C-6C1227E3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171491"/>
            <a:ext cx="6917210" cy="365125"/>
          </a:xfrm>
        </p:spPr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B8C17-694B-40E5-BA48-14907918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</a:t>
            </a:fld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953187-3959-4976-8AB5-4DFA71354A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2" t="40821" r="2500" b="9120"/>
          <a:stretch/>
        </p:blipFill>
        <p:spPr>
          <a:xfrm>
            <a:off x="989814" y="2592371"/>
            <a:ext cx="7145518" cy="34313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F4F120-5ACA-4824-B9D8-A4BC1A82DE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0" t="32188" r="27350" b="45152"/>
          <a:stretch/>
        </p:blipFill>
        <p:spPr>
          <a:xfrm>
            <a:off x="8263152" y="2592371"/>
            <a:ext cx="3515894" cy="184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9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3A32-B004-4619-8149-0E0B7529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Offline Password Decryption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4C5A-9556-478D-8DDF-2D2D955E3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NOTE: </a:t>
            </a:r>
            <a:r>
              <a:rPr lang="en-US" dirty="0"/>
              <a:t>We are using a </a:t>
            </a:r>
            <a:r>
              <a:rPr lang="en-US" b="1" dirty="0"/>
              <a:t>wordlist</a:t>
            </a:r>
            <a:r>
              <a:rPr lang="en-US" dirty="0"/>
              <a:t> to launch this attack and you can utilize them in the: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69EA3-A235-46F1-83CD-9ACDE331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321262"/>
            <a:ext cx="6917210" cy="365125"/>
          </a:xfrm>
        </p:spPr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782B1-945F-47D8-B93B-BCD1A199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85AF5B-8E61-4107-9B79-5056CAAE17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71" t="22639" r="29355" b="48817"/>
          <a:stretch/>
        </p:blipFill>
        <p:spPr>
          <a:xfrm>
            <a:off x="993058" y="2644877"/>
            <a:ext cx="3873910" cy="1956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71A425-B2D7-4BCE-AD04-1CE25D729E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71" t="35118" r="41048" b="45374"/>
          <a:stretch/>
        </p:blipFill>
        <p:spPr>
          <a:xfrm>
            <a:off x="993058" y="4694508"/>
            <a:ext cx="3873910" cy="16267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936CBC-19AB-4D93-B13D-223B5F19D1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2" t="25009" r="3274" b="54503"/>
          <a:stretch/>
        </p:blipFill>
        <p:spPr>
          <a:xfrm>
            <a:off x="4971423" y="2644877"/>
            <a:ext cx="6764948" cy="14043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8455E6-F31C-498A-8684-6279D62FA0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14" t="53610" r="2424" b="8983"/>
          <a:stretch/>
        </p:blipFill>
        <p:spPr>
          <a:xfrm>
            <a:off x="4971424" y="4122297"/>
            <a:ext cx="6764948" cy="21989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DF6536-0ECF-4C8F-90ED-4FF687CEFD5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7" t="22111" r="67843" b="66775"/>
          <a:stretch/>
        </p:blipFill>
        <p:spPr>
          <a:xfrm>
            <a:off x="8908330" y="1809736"/>
            <a:ext cx="801279" cy="7620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DD0F2E-C3C1-43AB-A130-1092DC863F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41" t="53335" r="57551" b="36864"/>
          <a:stretch/>
        </p:blipFill>
        <p:spPr>
          <a:xfrm>
            <a:off x="9847527" y="1871391"/>
            <a:ext cx="537327" cy="6717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167730A-DA28-4934-983F-0C36513B8FF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t="42486" r="68607" b="47078"/>
          <a:stretch/>
        </p:blipFill>
        <p:spPr>
          <a:xfrm>
            <a:off x="10432222" y="1878640"/>
            <a:ext cx="565608" cy="7153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57DA70-7AC7-4959-947C-B831F8650DF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5" t="47009" r="68763" b="43364"/>
          <a:stretch/>
        </p:blipFill>
        <p:spPr>
          <a:xfrm>
            <a:off x="11013712" y="1906394"/>
            <a:ext cx="659877" cy="65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6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690E-3276-406C-99CA-D1581E61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Wi-Fi Password Cracking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35CC-4A04-402A-849A-62BFA467B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utilize </a:t>
            </a:r>
            <a:r>
              <a:rPr lang="en-US" b="1" dirty="0"/>
              <a:t>rockyou</a:t>
            </a:r>
            <a:r>
              <a:rPr lang="en-US" dirty="0"/>
              <a:t> wordlist by unzipping it (drag it to the Desktop and unzip it) because it is the biggest wordlist in Linux (139.9MBs) and there is a possibility we can crack the Wi-Fi (James Soko) password.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F990D-F0C5-41A4-9570-D0F8634D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35122"/>
            <a:ext cx="6917210" cy="365125"/>
          </a:xfrm>
        </p:spPr>
        <p:txBody>
          <a:bodyPr/>
          <a:lstStyle/>
          <a:p>
            <a:r>
              <a:rPr lang="en-GB" dirty="0"/>
              <a:t>© Kapasa Makasa University ℗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8D7DF-7D32-447C-AE9B-6241C940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FFD5F-C73D-40D9-BF40-C475B43FE1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6" t="47559" r="78892" b="41852"/>
          <a:stretch/>
        </p:blipFill>
        <p:spPr>
          <a:xfrm>
            <a:off x="10829889" y="2230891"/>
            <a:ext cx="942682" cy="725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0C63B-4611-4999-8C40-5DED5E3DAB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2" t="83315" r="29021" b="9121"/>
          <a:stretch/>
        </p:blipFill>
        <p:spPr>
          <a:xfrm>
            <a:off x="999241" y="3007150"/>
            <a:ext cx="3949832" cy="518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526166-B53C-41A7-B402-96251886D8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3" t="12627" r="7371" b="22736"/>
          <a:stretch/>
        </p:blipFill>
        <p:spPr>
          <a:xfrm>
            <a:off x="999240" y="3613813"/>
            <a:ext cx="3949833" cy="28213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0103D5-BB32-4B98-95E3-570C99DFDF8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15" t="63470" r="2655" b="8983"/>
          <a:stretch/>
        </p:blipFill>
        <p:spPr>
          <a:xfrm>
            <a:off x="5099901" y="3007150"/>
            <a:ext cx="6672670" cy="1888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E21EC2-2A2D-4769-8CFC-0D2DE05D40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6" t="22392" r="42474" b="62931"/>
          <a:stretch/>
        </p:blipFill>
        <p:spPr>
          <a:xfrm>
            <a:off x="5099901" y="4968717"/>
            <a:ext cx="2639506" cy="10060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5088C5D-91A3-4DD3-AA33-1B022998710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3" t="21842" r="43016" b="64562"/>
          <a:stretch/>
        </p:blipFill>
        <p:spPr>
          <a:xfrm>
            <a:off x="7840085" y="4977229"/>
            <a:ext cx="2639506" cy="10060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5FFB26-5DD2-4080-86DF-65ADD8B861B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" t="39995" r="86470" b="44830"/>
          <a:stretch/>
        </p:blipFill>
        <p:spPr>
          <a:xfrm>
            <a:off x="10520592" y="4977229"/>
            <a:ext cx="1251979" cy="100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369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5121</TotalTime>
  <Words>228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Dividend</vt:lpstr>
      <vt:lpstr>Operating System Security (CYS337)</vt:lpstr>
      <vt:lpstr>Airgeddon</vt:lpstr>
      <vt:lpstr>Monitor Mode</vt:lpstr>
      <vt:lpstr>Handshake </vt:lpstr>
      <vt:lpstr>De-authentication </vt:lpstr>
      <vt:lpstr>Successful Handshake </vt:lpstr>
      <vt:lpstr>Offline Password Decryption</vt:lpstr>
      <vt:lpstr>Wi-Fi Password Cracking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Security </dc:title>
  <dc:creator>James Soko</dc:creator>
  <cp:lastModifiedBy>James Soko</cp:lastModifiedBy>
  <cp:revision>397</cp:revision>
  <dcterms:created xsi:type="dcterms:W3CDTF">2025-02-12T11:35:09Z</dcterms:created>
  <dcterms:modified xsi:type="dcterms:W3CDTF">2025-09-02T05:48:40Z</dcterms:modified>
</cp:coreProperties>
</file>