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8" r:id="rId6"/>
    <p:sldId id="260" r:id="rId7"/>
    <p:sldId id="259" r:id="rId8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700"/>
  </p:normalViewPr>
  <p:slideViewPr>
    <p:cSldViewPr snapToGrid="0" showGuides="1">
      <p:cViewPr varScale="1">
        <p:scale>
          <a:sx n="68" d="100"/>
          <a:sy n="68" d="100"/>
        </p:scale>
        <p:origin x="5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9/1/2025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5E4DDC98-3EBB-4750-9E10-47030D8DF56C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D2B5F5CB-F9DD-4E55-B460-04A2F5AE3159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9FA0640B-F035-4D56-A539-D080C138CD8F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7AD76E7D-962D-48CF-BF02-F912E00C32C9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CE6315AF-209E-4B22-9F02-7015E9D4B9C0}" type="datetime1">
              <a:rPr lang="en-US" smtClean="0"/>
              <a:t>9/1/2025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01CBC559-2983-4FEB-9B31-FF30B6E6FA7D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D6F546FB-42DA-468A-B07E-BFBFA83DC2D8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C6677B68-D9FC-4FCB-9A1C-CD46B4C943BB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6B7D52C0-DE98-45A1-A7BD-956F12AD6676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F7FCA7F-728F-4CC2-B20C-84763AC2DB68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E911DDA8-FD53-433A-AFCD-1035259BB980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27146C27-D69F-4D76-8663-39B6CBD18F9C}" type="datetime1">
              <a:rPr lang="en-US" smtClean="0"/>
              <a:t>9/1/2025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00008B8E-E3B6-44E6-87BF-2DE2F8186AB9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A5D0BC6C-200A-4417-9EA9-BF1791300EF1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E7B3BA2-9279-4568-B220-F60D23A17950}" type="datetime1">
              <a:rPr lang="en-US" smtClean="0"/>
              <a:t>9/1/2025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6B62234A-EFF6-47DA-9EAD-D5312AC5C1A6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61ABA895-7484-42B3-845B-5E769A98605C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8058E28-EB97-4436-9439-D8F783CA249D}" type="datetime1">
              <a:rPr lang="en-US" smtClean="0"/>
              <a:t>9/1/2025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2BA7C82-ED1E-4910-A648-5A94FB9C35CD}" type="datetime1">
              <a:rPr lang="en-US" smtClean="0"/>
              <a:t>9/1/2025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7730224-C42D-49FD-9FC8-E7DEF4C583EC}" type="datetime1">
              <a:rPr lang="en-US" smtClean="0"/>
              <a:t>9/1/2025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22E7A2E-A1D7-440D-AE5D-9233B2C2A080}" type="datetime1">
              <a:rPr lang="en-US" smtClean="0"/>
              <a:t>9/1/2025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4C6EEB5-ECF5-4010-9435-DDDC13A708E8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6814334-F3D7-461C-A523-9B7FB7F36FA5}" type="datetime1">
              <a:rPr lang="en-US" smtClean="0"/>
              <a:t>9/1/2025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C9EDDE77-73E1-4206-A5B1-55BF1010C08E}" type="datetime1">
              <a:rPr lang="en-US" smtClean="0"/>
              <a:t>9/1/2025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A263E9B6-2130-4830-A1F1-90F94CF18EE7}" type="datetime1">
              <a:rPr lang="en-US" smtClean="0"/>
              <a:t>9/1/2025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3FF1F437-572D-4FE3-94BD-D4F1E17345D2}" type="datetime1">
              <a:rPr lang="en-US" smtClean="0"/>
              <a:t>9/1/2025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E3F2DC63-637B-4BCF-B8F9-1A2D776CAA68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8F382DA3-0683-4C43-87B8-8D3F3936E927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53B23668-1D32-4EEC-86A8-F6F4DD98D913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EA22E578-D36F-40B5-B25D-2BD33A2C0960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5DAA1DE-B54A-4F83-85C2-533BA6E6D6DF}" type="datetime1">
              <a:rPr lang="en-US" smtClean="0"/>
              <a:t>9/1/2025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BE4B412A-4FEC-4D58-A982-DE2352DEA835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BB6AA4B7-54EA-4D25-AC1C-2C716C9AB45E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8B86AAEB-9014-4EB7-A19B-82585FF73E69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9C0A114-6B50-42EA-BEF7-AF06FBB712B5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AAD2C7F-473A-4D2D-AC0F-8980EA932D76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BE1BBE6B-EBDB-4767-B6CD-0278799A9AB6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2932A801-5AA4-4C0F-89ED-58036F1EB598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A3D90453-8EEF-4E84-BBB5-EE81E7CDC48E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371952EA-B622-4EFA-8BD3-B50580F101C7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59D169BE-8B7B-4C8F-A0AC-89A6AC1E5D88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D59CAA2-0906-4AD8-B3B7-BA09432A6BF3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1055A6E-1C6D-4B6B-8ADD-4EF7E0838C70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1C9B7276-85BD-4217-A6B0-19E852C8354B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23374C9D-8A47-47AE-9B01-CD172E945F92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C2011B4-CBA5-497F-8713-BA47C80FA3AE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49DF9EE-A27A-459B-9FD0-19B68E82EC37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AC556233-C034-4C91-BCF2-31E9A60670BE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D5148100-D91F-4906-AA9E-62AD5C54B332}" type="datetime1">
              <a:rPr lang="en-US" smtClean="0"/>
              <a:t>9/1/2025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D57130F4-6870-4294-BAB1-BF3919D36A94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C61E0BE0-A829-41CE-989C-E016A1A610C6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63E78248-67D6-4C36-ACF9-76F0E6E32424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BA6CD57-6707-422F-9C89-019CB6021886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15775DD7-0607-4917-A53A-48ABF27768E2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4FB930D-50FC-4964-80D5-EB9812234E4F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9E0C3E01-9982-45D3-96C6-34936FCD21B7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71C5031-6C51-4FD3-928B-682F5F2A5463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7A71AC99-2C96-4BBD-83EE-91386082EAE9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35037D7D-796F-4920-9F98-C91D145CA9BB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D84A722F-6C60-46CA-8161-D55444E5A4F9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525C6B4-B608-4FA5-83BA-8D41A008294D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75CCF5A6-22D5-4C68-8151-772280C4F067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LINUX LABS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8652-5F13-4FC5-B63F-0033DADAB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B522A-FDBB-4A17-B3FA-E7DE46DD3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Bypassing Login Page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93572-91A4-47AF-9CDA-B320B1BF697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James Soko (20231392)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544F68-75E8-4AF6-9A90-7C270D3F0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855" y="2413262"/>
            <a:ext cx="1776139" cy="223493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A3AB54-FCBA-41FC-8239-25634241624D}"/>
              </a:ext>
            </a:extLst>
          </p:cNvPr>
          <p:cNvSpPr txBox="1">
            <a:spLocks/>
          </p:cNvSpPr>
          <p:nvPr/>
        </p:nvSpPr>
        <p:spPr>
          <a:xfrm>
            <a:off x="-588875" y="1679918"/>
            <a:ext cx="10504000" cy="332455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latin typeface="+mj-lt"/>
              </a:rPr>
              <a:t>KAPASA MAKASA  UNIVERSITY</a:t>
            </a:r>
          </a:p>
          <a:p>
            <a:pPr algn="ctr"/>
            <a:r>
              <a:rPr lang="en-US" sz="2400" dirty="0">
                <a:latin typeface="+mj-lt"/>
              </a:rPr>
              <a:t>School of Applied Sciences and Education</a:t>
            </a:r>
          </a:p>
          <a:p>
            <a:pPr algn="ctr"/>
            <a:r>
              <a:rPr lang="en-GB" sz="2000" dirty="0">
                <a:latin typeface="+mj-lt"/>
              </a:rPr>
              <a:t>ICT Department</a:t>
            </a:r>
          </a:p>
          <a:p>
            <a:pPr algn="ctr"/>
            <a:endParaRPr lang="en-GB" dirty="0">
              <a:latin typeface="+mj-lt"/>
            </a:endParaRPr>
          </a:p>
          <a:p>
            <a:pPr algn="ctr"/>
            <a:endParaRPr lang="en-GB" dirty="0">
              <a:latin typeface="+mj-lt"/>
            </a:endParaRPr>
          </a:p>
          <a:p>
            <a:pPr algn="ctr"/>
            <a:r>
              <a:rPr lang="en-GB" sz="1600" b="1" dirty="0">
                <a:latin typeface="+mj-lt"/>
              </a:rPr>
              <a:t>Operating System Security (CYS337)</a:t>
            </a:r>
          </a:p>
          <a:p>
            <a:pPr algn="ctr"/>
            <a:endParaRPr lang="LID4096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1337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6A2592-1B14-4D56-A1CA-3464DE2F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681090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EDIT MODE </a:t>
            </a:r>
            <a:endParaRPr lang="LID4096" sz="5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44E5AD-B7E0-44B8-A653-C90E81774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Restart your machine and press </a:t>
            </a:r>
            <a:r>
              <a:rPr lang="en-US" sz="2800" b="1" dirty="0"/>
              <a:t>Esc</a:t>
            </a:r>
            <a:r>
              <a:rPr lang="en-US" sz="2800" dirty="0"/>
              <a:t> or </a:t>
            </a:r>
            <a:r>
              <a:rPr lang="en-US" sz="2800" b="1" dirty="0"/>
              <a:t>Shift</a:t>
            </a:r>
            <a:r>
              <a:rPr lang="en-US" sz="2800" dirty="0"/>
              <a:t> during reboot.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Press </a:t>
            </a:r>
            <a:r>
              <a:rPr lang="en-US" sz="2800" b="1" dirty="0"/>
              <a:t>E</a:t>
            </a:r>
            <a:r>
              <a:rPr lang="en-US" sz="2800" dirty="0"/>
              <a:t> on your keyword.</a:t>
            </a:r>
          </a:p>
          <a:p>
            <a:endParaRPr lang="en-US" dirty="0"/>
          </a:p>
          <a:p>
            <a:endParaRPr lang="en-US" sz="1000" b="1" dirty="0">
              <a:solidFill>
                <a:schemeClr val="accent3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C76F9-A076-4768-8AD3-E9ECF5A4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C6EDA-194F-4D24-ADDD-191E082E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02193-1EA7-4A69-A94C-2CB307F06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53" y="2684704"/>
            <a:ext cx="6675447" cy="36069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D13976-6A5F-4CAA-A861-F5075F06BC8F}"/>
              </a:ext>
            </a:extLst>
          </p:cNvPr>
          <p:cNvSpPr/>
          <p:nvPr/>
        </p:nvSpPr>
        <p:spPr>
          <a:xfrm>
            <a:off x="1470581" y="5052767"/>
            <a:ext cx="6240545" cy="5656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140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D798-A378-4C69-94F0-808C7E15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06988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EDIT MODE 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AC055-AB31-4CD4-986D-D5D86A099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AutoNum type="arabicPeriod" startAt="3"/>
            </a:pPr>
            <a:r>
              <a:rPr lang="en-US" sz="2800" dirty="0"/>
              <a:t>Change </a:t>
            </a:r>
            <a:r>
              <a:rPr lang="en-US" sz="2800" b="1" dirty="0">
                <a:solidFill>
                  <a:schemeClr val="accent3"/>
                </a:solidFill>
              </a:rPr>
              <a:t>ro</a:t>
            </a:r>
            <a:r>
              <a:rPr lang="en-US" sz="2800" dirty="0"/>
              <a:t> to </a:t>
            </a:r>
            <a:r>
              <a:rPr lang="en-US" sz="2800" b="1" dirty="0">
                <a:solidFill>
                  <a:schemeClr val="accent3"/>
                </a:solidFill>
              </a:rPr>
              <a:t>rw</a:t>
            </a:r>
            <a:r>
              <a:rPr lang="en-US" sz="2800" dirty="0"/>
              <a:t> (Read and Write) and add </a:t>
            </a:r>
            <a:r>
              <a:rPr lang="en-US" sz="2800" b="1" dirty="0">
                <a:solidFill>
                  <a:schemeClr val="accent3"/>
                </a:solidFill>
              </a:rPr>
              <a:t>init=/bin/bash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chemeClr val="accent3"/>
                </a:solidFill>
              </a:rPr>
              <a:t>single</a:t>
            </a:r>
            <a:r>
              <a:rPr lang="en-US" sz="2800" dirty="0"/>
              <a:t> at the end</a:t>
            </a:r>
          </a:p>
          <a:p>
            <a:endParaRPr lang="en-US" sz="4400" dirty="0"/>
          </a:p>
          <a:p>
            <a:endParaRPr lang="en-US" sz="4400" b="1" dirty="0">
              <a:solidFill>
                <a:schemeClr val="accent3"/>
              </a:solidFill>
            </a:endParaRP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A3EC4-29B4-485A-B492-4FBFEEF7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4EA51-D583-4535-9865-37074638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64477B-A404-4917-B991-E4D4809B4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63" y="2576279"/>
            <a:ext cx="6581648" cy="34498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8AAAB4-5FA4-4C8B-B7B6-AB65D7A9D475}"/>
              </a:ext>
            </a:extLst>
          </p:cNvPr>
          <p:cNvSpPr/>
          <p:nvPr/>
        </p:nvSpPr>
        <p:spPr>
          <a:xfrm>
            <a:off x="1244338" y="4788816"/>
            <a:ext cx="6155703" cy="52790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843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51D9-D91B-4F77-8A53-F85A160C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74293"/>
            <a:ext cx="10504000" cy="528186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CHANGE USER PASSWORD</a:t>
            </a:r>
            <a:endParaRPr lang="LID4096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A4D1-7484-4CC4-85BE-B78ACC59A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 startAt="4"/>
            </a:pPr>
            <a:r>
              <a:rPr lang="en-US" sz="2800" dirty="0"/>
              <a:t>Press </a:t>
            </a:r>
            <a:r>
              <a:rPr lang="en-US" sz="2800" b="1" dirty="0"/>
              <a:t>Ctrl + X </a:t>
            </a:r>
            <a:r>
              <a:rPr lang="en-US" sz="2800" dirty="0"/>
              <a:t>or </a:t>
            </a:r>
            <a:r>
              <a:rPr lang="en-US" sz="2800" b="1" dirty="0"/>
              <a:t>F10</a:t>
            </a:r>
            <a:r>
              <a:rPr lang="en-US" sz="2800" dirty="0"/>
              <a:t> to boot.</a:t>
            </a:r>
          </a:p>
          <a:p>
            <a:pPr marL="342900" indent="-342900">
              <a:buAutoNum type="arabicPeriod" startAt="4"/>
            </a:pPr>
            <a:r>
              <a:rPr lang="en-US" sz="2800" dirty="0"/>
              <a:t>Press </a:t>
            </a:r>
            <a:r>
              <a:rPr lang="en-US" sz="2800" b="1" dirty="0"/>
              <a:t>Enter</a:t>
            </a:r>
          </a:p>
          <a:p>
            <a:endParaRPr lang="en-US" dirty="0"/>
          </a:p>
          <a:p>
            <a:r>
              <a:rPr lang="en-US" dirty="0"/>
              <a:t>	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DA48C8-B53C-4F5D-B130-31A572E7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LINUX LABS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545211-CF19-45BE-BAAF-62E9462D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F3AF2B-0C1E-4FE8-9C10-85B1337EB4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4877" y="2762054"/>
            <a:ext cx="8390463" cy="32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19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33B44-FF7C-4DD4-AB3A-1FC68C05FF35}">
  <ds:schemaRefs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2006/metadata/properties"/>
    <ds:schemaRef ds:uri="38de0ec0-4312-429b-9ba4-a6f7899b86f2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21705155-b4ce-4c69-95dc-4fd6cb8c557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AE86BAD-86C6-47EA-A0F9-642802C2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92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Arial</vt:lpstr>
      <vt:lpstr>Segoe UI Black</vt:lpstr>
      <vt:lpstr>Custom</vt:lpstr>
      <vt:lpstr>Linux</vt:lpstr>
      <vt:lpstr>EDIT MODE </vt:lpstr>
      <vt:lpstr>EDIT MODE </vt:lpstr>
      <vt:lpstr>CHANGE USER PASSWORD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Kapasa Makasa University School of Applied Sciences and Education ICT Department</dc:title>
  <dc:creator>James Soko</dc:creator>
  <cp:lastModifiedBy>James Soko</cp:lastModifiedBy>
  <cp:revision>41</cp:revision>
  <dcterms:modified xsi:type="dcterms:W3CDTF">2025-09-01T18:12:33Z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