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58" r:id="rId7"/>
    <p:sldId id="260" r:id="rId8"/>
    <p:sldId id="259" r:id="rId9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77D4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30"/>
    <p:restoredTop sz="94700"/>
  </p:normalViewPr>
  <p:slideViewPr>
    <p:cSldViewPr snapToGrid="0" showGuides="1">
      <p:cViewPr varScale="1">
        <p:scale>
          <a:sx n="68" d="100"/>
          <a:sy n="68" d="100"/>
        </p:scale>
        <p:origin x="5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8/31/2025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8/31/2025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4D56CB-7729-4F9B-B383-5D5EDD1C4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9821333" y="4558433"/>
            <a:ext cx="2370667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39E53A78-6591-EEDA-1DFD-F106ECC52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821333" y="4558438"/>
            <a:ext cx="2370667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F5ADCC5-3878-853E-8614-59CF8B2810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208" y="837382"/>
            <a:ext cx="7837069" cy="3696518"/>
          </a:xfrm>
        </p:spPr>
        <p:txBody>
          <a:bodyPr anchor="t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99E747C-251E-F759-ABCD-CD941BA33A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1208" y="4648199"/>
            <a:ext cx="7837070" cy="891581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C031AA0C-A2A7-B56D-9661-B2A56DD37D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21208" y="5730282"/>
            <a:ext cx="2349499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8A332-DECC-D8DD-0E19-762C6FFB93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5E4DDC98-3EBB-4750-9E10-47030D8DF56C}" type="datetime1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4EB1C08-1A28-5224-563E-C8AF24A3F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529DAF-CFD3-BC3E-C570-099DAEEB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1C113ED2-FAFE-A686-C43C-7C104C28E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3515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1580C5C3-0FF4-BA92-445D-48CC4C54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AB71EF6-F4ED-6CD6-E0C2-EAB75D0F0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21333" y="0"/>
            <a:ext cx="2370665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B24268F0-A8A4-E399-5FC5-6384B8BD9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835107" y="-1"/>
            <a:ext cx="2356893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AC4EA9-78A7-EDEB-A4B1-0E44AB226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21331" y="2456493"/>
            <a:ext cx="2370668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ACCD3CEE-6646-969D-7160-69226A1B7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0444462" y="2810904"/>
            <a:ext cx="1124412" cy="2370664"/>
          </a:xfrm>
          <a:custGeom>
            <a:avLst/>
            <a:gdLst>
              <a:gd name="connsiteX0" fmla="*/ 600765 w 600765"/>
              <a:gd name="connsiteY0" fmla="*/ 0 h 1266628"/>
              <a:gd name="connsiteX1" fmla="*/ 600765 w 600765"/>
              <a:gd name="connsiteY1" fmla="*/ 1266628 h 1266628"/>
              <a:gd name="connsiteX2" fmla="*/ 508593 w 600765"/>
              <a:gd name="connsiteY2" fmla="*/ 1257336 h 1266628"/>
              <a:gd name="connsiteX3" fmla="*/ 0 w 600765"/>
              <a:gd name="connsiteY3" fmla="*/ 633314 h 1266628"/>
              <a:gd name="connsiteX4" fmla="*/ 508593 w 600765"/>
              <a:gd name="connsiteY4" fmla="*/ 9292 h 1266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765" h="1266628">
                <a:moveTo>
                  <a:pt x="600765" y="0"/>
                </a:moveTo>
                <a:lnTo>
                  <a:pt x="600765" y="1266628"/>
                </a:lnTo>
                <a:lnTo>
                  <a:pt x="508593" y="1257336"/>
                </a:lnTo>
                <a:cubicBezTo>
                  <a:pt x="218339" y="1197942"/>
                  <a:pt x="0" y="941126"/>
                  <a:pt x="0" y="633314"/>
                </a:cubicBezTo>
                <a:cubicBezTo>
                  <a:pt x="0" y="325502"/>
                  <a:pt x="218339" y="68686"/>
                  <a:pt x="508593" y="92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193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3184A5B9-E2EB-CB8F-9FCE-B435678BB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937750" y="3696527"/>
            <a:ext cx="2254248" cy="3163005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BEF628E3-8F76-0E9D-3DEE-A459731EF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9937750" y="5736197"/>
            <a:ext cx="2254250" cy="1121803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94A9AA8-C219-474F-E074-634356B77D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837382"/>
            <a:ext cx="7837069" cy="3696518"/>
          </a:xfrm>
        </p:spPr>
        <p:txBody>
          <a:bodyPr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2979924-61C7-4C37-EAF2-46A0A2A2D13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7225" y="4648199"/>
            <a:ext cx="7837070" cy="104287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946F423E-A433-4DDE-A3C0-3165FE754F6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57225" y="5883110"/>
            <a:ext cx="2349499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24AAE30-F15B-1702-BB62-5EF514C387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D2B5F5CB-F9DD-4E55-B460-04A2F5AE3159}" type="datetime1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3F5C5-ED4D-E322-2AF6-F166C684C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3C27666-6814-D528-A7CD-540241E7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75F1C151-830E-3940-1AE4-FB8D2BD62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id="{219F9CAC-9EAC-C1A6-0F7E-3F8E87DFD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574" y="-104573"/>
            <a:ext cx="274322" cy="4834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1173937D-CDC9-73E6-6B3E-2447EC17A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937750" y="1"/>
            <a:ext cx="2254248" cy="36949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CBC384E9-DFB8-C4B8-FD41-571F33CD6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7750" y="-2"/>
            <a:ext cx="2254250" cy="369651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745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8">
            <a:extLst>
              <a:ext uri="{FF2B5EF4-FFF2-40B4-BE49-F238E27FC236}">
                <a16:creationId xmlns:a16="http://schemas.microsoft.com/office/drawing/2014/main" id="{B97416E4-EDCD-B6B0-871B-59B523934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Freeform: Shape 59">
            <a:extLst>
              <a:ext uri="{FF2B5EF4-FFF2-40B4-BE49-F238E27FC236}">
                <a16:creationId xmlns:a16="http://schemas.microsoft.com/office/drawing/2014/main" id="{E2D01E03-0AE5-38F7-B2E7-A561D2D8E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F6DBF5FB-1D7F-AA76-089E-78475F22B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Freeform: Shape 59">
            <a:extLst>
              <a:ext uri="{FF2B5EF4-FFF2-40B4-BE49-F238E27FC236}">
                <a16:creationId xmlns:a16="http://schemas.microsoft.com/office/drawing/2014/main" id="{44A1C6DB-DBF1-64FE-805A-746B1CA7C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7D558E-B648-BBEB-46E0-F39608643F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25650" y="1122363"/>
            <a:ext cx="8140700" cy="238760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764C513-A87E-FCB7-156B-282EBAF019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25650" y="3602038"/>
            <a:ext cx="8140700" cy="88106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3D9CC7D7-743B-85D5-5C99-E91249AF7E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981200" y="5793918"/>
            <a:ext cx="1801825" cy="266701"/>
          </a:xfrm>
        </p:spPr>
        <p:txBody>
          <a:bodyPr lIns="0" tIns="0" rIns="0" bIns="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FA3A1DD-04DE-1541-1FFF-3A707AF505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9FA0640B-F035-4D56-A539-D080C138CD8F}" type="datetime1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7C9CB-6FF6-0287-178B-6CADEEB9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84A680-FB9E-E42D-DDAA-5791A07BD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B3A19901-5D82-7B65-7782-E6852337B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7" name="Freeform: Shape 59">
            <a:extLst>
              <a:ext uri="{FF2B5EF4-FFF2-40B4-BE49-F238E27FC236}">
                <a16:creationId xmlns:a16="http://schemas.microsoft.com/office/drawing/2014/main" id="{8F412048-B308-2DFC-686A-6DA382617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EA419E24-8272-CD51-84D8-E7CA5E6F7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Freeform: Shape 9">
            <a:extLst>
              <a:ext uri="{FF2B5EF4-FFF2-40B4-BE49-F238E27FC236}">
                <a16:creationId xmlns:a16="http://schemas.microsoft.com/office/drawing/2014/main" id="{FC750F5C-AF95-4BA8-1FF7-DF14E175B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2957"/>
            <a:ext cx="1498042" cy="745484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8EB19805-760B-FC22-27FF-2642CF681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id="{16723D4D-CE24-1BFA-381F-67A51CF4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EDD86B10-8265-2F8F-A1C8-E1C52EB8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Freeform: Shape 9">
            <a:extLst>
              <a:ext uri="{FF2B5EF4-FFF2-40B4-BE49-F238E27FC236}">
                <a16:creationId xmlns:a16="http://schemas.microsoft.com/office/drawing/2014/main" id="{4EDA9D06-9457-35FD-607C-E7105181A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7" y="3812957"/>
            <a:ext cx="1498042" cy="745484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19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49885F5-BCBD-1B93-4BD0-913F4539E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1973" y="3986909"/>
            <a:ext cx="11288052" cy="1331597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044FD8C-6C45-EC5E-5CA3-79C3C87BF8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1973" y="5416550"/>
            <a:ext cx="11288052" cy="61595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99621" y="964"/>
            <a:ext cx="5578791" cy="3888401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E6436228-797E-53A8-A7F9-52AD1B8E0F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1973" y="6087722"/>
            <a:ext cx="1801825" cy="266701"/>
          </a:xfrm>
        </p:spPr>
        <p:txBody>
          <a:bodyPr lIns="0" tIns="0" rIns="0" bIns="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84172-860D-1647-047C-C3738A9C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7AD76E7D-962D-48CF-BF02-F912E00C32C9}" type="datetime1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F49D81A-40A1-67EF-AB98-6D6B4700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D469B88-8070-4714-51D1-F43A0AFE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A13429-7FDC-7187-2143-8A9EEDD8A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93548" y="-195013"/>
            <a:ext cx="1957956" cy="234798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34876CF-E930-1022-BFB1-831273576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7597" y="3"/>
            <a:ext cx="2351132" cy="117001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763CC7-EA2E-97AB-5E20-B44890F7E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203865" y="1754093"/>
            <a:ext cx="1940257" cy="23479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CA88D6-0F39-DB96-BA62-7586959D1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2544101" y="-198088"/>
            <a:ext cx="1954953" cy="23511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13202E-A252-90D1-ED83-5D7FB9C4F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551501" y="1746727"/>
            <a:ext cx="1940259" cy="23510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B2E8D-ECD5-FF51-A5CA-5FB0750DA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554974" y="1743143"/>
            <a:ext cx="1933202" cy="2351131"/>
          </a:xfrm>
          <a:custGeom>
            <a:avLst/>
            <a:gdLst>
              <a:gd name="connsiteX0" fmla="*/ 0 w 2115288"/>
              <a:gd name="connsiteY0" fmla="*/ 2092083 h 2092083"/>
              <a:gd name="connsiteX1" fmla="*/ 0 w 2115288"/>
              <a:gd name="connsiteY1" fmla="*/ 0 h 2092083"/>
              <a:gd name="connsiteX2" fmla="*/ 2115288 w 2115288"/>
              <a:gd name="connsiteY2" fmla="*/ 0 h 209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5288" h="2092083">
                <a:moveTo>
                  <a:pt x="0" y="2092083"/>
                </a:moveTo>
                <a:lnTo>
                  <a:pt x="0" y="0"/>
                </a:lnTo>
                <a:lnTo>
                  <a:pt x="21152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BE33DCB4-EBE4-F9F4-40E1-A1109F436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0253534" y="22400"/>
            <a:ext cx="1960861" cy="191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9D37B0-DB36-8B46-3EE5-848EE070F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0265341" y="1968544"/>
            <a:ext cx="1937248" cy="19160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49AE85A-7CA3-CA3E-CAC1-2D64B4689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10263835" y="1970054"/>
            <a:ext cx="1940259" cy="1916066"/>
          </a:xfrm>
          <a:custGeom>
            <a:avLst/>
            <a:gdLst>
              <a:gd name="connsiteX0" fmla="*/ 0 w 2115288"/>
              <a:gd name="connsiteY0" fmla="*/ 2092083 h 2092083"/>
              <a:gd name="connsiteX1" fmla="*/ 0 w 2115288"/>
              <a:gd name="connsiteY1" fmla="*/ 0 h 2092083"/>
              <a:gd name="connsiteX2" fmla="*/ 2115288 w 2115288"/>
              <a:gd name="connsiteY2" fmla="*/ 0 h 209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5288" h="2092083">
                <a:moveTo>
                  <a:pt x="0" y="2092083"/>
                </a:moveTo>
                <a:lnTo>
                  <a:pt x="0" y="0"/>
                </a:lnTo>
                <a:lnTo>
                  <a:pt x="21152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10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F45E22-547F-B6E1-5F51-CFECC13B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-7621" y="6245509"/>
            <a:ext cx="513411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D43FFF1-DDFA-80AA-76D1-22BD8FF1A0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32261" y="482261"/>
            <a:ext cx="5828395" cy="3987800"/>
          </a:xfrm>
        </p:spPr>
        <p:txBody>
          <a:bodyPr lIns="0" tIns="0" rIns="0" bIns="0"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507D3A1-9DD8-7489-4AF4-BA29A6CDB4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32260" y="4625351"/>
            <a:ext cx="5828396" cy="891675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64491" y="1339850"/>
            <a:ext cx="3762007" cy="4905375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00F3AF08-58B8-1240-DC7F-D213996B2AE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671050" y="5982369"/>
            <a:ext cx="1589606" cy="266701"/>
          </a:xfrm>
        </p:spPr>
        <p:txBody>
          <a:bodyPr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AC3F6DD-F963-7D20-7D44-A9471028FB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CE6315AF-209E-4B22-9F02-7015E9D4B9C0}" type="datetime1">
              <a:rPr lang="en-US" smtClean="0"/>
              <a:t>8/31/2025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D3E5DEB-74C0-2DEA-0038-2F004421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FCC32E-F87E-343D-5B5C-6507310C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0E8E679-660F-5B58-91D7-9E0CDF0AB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" y="-3"/>
            <a:ext cx="1360674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Freeform: Shape 59">
            <a:extLst>
              <a:ext uri="{FF2B5EF4-FFF2-40B4-BE49-F238E27FC236}">
                <a16:creationId xmlns:a16="http://schemas.microsoft.com/office/drawing/2014/main" id="{8587E180-57E3-C8FA-E365-AB365B7F4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7937" y="-5"/>
            <a:ext cx="1352738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2F644D-1D4F-6486-A506-5B5A7BE49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0" y="2232018"/>
            <a:ext cx="1360677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Freeform: Shape 9">
            <a:extLst>
              <a:ext uri="{FF2B5EF4-FFF2-40B4-BE49-F238E27FC236}">
                <a16:creationId xmlns:a16="http://schemas.microsoft.com/office/drawing/2014/main" id="{155A9F5C-6C2B-B9A0-9DF2-D4B82FBE6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471537"/>
            <a:ext cx="1360678" cy="677127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6B928C87-B3CE-A38B-38D7-B0948D3E4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-2" y="4148664"/>
            <a:ext cx="1360677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Freeform: Shape 59">
            <a:extLst>
              <a:ext uri="{FF2B5EF4-FFF2-40B4-BE49-F238E27FC236}">
                <a16:creationId xmlns:a16="http://schemas.microsoft.com/office/drawing/2014/main" id="{1F867251-402A-C2DE-7D05-B8E48B7E7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4148663"/>
            <a:ext cx="1360678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B4E1136-DFDD-32BF-5846-514278A0F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34332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4973B099-8DFA-53FB-1105-A26CC3601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814480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718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F45E22-547F-B6E1-5F51-CFECC13B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5818" y="6245509"/>
            <a:ext cx="513411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1C19B4F-DFB6-9576-9DF4-96FE43A1EC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0628" y="482261"/>
            <a:ext cx="5824186" cy="3987799"/>
          </a:xfrm>
        </p:spPr>
        <p:txBody>
          <a:bodyPr lIns="0" tIns="0" rIns="0" bIns="0"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D99BC2BC-8A72-7BB8-D8C8-CB385D30BB7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0628" y="4640704"/>
            <a:ext cx="5824186" cy="87632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EC403ECD-0E61-4F10-7162-E98E5D2C68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10629" y="5978808"/>
            <a:ext cx="1737322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65818" y="1331046"/>
            <a:ext cx="3772303" cy="4914460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742842F-049E-5CE5-521C-3D7CF466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01CBC559-2983-4FEB-9B31-FF30B6E6FA7D}" type="datetime1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57807E5-619C-C6C7-6226-8A9540B6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873A478-35CD-870F-0A0C-AD044CED3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B4E1136-DFDD-32BF-5846-514278A0F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4973B099-8DFA-53FB-1105-A26CC3601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574" y="-104573"/>
            <a:ext cx="274322" cy="4834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F5FF0307-7223-2A57-49F7-205DFC3CA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-2"/>
            <a:ext cx="1365980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AB33DB86-5F38-0CF7-F613-511E8B1B1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41892" y="-3"/>
            <a:ext cx="1358044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B297F7B8-C42C-1B4A-C596-DA9004187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2232018"/>
            <a:ext cx="1358044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3CDB4C82-C1F2-7A31-B0C0-EC7A16E86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833888" y="3428999"/>
            <a:ext cx="1366047" cy="71966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id="{D03B5295-1DAD-F67E-A9D1-1EDDEDAE0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833955" y="4148664"/>
            <a:ext cx="1365981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C681F86B-1EB2-1ABD-11BE-7405C317D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33955" y="4148663"/>
            <a:ext cx="1365980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551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775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1875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364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22365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30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1313" y="1306802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D6F546FB-42DA-468A-B07E-BFBFA83DC2D8}" type="datetime1">
              <a:rPr lang="en-US" smtClean="0"/>
              <a:t>8/31/2025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0095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519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50334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C6677B68-D9FC-4FCB-9A1C-CD46B4C943BB}" type="datetime1">
              <a:rPr lang="en-US" smtClean="0"/>
              <a:t>8/31/2025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887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EA40962-D6F9-CBBE-FF2C-4EC3830F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EC816DDB-9EA2-DF6E-AAED-1B18863E5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04F26B9-B28E-8D10-94D1-04FE26C5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4947CEF4-1632-7EBE-80C3-C52AE183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80042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8202" y="2558836"/>
            <a:ext cx="6735597" cy="2536289"/>
          </a:xfrm>
        </p:spPr>
        <p:txBody>
          <a:bodyPr lIns="0" tIns="0" rIns="0" bIns="0" anchor="t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6B7D52C0-DE98-45A1-A7BD-956F12AD6676}" type="datetime1">
              <a:rPr lang="en-US" smtClean="0"/>
              <a:t>8/31/2025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E61E74D-D5FA-5080-2F53-0087775B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Freeform: Shape 59">
            <a:extLst>
              <a:ext uri="{FF2B5EF4-FFF2-40B4-BE49-F238E27FC236}">
                <a16:creationId xmlns:a16="http://schemas.microsoft.com/office/drawing/2014/main" id="{470C155E-4CCC-564B-027C-CDC41E373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285D770-FD07-EC97-B009-40BA4F4D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9F696CCD-6826-7E03-C9F2-76B5BC13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A24A50-A008-86B3-5F54-E8B7B3A9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C476D228-FB57-F7F8-C68A-E3413EFE8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03673381-EECC-4D46-EDE7-C5E028BE1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Freeform: Shape 9">
            <a:extLst>
              <a:ext uri="{FF2B5EF4-FFF2-40B4-BE49-F238E27FC236}">
                <a16:creationId xmlns:a16="http://schemas.microsoft.com/office/drawing/2014/main" id="{4441DE95-147E-9B38-A464-7A9CF35C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037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775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1875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364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1313" y="1316038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CF7FCA7F-728F-4CC2-B20C-84763AC2DB68}" type="datetime1">
              <a:rPr lang="en-US" smtClean="0"/>
              <a:t>8/31/2025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0095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541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40B915B-DDF9-DD98-A561-3684DEE3834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E911DDA8-FD53-433A-AFCD-1035259BB980}" type="datetime1">
              <a:rPr lang="en-US" smtClean="0"/>
              <a:t>8/31/2025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281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EA40962-D6F9-CBBE-FF2C-4EC3830F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EC816DDB-9EA2-DF6E-AAED-1B18863E5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04F26B9-B28E-8D10-94D1-04FE26C5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4947CEF4-1632-7EBE-80C3-C52AE183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202" y="2160856"/>
            <a:ext cx="6735597" cy="2536289"/>
          </a:xfrm>
        </p:spPr>
        <p:txBody>
          <a:bodyPr lIns="0" tIns="0" rIns="0" bIns="0" anchor="ctr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27146C27-D69F-4D76-8663-39B6CBD18F9C}" type="datetime1">
              <a:rPr lang="en-US" smtClean="0"/>
              <a:t>8/31/2025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E61E74D-D5FA-5080-2F53-0087775B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Freeform: Shape 59">
            <a:extLst>
              <a:ext uri="{FF2B5EF4-FFF2-40B4-BE49-F238E27FC236}">
                <a16:creationId xmlns:a16="http://schemas.microsoft.com/office/drawing/2014/main" id="{470C155E-4CCC-564B-027C-CDC41E373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285D770-FD07-EC97-B009-40BA4F4D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9F696CCD-6826-7E03-C9F2-76B5BC13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A24A50-A008-86B3-5F54-E8B7B3A9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C476D228-FB57-F7F8-C68A-E3413EFE8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03673381-EECC-4D46-EDE7-C5E028BE1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Freeform: Shape 9">
            <a:extLst>
              <a:ext uri="{FF2B5EF4-FFF2-40B4-BE49-F238E27FC236}">
                <a16:creationId xmlns:a16="http://schemas.microsoft.com/office/drawing/2014/main" id="{4441DE95-147E-9B38-A464-7A9CF35C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749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78F1E9F-8DC0-3F47-3713-0A6BECA4A2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42963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229F71-3CE4-1A56-A454-B19344890E2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84268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12F71417-AF87-8BCD-86C2-D6D8455F675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84403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EF0D168-760E-3567-B5E3-6EB79B152A5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1805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0ECA0-C9A9-7F6F-DDEE-49117E596C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96257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CB9C6248-FAAF-2686-9707-F8099CFE546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962712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C9235EC0-5363-881D-ECDD-99F83432317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94871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03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787FA2C-E603-94B3-BA10-F6645705849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53513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7664AE50-9F09-679F-6A2C-FCFE2305B0F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541021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D091BDB1-D06A-F20F-BD0A-FA4BEE12E67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2963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4B2A11E-0D27-4D46-A91D-448866797E4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384268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ABE6E289-1987-1965-BF2F-9BA862779B9C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1384403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35A2DADA-11CE-0CFF-67A5-C675A9F7976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1805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05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89CDCE3-2BC6-3295-3B7D-D64BF96C545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6257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CD76792D-C530-0E2F-8D16-3B89EFFB4FF6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962712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436CB067-7239-D038-646D-52E7105AE7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94871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06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BA33470-6404-0E70-04B0-CDCAA18D436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53513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068F9459-BC8A-0B9B-0553-20FAA0BDB905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8541021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687739-4F1B-4886-C248-53466C296513}"/>
              </a:ext>
            </a:extLst>
          </p:cNvPr>
          <p:cNvSpPr>
            <a:spLocks noGrp="1"/>
          </p:cNvSpPr>
          <p:nvPr>
            <p:ph type="dt" sz="half" idx="42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00008B8E-E3B6-44E6-87BF-2DE2F8186AB9}" type="datetime1">
              <a:rPr lang="en-US" smtClean="0"/>
              <a:t>8/31/2025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E59676-000B-23C4-A79E-6F7EF618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8FF8B4-211F-D599-8942-4CEA19F21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F73199D-15C0-5009-084E-702074F0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3DC668-E35A-3B70-A10C-247B5A01B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143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6F79B09-7D88-8381-B406-AFD71843F9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4000" y="2197099"/>
            <a:ext cx="10504000" cy="377411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5D5E2D8-F574-39FC-A2DB-A1AE4B96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74751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A5D0BC6C-200A-4417-9EA9-BF1791300EF1}" type="datetime1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E59676-000B-23C4-A79E-6F7EF618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8FF8B4-211F-D599-8942-4CEA19F21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F73199D-15C0-5009-084E-702074F0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3DC668-E35A-3B70-A10C-247B5A01B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354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323949A-41F3-9274-96B9-AE55D20E7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73CEA9-5FE2-4144-7BCF-29CF17143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474839"/>
            <a:ext cx="10504000" cy="455124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13246-8EC0-8C70-3F45-8768D7C5F7C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7E7B3BA2-9279-4568-B220-F60D23A17950}" type="datetime1">
              <a:rPr lang="en-US" smtClean="0"/>
              <a:t>8/31/2025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650C69B-A152-BD06-9047-9F7118B5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7912CA5-005B-5D63-2624-E78C51C2E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693E4553-C52A-1094-51E7-50535E769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19C42F7F-708C-263A-B3B6-00E85FDE0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12D9E626-EA86-5127-0C73-7BCA5CC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: Shape 59">
            <a:extLst>
              <a:ext uri="{FF2B5EF4-FFF2-40B4-BE49-F238E27FC236}">
                <a16:creationId xmlns:a16="http://schemas.microsoft.com/office/drawing/2014/main" id="{E36196F9-2EDE-D6C7-C18F-0CA6607F6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27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-1424940"/>
            <a:ext cx="10515600" cy="1325880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143AB-871B-A40A-4ABF-203E36300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800" y="313467"/>
            <a:ext cx="11554400" cy="550700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E213731-C6F5-8BF4-CFFA-DB6F3E7CB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6B62234A-EFF6-47DA-9EAD-D5312AC5C1A6}" type="datetime1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7518267-D602-CAB2-16AC-CF280D72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56B0E37-DA37-08EC-5352-201C4409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150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7031" y="977462"/>
            <a:ext cx="6357939" cy="1639640"/>
          </a:xfrm>
        </p:spPr>
        <p:txBody>
          <a:bodyPr lIns="0" tIns="0" rIns="0" bIns="0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179A78-77A7-2005-19C5-C07E817AB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7030" y="3178628"/>
            <a:ext cx="6357939" cy="284745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100"/>
            </a:lvl3pPr>
            <a:lvl4pPr marL="1371600" indent="0" algn="ctr">
              <a:buNone/>
              <a:defRPr sz="1050"/>
            </a:lvl4pPr>
            <a:lvl5pPr marL="1828800" indent="0" algn="ctr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D3A9C5A-2E4F-8513-3BB5-484AF6AB01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61ABA895-7484-42B3-845B-5E769A98605C}" type="datetime1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71FE74-F4ED-F522-8E6C-987B7D926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64DB04A-B800-A67D-2202-5E3127DE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78FE1527-C73A-10FD-DC23-1B90C0C20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594723" cy="12187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9606E1E0-F3DA-894A-2D3C-A22A48141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218702"/>
            <a:ext cx="592750" cy="35534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037B66F-8A88-B401-B56A-B1819D1B7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72126"/>
            <a:ext cx="592750" cy="20858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8B4A883-7D2B-B3A4-E71C-97A5282E4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89" y="-1"/>
            <a:ext cx="589758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33DD5763-4396-FB3F-84CF-397FE27E1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5880326"/>
            <a:ext cx="592750" cy="977674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Freeform: Shape 59">
            <a:extLst>
              <a:ext uri="{FF2B5EF4-FFF2-40B4-BE49-F238E27FC236}">
                <a16:creationId xmlns:a16="http://schemas.microsoft.com/office/drawing/2014/main" id="{79FFE37C-246F-C521-201C-7A3929C75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606189" y="0"/>
            <a:ext cx="593702" cy="977674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03D9D30-3DEA-8443-E734-46EB19A66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92" y="2076566"/>
            <a:ext cx="589753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CFF138E9-CABA-E863-0725-2AF946DDF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89" y="5633579"/>
            <a:ext cx="589755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920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6">
            <a:extLst>
              <a:ext uri="{FF2B5EF4-FFF2-40B4-BE49-F238E27FC236}">
                <a16:creationId xmlns:a16="http://schemas.microsoft.com/office/drawing/2014/main" id="{0BBEF3D7-DB5B-7581-44D1-A96990F4C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Freeform: Shape 59">
            <a:extLst>
              <a:ext uri="{FF2B5EF4-FFF2-40B4-BE49-F238E27FC236}">
                <a16:creationId xmlns:a16="http://schemas.microsoft.com/office/drawing/2014/main" id="{AA1200B2-C1B6-992C-FCB0-92D95EFEB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3F37E9B1-B103-4DC6-4C5C-CBAE64410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69"/>
            <a:ext cx="312165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CE39DDF-DFF5-AB6F-F487-951C570FC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385975"/>
            <a:ext cx="4325112" cy="24547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67BD2-62D0-543A-E4EC-DB0D7C8A1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836" y="2385976"/>
            <a:ext cx="5464817" cy="24547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20CB7A08-999A-FAF6-CC22-3A805F79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C8058E28-EB97-4436-9439-D8F783CA249D}" type="datetime1">
              <a:rPr lang="en-US" smtClean="0"/>
              <a:t>8/31/2025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1001B33-CCD1-56DE-1347-50FE52B44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5BA3F666-FC83-4A06-E2D1-F54F36EE1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523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1706AB-E4B8-078D-026D-990252BF2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2258568"/>
            <a:ext cx="6077527" cy="355701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4DBBEFEB-B716-AD6B-320D-005C214A9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12BA7C82-ED1E-4910-A648-5A94FB9C35CD}" type="datetime1">
              <a:rPr lang="en-US" smtClean="0"/>
              <a:t>8/31/2025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424575B1-A0F2-12EE-BB19-CB6ADE8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431A50-B82F-CFF9-D038-8C4456D09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EF11A17-6EB4-B345-9C96-E6F438C8A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3B3BEDEF-57A1-D087-1E15-6B0456EC5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11370119" y="237025"/>
            <a:ext cx="1066800" cy="592750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10E338B6-58A3-91A4-F5EB-CD40D614F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5AD26084-EDDC-61FF-5474-7DF349CC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1360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109587"/>
            <a:ext cx="4145582" cy="4638825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AF18FE0-442F-6AE0-4A34-0A68895F3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1109587"/>
            <a:ext cx="6077527" cy="46388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DC0C90B-196D-619B-00AC-36C5F6C0B5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17730224-C42D-49FD-9FC8-E7DEF4C583EC}" type="datetime1">
              <a:rPr lang="en-US" smtClean="0"/>
              <a:t>8/31/2025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64F9FBE-A6F5-09E6-684B-233C0D23F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451D253-EA22-2614-2FD1-DC0FEB26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46832F4-CE37-2BF9-DDF5-11B7ABE0B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394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: Shape 59">
            <a:extLst>
              <a:ext uri="{FF2B5EF4-FFF2-40B4-BE49-F238E27FC236}">
                <a16:creationId xmlns:a16="http://schemas.microsoft.com/office/drawing/2014/main" id="{7DBA236D-4EBB-E514-DF68-7891C120A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-229131" y="237025"/>
            <a:ext cx="1066800" cy="592750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A191311-3AF4-ADF9-7C92-3ED08ED5E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7C5B45-BE42-B3FC-6515-F1F37CCC2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97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3831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DD1C0B-8CAB-7B69-0068-FA66F2AC0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874923"/>
            <a:ext cx="6077527" cy="4940661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C4E1284-6ADD-36BA-D939-FD3B6B69F28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22E7A2E-A1D7-440D-AE5D-9233B2C2A080}" type="datetime1">
              <a:rPr lang="en-US" smtClean="0"/>
              <a:t>8/31/2025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EEB4352-9E14-63F9-D5BD-0659C3CC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9A0B020-52CF-C931-68F6-A67EAB11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reeform: Shape 16">
            <a:extLst>
              <a:ext uri="{FF2B5EF4-FFF2-40B4-BE49-F238E27FC236}">
                <a16:creationId xmlns:a16="http://schemas.microsoft.com/office/drawing/2014/main" id="{274252EB-C02E-C37B-E2A2-ABBFED742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Freeform: Shape 17">
            <a:extLst>
              <a:ext uri="{FF2B5EF4-FFF2-40B4-BE49-F238E27FC236}">
                <a16:creationId xmlns:a16="http://schemas.microsoft.com/office/drawing/2014/main" id="{66E27A39-E979-7436-99F0-9EE45FC8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Freeform: Shape 19">
            <a:extLst>
              <a:ext uri="{FF2B5EF4-FFF2-40B4-BE49-F238E27FC236}">
                <a16:creationId xmlns:a16="http://schemas.microsoft.com/office/drawing/2014/main" id="{ACA57297-62CA-9D0A-0CFD-396A7514D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389D975E-EBA4-68ED-C38F-B40A2C9DC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7888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46B297-C880-6157-3B17-0BC02453D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831919"/>
            <a:ext cx="6742545" cy="5194161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EECDA90-A26B-C002-52AC-C255703344E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64C6EEB5-ECF5-4010-9435-DDDC13A708E8}" type="datetime1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7998B-12FC-4418-98A3-E280DFBA8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B562A23-051B-C681-23C4-7436AC396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9702558A-53E4-8EAB-6E0F-09871DB4F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4D9D4F1C-0061-C3CC-D460-24FDA6B88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BE74AEB5-27F7-D3F7-353D-F0C293E28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038BAB3B-0C8B-44FB-985D-D01959AF8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0646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6">
            <a:extLst>
              <a:ext uri="{FF2B5EF4-FFF2-40B4-BE49-F238E27FC236}">
                <a16:creationId xmlns:a16="http://schemas.microsoft.com/office/drawing/2014/main" id="{F32ACEC3-9042-9CA8-6E03-E51EC9B00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C406346C-7029-3258-5052-CEF732EAE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1525127B-EAD0-C6C2-5539-A82B684A5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0AD2D883-EB46-4708-231E-8E06FFCC0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5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1700B-05FA-57C3-2F6D-E68122FE6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50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A9F9493-409B-15D0-BE96-3C506B18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16814334-F3D7-461C-A523-9B7FB7F36FA5}" type="datetime1">
              <a:rPr lang="en-US" smtClean="0"/>
              <a:t>8/31/2025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1E01870-8427-A77F-33A2-524EAE9E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0307E41-6967-98D0-2B22-C44AADD6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5142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CE92327-3D7D-91A2-CBCF-20D784881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930" y="5779705"/>
            <a:ext cx="311361" cy="1845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5611E7B7-7FBD-C6BE-4220-4A9AFC269A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4" y="886783"/>
            <a:ext cx="9386351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694C599F-AFDE-9701-5E41-913EF170A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4096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A4ECD-4494-EA14-631D-9D60BF413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414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6979BA07-7690-B8B0-F566-619EBF2C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C9EDDE77-73E1-4206-A5B1-55BF1010C08E}" type="datetime1">
              <a:rPr lang="en-US" smtClean="0"/>
              <a:t>8/31/2025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B42A884-4919-DB12-4A6A-A0629C84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30A143ED-F5E5-1F8B-C749-6CB14422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72328280-7591-87BA-48BC-57154E8F9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15814" y="-681672"/>
            <a:ext cx="311360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7E2E09B4-079D-3AC2-569B-351AC77F3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795962" y="-84996"/>
            <a:ext cx="311359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6623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6">
            <a:extLst>
              <a:ext uri="{FF2B5EF4-FFF2-40B4-BE49-F238E27FC236}">
                <a16:creationId xmlns:a16="http://schemas.microsoft.com/office/drawing/2014/main" id="{67A2B41B-7B73-7F7C-BDE4-B64E367EF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id="{ECD5DF8A-9681-079A-0E04-84852AD0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826C698D-FB25-B1C4-B155-8945F7603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0DCB0DA2-1A73-EDEF-65E1-746EFDD23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9BD555F-4F6F-4781-E21D-653B87345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1" y="2187607"/>
            <a:ext cx="10504000" cy="182334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B0601-C34C-BDF8-8583-9991A91F8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4202973"/>
            <a:ext cx="10504000" cy="149866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5F96EBD-A9C3-5CC5-2542-574F1140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A263E9B6-2130-4830-A1F1-90F94CF18EE7}" type="datetime1">
              <a:rPr lang="en-US" smtClean="0"/>
              <a:t>8/31/2025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D8FB8D1-F05B-FD90-FBC8-67149E0F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E84F2-1BC7-D2C7-0CEC-21588919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955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AB4555F-BCE5-B734-1A0A-7B68F143C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4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59458D0-3685-F716-1340-4CA2129FC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782604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49" y="2698033"/>
            <a:ext cx="4040595" cy="295742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5FDF597-FAC1-BC65-1C5C-5C7AA57F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3FF1F437-572D-4FE3-94BD-D4F1E17345D2}" type="datetime1">
              <a:rPr lang="en-US" smtClean="0"/>
              <a:t>8/31/2025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8CF5147-075A-42DE-BA84-4D53ACCB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966F281-4FB2-63EB-5F87-0CE9630E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FB09EC07-8CA4-4E29-5495-97F9FF909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7907203D-D192-301A-C181-9D4573A85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C631F856-0C45-8546-C095-0C0B6F379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Freeform: Shape 59">
            <a:extLst>
              <a:ext uri="{FF2B5EF4-FFF2-40B4-BE49-F238E27FC236}">
                <a16:creationId xmlns:a16="http://schemas.microsoft.com/office/drawing/2014/main" id="{924F2AA6-5AE1-A2E0-1742-8C4205481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0429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155CA260-60C6-0862-8D37-67F8B32D7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5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4095" y="2698032"/>
            <a:ext cx="4040596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4AD2F-D082-4D53-364B-2AB7F22C4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414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F3427FD-24F0-2A8C-4797-41345DBC146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E3F2DC63-637B-4BCF-B8F9-1A2D776CAA68}" type="datetime1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55F9FEB-4B22-C769-CFAF-F6CF37A54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2E8B32F-8DE7-DA38-22D9-A4AB011E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reeform: Shape 16">
            <a:extLst>
              <a:ext uri="{FF2B5EF4-FFF2-40B4-BE49-F238E27FC236}">
                <a16:creationId xmlns:a16="http://schemas.microsoft.com/office/drawing/2014/main" id="{4FEF3EBE-C792-9A19-4F3A-11F8E8521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Freeform: Shape 17">
            <a:extLst>
              <a:ext uri="{FF2B5EF4-FFF2-40B4-BE49-F238E27FC236}">
                <a16:creationId xmlns:a16="http://schemas.microsoft.com/office/drawing/2014/main" id="{32DD04BE-0EC2-B435-EC39-F70F0B4D4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Freeform: Shape 19">
            <a:extLst>
              <a:ext uri="{FF2B5EF4-FFF2-40B4-BE49-F238E27FC236}">
                <a16:creationId xmlns:a16="http://schemas.microsoft.com/office/drawing/2014/main" id="{C7346FF1-1F4E-6102-72E8-B661677DE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Freeform: Shape 18">
            <a:extLst>
              <a:ext uri="{FF2B5EF4-FFF2-40B4-BE49-F238E27FC236}">
                <a16:creationId xmlns:a16="http://schemas.microsoft.com/office/drawing/2014/main" id="{281C9290-51EF-B467-0F94-917BE4AB6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1078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161B8709-B6C6-B6A2-8039-23E2746AC2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3" y="886783"/>
            <a:ext cx="9386351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CE8CAE3-17FA-FA2A-D6BF-43BBD09B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782604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BCF6BC28-50F8-F181-0051-83FAF05643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50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4269C55-855F-A8C7-5284-8ADFEC54A3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8F382DA3-0683-4C43-87B8-8D3F3936E927}" type="datetime1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44DC330-9F30-20C2-60AD-2F0AD2871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BA67A5-F86C-E56E-2CA5-913F58D09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1D8A0EC4-4B8F-427F-7E90-7A7BCDFFE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7710114B-0C3A-98B0-CCBD-1242ACA3F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0F1B5886-DB08-F251-544B-FA1B14D51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id="{0BA04B21-2519-6018-CD0C-897EC7ACF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402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5064" y="825622"/>
            <a:ext cx="4522936" cy="932688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D37751-87A6-2102-5FE0-13CF04753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5064" y="2050473"/>
            <a:ext cx="4522936" cy="395270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57C7EDD-DB32-06EC-F820-BCF6715A244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53B23668-1D32-4EEC-86A8-F6F4DD98D913}" type="datetime1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FC55F9D-1F89-7C43-F3C5-6A855F82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A576E1-43A8-DA10-8404-0BA92AFB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4774B974-C60E-962D-A2BF-A8D91844B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38ED7D40-86A1-ABCA-9230-F31126FBD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644CC40D-4D0B-8820-3E77-FF38C10EF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F876AF74-00A8-A58C-C900-156CB37EC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4277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490" y="831918"/>
            <a:ext cx="4572000" cy="1876646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36A5C8C-1C5F-8F3C-7273-ECFA2686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491" y="2899064"/>
            <a:ext cx="4572000" cy="312701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49D7FA6-EF6B-01F5-1B41-77B0DC79D0E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EA22E578-D36F-40B5-B25D-2BD33A2C0960}" type="datetime1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C0937A-F86B-C55A-CAB8-2F846105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31334FA-8FF3-5A9F-F579-96C33FF3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7A021801-1E66-C93E-CA81-2F4A5B6D0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DE776DA-FCE8-B4E5-0C47-C09678BFF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850E7C7-C469-6C82-35B3-A4D50FA38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BDD13537-C329-9582-A499-5B198F35C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085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46432" y="831918"/>
            <a:ext cx="3401568" cy="1527048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8022B9-94F3-E71A-0D00-132BBF9A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800" y="2595418"/>
            <a:ext cx="3423200" cy="340775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22A4C20-C591-B7BA-88A2-EE4295E42BD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5DAA1DE-B54A-4F83-85C2-533BA6E6D6DF}" type="datetime1">
              <a:rPr lang="en-US" smtClean="0"/>
              <a:t>8/31/2025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390BD26-2598-EE89-F73A-1685B739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882322-2806-6BFB-ACF1-EB3E6930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A7FA8BD1-9A20-5381-CC5C-A27497B1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FCD0DE49-3A7C-EE4C-61A3-FAF4F1B2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767B11D7-CD08-FAED-9296-480025235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50CF2599-B950-2167-E974-CC7481C78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4843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401568" cy="1527048"/>
          </a:xfrm>
        </p:spPr>
        <p:txBody>
          <a:bodyPr anchor="b">
            <a:no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04DE6-EAC2-AC37-0397-9528F6C57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2540000"/>
            <a:ext cx="3423200" cy="34860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E8F2FDC-C562-B34A-6571-DC32774263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BE4B412A-4FEC-4D58-A982-DE2352DEA835}" type="datetime1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8CD5EAC-3346-2E3B-3C1B-E978B8BD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221974C-11FF-808A-131E-5B13E74A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69F1C76D-67DE-DFCB-797B-209A9222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id="{2D7E2290-C841-FA30-B540-94E323C37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98CB2567-FE22-5916-E6EE-BF2E420C8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061982EF-A562-8BFF-583D-EB011D564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2110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3454" y="831919"/>
            <a:ext cx="3273552" cy="2035696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3DB3FE-F7D2-E449-4412-979DFDADD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52" y="2992582"/>
            <a:ext cx="3273553" cy="29310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B3F9524-AF16-7B88-FD0F-5D85D35D402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BB6AA4B7-54EA-4D25-AC1C-2C716C9AB45E}" type="datetime1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09F231-51ED-DDB0-9D71-BF8956AA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04408D-81FD-E507-7BBD-A8D6584E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697E7E97-2AF1-DCEF-1577-E6BB3BF3A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E9317DCD-DD5B-9395-5430-ADD837B16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FD993BD8-30E5-EFEA-32A5-68475D04F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0AA84551-1089-1E65-5C17-6F400C1EA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7138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8" y="4509559"/>
            <a:ext cx="4579339" cy="1516522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29A789-F42A-CE01-5134-E27AA725C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7236" y="4509559"/>
            <a:ext cx="5750764" cy="15165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E6EE51A-242F-6B3B-BC3A-A775A4D3ABC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8B86AAEB-9014-4EB7-A19B-82585FF73E69}" type="datetime1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AF2934-39B9-625F-CE2A-760A04F05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A7CB57-5E03-8E25-767F-8320CC05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EDC08D2B-BE98-2387-126D-01CA1E351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EDB9B957-9A7F-6030-9FD9-7190608C4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E30A39C3-B004-B36E-236D-BDD46BB5E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C16C57F0-678F-7C1D-45CA-3A0EEF6DA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7400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9" y="3785800"/>
            <a:ext cx="2953618" cy="224028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8E2102-73F7-E059-C739-47418EA88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0109" y="3785800"/>
            <a:ext cx="7357891" cy="2240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529124B-3B19-6FC6-9F79-A760D6CA945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79C0A114-6B50-42EA-BEF7-AF06FBB712B5}" type="datetime1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173872-0F8A-92BB-60FA-06E41B054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982C76-6FB9-F3AD-FA15-0D32F3D9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9731B2A6-3038-F565-C577-E69DD5BC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A67BA275-E7E6-7053-A026-EB3872622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7F446589-4583-8647-CFA5-49008F0B9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B5B742C4-F546-E27E-53EA-AC608C08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8305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8"/>
            <a:ext cx="2953618" cy="2240279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37715F-06AC-F5A6-12CE-84D44B400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4764" y="824389"/>
            <a:ext cx="7293236" cy="224780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A42EE36-6D78-ED96-BA7A-0AE1F0DD31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CAAD2C7F-473A-4D2D-AC0F-8980EA932D76}" type="datetime1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E381D81-8909-BE95-6F06-C0C32493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5B87E8A-0424-908A-2920-72BA97B7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F2F4F436-2885-E919-59D1-9F4B72461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19B02536-A5B7-CFE8-D253-CC3FCA173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99ACFEDC-62BE-1738-94DB-A9A847423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0C3F2215-0CD2-E69F-A2BD-8DFCDB37B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7222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963" y="858337"/>
            <a:ext cx="10504000" cy="970463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8C7461-314A-7430-6CA4-63A01F73B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017" y="2081049"/>
            <a:ext cx="4108945" cy="394503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68C7D2F-9D75-2435-3CAF-B6029DA9EDE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BE1BBE6B-EBDB-4767-B6CD-0278799A9AB6}" type="datetime1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94DE6-442D-DCFE-9025-59816725E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CE053A-D84D-F068-2187-0593A6D6D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481F23A8-0C6F-3F32-0B98-06736333D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BC56C0F3-A0B5-A7A6-A072-97B2A5722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9D199749-F152-56FE-4504-73DF7E157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: Shape 59">
            <a:extLst>
              <a:ext uri="{FF2B5EF4-FFF2-40B4-BE49-F238E27FC236}">
                <a16:creationId xmlns:a16="http://schemas.microsoft.com/office/drawing/2014/main" id="{95BDD05D-8B5F-8B0A-B47B-E97C0D386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4987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52884"/>
            <a:ext cx="4672584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571DC-86DF-2230-52AD-9440B5CB4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836" y="852883"/>
            <a:ext cx="5750764" cy="51522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162FE03-22B1-3FC9-D0A1-70C4C9B6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2932A801-5AA4-4C0F-89ED-58036F1EB598}" type="datetime1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AAD1C7F-699D-B975-BBB5-3F8AAE99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A90F4F4-332A-7489-099F-649FE29D8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69458B26-18DF-0F22-F73B-FBF0117AB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29454459-F726-2777-3904-98ED4301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4AFF45CF-7D31-04CD-2EDB-8FBEADAE8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id="{7EC0A88E-95E4-54C0-4C7B-90A8A6AD7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8906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3725"/>
            <a:ext cx="3657603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C9BBE1-F163-BFCA-3F62-3189A30FA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2073" y="852883"/>
            <a:ext cx="6757527" cy="51522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D1735F2-E2C8-9B6A-C3E1-C7B56CDE412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A3D90453-8EEF-4E84-BBB5-EE81E7CDC48E}" type="datetime1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ABF240-AB8A-B851-60A3-07C17BF9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7CE6569-5A00-FAA6-16A6-9CAC579A8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D093A1E9-14E7-F1BD-8AD3-0926AC48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C082F9D-17F7-A6A3-6F59-395DBD040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0635C57-C6B6-95FF-FF70-8E4EC72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64C0BF67-AD24-8BA3-7BFE-4FC4B3109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1093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3999" y="5076496"/>
            <a:ext cx="7559021" cy="949583"/>
          </a:xfrm>
        </p:spPr>
        <p:txBody>
          <a:bodyPr anchor="t">
            <a:no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D0B43-8816-7247-6389-43D5551017B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371952EA-B622-4EFA-8BD3-B50580F101C7}" type="datetime1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27E193F-93CE-A072-84E6-1413DA17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48423F9-4799-A3D7-1F4C-F18DF70A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reeform: Shape 16">
            <a:extLst>
              <a:ext uri="{FF2B5EF4-FFF2-40B4-BE49-F238E27FC236}">
                <a16:creationId xmlns:a16="http://schemas.microsoft.com/office/drawing/2014/main" id="{88041669-6793-077D-9837-4A969A82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Freeform: Shape 17">
            <a:extLst>
              <a:ext uri="{FF2B5EF4-FFF2-40B4-BE49-F238E27FC236}">
                <a16:creationId xmlns:a16="http://schemas.microsoft.com/office/drawing/2014/main" id="{AC3F6980-A0AE-0D20-BB5F-49A002200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9">
            <a:extLst>
              <a:ext uri="{FF2B5EF4-FFF2-40B4-BE49-F238E27FC236}">
                <a16:creationId xmlns:a16="http://schemas.microsoft.com/office/drawing/2014/main" id="{02937DA2-B26D-43F5-EA04-BE9925EF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EBDA1D10-E930-CB39-86A5-FA42DB422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543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FE8812C-E055-50E4-0169-A1950E62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59D169BE-8B7B-4C8F-A0AC-89A6AC1E5D88}" type="datetime1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6A94C-87F9-4135-8D16-E44AFA1F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DE2A589-D2DC-84F9-7195-EA18408E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93E8DDA7-6F09-A45D-D2CD-D785473EF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Freeform: Shape 59">
            <a:extLst>
              <a:ext uri="{FF2B5EF4-FFF2-40B4-BE49-F238E27FC236}">
                <a16:creationId xmlns:a16="http://schemas.microsoft.com/office/drawing/2014/main" id="{67B1242D-E100-7A0B-1A2F-727DD9934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18569" y="-219375"/>
            <a:ext cx="312166" cy="7493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D3D4B49A-33A3-4552-3BC7-AFEDF4F56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-1971971"/>
            <a:ext cx="312165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539B139C-807D-C305-EDA8-691E0DFB6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-590448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878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BFDC082-8545-4E14-11AF-FFBD6384E6D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6D59CAA2-0906-4AD8-B3B7-BA09432A6BF3}" type="datetime1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FEC98-351C-9217-F32A-E626491D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528185-249C-C3DD-E678-AFBB8FFF5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id="{699D7479-A95C-B9AB-8F14-BDAE9D99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36AD101D-8188-88D0-9B81-9437DD5E3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1148622B-2A3E-B519-D517-B1227723B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0B9E09DF-714D-90DF-B3AD-44EABE33E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32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80D95FF-5457-4897-C849-71357B0BD4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74064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7FA8F0C3-BC6D-6591-CB4A-11D861FBC72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1932"/>
            <a:ext cx="8266176" cy="55842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B90E5DD-D445-87A5-7673-8A1F88BDDD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1055A6E-1C6D-4B6B-8ADD-4EF7E0838C70}" type="datetime1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3BBD032-D2AB-904A-8441-9141AC45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BB3875C-AB86-8E9A-4F93-9CCBB06B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FB298429-8DA5-BFFD-51EB-A90E073B0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3C3643E2-FB9D-A282-05D4-4ADCA28D3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71D24C1E-2499-ECF1-B8DF-E0B4343EA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2B0AE408-95C0-A98F-93FE-469A71B6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9012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FA7C22B-A89C-426A-2C61-A4248B0DB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372961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2744D9B-8B76-550A-34DF-7C3E89C14E5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3EFFE-734C-E450-E89C-CA99223B86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1C9B7276-85BD-4217-A6B0-19E852C8354B}" type="datetime1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40393E-DBD1-6BA9-3978-D776FE47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A968107-B15C-8E6D-FE8F-5B9CF718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CC74BB1-A215-A0A5-E737-8BCC4B63B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raphic 21">
            <a:extLst>
              <a:ext uri="{FF2B5EF4-FFF2-40B4-BE49-F238E27FC236}">
                <a16:creationId xmlns:a16="http://schemas.microsoft.com/office/drawing/2014/main" id="{EBEFF781-B473-6F4A-B48E-4BDDBDA22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9949D4-4863-4EB4-07B7-1DE490BE5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C66188E6-7A98-AC66-FEEF-2258A532A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26619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93AB473-5AA2-F8C2-52FE-444C26F55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74064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B5C6304-7175-022B-6047-B7061B9529B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1932"/>
            <a:ext cx="8266176" cy="55842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01E0B-6390-6AEC-5C53-5D538E15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23374C9D-8A47-47AE-9B01-CD172E945F92}" type="datetime1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D45BA7E-BB20-C646-2450-F8562ED92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B1D2082-DF85-D231-9624-6372331F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D3E5FC2-5685-46E9-2717-E0629E608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raphic 21">
            <a:extLst>
              <a:ext uri="{FF2B5EF4-FFF2-40B4-BE49-F238E27FC236}">
                <a16:creationId xmlns:a16="http://schemas.microsoft.com/office/drawing/2014/main" id="{C526560E-0081-7213-2B8C-2BEC157A2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9A8E9E-14B4-DCD2-5039-79CFB3442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DBFDC890-4416-3434-05AF-08ECA9FC9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681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50D50B0-843C-5B14-48D1-87F8D200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9C2011B4-CBA5-497F-8713-BA47C80FA3AE}" type="datetime1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6ADB1-ED49-7629-9149-E16F9F0A2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49AE49E-D511-6279-081B-4E86B48E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D384D22-7069-5A9F-31CA-EEDEA8AAF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6AE04790-7C0A-5078-4BBB-C4DBA5633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5111550E-DD6C-68D9-796D-CC69B24BB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Freeform: Shape 59">
            <a:extLst>
              <a:ext uri="{FF2B5EF4-FFF2-40B4-BE49-F238E27FC236}">
                <a16:creationId xmlns:a16="http://schemas.microsoft.com/office/drawing/2014/main" id="{29EB5C97-94A5-1E7B-8EEE-F0194617F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935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10EAFB48-77A7-BA54-C30E-13615B2CFC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C49DF9EE-A27A-459B-9FD0-19B68E82EC37}" type="datetime1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CA297-04CE-E894-0801-F7FA853E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802B948-797F-2EDF-6B6F-80E26357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37AA86A7-00D3-E74F-78A0-15D0D5E67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E6BF3A7D-5E07-57E7-65BD-0684EBF6B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8DC52BC5-949D-F72A-1862-B4C2DF8AD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64EF6841-D3F8-5018-9386-312A1A88C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222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9DEA9FFE-FE2C-A2CF-6A54-6A11FD045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7F3191B1-5F85-BFE9-41AB-CC31EB42A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51857FF-9996-86DA-9589-6D9F2E71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AC556233-C034-4C91-BCF2-31E9A60670BE}" type="datetime1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6B0CE-1E90-D91B-206A-1AAEF0D8B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A564268-0963-3A71-EC86-705E6E654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0AFCBF-0E31-230A-60F4-103AA780A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15B40AB6-F47D-71EB-5487-2535D533C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0880F52-3352-D5BD-BC6D-2567B22B1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693C49F-06BF-DE6C-456D-E415925B3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8629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919"/>
            <a:ext cx="10515600" cy="1132258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147455"/>
            <a:ext cx="5181600" cy="3878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72200" y="2147455"/>
            <a:ext cx="5181600" cy="3878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3951C9BE-1BC0-DA0E-97D3-AEEBAEC891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D5148100-D91F-4906-AA9E-62AD5C54B332}" type="datetime1">
              <a:rPr lang="en-US" smtClean="0"/>
              <a:t>8/31/2025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2A408A81-CDF6-5FC4-EB66-DF74E6CD6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84B2F785-3677-7806-7A3C-AB27487BB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0792B4B1-A255-634B-7113-0BE8BAE88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3E17EB6F-9BB3-4A94-402E-FAD02B2C5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B5C09CFD-5DB4-D507-3AC9-437BB1B64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4" name="Freeform: Shape 59">
            <a:extLst>
              <a:ext uri="{FF2B5EF4-FFF2-40B4-BE49-F238E27FC236}">
                <a16:creationId xmlns:a16="http://schemas.microsoft.com/office/drawing/2014/main" id="{3D77659E-88C7-E969-8E1D-2B9E7B09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7967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6374" y="838988"/>
            <a:ext cx="10461626" cy="1143292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4000" y="2142935"/>
            <a:ext cx="5157787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4000" y="2844801"/>
            <a:ext cx="5157788" cy="317421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4812" y="2142935"/>
            <a:ext cx="5183188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4812" y="2844801"/>
            <a:ext cx="5183188" cy="317421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54F43-A159-C557-9E6B-CFF4F103692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D57130F4-6870-4294-BAB1-BF3919D36A94}" type="datetime1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669F11A-4BB7-E399-ADBB-0F360C06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6F30B9-EE4B-C493-7E8E-D3B0E35E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id="{03AB0DEF-0DAF-10A0-D371-A2D5CFF30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CE00B65A-4DD3-A66E-7B7D-B1480BCB5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69C3029D-7FB9-5E45-82D3-D6A8844A6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id="{BE1498E0-4720-9D5C-04B8-B5A813618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0893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Picture Placeholder21">
            <a:extLst>
              <a:ext uri="{FF2B5EF4-FFF2-40B4-BE49-F238E27FC236}">
                <a16:creationId xmlns:a16="http://schemas.microsoft.com/office/drawing/2014/main" id="{D0542117-0280-7EF2-981E-7EBEEA22B8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0778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C0CA7D34-E67D-8E1E-D764-4EEF48B5F10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372424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BF9C1CC2-757F-2074-A27F-0C3465D031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372424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Picture Placeholder21">
            <a:extLst>
              <a:ext uri="{FF2B5EF4-FFF2-40B4-BE49-F238E27FC236}">
                <a16:creationId xmlns:a16="http://schemas.microsoft.com/office/drawing/2014/main" id="{57B833E3-1027-D68D-486F-417BDE65BF4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53768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51119BFC-5232-31B7-0199-2BC44B1610E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745414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5B52BFC0-79AE-E39B-C284-97D8EDBCA7A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745414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Picture Placeholder 21">
            <a:extLst>
              <a:ext uri="{FF2B5EF4-FFF2-40B4-BE49-F238E27FC236}">
                <a16:creationId xmlns:a16="http://schemas.microsoft.com/office/drawing/2014/main" id="{CF406033-2018-29A3-CCC9-6C9E44FD5D1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14789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C3ED7ECE-1ADF-CD96-C30D-6F02AC54B1F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106435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12DF7936-36F7-44AF-D721-23AB6274392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06435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33EABF6-4EA1-0F72-47E7-E214CDBF7DD4}"/>
              </a:ext>
            </a:extLst>
          </p:cNvPr>
          <p:cNvSpPr>
            <a:spLocks noGrp="1"/>
          </p:cNvSpPr>
          <p:nvPr>
            <p:ph type="dt" sz="half" idx="4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C61E0BE0-A829-41CE-989C-E016A1A610C6}" type="datetime1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59">
            <a:extLst>
              <a:ext uri="{FF2B5EF4-FFF2-40B4-BE49-F238E27FC236}">
                <a16:creationId xmlns:a16="http://schemas.microsoft.com/office/drawing/2014/main" id="{ED3CEBA7-0265-2989-2EC6-ED2043F33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A25533D8-30B7-6701-E92E-C0BA672DC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C35F9418-7400-2BD9-AE41-597ECEA37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: Shape 59">
            <a:extLst>
              <a:ext uri="{FF2B5EF4-FFF2-40B4-BE49-F238E27FC236}">
                <a16:creationId xmlns:a16="http://schemas.microsoft.com/office/drawing/2014/main" id="{C0743258-BC4B-50FD-71BE-9D97DF0A8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7885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35">
            <a:extLst>
              <a:ext uri="{FF2B5EF4-FFF2-40B4-BE49-F238E27FC236}">
                <a16:creationId xmlns:a16="http://schemas.microsoft.com/office/drawing/2014/main" id="{A6D91015-EB22-C504-4A41-5D8469D6BF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064866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35">
            <a:extLst>
              <a:ext uri="{FF2B5EF4-FFF2-40B4-BE49-F238E27FC236}">
                <a16:creationId xmlns:a16="http://schemas.microsoft.com/office/drawing/2014/main" id="{532D2B12-D41E-8DA0-8841-A776ACF4492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064866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35">
            <a:extLst>
              <a:ext uri="{FF2B5EF4-FFF2-40B4-BE49-F238E27FC236}">
                <a16:creationId xmlns:a16="http://schemas.microsoft.com/office/drawing/2014/main" id="{40A11E8F-696A-E4EF-90AF-7299A387E89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56353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35">
            <a:extLst>
              <a:ext uri="{FF2B5EF4-FFF2-40B4-BE49-F238E27FC236}">
                <a16:creationId xmlns:a16="http://schemas.microsoft.com/office/drawing/2014/main" id="{ED0764D2-EF05-95D7-E518-B428DEA78A5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56353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C07DDEA9-66DD-7AAA-0D2F-798B2B9629E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064866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D27F749F-CAF5-FF7B-7CF9-192E8764322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064866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C192F01-6AB2-5F7C-6D0A-CB9465FB2B1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556353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92B7605E-FACE-97D3-9DDD-CBD52582C52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556353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077065C-2494-1885-831E-3BA6D45D1B2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63E78248-67D6-4C36-ACF9-76F0E6E32424}" type="datetime1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id="{9495CF4B-5A18-C9CB-401F-E668B73D1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A3A58E7B-24DB-5995-5E8D-E19B88CD1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7AEF2BAC-C579-9EFD-2089-8AAF5C6A9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id="{5D70562F-DEEF-5606-F5E8-63AEA8B62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06040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1E932CF8-809C-FD53-EC2F-3F8B262C9E1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28775" y="2362200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C5471E28-499C-13C5-B42B-B8FC431D733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30248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A5EC27E-AE02-883E-31F5-32208B9F14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930248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30">
            <a:extLst>
              <a:ext uri="{FF2B5EF4-FFF2-40B4-BE49-F238E27FC236}">
                <a16:creationId xmlns:a16="http://schemas.microsoft.com/office/drawing/2014/main" id="{5771AF9B-91C5-4FCF-3268-BEF15CB2C65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78356" y="2362200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6CD61A4-9D01-CB18-B80D-F0D20394AF2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76966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EA936668-A06C-15E6-9A5A-A170E3C8A6D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876966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Picture Placeholder 30">
            <a:extLst>
              <a:ext uri="{FF2B5EF4-FFF2-40B4-BE49-F238E27FC236}">
                <a16:creationId xmlns:a16="http://schemas.microsoft.com/office/drawing/2014/main" id="{66E6D2AA-72F5-D5EB-9F7A-61EFDB86790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628775" y="4307775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06D78574-9004-D5A4-06C4-6DE8A9BCBC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930248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9A4992FB-C1F4-515B-6938-346345DE2B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930248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30">
            <a:extLst>
              <a:ext uri="{FF2B5EF4-FFF2-40B4-BE49-F238E27FC236}">
                <a16:creationId xmlns:a16="http://schemas.microsoft.com/office/drawing/2014/main" id="{D7A8246B-3515-AD53-2508-3FC029202DA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78356" y="4307775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1FFCB778-56FA-17FD-49C7-D7F1BDD26C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876966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7AAE6DE1-1F3D-F4AB-184E-8A3A4CEDCDC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876966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F563E81-A6F0-648D-DCF7-BFF1870E755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BA6CD57-6707-422F-9C89-019CB6021886}" type="datetime1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EB1495DF-573A-3AAB-5854-8A09491BA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BD49C3F5-81F6-6E72-50FF-8F3AEFA13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EEEEF2-460E-B70B-6230-10A7994EF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id="{C4E3626D-71B6-6652-8FE1-40921DF05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02207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l"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EE5EE63-A6DA-348D-8495-E51900A59A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9788" y="2366167"/>
            <a:ext cx="3255962" cy="3604422"/>
          </a:xfrm>
        </p:spPr>
        <p:txBody>
          <a:bodyPr/>
          <a:lstStyle/>
          <a:p>
            <a:endParaRPr lang="en-GB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4087FA0-09BB-9F62-C383-36B2C6623B9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34844" y="2146300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156A739-AA76-7366-9AE0-D20D44A62F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634844" y="2890426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57BB261E-3856-D4EB-E49A-A805AA8CA02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35143" y="2146300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14EE8DBC-744D-FDE5-F388-611D6C0C16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35143" y="2890426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29E55623-928E-5F9E-2EBB-9C1009DA215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34844" y="4195512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E7542672-472E-0E16-8066-DFA6279908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34844" y="4939638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8D6428D0-36EF-16D7-741F-B91DFF9CC9A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235143" y="4195512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0BCE5C17-683A-5D3B-ECCE-2C25D14F893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35143" y="4939638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F234816-4552-682C-7011-792489AA851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15775DD7-0607-4917-A53A-48ABF27768E2}" type="datetime1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516C1398-A7AF-C02F-934D-C37C5E987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9B38EA50-6705-E42C-3897-B0D76FAA8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BF1543-7A6B-249C-1650-3EFEB63C1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BBAD9B21-7393-1499-E59D-EA109D80C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24757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id="{CC5A7648-D01A-875E-E9BB-ED5949D47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930" y="5779705"/>
            <a:ext cx="311361" cy="1845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l"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5EC3073-FA99-7015-CBD2-0E3B9CE430C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41988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C879862E-201F-4356-6D65-28E89DB6F1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41989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A15D05C0-B891-85E5-35C5-24FBD31E32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41989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Picture Placeholder 29">
            <a:extLst>
              <a:ext uri="{FF2B5EF4-FFF2-40B4-BE49-F238E27FC236}">
                <a16:creationId xmlns:a16="http://schemas.microsoft.com/office/drawing/2014/main" id="{B9CDE245-8A43-C7AE-733E-51362998210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552179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6741BED5-DD9B-DA08-B276-4A6A9619A7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52493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4211193A-897F-A0CB-98F7-FD02B1E032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52493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6776899D-7EB0-41AC-9AF4-FE101D6C9E8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84660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1DED0997-D314-C6AE-A692-306403BBE62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84974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35">
            <a:extLst>
              <a:ext uri="{FF2B5EF4-FFF2-40B4-BE49-F238E27FC236}">
                <a16:creationId xmlns:a16="http://schemas.microsoft.com/office/drawing/2014/main" id="{CB02C1DA-F7C6-2990-C630-24D0D3CA893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84974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F1FE3630-D074-6944-4F08-08363014CC1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045148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Text Placeholder 35">
            <a:extLst>
              <a:ext uri="{FF2B5EF4-FFF2-40B4-BE49-F238E27FC236}">
                <a16:creationId xmlns:a16="http://schemas.microsoft.com/office/drawing/2014/main" id="{2BD521B6-BD70-6519-3BCC-0441BC90998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45462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B09D8CE1-C90E-B457-C2C5-5AE34D538BF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045462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AF960F-EA2C-059B-FD05-9627AA9B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94FB930D-50FC-4964-80D5-EB9812234E4F}" type="datetime1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41B0960E-E397-9136-EE2E-F2595BA18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15814" y="-681672"/>
            <a:ext cx="311360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89DDA4E8-D382-3D12-576D-43FB555E0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795962" y="-84996"/>
            <a:ext cx="311359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7695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A53CF-A657-E995-A3A7-271D67F3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9E0C3E01-9982-45D3-96C6-34936FCD21B7}" type="datetime1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5E39344-307B-8BD6-D5B8-D1E1F1550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F632A0F-F12A-0DEF-B91F-C360E126D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1939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1757505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4000" y="2724912"/>
            <a:ext cx="3595634" cy="3301168"/>
          </a:xfr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07742" y="831919"/>
            <a:ext cx="6440258" cy="519416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B9FEA63-1DA3-3F9F-C50E-7AC4477F221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71C5031-6C51-4FD3-928B-682F5F2A5463}" type="datetime1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BD582E8-8B0D-6439-7715-18DB0157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5968CD-929F-6D74-C903-1AA5B1538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0322356F-D701-4C42-BB8B-523069A77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2E841F2B-D332-09D0-EBCB-48E8FBC6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5024EB45-DF26-BF12-BFEF-CA485F4D9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B1D17E64-4E73-BCCA-9364-C59A3D226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84894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2212313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9024" y="3260034"/>
            <a:ext cx="3585586" cy="2766045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DADB269-BBE0-1959-FE0B-2D6A08AE1A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7A71AC99-2C96-4BBD-83EE-91386082EAE9}" type="datetime1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88765A0-98CE-097F-70CA-A8CE88670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4CCF01-6BD8-D0D5-B68F-BF0D0E1E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16">
            <a:extLst>
              <a:ext uri="{FF2B5EF4-FFF2-40B4-BE49-F238E27FC236}">
                <a16:creationId xmlns:a16="http://schemas.microsoft.com/office/drawing/2014/main" id="{F978EDC5-9ECC-A0CA-79B2-E1099D052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reeform: Shape 17">
            <a:extLst>
              <a:ext uri="{FF2B5EF4-FFF2-40B4-BE49-F238E27FC236}">
                <a16:creationId xmlns:a16="http://schemas.microsoft.com/office/drawing/2014/main" id="{5CC0BF8E-63A7-7E59-17B3-46BB432D5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reeform: Shape 19">
            <a:extLst>
              <a:ext uri="{FF2B5EF4-FFF2-40B4-BE49-F238E27FC236}">
                <a16:creationId xmlns:a16="http://schemas.microsoft.com/office/drawing/2014/main" id="{7C16A068-4B31-D509-6638-F057A8F5C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Freeform: Shape 18">
            <a:extLst>
              <a:ext uri="{FF2B5EF4-FFF2-40B4-BE49-F238E27FC236}">
                <a16:creationId xmlns:a16="http://schemas.microsoft.com/office/drawing/2014/main" id="{ED2C66E4-77A5-559A-C4D6-22E169AE6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25005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9B4F649-ECC0-65D4-73EB-F610B1EEE47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35037D7D-796F-4920-9F98-C91D145CA9BB}" type="datetime1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BAC71-4189-4AAE-3C30-91D3E7645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5CC0F-60E4-5024-B6AB-D87255AB6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EB1DE042-7AE4-75AA-1CFC-25903005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AB955153-AC29-8EA8-DE1E-EF143A12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CBF393-915A-6526-812F-61956DD2E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id="{36817505-F187-6307-3AA7-E8701992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800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215096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915D485-D4CB-65C5-C05B-8D3E535F6A4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D84A722F-6C60-46CA-8161-D55444E5A4F9}" type="datetime1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67240-62F7-D89C-BF3D-34806BC2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9726FF9-AAAD-F331-EC9B-83CB551F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16">
            <a:extLst>
              <a:ext uri="{FF2B5EF4-FFF2-40B4-BE49-F238E27FC236}">
                <a16:creationId xmlns:a16="http://schemas.microsoft.com/office/drawing/2014/main" id="{7C2CB355-42E5-6CAD-CDA4-04E8698C7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7F51CA23-0DF4-94C6-A295-9A6ED5AA7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reeform: Shape 19">
            <a:extLst>
              <a:ext uri="{FF2B5EF4-FFF2-40B4-BE49-F238E27FC236}">
                <a16:creationId xmlns:a16="http://schemas.microsoft.com/office/drawing/2014/main" id="{78973DDC-FE45-271D-D333-1265C63DC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98BB5E17-8DB4-2B6A-4A48-E57456A31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022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23">
            <a:extLst>
              <a:ext uri="{FF2B5EF4-FFF2-40B4-BE49-F238E27FC236}">
                <a16:creationId xmlns:a16="http://schemas.microsoft.com/office/drawing/2014/main" id="{590E6AF1-4025-C539-6638-597177D00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5818" y="6245509"/>
            <a:ext cx="512617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Title 6">
            <a:extLst>
              <a:ext uri="{FF2B5EF4-FFF2-40B4-BE49-F238E27FC236}">
                <a16:creationId xmlns:a16="http://schemas.microsoft.com/office/drawing/2014/main" id="{25E8EC5E-EA9E-1F86-2E83-5D54996011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5864" y="1532081"/>
            <a:ext cx="5273221" cy="3793838"/>
          </a:xfrm>
        </p:spPr>
        <p:txBody>
          <a:bodyPr lIns="0" tIns="0" rIns="0" bIns="0" anchor="ctr">
            <a:noAutofit/>
          </a:bodyPr>
          <a:lstStyle>
            <a:lvl1pPr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5" descr="A woman wearing a yellow sweater working at the office">
            <a:extLst>
              <a:ext uri="{FF2B5EF4-FFF2-40B4-BE49-F238E27FC236}">
                <a16:creationId xmlns:a16="http://schemas.microsoft.com/office/drawing/2014/main" id="{0F266249-25B1-EF53-33EB-FA594F7F68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63457" y="1326812"/>
            <a:ext cx="3778434" cy="4924193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21528A5-067A-BD49-2204-67FF006E8B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525C6B4-B608-4FA5-83BA-8D41A008294D}" type="datetime1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E67C389-E6A8-48B1-74CD-322C690F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D7705C1-E2D3-B1B7-C51C-44843980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5917FF65-0254-002E-D43D-FF8B5E603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3515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D6108ED-5598-D9CD-3F7C-E35B4C8BB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21EB73BE-3F32-B696-CCF3-3120CC026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-2"/>
            <a:ext cx="1365980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4" name="Freeform: Shape 59">
            <a:extLst>
              <a:ext uri="{FF2B5EF4-FFF2-40B4-BE49-F238E27FC236}">
                <a16:creationId xmlns:a16="http://schemas.microsoft.com/office/drawing/2014/main" id="{A7A3C520-412F-3B3C-3DD2-BA1FA9970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41892" y="-3"/>
            <a:ext cx="1358044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99367659-61EC-44B3-A73E-47A6D3C10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2232018"/>
            <a:ext cx="1358044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Freeform: Shape 9">
            <a:extLst>
              <a:ext uri="{FF2B5EF4-FFF2-40B4-BE49-F238E27FC236}">
                <a16:creationId xmlns:a16="http://schemas.microsoft.com/office/drawing/2014/main" id="{14EDCCCA-96A0-0D33-9C7F-224DCB3D5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833956" y="3472845"/>
            <a:ext cx="1358044" cy="675816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2C55E30B-D458-A8B6-11AB-5FAEA926B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833954" y="4148664"/>
            <a:ext cx="1358043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: Shape 59">
            <a:extLst>
              <a:ext uri="{FF2B5EF4-FFF2-40B4-BE49-F238E27FC236}">
                <a16:creationId xmlns:a16="http://schemas.microsoft.com/office/drawing/2014/main" id="{81D1A457-4F77-6BE6-3713-4638E83D6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33955" y="4148663"/>
            <a:ext cx="1358045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55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sz="1418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sz="1418"/>
              <a:t>Click to edit Master text styles</a:t>
            </a:r>
            <a:endParaRPr lang="en-US"/>
          </a:p>
          <a:p>
            <a:pPr lvl="1"/>
            <a:r>
              <a:rPr lang="en-US" sz="1418"/>
              <a:t>Second level</a:t>
            </a:r>
          </a:p>
          <a:p>
            <a:pPr lvl="2"/>
            <a:r>
              <a:rPr lang="en-US" sz="1418"/>
              <a:t>Third level</a:t>
            </a:r>
          </a:p>
          <a:p>
            <a:pPr lvl="3"/>
            <a:r>
              <a:rPr lang="en-US" sz="1418"/>
              <a:t>Fourth level</a:t>
            </a:r>
          </a:p>
          <a:p>
            <a:pPr lvl="4"/>
            <a:r>
              <a:rPr lang="en-US" sz="1418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9DDEA0E-07E9-13B1-EDC7-61BAFA5FF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 sz="1200"/>
            </a:lvl1pPr>
          </a:lstStyle>
          <a:p>
            <a:fld id="{75CCF5A6-22D5-4C68-8151-772280C4F067}" type="datetime1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EA10547-A0BF-14BF-EF18-92FBBF644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 sz="1200"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13A03B-58A6-5266-F4CA-95B7A6F4B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 sz="1200"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3" r:id="rId4"/>
    <p:sldLayoutId id="2147483707" r:id="rId5"/>
    <p:sldLayoutId id="2147483650" r:id="rId6"/>
    <p:sldLayoutId id="2147483654" r:id="rId7"/>
    <p:sldLayoutId id="2147483754" r:id="rId8"/>
    <p:sldLayoutId id="2147483755" r:id="rId9"/>
    <p:sldLayoutId id="2147483760" r:id="rId10"/>
    <p:sldLayoutId id="2147483761" r:id="rId11"/>
    <p:sldLayoutId id="2147483762" r:id="rId12"/>
    <p:sldLayoutId id="2147483662" r:id="rId13"/>
    <p:sldLayoutId id="2147483763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2" r:id="rId23"/>
    <p:sldLayoutId id="2147483671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752" r:id="rId43"/>
    <p:sldLayoutId id="2147483753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756" r:id="rId52"/>
    <p:sldLayoutId id="2147483757" r:id="rId53"/>
    <p:sldLayoutId id="2147483758" r:id="rId54"/>
    <p:sldLayoutId id="2147483759" r:id="rId55"/>
    <p:sldLayoutId id="2147483698" r:id="rId56"/>
    <p:sldLayoutId id="2147483699" r:id="rId57"/>
    <p:sldLayoutId id="2147483700" r:id="rId58"/>
    <p:sldLayoutId id="2147483701" r:id="rId59"/>
    <p:sldLayoutId id="2147483702" r:id="rId60"/>
    <p:sldLayoutId id="2147483661" r:id="rId6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B8652-5F13-4FC5-B63F-0033DADAB9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Linux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0B522A-FDBB-4A17-B3FA-E7DE46DD3D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Bypassing Login Page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93572-91A4-47AF-9CDA-B320B1BF697B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dirty="0"/>
              <a:t>James Soko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713374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BF2070E-8EA4-4E3A-8120-F24A69FFA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Parrot OS</a:t>
            </a:r>
            <a:endParaRPr lang="LID4096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5BFF41-D2B5-4A16-A116-A0DE94B6E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</a:t>
            </a:r>
            <a:endParaRPr lang="LID4096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0A933BF-2F0B-4414-AE74-AC2BD29B72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3F2F6-C07F-4A86-9BE1-0AA3998FB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LINUX LABS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5F1F4-8AED-435D-9C2A-3BE2F6210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442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E6A2592-1B14-4D56-A1CA-3464DE2F9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681090"/>
            <a:ext cx="10504000" cy="528186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EDIT MODE </a:t>
            </a:r>
            <a:endParaRPr lang="LID4096" sz="54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44E5AD-B7E0-44B8-A653-C90E81774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Restart your machine and press </a:t>
            </a:r>
            <a:r>
              <a:rPr lang="en-US" sz="2800" b="1" dirty="0"/>
              <a:t>Esc</a:t>
            </a:r>
            <a:r>
              <a:rPr lang="en-US" sz="2800" dirty="0"/>
              <a:t> or </a:t>
            </a:r>
            <a:r>
              <a:rPr lang="en-US" sz="2800" b="1" dirty="0"/>
              <a:t>Shift</a:t>
            </a:r>
            <a:r>
              <a:rPr lang="en-US" sz="2800" dirty="0"/>
              <a:t> during reboot.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Press </a:t>
            </a:r>
            <a:r>
              <a:rPr lang="en-US" sz="2800" b="1" dirty="0"/>
              <a:t>E</a:t>
            </a:r>
            <a:r>
              <a:rPr lang="en-US" sz="2800" dirty="0"/>
              <a:t> on your keyword.</a:t>
            </a:r>
          </a:p>
          <a:p>
            <a:endParaRPr lang="en-US" dirty="0"/>
          </a:p>
          <a:p>
            <a:endParaRPr lang="en-US" sz="1000" b="1" dirty="0">
              <a:solidFill>
                <a:schemeClr val="accent3"/>
              </a:solidFill>
            </a:endParaRPr>
          </a:p>
          <a:p>
            <a:pPr algn="ctr"/>
            <a:endParaRPr lang="en-US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C76F9-A076-4768-8AD3-E9ECF5A4F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LINUX LABS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C6EDA-194F-4D24-ADDD-191E082E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502193-1EA7-4A69-A94C-2CB307F06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353" y="2684704"/>
            <a:ext cx="6675447" cy="360693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D13976-6A5F-4CAA-A861-F5075F06BC8F}"/>
              </a:ext>
            </a:extLst>
          </p:cNvPr>
          <p:cNvSpPr/>
          <p:nvPr/>
        </p:nvSpPr>
        <p:spPr>
          <a:xfrm>
            <a:off x="1470581" y="5052767"/>
            <a:ext cx="6240545" cy="5656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81401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7D798-A378-4C69-94F0-808C7E157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506988"/>
            <a:ext cx="10504000" cy="528186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EDIT MODE </a:t>
            </a:r>
            <a:endParaRPr lang="LID4096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AC055-AB31-4CD4-986D-D5D86A099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AutoNum type="arabicPeriod" startAt="3"/>
            </a:pPr>
            <a:r>
              <a:rPr lang="en-US" sz="2800" dirty="0"/>
              <a:t>Change </a:t>
            </a:r>
            <a:r>
              <a:rPr lang="en-US" sz="2800" b="1" dirty="0">
                <a:solidFill>
                  <a:schemeClr val="accent3"/>
                </a:solidFill>
              </a:rPr>
              <a:t>ro</a:t>
            </a:r>
            <a:r>
              <a:rPr lang="en-US" sz="2800" dirty="0"/>
              <a:t> to </a:t>
            </a:r>
            <a:r>
              <a:rPr lang="en-US" sz="2800" b="1" dirty="0">
                <a:solidFill>
                  <a:schemeClr val="accent3"/>
                </a:solidFill>
              </a:rPr>
              <a:t>rw</a:t>
            </a:r>
            <a:r>
              <a:rPr lang="en-US" sz="2800" dirty="0"/>
              <a:t> (Read and Write) and add </a:t>
            </a:r>
            <a:r>
              <a:rPr lang="en-US" sz="2800" b="1" dirty="0">
                <a:solidFill>
                  <a:schemeClr val="accent3"/>
                </a:solidFill>
              </a:rPr>
              <a:t>init=/bin/bash </a:t>
            </a:r>
            <a:r>
              <a:rPr lang="en-US" sz="2800" dirty="0"/>
              <a:t>or </a:t>
            </a:r>
            <a:r>
              <a:rPr lang="en-US" sz="2800" b="1" dirty="0">
                <a:solidFill>
                  <a:schemeClr val="accent3"/>
                </a:solidFill>
              </a:rPr>
              <a:t>single</a:t>
            </a:r>
            <a:r>
              <a:rPr lang="en-US" sz="2800" dirty="0"/>
              <a:t> at the end</a:t>
            </a:r>
          </a:p>
          <a:p>
            <a:endParaRPr lang="en-US" sz="4400" dirty="0"/>
          </a:p>
          <a:p>
            <a:endParaRPr lang="en-US" sz="4400" b="1" dirty="0">
              <a:solidFill>
                <a:schemeClr val="accent3"/>
              </a:solidFill>
            </a:endParaRPr>
          </a:p>
          <a:p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8A3EC4-29B4-485A-B492-4FBFEEF79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LINUX LABS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A4EA51-D583-4535-9865-37074638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64477B-A404-4917-B991-E4D4809B4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063" y="2576279"/>
            <a:ext cx="6581648" cy="344980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A8AAAB4-5FA4-4C8B-B7B6-AB65D7A9D475}"/>
              </a:ext>
            </a:extLst>
          </p:cNvPr>
          <p:cNvSpPr/>
          <p:nvPr/>
        </p:nvSpPr>
        <p:spPr>
          <a:xfrm>
            <a:off x="1244338" y="4788816"/>
            <a:ext cx="6155703" cy="52790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08439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51D9-D91B-4F77-8A53-F85A160C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574293"/>
            <a:ext cx="10504000" cy="528186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CHANGE USER PASSWORD</a:t>
            </a:r>
            <a:endParaRPr lang="LID4096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CA4D1-7484-4CC4-85BE-B78ACC59A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 startAt="4"/>
            </a:pPr>
            <a:r>
              <a:rPr lang="en-US" sz="2800" dirty="0"/>
              <a:t>Press </a:t>
            </a:r>
            <a:r>
              <a:rPr lang="en-US" sz="2800" b="1" dirty="0"/>
              <a:t>Ctrl + X </a:t>
            </a:r>
            <a:r>
              <a:rPr lang="en-US" sz="2800" dirty="0"/>
              <a:t>or </a:t>
            </a:r>
            <a:r>
              <a:rPr lang="en-US" sz="2800" b="1" dirty="0"/>
              <a:t>F10</a:t>
            </a:r>
            <a:r>
              <a:rPr lang="en-US" sz="2800" dirty="0"/>
              <a:t> to boot.</a:t>
            </a:r>
          </a:p>
          <a:p>
            <a:pPr marL="342900" indent="-342900">
              <a:buAutoNum type="arabicPeriod" startAt="4"/>
            </a:pPr>
            <a:r>
              <a:rPr lang="en-US" sz="2800" dirty="0"/>
              <a:t>Press </a:t>
            </a:r>
            <a:r>
              <a:rPr lang="en-US" sz="2800" b="1" dirty="0"/>
              <a:t>Enter</a:t>
            </a:r>
          </a:p>
          <a:p>
            <a:endParaRPr lang="en-US" dirty="0"/>
          </a:p>
          <a:p>
            <a:r>
              <a:rPr lang="en-US" dirty="0"/>
              <a:t>	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DA48C8-B53C-4F5D-B130-31A572E70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LINUX LABS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545211-CF19-45BE-BAAF-62E9462DC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F3AF2B-0C1E-4FE8-9C10-85B1337EB4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4877" y="2762054"/>
            <a:ext cx="8390463" cy="326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9198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OP_001_Biz Presentation_Personal Budgeting_250210_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1871CA"/>
      </a:accent1>
      <a:accent2>
        <a:srgbClr val="F6C94C"/>
      </a:accent2>
      <a:accent3>
        <a:srgbClr val="02C9CE"/>
      </a:accent3>
      <a:accent4>
        <a:srgbClr val="92D050"/>
      </a:accent4>
      <a:accent5>
        <a:srgbClr val="8E7EF0"/>
      </a:accent5>
      <a:accent6>
        <a:srgbClr val="D90909"/>
      </a:accent6>
      <a:hlink>
        <a:srgbClr val="ED861F"/>
      </a:hlink>
      <a:folHlink>
        <a:srgbClr val="979797"/>
      </a:folHlink>
    </a:clrScheme>
    <a:fontScheme name="Custom">
      <a:majorFont>
        <a:latin typeface="Segoe UI Black"/>
        <a:ea typeface=""/>
        <a:cs typeface=""/>
      </a:majorFont>
      <a:minorFont>
        <a:latin typeface="Aria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1DED828-D6B6-42DA-8DEE-DE8638CBB0B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E86BAD-86C6-47EA-A0F9-642802C2FE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1333B44-FF7C-4DD4-AB3A-1FC68C05FF35}">
  <ds:schemaRefs>
    <ds:schemaRef ds:uri="http://schemas.openxmlformats.org/package/2006/metadata/core-properties"/>
    <ds:schemaRef ds:uri="http://purl.org/dc/dcmitype/"/>
    <ds:schemaRef ds:uri="http://www.w3.org/XML/1998/namespace"/>
    <ds:schemaRef ds:uri="http://purl.org/dc/terms/"/>
    <ds:schemaRef ds:uri="http://schemas.microsoft.com/office/2006/metadata/properties"/>
    <ds:schemaRef ds:uri="38de0ec0-4312-429b-9ba4-a6f7899b86f2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21705155-b4ce-4c69-95dc-4fd6cb8c5571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782</TotalTime>
  <Words>78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等线</vt:lpstr>
      <vt:lpstr>Arial</vt:lpstr>
      <vt:lpstr>Segoe UI Black</vt:lpstr>
      <vt:lpstr>Custom</vt:lpstr>
      <vt:lpstr>Linux</vt:lpstr>
      <vt:lpstr>Parrot OS</vt:lpstr>
      <vt:lpstr>EDIT MODE </vt:lpstr>
      <vt:lpstr>EDIT MODE </vt:lpstr>
      <vt:lpstr>CHANGE USER PASSWORD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Kapasa Makasa University School of Applied Sciences and Education ICT Department</dc:title>
  <dc:creator>James Soko</dc:creator>
  <cp:lastModifiedBy>James Soko</cp:lastModifiedBy>
  <cp:revision>40</cp:revision>
  <dcterms:modified xsi:type="dcterms:W3CDTF">2025-08-31T18:37:11Z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  <property fmtid="{D5CDD505-2E9C-101B-9397-08002B2CF9AE}" pid="3" name="MediaServiceImageTags">
    <vt:lpwstr/>
  </property>
</Properties>
</file>