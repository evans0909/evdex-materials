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65" r:id="rId4"/>
    <p:sldId id="259" r:id="rId5"/>
    <p:sldId id="260" r:id="rId6"/>
    <p:sldId id="264" r:id="rId7"/>
    <p:sldId id="266" r:id="rId8"/>
    <p:sldId id="267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299F7B-F47A-4172-964B-59D5E7FC8161}" type="datetimeFigureOut">
              <a:rPr lang="LID4096" smtClean="0"/>
              <a:t>04/10/2025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B815A0-F290-44F2-86F5-FE63D9AB6F8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8339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0D301-D6F9-4331-988B-280639DD56AF}" type="datetime1">
              <a:rPr lang="LID4096" smtClean="0"/>
              <a:t>04/10/2025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66896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AA66-BF25-4BBD-9866-4A8B61EC3589}" type="datetime1">
              <a:rPr lang="LID4096" smtClean="0"/>
              <a:t>04/10/2025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05765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4C2F-2AC0-472F-AC01-FFF606A2E5EB}" type="datetime1">
              <a:rPr lang="LID4096" smtClean="0"/>
              <a:t>04/10/2025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88545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5F629-3B64-491F-A0C3-786E6FBFA03F}" type="datetime1">
              <a:rPr lang="LID4096" smtClean="0"/>
              <a:t>04/10/2025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63994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522D9-948C-4D69-B98F-8222A3567716}" type="datetime1">
              <a:rPr lang="LID4096" smtClean="0"/>
              <a:t>04/10/2025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4619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88D0-1FE2-4819-8CB1-F0CA4FC1E5D4}" type="datetime1">
              <a:rPr lang="LID4096" smtClean="0"/>
              <a:t>04/10/2025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40088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5D1E-253F-4BD2-BD01-9C27768448D4}" type="datetime1">
              <a:rPr lang="LID4096" smtClean="0"/>
              <a:t>04/10/2025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38736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D2CE8-E73D-42F4-A668-BE7DA8090041}" type="datetime1">
              <a:rPr lang="LID4096" smtClean="0"/>
              <a:t>04/10/2025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6358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DED38-1024-4B0C-AC23-CFD9444242D9}" type="datetime1">
              <a:rPr lang="LID4096" smtClean="0"/>
              <a:t>04/10/2025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3832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3B1B4-07BB-46A9-9662-5A0B41F8D61D}" type="datetime1">
              <a:rPr lang="LID4096" smtClean="0"/>
              <a:t>04/10/2025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688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B380-C0A6-4FF1-B9A9-622C29784E19}" type="datetime1">
              <a:rPr lang="LID4096" smtClean="0"/>
              <a:t>04/10/2025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6346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9DD96-BE9E-4F29-80BA-F7983AF21A3D}" type="datetime1">
              <a:rPr lang="LID4096" smtClean="0"/>
              <a:t>04/10/2025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CYS337 by Mr. Mwashi Matela | Group 2 2025 Presentations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59399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tm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14F01-0D07-4D1F-AB65-400E401C65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Operating System Security</a:t>
            </a:r>
            <a:endParaRPr lang="LID4096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25B2FD-F9CD-47B9-86D7-B9A2589B8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Data Recovery using Hiren’s BootCD PE | Recuva</a:t>
            </a:r>
            <a:endParaRPr lang="LID4096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022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6A531-CC8B-4095-9814-D3AF7E105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0385" y="3429000"/>
            <a:ext cx="7184010" cy="5209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Group 2 Members</a:t>
            </a:r>
            <a:endParaRPr lang="LID4096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0A97174-DA32-4BF9-8259-E1FBF4B91A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7802690"/>
              </p:ext>
            </p:extLst>
          </p:nvPr>
        </p:nvGraphicFramePr>
        <p:xfrm>
          <a:off x="231742" y="276860"/>
          <a:ext cx="4552529" cy="630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772">
                  <a:extLst>
                    <a:ext uri="{9D8B030D-6E8A-4147-A177-3AD203B41FA5}">
                      <a16:colId xmlns:a16="http://schemas.microsoft.com/office/drawing/2014/main" val="266945008"/>
                    </a:ext>
                  </a:extLst>
                </a:gridCol>
                <a:gridCol w="1975757">
                  <a:extLst>
                    <a:ext uri="{9D8B030D-6E8A-4147-A177-3AD203B41FA5}">
                      <a16:colId xmlns:a16="http://schemas.microsoft.com/office/drawing/2014/main" val="13838461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STUDENT NAME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STUDENT NUMBER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04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James Soko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20231392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206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Astone Mwamba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20231951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336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Ben Zulu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20231886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913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Alinet Hangoba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20231685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91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Namusonkwe Naomi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20230443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26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Albert Mulenga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20230427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078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Albertina Mwewa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20231875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467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Alinuswe Simbeye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20231271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028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Cindy Ngadalo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22175202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4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Boyd Phiri Jr.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20231939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05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Obed Mwape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20231799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98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Carestone Mupaile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20231899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27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Nelson Kapinga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20231839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2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Gabriel Hichintu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20231919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991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Rabby Chongo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20231350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41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Violet Kikumbaila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20231791</a:t>
                      </a:r>
                      <a:endParaRPr lang="LID4096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46881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A0AFEE7-324E-40A8-B7BF-EB2C6B229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242" y="1924836"/>
            <a:ext cx="1026295" cy="129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2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3FC201B-86B5-4897-8FF6-7D877DEC5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QUESTION</a:t>
            </a:r>
            <a:endParaRPr lang="LID4096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6ECF953-2841-4C05-882C-78A8FEA81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Recover a music file deleted from any memory stick using Hiren’s BootCD PE</a:t>
            </a:r>
            <a:endParaRPr lang="LID4096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6570B-B4B6-4DC2-93E9-39F9C1865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CYS337 by Mr. Mwashi Matela | Group 2 2025 Presentations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9953C-F18B-46EC-8FF8-0A8BCE2B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12755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F850B-582B-48E8-A91A-E628D7CD9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Deleting a Music File</a:t>
            </a:r>
            <a:endParaRPr lang="LID4096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B882D-71E3-4480-B4C9-7BBF778B1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Insert a USB Drive and format it.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Copy a music file to the USB Drive.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Delete the music file from the USB Drive.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58C11-507D-4222-9DD3-777503F8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61299-EA9C-4FDD-8FAD-F869EF3B9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4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25BED5-7741-4E4B-A4F5-BF1C6D37A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138" y="2404078"/>
            <a:ext cx="2489328" cy="7112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5731C6-200C-4640-996D-2C4CC3839D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646" y="3953953"/>
            <a:ext cx="6883754" cy="138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75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9E85D-07C0-4EFC-9EB0-98D519108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Configuring Recuva</a:t>
            </a:r>
            <a:endParaRPr lang="LID4096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5A9A6-B92C-42BE-941F-C979CFD97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Open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Recuva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endParaRPr lang="en-GB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GB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GB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Select our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File Type 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as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Music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endParaRPr lang="en-GB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GB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Select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File Location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: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In a Specific Location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endParaRPr lang="en-GB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LID4096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93607-3491-459E-B194-358AAFA4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5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E6B742-4C52-47F2-B88C-02E16FD7C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222" y="2407764"/>
            <a:ext cx="4654789" cy="12129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FEABBA-E34E-42BC-BE3F-C0BFAC4DF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222" y="4518354"/>
            <a:ext cx="4654789" cy="6286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5A151D-580A-4120-8F41-B5EEA95CB8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222" y="5862621"/>
            <a:ext cx="4654788" cy="78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63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B282E1-5A41-442E-903C-DAA9B1BB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Recovering a Deleted Music File</a:t>
            </a:r>
            <a:endParaRPr lang="LID4096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BB85E-9C66-41AE-BC8B-576D23D92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Start the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Scan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 and go to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Advanced Mode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endParaRPr lang="en-GB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GB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Select the music file you want to recover.</a:t>
            </a:r>
          </a:p>
          <a:p>
            <a:pPr>
              <a:buFont typeface="Wingdings" panose="05000000000000000000" pitchFamily="2" charset="2"/>
              <a:buChar char="ü"/>
            </a:pPr>
            <a:endParaRPr lang="en-GB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GB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Recover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 the music file and save it on another storage device.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endParaRPr lang="en-GB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LID4096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ABC9A-D84A-4D0F-B7F1-4A46D2AED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A748C-488C-4CF8-B28E-AB501FE5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6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81A013-5005-4518-A775-6B3535C86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897" y="2407239"/>
            <a:ext cx="2677934" cy="5788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1434B7-6B6C-488D-86DE-61A17D83F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897" y="3704072"/>
            <a:ext cx="7086964" cy="7683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EF91DA-F1E4-4D1C-A20A-6811CD4EEE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897" y="5478449"/>
            <a:ext cx="2131179" cy="68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86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A16E-6154-4CD9-B999-E4F3D95BE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Pros</a:t>
            </a:r>
            <a:endParaRPr lang="LID4096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5723B-4AB8-47E6-87FA-F7CE8E63D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Free Version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– Recuva offers unlimited data recovery for free, making it a cost-effective solution.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User-Friendly Interface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– The wizard mode simplifies the recovery process for beginners.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Fast Scanning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– Recuva's scanning speed is impressive, particularly for quick scans.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Secure Delete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– The ability to securely delete files is a valuable feature.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Lightweight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– The software has a small installation size and is not resource-intensive.</a:t>
            </a:r>
            <a:endParaRPr lang="LID4096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76C44-4365-4F5F-98CC-AF8A94387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CYS337 by Mr. Mwashi Matela | Group 2 2025 Presentations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0C379-61AA-4C12-8DC0-CD1E3D109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25930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F112-2E07-4722-A8CC-2F69AF84F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Cons</a:t>
            </a:r>
            <a:endParaRPr lang="LID4096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5B2B2-699D-4FB3-956D-6965380FC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Outdated Interface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– The user interface feels outdated and lacks modern design elements.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Limited Recovery Performance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– Recuva struggles with recovering files from formatted drives and maintaining original folder structures.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Lack of Advanced Features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– Missing features like automatic scan resumption and support for mobile devices and RAID configurations.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Inaccurate Recovery Chances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– The software's prediction of recovery chances is often inaccurate.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No Major Updates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– Recuva has not received significant updates since 2016, raising concerns about its long-term viability.</a:t>
            </a:r>
            <a:endParaRPr lang="LID4096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BB359-F18D-4551-8132-1992D0BDF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CYS337 by Mr. Mwashi Matela | Group 2 2025 Presentations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B73FA-0B90-4DC5-BA8B-015E97C0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225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F105EF-D723-48B3-81E8-A31EB472A5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B050"/>
                </a:solidFill>
                <a:latin typeface="Consolas" panose="020B0609020204030204" pitchFamily="49" charset="0"/>
              </a:rPr>
              <a:t>Hope you enjoy listening to your precious music</a:t>
            </a:r>
            <a:endParaRPr lang="LID4096" sz="4800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5432687-B479-4441-A304-27C73D40FD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End of Presentation </a:t>
            </a:r>
            <a:endParaRPr lang="LID4096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999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244</TotalTime>
  <Words>401</Words>
  <Application>Microsoft Office PowerPoint</Application>
  <PresentationFormat>Widescreen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Wingdings</vt:lpstr>
      <vt:lpstr>Office Theme</vt:lpstr>
      <vt:lpstr>Operating System Security</vt:lpstr>
      <vt:lpstr>Group 2 Members</vt:lpstr>
      <vt:lpstr>QUESTION</vt:lpstr>
      <vt:lpstr>Deleting a Music File</vt:lpstr>
      <vt:lpstr>Configuring Recuva</vt:lpstr>
      <vt:lpstr>Recovering a Deleted Music File</vt:lpstr>
      <vt:lpstr>Pros</vt:lpstr>
      <vt:lpstr>Cons</vt:lpstr>
      <vt:lpstr>Hope you enjoy listening to your precious music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Security</dc:title>
  <dc:creator>James Soko</dc:creator>
  <cp:lastModifiedBy>James Soko</cp:lastModifiedBy>
  <cp:revision>30</cp:revision>
  <dcterms:created xsi:type="dcterms:W3CDTF">2025-04-08T10:54:19Z</dcterms:created>
  <dcterms:modified xsi:type="dcterms:W3CDTF">2025-04-10T13:20:53Z</dcterms:modified>
</cp:coreProperties>
</file>