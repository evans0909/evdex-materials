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4C7A122-8821-4968-97F3-FDC0F6289B05}" type="datetimeFigureOut">
              <a:rPr lang="LID4096" smtClean="0"/>
              <a:t>08/17/2025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C9D3D0A-BD9C-4F25-AC1E-AA9340E9487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2224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7A122-8821-4968-97F3-FDC0F6289B05}" type="datetimeFigureOut">
              <a:rPr lang="LID4096" smtClean="0"/>
              <a:t>08/17/2025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C9D3D0A-BD9C-4F25-AC1E-AA9340E9487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86778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4C7A122-8821-4968-97F3-FDC0F6289B05}" type="datetimeFigureOut">
              <a:rPr lang="LID4096" smtClean="0"/>
              <a:t>08/17/2025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C9D3D0A-BD9C-4F25-AC1E-AA9340E9487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3916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7A122-8821-4968-97F3-FDC0F6289B05}" type="datetimeFigureOut">
              <a:rPr lang="LID4096" smtClean="0"/>
              <a:t>08/17/2025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D3D0A-BD9C-4F25-AC1E-AA9340E9487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8089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7A122-8821-4968-97F3-FDC0F6289B05}" type="datetimeFigureOut">
              <a:rPr lang="LID4096" smtClean="0"/>
              <a:t>08/17/2025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D3D0A-BD9C-4F25-AC1E-AA9340E9487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53571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7A122-8821-4968-97F3-FDC0F6289B05}" type="datetimeFigureOut">
              <a:rPr lang="LID4096" smtClean="0"/>
              <a:t>08/17/2025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D3D0A-BD9C-4F25-AC1E-AA9340E9487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07094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7A122-8821-4968-97F3-FDC0F6289B05}" type="datetimeFigureOut">
              <a:rPr lang="LID4096" smtClean="0"/>
              <a:t>08/17/2025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D3D0A-BD9C-4F25-AC1E-AA9340E9487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91083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4C7A122-8821-4968-97F3-FDC0F6289B05}" type="datetimeFigureOut">
              <a:rPr lang="LID4096" smtClean="0"/>
              <a:t>08/17/2025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C9D3D0A-BD9C-4F25-AC1E-AA9340E9487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1341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7A122-8821-4968-97F3-FDC0F6289B05}" type="datetimeFigureOut">
              <a:rPr lang="LID4096" smtClean="0"/>
              <a:t>08/17/2025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D3D0A-BD9C-4F25-AC1E-AA9340E9487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242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7A122-8821-4968-97F3-FDC0F6289B05}" type="datetimeFigureOut">
              <a:rPr lang="LID4096" smtClean="0"/>
              <a:t>08/17/2025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D3D0A-BD9C-4F25-AC1E-AA9340E9487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3539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4C7A122-8821-4968-97F3-FDC0F6289B05}" type="datetimeFigureOut">
              <a:rPr lang="LID4096" smtClean="0"/>
              <a:t>08/17/2025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C9D3D0A-BD9C-4F25-AC1E-AA9340E9487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551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4C7A122-8821-4968-97F3-FDC0F6289B05}" type="datetimeFigureOut">
              <a:rPr lang="LID4096" smtClean="0"/>
              <a:t>08/17/2025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C9D3D0A-BD9C-4F25-AC1E-AA9340E9487B}" type="slidenum">
              <a:rPr lang="LID4096" smtClean="0"/>
              <a:t>‹#›</a:t>
            </a:fld>
            <a:endParaRPr lang="LID4096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685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hyperlink" Target="https://getintopc.com/softwares/backup-recovery/wondershare-dr-fone-toolkit-for-ios-android-download-3113848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385D1-0A66-4721-8DF0-CAD01EA97B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Fone</a:t>
            </a:r>
            <a:endParaRPr lang="LID4096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8A7A3B-F177-4B1E-BF4A-8E6E6395CF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 &amp; IoS</a:t>
            </a:r>
            <a:endParaRPr lang="LID4096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A32166-38AE-4125-B077-432B7F06C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4290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225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6468-ED83-41C8-8433-ADF3AEA8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Download &amp; Setup</a:t>
            </a:r>
            <a:endParaRPr lang="LID4096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52BB5-87D5-4036-9C39-471BF2753D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Download the cracked version on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 Into PC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Unzip the file with password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123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click on the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setup.exe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install the application.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LID4096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1BB0B2-E9AB-4293-826D-879406483D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AutoNum type="arabicPeriod" startAt="4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 in the crack folder and doble click on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DrFoneRecovery.exe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launch the application.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 startAt="4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 startAt="4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 startAt="4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 startAt="4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0E8F1D-27AA-4AFD-8228-B284605DA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30" y="3814713"/>
            <a:ext cx="3683583" cy="27651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51B836-17C9-4CD7-AC30-E03A13DE9D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341" y="3482319"/>
            <a:ext cx="4606843" cy="271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17503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16</TotalTime>
  <Words>54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Gill Sans MT</vt:lpstr>
      <vt:lpstr>Tahoma</vt:lpstr>
      <vt:lpstr>Wingdings 2</vt:lpstr>
      <vt:lpstr>Dividend</vt:lpstr>
      <vt:lpstr>Dr. Fone</vt:lpstr>
      <vt:lpstr>Download &amp; Setup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Fone</dc:title>
  <dc:creator>James Soko</dc:creator>
  <cp:lastModifiedBy>James Soko</cp:lastModifiedBy>
  <cp:revision>4</cp:revision>
  <dcterms:created xsi:type="dcterms:W3CDTF">2025-08-17T18:02:58Z</dcterms:created>
  <dcterms:modified xsi:type="dcterms:W3CDTF">2025-08-17T18:19:37Z</dcterms:modified>
</cp:coreProperties>
</file>