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5C9450C-D246-4814-902E-13FE1BFAA66F}" type="datetimeFigureOut">
              <a:rPr lang="LID4096" smtClean="0"/>
              <a:t>09/01/2025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7805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09/01/2025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24952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5C9450C-D246-4814-902E-13FE1BFAA66F}" type="datetimeFigureOut">
              <a:rPr lang="LID4096" smtClean="0"/>
              <a:t>09/01/2025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47090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09/01/2025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6294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09/01/2025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84550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09/01/2025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11634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09/01/2025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6827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5C9450C-D246-4814-902E-13FE1BFAA66F}" type="datetimeFigureOut">
              <a:rPr lang="LID4096" smtClean="0"/>
              <a:t>09/01/2025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580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09/01/2025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916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9450C-D246-4814-902E-13FE1BFAA66F}" type="datetimeFigureOut">
              <a:rPr lang="LID4096" smtClean="0"/>
              <a:t>09/01/2025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1372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5C9450C-D246-4814-902E-13FE1BFAA66F}" type="datetimeFigureOut">
              <a:rPr lang="LID4096" smtClean="0"/>
              <a:t>09/01/2025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393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5C9450C-D246-4814-902E-13FE1BFAA66F}" type="datetimeFigureOut">
              <a:rPr lang="LID4096" smtClean="0"/>
              <a:t>09/01/2025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5C9D92C-EA61-46CE-9A03-9D898473C438}" type="slidenum">
              <a:rPr lang="LID4096" smtClean="0"/>
              <a:t>‹#›</a:t>
            </a:fld>
            <a:endParaRPr lang="LID4096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22594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android.com/tools/releases/platform-tool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7" Type="http://schemas.openxmlformats.org/officeDocument/2006/relationships/image" Target="../media/image8.tmp"/><Relationship Id="rId2" Type="http://schemas.openxmlformats.org/officeDocument/2006/relationships/hyperlink" Target="https://www.memuplay.com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tmp"/><Relationship Id="rId5" Type="http://schemas.openxmlformats.org/officeDocument/2006/relationships/image" Target="../media/image6.tmp"/><Relationship Id="rId4" Type="http://schemas.openxmlformats.org/officeDocument/2006/relationships/image" Target="../media/image5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56BBE-40B6-4C04-A488-F5162A923C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 Debug Bridge (adb)</a:t>
            </a:r>
            <a:endParaRPr lang="LID4096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0CED5-CD46-476A-A16A-D70F0F7E80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Operating system Security</a:t>
            </a:r>
            <a:endParaRPr lang="LID4096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2C775-F53A-49FF-B50B-F9A50EF09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916" y="565840"/>
            <a:ext cx="1212098" cy="121209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F018FD3-AF25-4996-8828-372280B17821}"/>
              </a:ext>
            </a:extLst>
          </p:cNvPr>
          <p:cNvSpPr txBox="1">
            <a:spLocks/>
          </p:cNvSpPr>
          <p:nvPr/>
        </p:nvSpPr>
        <p:spPr>
          <a:xfrm>
            <a:off x="731201" y="4659480"/>
            <a:ext cx="10993549" cy="147501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BYPASSING ANDROID OS LOCKSCREEN</a:t>
            </a:r>
          </a:p>
          <a:p>
            <a:pPr algn="ctr"/>
            <a:endParaRPr lang="en-US" sz="22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2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</a:t>
            </a:r>
          </a:p>
          <a:p>
            <a:pPr algn="ctr"/>
            <a:endParaRPr lang="en-US" sz="22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JAMES SOKO (20231392)</a:t>
            </a:r>
            <a:endParaRPr lang="LID4096" sz="16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D08CBF-D6CC-4D2B-B73C-4D5A2A7A4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833" y="3252109"/>
            <a:ext cx="986264" cy="124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2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CF09-D5BD-4BC3-91F9-D9E14DA55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 Debug Bridge (adb)</a:t>
            </a:r>
            <a:endParaRPr lang="LID4096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26C96-3783-461F-AA0B-5C7988726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included in the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 SDK Platform Tools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package.</a:t>
            </a:r>
          </a:p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 SDK Platform-Tools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 a component for the Android SDK.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includes tools that interface with the Android platform, primarily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fastboot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fastboot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needed if you want to unlock your device bootloader and flash it with a new system image.</a:t>
            </a: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 to the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option by scrolling down to install the Android SDK Platform Tools for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or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Mac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LID4096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527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9F04-864A-4F3E-9695-87EC97A5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Windows Set Up</a:t>
            </a:r>
            <a:endParaRPr lang="LID4096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DECEA-E6D6-4482-8D73-4E68EDB45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Extract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zipped Folder,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move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extracted Folder to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 Disk (C)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inside the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Windows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Folder e.g., C:\Windows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Now, add the path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C:\Windows\platform-tools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the Environmental Variables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 startAt="3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Restart your computer for the changes to be effective.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A6595D-2EE7-44D7-972D-543AA79E3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29" y="3407790"/>
            <a:ext cx="4711942" cy="194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39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50BDA-125E-434F-92AB-2FAD9BB09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Android Lock screen Bypass </a:t>
            </a:r>
            <a:endParaRPr lang="LID4096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7FA7-2DEF-4399-A410-FC2A59C5E0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Let’s assume you have an Android Emulator already set up (i.e.,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MEmu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 up a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PIN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LID4096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57464-1E9A-46B7-B558-EEAFBEC20A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AutoNum type="arabicPeriod" startAt="2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Now, let’s assume you’ve forgotten your PIN. Open CMD and run the command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devices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buAutoNum type="arabicPeriod" startAt="3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 the command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shell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access the active/connected device.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2B885B-7DE0-491E-82FA-5AE39440E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48" y="3398363"/>
            <a:ext cx="1346269" cy="4508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D6EBE4-281A-4814-B47C-7E5FC64BE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506" y="3398363"/>
            <a:ext cx="825542" cy="6921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177344-9AD4-4025-AD2D-F4204ECE43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48" y="4163866"/>
            <a:ext cx="3454578" cy="25083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BDF6A5-2234-43B7-B7E6-983AC81320F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"/>
          <a:stretch/>
        </p:blipFill>
        <p:spPr>
          <a:xfrm>
            <a:off x="6683605" y="2986253"/>
            <a:ext cx="3157980" cy="8629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D4B8953-E99C-451E-86D0-222C7415A2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605" y="4803438"/>
            <a:ext cx="3157980" cy="59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86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E2554-BE59-41F6-86EA-AE540103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Android Lock screen Bypass 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7BE42-F1D7-487D-AC70-F872291A5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AutoNum type="arabicPeriod" startAt="4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 screen files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located in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/data/system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 we would like to target those but which one exactly? Run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cd data/system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6571-78C6-417E-ACFE-AD0C95DB861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769100" y="2227263"/>
            <a:ext cx="5422900" cy="3633787"/>
          </a:xfrm>
        </p:spPr>
        <p:txBody>
          <a:bodyPr/>
          <a:lstStyle/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hh</a:t>
            </a:r>
            <a:endParaRPr lang="LID4096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B15EFB-BBDC-49F5-9FB7-516639003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20" y="3256960"/>
            <a:ext cx="6840561" cy="335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33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B9560-B36C-4FC5-96A4-9C9A9926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Adb Android Lock screen Bypass  (Continues…)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13FA6-902E-489F-AE0F-131C09558E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AutoNum type="arabicPeriod" startAt="5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remove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locksettings.db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the command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rm locksettings.db</a:t>
            </a: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1AA399-8A73-44C0-B5B4-574E019738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AutoNum type="arabicPeriod" startAt="6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Now,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restart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your device for the changes to be effective.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F2F632-2DAA-4F08-BF3D-B03CBFB7B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613" y="2988695"/>
            <a:ext cx="2095000" cy="3710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B917A2-93FB-419B-8ED3-06DFAE685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1" y="3025372"/>
            <a:ext cx="3925953" cy="6887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6F864A-97B8-49A9-A7FB-29C27F03A5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733" y="2988695"/>
            <a:ext cx="2093328" cy="371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77484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401</TotalTime>
  <Words>283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Gill Sans MT</vt:lpstr>
      <vt:lpstr>Tahoma</vt:lpstr>
      <vt:lpstr>Wingdings 2</vt:lpstr>
      <vt:lpstr>Dividend</vt:lpstr>
      <vt:lpstr>Android Debug Bridge (adb)</vt:lpstr>
      <vt:lpstr>Android Debug Bridge (adb)</vt:lpstr>
      <vt:lpstr>Adb Windows Set Up</vt:lpstr>
      <vt:lpstr>Adb Android Lock screen Bypass </vt:lpstr>
      <vt:lpstr>Adb Android Lock screen Bypass  (Continues…)</vt:lpstr>
      <vt:lpstr>Adb Android Lock screen Bypass  (Continues…)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Debug Bridge (adb)</dc:title>
  <dc:creator>James Soko</dc:creator>
  <cp:lastModifiedBy>James Soko</cp:lastModifiedBy>
  <cp:revision>40</cp:revision>
  <dcterms:created xsi:type="dcterms:W3CDTF">2025-08-15T12:39:02Z</dcterms:created>
  <dcterms:modified xsi:type="dcterms:W3CDTF">2025-09-01T18:39:33Z</dcterms:modified>
</cp:coreProperties>
</file>