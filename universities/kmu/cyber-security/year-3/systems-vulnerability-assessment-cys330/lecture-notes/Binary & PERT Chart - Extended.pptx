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34"/>
  </p:notesMasterIdLst>
  <p:sldIdLst>
    <p:sldId id="345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40" r:id="rId10"/>
    <p:sldId id="341" r:id="rId11"/>
    <p:sldId id="342" r:id="rId12"/>
    <p:sldId id="343" r:id="rId13"/>
    <p:sldId id="344" r:id="rId14"/>
    <p:sldId id="346" r:id="rId15"/>
    <p:sldId id="338" r:id="rId16"/>
    <p:sldId id="339" r:id="rId17"/>
    <p:sldId id="350" r:id="rId18"/>
    <p:sldId id="347" r:id="rId19"/>
    <p:sldId id="348" r:id="rId20"/>
    <p:sldId id="349" r:id="rId21"/>
    <p:sldId id="359" r:id="rId22"/>
    <p:sldId id="360" r:id="rId23"/>
    <p:sldId id="363" r:id="rId24"/>
    <p:sldId id="364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970E8-EBEC-4B17-9981-540EDA20007C}" type="datetimeFigureOut">
              <a:rPr lang="LID4096" smtClean="0"/>
              <a:t>07/26/2025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CDA2F-4A61-4AB9-9F67-F800E174193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163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75C900B-D37D-4BA7-A9BE-6F8F4C730E73}" type="datetime1">
              <a:rPr lang="LID4096" smtClean="0"/>
              <a:t>07/26/2025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995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E4D7-4899-4AC0-8A2B-971563879D03}" type="datetime1">
              <a:rPr lang="LID4096" smtClean="0"/>
              <a:t>07/26/2025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375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AA27-34EF-419A-A21B-B62F6FC47252}" type="datetime1">
              <a:rPr lang="LID4096" smtClean="0"/>
              <a:t>07/26/2025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720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9C8D-BA9F-45CB-97CC-20C0D1B48E29}" type="datetime1">
              <a:rPr lang="LID4096" smtClean="0"/>
              <a:t>07/26/2025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853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76C-42A2-45CC-AE47-D4FF21D12911}" type="datetime1">
              <a:rPr lang="LID4096" smtClean="0"/>
              <a:t>07/26/2025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734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A6F3-D201-4388-AF48-65415D5FE10C}" type="datetime1">
              <a:rPr lang="LID4096" smtClean="0"/>
              <a:t>07/26/2025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66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A3DF2-0D13-4ADA-B534-60CBDCC4C3D0}" type="datetime1">
              <a:rPr lang="LID4096" smtClean="0"/>
              <a:t>07/26/2025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271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3457-F0B3-4C98-A8C1-3723A765C8D7}" type="datetime1">
              <a:rPr lang="LID4096" smtClean="0"/>
              <a:t>07/26/2025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528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EB19-8909-4F21-B1E7-29411BE5F101}" type="datetime1">
              <a:rPr lang="LID4096" smtClean="0"/>
              <a:t>07/26/2025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678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0D5-17EC-44DA-B4FF-83A376CE1AE8}" type="datetime1">
              <a:rPr lang="LID4096" smtClean="0"/>
              <a:t>07/26/2025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803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F22B-A096-4D72-8B1F-A2065347EC63}" type="datetime1">
              <a:rPr lang="LID4096" smtClean="0"/>
              <a:t>07/26/2025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382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BAA9-3BC4-4530-A52B-89CAD9A46DB8}" type="datetime1">
              <a:rPr lang="LID4096" smtClean="0"/>
              <a:t>07/26/2025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303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2EEC-E7AF-483A-8F76-12FF7F8594A4}" type="datetime1">
              <a:rPr lang="LID4096" smtClean="0"/>
              <a:t>07/26/2025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1991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ED23B-6EDA-4F9E-99F9-577FD3B41D55}" type="datetime1">
              <a:rPr lang="LID4096" smtClean="0"/>
              <a:t>07/26/2025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1773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A0EB-0A94-484B-B852-9E3410130E9D}" type="datetime1">
              <a:rPr lang="LID4096" smtClean="0"/>
              <a:t>07/26/2025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829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F95DD-E87D-48C2-A21D-16BF9416B98D}" type="datetime1">
              <a:rPr lang="LID4096" smtClean="0"/>
              <a:t>07/26/2025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6661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917D-6DD0-4440-8F79-CC7921395BC0}" type="datetime1">
              <a:rPr lang="LID4096" smtClean="0"/>
              <a:t>07/26/2025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210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E4E13-8CE7-48B4-8974-A9E684A5CB96}" type="datetime1">
              <a:rPr lang="LID4096" smtClean="0"/>
              <a:t>07/26/2025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7718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07F5686-4ED9-45C9-BBE2-C3035E884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Binary </a:t>
            </a:r>
            <a:endParaRPr lang="LID4096" b="1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A22ABCD-3D67-421D-90B4-F5368F87B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2.1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7791C-1A82-46E1-92CA-364D0D44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0E6AF-3326-494D-8588-AC9F3C29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2181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7BB6-8914-4A47-9666-81A58643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Convert a Decimal Number into Binary (Powers of 2)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6C06-6D52-489C-81AB-A519FC7207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To achieve this will utilize the </a:t>
            </a:r>
            <a:r>
              <a:rPr lang="en-US" b="1" dirty="0"/>
              <a:t>powers of 2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 ^ 0 =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en-US" dirty="0"/>
              <a:t>2 ^ 1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</a:p>
          <a:p>
            <a:pPr marL="0" indent="0">
              <a:buNone/>
            </a:pPr>
            <a:r>
              <a:rPr lang="en-US" dirty="0"/>
              <a:t>2 ^ 2 =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</a:p>
          <a:p>
            <a:pPr marL="0" indent="0">
              <a:buNone/>
            </a:pPr>
            <a:r>
              <a:rPr lang="en-US" dirty="0"/>
              <a:t>2 ^ 3 = </a:t>
            </a:r>
            <a:r>
              <a:rPr lang="en-US" b="1" dirty="0">
                <a:solidFill>
                  <a:srgbClr val="FF0000"/>
                </a:solidFill>
              </a:rPr>
              <a:t>8</a:t>
            </a:r>
          </a:p>
          <a:p>
            <a:pPr marL="0" indent="0">
              <a:buNone/>
            </a:pPr>
            <a:r>
              <a:rPr lang="en-US" dirty="0"/>
              <a:t>2 ^ 4 = 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</a:p>
          <a:p>
            <a:pPr marL="0" indent="0">
              <a:buNone/>
            </a:pPr>
            <a:r>
              <a:rPr lang="en-US" dirty="0"/>
              <a:t>2 ^ 5 = </a:t>
            </a:r>
            <a:r>
              <a:rPr lang="en-US" b="1" dirty="0">
                <a:solidFill>
                  <a:srgbClr val="FF0000"/>
                </a:solidFill>
              </a:rPr>
              <a:t>32</a:t>
            </a:r>
          </a:p>
          <a:p>
            <a:pPr marL="0" indent="0">
              <a:buNone/>
            </a:pPr>
            <a:r>
              <a:rPr lang="en-US" dirty="0"/>
              <a:t>2 ^ 6 = </a:t>
            </a:r>
            <a:r>
              <a:rPr lang="en-US" b="1" dirty="0">
                <a:solidFill>
                  <a:srgbClr val="FF0000"/>
                </a:solidFill>
              </a:rPr>
              <a:t>64</a:t>
            </a:r>
          </a:p>
          <a:p>
            <a:pPr marL="0" indent="0">
              <a:buNone/>
            </a:pPr>
            <a:r>
              <a:rPr lang="en-US" dirty="0"/>
              <a:t>2 ^ 7 = </a:t>
            </a:r>
            <a:r>
              <a:rPr lang="en-US" b="1" dirty="0">
                <a:solidFill>
                  <a:srgbClr val="FF0000"/>
                </a:solidFill>
              </a:rPr>
              <a:t>128</a:t>
            </a:r>
            <a:endParaRPr lang="LID4096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29249-42A5-48A3-9C94-73028FB408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For example, let’s convert </a:t>
            </a:r>
            <a:r>
              <a:rPr lang="en-US" b="1" dirty="0"/>
              <a:t>75</a:t>
            </a:r>
            <a:r>
              <a:rPr lang="en-US" dirty="0"/>
              <a:t> into binary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128 64 32 16 8 4 2 1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0</a:t>
            </a:r>
            <a:r>
              <a:rPr lang="en-US" dirty="0"/>
              <a:t>    </a:t>
            </a:r>
            <a:r>
              <a:rPr lang="en-US" b="1" dirty="0">
                <a:solidFill>
                  <a:srgbClr val="FFC000"/>
                </a:solidFill>
              </a:rPr>
              <a:t>1  0   0  1 0 1 1 </a:t>
            </a:r>
            <a:r>
              <a:rPr lang="en-US" dirty="0"/>
              <a:t>= </a:t>
            </a:r>
            <a:r>
              <a:rPr lang="en-US" b="1" dirty="0"/>
              <a:t>75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4230-5227-498B-872B-B16E3677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7573D-4678-4954-94AF-19B725EA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</a:t>
            </a:fld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1B347F-159E-4770-9392-6D6E59749C85}"/>
              </a:ext>
            </a:extLst>
          </p:cNvPr>
          <p:cNvSpPr/>
          <p:nvPr/>
        </p:nvSpPr>
        <p:spPr>
          <a:xfrm>
            <a:off x="7070103" y="3883843"/>
            <a:ext cx="2007909" cy="4147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6E89D-40E4-4487-AAC1-36346A2865D0}"/>
              </a:ext>
            </a:extLst>
          </p:cNvPr>
          <p:cNvSpPr/>
          <p:nvPr/>
        </p:nvSpPr>
        <p:spPr>
          <a:xfrm>
            <a:off x="6485641" y="3883843"/>
            <a:ext cx="432061" cy="414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DB2149-3C71-48D6-B3E0-0EEA5BF0BC0B}"/>
              </a:ext>
            </a:extLst>
          </p:cNvPr>
          <p:cNvCxnSpPr>
            <a:stCxn id="7" idx="2"/>
          </p:cNvCxnSpPr>
          <p:nvPr/>
        </p:nvCxnSpPr>
        <p:spPr>
          <a:xfrm flipH="1">
            <a:off x="8069344" y="4298623"/>
            <a:ext cx="4714" cy="462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03C41B-A4E5-4E8E-8813-56BEC0B3B1F4}"/>
              </a:ext>
            </a:extLst>
          </p:cNvPr>
          <p:cNvCxnSpPr>
            <a:stCxn id="8" idx="2"/>
          </p:cNvCxnSpPr>
          <p:nvPr/>
        </p:nvCxnSpPr>
        <p:spPr>
          <a:xfrm>
            <a:off x="6701672" y="4298623"/>
            <a:ext cx="10213" cy="414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94B23F3-77CA-40FB-840E-A86E8B8F7EE3}"/>
              </a:ext>
            </a:extLst>
          </p:cNvPr>
          <p:cNvSpPr/>
          <p:nvPr/>
        </p:nvSpPr>
        <p:spPr>
          <a:xfrm>
            <a:off x="6149142" y="4634968"/>
            <a:ext cx="116730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 (+)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6D0D7F-05CA-42D6-A51F-FF26792C0FBB}"/>
              </a:ext>
            </a:extLst>
          </p:cNvPr>
          <p:cNvSpPr/>
          <p:nvPr/>
        </p:nvSpPr>
        <p:spPr>
          <a:xfrm>
            <a:off x="7329090" y="4634967"/>
            <a:ext cx="1505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Magnitude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E5711C-53C2-4C35-8C28-7701EE13A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810" y="3652835"/>
            <a:ext cx="1770513" cy="73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8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47251F-3D38-429A-9F49-58D306CF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Convert a Decimal Number into Binary (Powers of 2)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2E703D-4E01-4E70-8DCF-8499277870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Let’s take another example of </a:t>
            </a:r>
            <a:r>
              <a:rPr lang="en-US" b="1" dirty="0"/>
              <a:t>339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512 256 128 64 32 16 8 4 2 1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0 </a:t>
            </a:r>
            <a:r>
              <a:rPr lang="en-US" dirty="0"/>
              <a:t>    </a:t>
            </a:r>
            <a:r>
              <a:rPr lang="en-US" b="1" dirty="0">
                <a:solidFill>
                  <a:srgbClr val="FFC000"/>
                </a:solidFill>
              </a:rPr>
              <a:t>1     0   1   0   1 0 0 1 1 </a:t>
            </a:r>
            <a:r>
              <a:rPr lang="en-US" dirty="0"/>
              <a:t>= </a:t>
            </a:r>
            <a:r>
              <a:rPr lang="en-US" b="1" dirty="0"/>
              <a:t>339</a:t>
            </a:r>
            <a:endParaRPr lang="LID4096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95E3CA-E889-45A4-BBBE-377209B396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1 </a:t>
            </a:r>
            <a:r>
              <a:rPr lang="en-US" dirty="0"/>
              <a:t>= </a:t>
            </a:r>
            <a:r>
              <a:rPr lang="en-US" b="1" dirty="0">
                <a:solidFill>
                  <a:srgbClr val="00B050"/>
                </a:solidFill>
              </a:rPr>
              <a:t>True</a:t>
            </a:r>
          </a:p>
          <a:p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False </a:t>
            </a:r>
            <a:endParaRPr lang="LID4096" b="1" dirty="0">
              <a:solidFill>
                <a:srgbClr val="FF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FC95A-16D4-41AC-8B66-AAC54987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4F43D-6846-464E-B34E-895ADB15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</a:t>
            </a:fld>
            <a:endParaRPr lang="LID4096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28F401-F28F-46AA-99AB-02B6688B7D18}"/>
              </a:ext>
            </a:extLst>
          </p:cNvPr>
          <p:cNvSpPr/>
          <p:nvPr/>
        </p:nvSpPr>
        <p:spPr>
          <a:xfrm>
            <a:off x="1423447" y="3429000"/>
            <a:ext cx="471341" cy="454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37A92B-2ED3-4BA0-8417-5645E3D51B4B}"/>
              </a:ext>
            </a:extLst>
          </p:cNvPr>
          <p:cNvSpPr/>
          <p:nvPr/>
        </p:nvSpPr>
        <p:spPr>
          <a:xfrm>
            <a:off x="2047189" y="3429000"/>
            <a:ext cx="3043285" cy="45484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86FC63-2FFB-4F2A-8B79-0E6F0A881F13}"/>
              </a:ext>
            </a:extLst>
          </p:cNvPr>
          <p:cNvCxnSpPr>
            <a:stCxn id="2" idx="2"/>
          </p:cNvCxnSpPr>
          <p:nvPr/>
        </p:nvCxnSpPr>
        <p:spPr>
          <a:xfrm>
            <a:off x="1659118" y="3883843"/>
            <a:ext cx="0" cy="4807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4BB2B7-7225-44F1-B931-3925440D0D52}"/>
              </a:ext>
            </a:extLst>
          </p:cNvPr>
          <p:cNvCxnSpPr>
            <a:stCxn id="3" idx="2"/>
          </p:cNvCxnSpPr>
          <p:nvPr/>
        </p:nvCxnSpPr>
        <p:spPr>
          <a:xfrm>
            <a:off x="3568832" y="3883843"/>
            <a:ext cx="3927" cy="4996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B5275E6-F471-41C5-BAAE-98756F285D0D}"/>
              </a:ext>
            </a:extLst>
          </p:cNvPr>
          <p:cNvSpPr/>
          <p:nvPr/>
        </p:nvSpPr>
        <p:spPr>
          <a:xfrm>
            <a:off x="1075463" y="4286175"/>
            <a:ext cx="116730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 (+)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E3D7FB-3BDA-4FF8-84D5-32F44C14E650}"/>
              </a:ext>
            </a:extLst>
          </p:cNvPr>
          <p:cNvSpPr/>
          <p:nvPr/>
        </p:nvSpPr>
        <p:spPr>
          <a:xfrm>
            <a:off x="2916315" y="4286174"/>
            <a:ext cx="1505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Magnitude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F8F5A1-8C30-4A3F-83BA-00081A715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161" y="2443437"/>
            <a:ext cx="1995052" cy="9621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B768CC6-E266-40AF-A948-E9323A80C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456" y="2443438"/>
            <a:ext cx="1799860" cy="96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1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431548-7EC1-42D7-B424-D996686E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Convert a Decimal Number into Binary Successive Division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292EA2-EF7A-4434-9BC4-57AC9D420F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Now, let’s use </a:t>
            </a:r>
            <a:r>
              <a:rPr lang="en-US" b="1" dirty="0"/>
              <a:t>successive division </a:t>
            </a:r>
            <a:r>
              <a:rPr lang="en-US" dirty="0"/>
              <a:t>to find the binary of 75</a:t>
            </a:r>
          </a:p>
          <a:p>
            <a:pPr marL="0" indent="0">
              <a:buNone/>
            </a:pPr>
            <a:r>
              <a:rPr lang="en-US" dirty="0"/>
              <a:t>75 / 2 = 37 R </a:t>
            </a:r>
            <a:r>
              <a:rPr lang="en-US" b="1" dirty="0">
                <a:solidFill>
                  <a:srgbClr val="FFC000"/>
                </a:solidFill>
              </a:rPr>
              <a:t>1</a:t>
            </a:r>
          </a:p>
          <a:p>
            <a:pPr marL="0" indent="0">
              <a:buNone/>
            </a:pPr>
            <a:r>
              <a:rPr lang="en-US" dirty="0"/>
              <a:t>37 / 2 = 18 R </a:t>
            </a:r>
            <a:r>
              <a:rPr lang="en-US" b="1" dirty="0">
                <a:solidFill>
                  <a:srgbClr val="FFC000"/>
                </a:solidFill>
              </a:rPr>
              <a:t>1</a:t>
            </a:r>
          </a:p>
          <a:p>
            <a:pPr marL="0" indent="0">
              <a:buNone/>
            </a:pPr>
            <a:r>
              <a:rPr lang="en-US" dirty="0"/>
              <a:t>18 / 2 =   9 R </a:t>
            </a:r>
            <a:r>
              <a:rPr lang="en-US" b="1" dirty="0">
                <a:solidFill>
                  <a:srgbClr val="FFC000"/>
                </a:solidFill>
              </a:rPr>
              <a:t>0</a:t>
            </a:r>
          </a:p>
          <a:p>
            <a:pPr marL="0" indent="0">
              <a:buNone/>
            </a:pPr>
            <a:r>
              <a:rPr lang="en-US" dirty="0"/>
              <a:t>  9 / 2 =   4 R </a:t>
            </a:r>
            <a:r>
              <a:rPr lang="en-US" b="1" dirty="0">
                <a:solidFill>
                  <a:srgbClr val="FFC000"/>
                </a:solidFill>
              </a:rPr>
              <a:t>1</a:t>
            </a:r>
          </a:p>
          <a:p>
            <a:pPr marL="0" indent="0">
              <a:buNone/>
            </a:pPr>
            <a:r>
              <a:rPr lang="en-US" dirty="0"/>
              <a:t>  4 / 2 =   2 R </a:t>
            </a:r>
            <a:r>
              <a:rPr lang="en-US" b="1" dirty="0">
                <a:solidFill>
                  <a:srgbClr val="FFC000"/>
                </a:solidFill>
              </a:rPr>
              <a:t>0</a:t>
            </a:r>
          </a:p>
          <a:p>
            <a:pPr marL="0" indent="0">
              <a:buNone/>
            </a:pPr>
            <a:r>
              <a:rPr lang="en-US" dirty="0"/>
              <a:t>  2 / 2 =   1 R </a:t>
            </a:r>
            <a:r>
              <a:rPr lang="en-US" b="1" dirty="0">
                <a:solidFill>
                  <a:srgbClr val="FFC000"/>
                </a:solidFill>
              </a:rPr>
              <a:t>0</a:t>
            </a:r>
          </a:p>
          <a:p>
            <a:pPr marL="0" indent="0">
              <a:buNone/>
            </a:pPr>
            <a:r>
              <a:rPr lang="en-US" dirty="0"/>
              <a:t>  1 / 2 =   0 R </a:t>
            </a:r>
            <a:r>
              <a:rPr lang="en-US" b="1" dirty="0">
                <a:solidFill>
                  <a:srgbClr val="FFC000"/>
                </a:solidFill>
              </a:rPr>
              <a:t>1</a:t>
            </a:r>
            <a:r>
              <a:rPr lang="en-US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1612D3-C564-473C-8826-40B290ED2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We now get the binary from the bottom to the top, making it: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FFC000"/>
                </a:solidFill>
              </a:rPr>
              <a:t>1001011</a:t>
            </a:r>
            <a:endParaRPr lang="LID4096" b="1" dirty="0">
              <a:solidFill>
                <a:srgbClr val="FFC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499CF-DCD4-43A6-9EEE-82191311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0B5E8-E594-42D0-9A27-54BE8BD93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</a:t>
            </a:fld>
            <a:endParaRPr lang="LID4096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F503A9-D079-4ABB-A20E-0D2D84382560}"/>
              </a:ext>
            </a:extLst>
          </p:cNvPr>
          <p:cNvCxnSpPr/>
          <p:nvPr/>
        </p:nvCxnSpPr>
        <p:spPr>
          <a:xfrm flipV="1">
            <a:off x="2856322" y="3054285"/>
            <a:ext cx="0" cy="23944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284571-E3EA-4220-B2B2-F6016962332F}"/>
              </a:ext>
            </a:extLst>
          </p:cNvPr>
          <p:cNvCxnSpPr/>
          <p:nvPr/>
        </p:nvCxnSpPr>
        <p:spPr>
          <a:xfrm>
            <a:off x="2846895" y="3044858"/>
            <a:ext cx="35916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E0A1E44-7453-42EE-9722-F599FDDD7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901" y="3271004"/>
            <a:ext cx="2775778" cy="14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83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81E42C-9EB5-48D6-A76D-C7CC4016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Add Binary Numbers 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8734A6-A01F-4512-A75E-014A33A328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are some basics of addition:</a:t>
            </a:r>
          </a:p>
          <a:p>
            <a:pPr marL="0" indent="0">
              <a:buNone/>
            </a:pPr>
            <a:r>
              <a:rPr lang="en-US" dirty="0"/>
              <a:t>0 + 0 = </a:t>
            </a:r>
            <a:r>
              <a:rPr lang="en-US" b="1" dirty="0">
                <a:solidFill>
                  <a:srgbClr val="FFC000"/>
                </a:solidFill>
              </a:rPr>
              <a:t>0</a:t>
            </a:r>
          </a:p>
          <a:p>
            <a:pPr marL="0" indent="0">
              <a:buNone/>
            </a:pPr>
            <a:r>
              <a:rPr lang="en-US" dirty="0"/>
              <a:t>0 + 1 = </a:t>
            </a:r>
            <a:r>
              <a:rPr lang="en-US" b="1" dirty="0">
                <a:solidFill>
                  <a:srgbClr val="FFC000"/>
                </a:solidFill>
              </a:rPr>
              <a:t>1</a:t>
            </a:r>
          </a:p>
          <a:p>
            <a:pPr marL="0" indent="0">
              <a:buNone/>
            </a:pPr>
            <a:r>
              <a:rPr lang="en-US" dirty="0"/>
              <a:t>1 + 0 = </a:t>
            </a:r>
            <a:r>
              <a:rPr lang="en-US" b="1" dirty="0">
                <a:solidFill>
                  <a:srgbClr val="FFC000"/>
                </a:solidFill>
              </a:rPr>
              <a:t>1</a:t>
            </a:r>
          </a:p>
          <a:p>
            <a:pPr marL="0" indent="0">
              <a:buNone/>
            </a:pPr>
            <a:r>
              <a:rPr lang="en-US" dirty="0"/>
              <a:t>1 + 1 = </a:t>
            </a:r>
            <a:r>
              <a:rPr lang="en-US" b="1" dirty="0">
                <a:solidFill>
                  <a:srgbClr val="FFC000"/>
                </a:solidFill>
              </a:rPr>
              <a:t>10</a:t>
            </a:r>
            <a:endParaRPr lang="LID4096" b="1" dirty="0">
              <a:solidFill>
                <a:srgbClr val="FFC000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5D45FB7-F64B-4278-A39B-DB00FF9EEC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1</a:t>
            </a:r>
          </a:p>
          <a:p>
            <a:pPr marL="0" indent="0">
              <a:buNone/>
            </a:pPr>
            <a:r>
              <a:rPr lang="en-US" dirty="0"/>
              <a:t>+  1</a:t>
            </a:r>
          </a:p>
          <a:p>
            <a:pPr marL="0" indent="0">
              <a:buNone/>
            </a:pPr>
            <a:r>
              <a:rPr lang="en-US" dirty="0"/>
              <a:t>___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1   0</a:t>
            </a:r>
            <a:r>
              <a:rPr lang="en-US" dirty="0"/>
              <a:t> , this is the same as 1 + 1 = 2 </a:t>
            </a:r>
          </a:p>
          <a:p>
            <a:pPr marL="0" indent="0">
              <a:buNone/>
            </a:pPr>
            <a:r>
              <a:rPr lang="en-US" dirty="0"/>
              <a:t>          2 / 2 = </a:t>
            </a:r>
            <a:r>
              <a:rPr lang="en-US" b="1" dirty="0"/>
              <a:t>1</a:t>
            </a:r>
            <a:r>
              <a:rPr lang="en-US" dirty="0"/>
              <a:t> R </a:t>
            </a:r>
            <a:r>
              <a:rPr lang="en-US" b="1" dirty="0"/>
              <a:t>0</a:t>
            </a:r>
            <a:endParaRPr lang="LID4096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246B1-D8DB-4581-AEFC-0293B22FD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DB965-956F-41EC-BE42-F1B284F9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</a:t>
            </a:fld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B9714-E2AC-4282-886B-029E99C09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212" y="2396131"/>
            <a:ext cx="1852653" cy="90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18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C873-62BC-4339-87B2-3919B187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Add Binary Numbers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9881F-7B17-46B4-95D5-7D9438DF99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1</a:t>
            </a:r>
          </a:p>
          <a:p>
            <a:pPr marL="0" indent="0">
              <a:buNone/>
            </a:pPr>
            <a:r>
              <a:rPr lang="en-US" dirty="0"/>
              <a:t>     1</a:t>
            </a:r>
          </a:p>
          <a:p>
            <a:pPr marL="0" indent="0">
              <a:buNone/>
            </a:pPr>
            <a:r>
              <a:rPr lang="en-US" dirty="0"/>
              <a:t>+   1</a:t>
            </a:r>
          </a:p>
          <a:p>
            <a:pPr marL="0" indent="0">
              <a:buNone/>
            </a:pPr>
            <a:r>
              <a:rPr lang="en-US" dirty="0"/>
              <a:t>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</a:rPr>
              <a:t>1   1</a:t>
            </a:r>
            <a:r>
              <a:rPr lang="en-US" dirty="0"/>
              <a:t>  This is the same as 1+1+1 = 3</a:t>
            </a:r>
          </a:p>
          <a:p>
            <a:pPr marL="0" indent="0">
              <a:buNone/>
            </a:pPr>
            <a:r>
              <a:rPr lang="en-US" dirty="0"/>
              <a:t>         3 / 2 = </a:t>
            </a:r>
            <a:r>
              <a:rPr lang="en-US" b="1" dirty="0"/>
              <a:t>1</a:t>
            </a:r>
            <a:r>
              <a:rPr lang="en-US" dirty="0"/>
              <a:t> R </a:t>
            </a:r>
            <a:r>
              <a:rPr lang="en-US" b="1" dirty="0"/>
              <a:t>1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E945D-0DCB-414D-A408-99A635FE84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NOTE:</a:t>
            </a:r>
            <a:r>
              <a:rPr lang="en-US" dirty="0"/>
              <a:t> On the bottom we are putting the </a:t>
            </a:r>
            <a:r>
              <a:rPr lang="en-US" b="1" dirty="0"/>
              <a:t>reminder</a:t>
            </a:r>
            <a:r>
              <a:rPr lang="en-US" dirty="0"/>
              <a:t> (</a:t>
            </a:r>
            <a:r>
              <a:rPr lang="en-US" b="1" dirty="0"/>
              <a:t>R</a:t>
            </a:r>
            <a:r>
              <a:rPr lang="en-US" dirty="0"/>
              <a:t>) and </a:t>
            </a:r>
            <a:r>
              <a:rPr lang="en-US" b="1" dirty="0"/>
              <a:t>carrying</a:t>
            </a:r>
            <a:r>
              <a:rPr lang="en-US" dirty="0"/>
              <a:t> the number of times 2 enters into the target number.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97FFC-15C0-478A-9623-2DB5793F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8252F-CCE9-4DF1-B5C7-9AEC51A3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6</a:t>
            </a:fld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C31EBF-D094-428D-8BAD-7E5BDFD90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340" y="2367753"/>
            <a:ext cx="1664808" cy="79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2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F44C-0942-49BB-9B3F-A4763740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Add Binary Numbers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3D08A-3A4B-4232-B079-56FF252980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Let’s take an example below: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1 0 1 0   </a:t>
            </a:r>
            <a:r>
              <a:rPr lang="en-US" dirty="0"/>
              <a:t>= 10</a:t>
            </a:r>
          </a:p>
          <a:p>
            <a:pPr marL="0" indent="0">
              <a:buNone/>
            </a:pPr>
            <a:r>
              <a:rPr lang="en-US" dirty="0"/>
              <a:t> + </a:t>
            </a:r>
            <a:r>
              <a:rPr lang="en-US" dirty="0">
                <a:solidFill>
                  <a:srgbClr val="FFFF00"/>
                </a:solidFill>
              </a:rPr>
              <a:t>1 0 0 1   </a:t>
            </a:r>
            <a:r>
              <a:rPr lang="en-US" dirty="0"/>
              <a:t>=   9</a:t>
            </a:r>
          </a:p>
          <a:p>
            <a:pPr marL="0" indent="0">
              <a:buNone/>
            </a:pPr>
            <a:r>
              <a:rPr lang="en-US" dirty="0"/>
              <a:t>________      ___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solidFill>
                  <a:srgbClr val="FFC000"/>
                </a:solidFill>
              </a:rPr>
              <a:t>1 0 0 1 1  </a:t>
            </a:r>
            <a:r>
              <a:rPr lang="en-US" dirty="0"/>
              <a:t>=  19</a:t>
            </a:r>
            <a:endParaRPr lang="LID4096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7E549B2-6026-459A-8E1D-C5AF6575E92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48971618"/>
              </p:ext>
            </p:extLst>
          </p:nvPr>
        </p:nvGraphicFramePr>
        <p:xfrm>
          <a:off x="6172200" y="2249488"/>
          <a:ext cx="349027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977">
                  <a:extLst>
                    <a:ext uri="{9D8B030D-6E8A-4147-A177-3AD203B41FA5}">
                      <a16:colId xmlns:a16="http://schemas.microsoft.com/office/drawing/2014/main" val="2756961902"/>
                    </a:ext>
                  </a:extLst>
                </a:gridCol>
                <a:gridCol w="537328">
                  <a:extLst>
                    <a:ext uri="{9D8B030D-6E8A-4147-A177-3AD203B41FA5}">
                      <a16:colId xmlns:a16="http://schemas.microsoft.com/office/drawing/2014/main" val="1988309138"/>
                    </a:ext>
                  </a:extLst>
                </a:gridCol>
                <a:gridCol w="471340">
                  <a:extLst>
                    <a:ext uri="{9D8B030D-6E8A-4147-A177-3AD203B41FA5}">
                      <a16:colId xmlns:a16="http://schemas.microsoft.com/office/drawing/2014/main" val="2229610764"/>
                    </a:ext>
                  </a:extLst>
                </a:gridCol>
                <a:gridCol w="471341">
                  <a:extLst>
                    <a:ext uri="{9D8B030D-6E8A-4147-A177-3AD203B41FA5}">
                      <a16:colId xmlns:a16="http://schemas.microsoft.com/office/drawing/2014/main" val="1945527695"/>
                    </a:ext>
                  </a:extLst>
                </a:gridCol>
                <a:gridCol w="443059">
                  <a:extLst>
                    <a:ext uri="{9D8B030D-6E8A-4147-A177-3AD203B41FA5}">
                      <a16:colId xmlns:a16="http://schemas.microsoft.com/office/drawing/2014/main" val="3868561913"/>
                    </a:ext>
                  </a:extLst>
                </a:gridCol>
                <a:gridCol w="1065229">
                  <a:extLst>
                    <a:ext uri="{9D8B030D-6E8A-4147-A177-3AD203B41FA5}">
                      <a16:colId xmlns:a16="http://schemas.microsoft.com/office/drawing/2014/main" val="2076643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Decimal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431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834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LID4096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0</a:t>
                      </a:r>
                      <a:endParaRPr lang="LID4096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0</a:t>
                      </a:r>
                      <a:endParaRPr lang="LID4096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LID4096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21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1</a:t>
                      </a:r>
                      <a:endParaRPr lang="LID4096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LID4096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LID4096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1</a:t>
                      </a:r>
                      <a:endParaRPr lang="LID4096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1</a:t>
                      </a:r>
                      <a:endParaRPr lang="LID4096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88489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23C7D-212A-4977-B3BF-E4428C0BA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EAB76-C5B1-45DE-9416-45120FBC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7</a:t>
            </a:fld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9639FF-D887-46DB-B606-F2EFA6C70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939451"/>
            <a:ext cx="2434472" cy="148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8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B78D71-BDF2-4250-9B74-B9AD6C55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Subtract Binary Numbers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10E45E-DBB3-43E5-9C55-960627B722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Here are some basics of subtraction:</a:t>
            </a:r>
          </a:p>
          <a:p>
            <a:pPr marL="0" indent="0">
              <a:buNone/>
            </a:pPr>
            <a:r>
              <a:rPr lang="en-US" dirty="0"/>
              <a:t>1 - 0 = </a:t>
            </a:r>
            <a:r>
              <a:rPr lang="en-US" b="1" dirty="0">
                <a:solidFill>
                  <a:srgbClr val="FFC000"/>
                </a:solidFill>
              </a:rPr>
              <a:t>1</a:t>
            </a:r>
          </a:p>
          <a:p>
            <a:pPr marL="0" indent="0">
              <a:buNone/>
            </a:pPr>
            <a:r>
              <a:rPr lang="en-US" dirty="0"/>
              <a:t>1 - 1 = </a:t>
            </a:r>
            <a:r>
              <a:rPr lang="en-US" b="1" dirty="0">
                <a:solidFill>
                  <a:srgbClr val="FFC000"/>
                </a:solidFill>
              </a:rPr>
              <a:t>0</a:t>
            </a:r>
            <a:endParaRPr lang="LID4096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ADD6C7-2D85-493D-882B-6518268F7C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1 0  → 0  2</a:t>
            </a:r>
          </a:p>
          <a:p>
            <a:pPr marL="0" indent="0">
              <a:buNone/>
            </a:pPr>
            <a:r>
              <a:rPr lang="en-US" dirty="0"/>
              <a:t>   - 1  →     1</a:t>
            </a:r>
          </a:p>
          <a:p>
            <a:pPr marL="0" indent="0">
              <a:buNone/>
            </a:pPr>
            <a:r>
              <a:rPr lang="en-US" dirty="0"/>
              <a:t>____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FFC000"/>
                </a:solidFill>
              </a:rPr>
              <a:t>1</a:t>
            </a:r>
            <a:r>
              <a:rPr lang="en-US" dirty="0"/>
              <a:t>  In base 2, will get a 2 from the </a:t>
            </a:r>
          </a:p>
          <a:p>
            <a:pPr marL="0" indent="0">
              <a:buNone/>
            </a:pPr>
            <a:r>
              <a:rPr lang="en-US" dirty="0"/>
              <a:t>          nearest value.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90F03-BFF4-4BE7-93DC-10C431B9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0" y="6239482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50F7C-73DD-4733-9162-49854F96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8</a:t>
            </a:fld>
            <a:endParaRPr lang="LID4096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03E9D8-12BD-483A-B01A-C786EF7E4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37386"/>
              </p:ext>
            </p:extLst>
          </p:nvPr>
        </p:nvGraphicFramePr>
        <p:xfrm>
          <a:off x="1249575" y="4089398"/>
          <a:ext cx="14087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74">
                  <a:extLst>
                    <a:ext uri="{9D8B030D-6E8A-4147-A177-3AD203B41FA5}">
                      <a16:colId xmlns:a16="http://schemas.microsoft.com/office/drawing/2014/main" val="3120610089"/>
                    </a:ext>
                  </a:extLst>
                </a:gridCol>
                <a:gridCol w="367646">
                  <a:extLst>
                    <a:ext uri="{9D8B030D-6E8A-4147-A177-3AD203B41FA5}">
                      <a16:colId xmlns:a16="http://schemas.microsoft.com/office/drawing/2014/main" val="1258312768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6558952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306910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06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018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62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5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959645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5891AD-C7CA-4A07-B8CB-2D587EE76ACC}"/>
              </a:ext>
            </a:extLst>
          </p:cNvPr>
          <p:cNvCxnSpPr/>
          <p:nvPr/>
        </p:nvCxnSpPr>
        <p:spPr>
          <a:xfrm flipV="1">
            <a:off x="1226757" y="4917516"/>
            <a:ext cx="277567" cy="197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F325E9-0F28-4A06-87A9-52E06A4A1A19}"/>
              </a:ext>
            </a:extLst>
          </p:cNvPr>
          <p:cNvCxnSpPr/>
          <p:nvPr/>
        </p:nvCxnSpPr>
        <p:spPr>
          <a:xfrm flipV="1">
            <a:off x="1559891" y="4928447"/>
            <a:ext cx="277567" cy="197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23FCC7-2F13-4DB1-8DF2-C59E7870F81F}"/>
              </a:ext>
            </a:extLst>
          </p:cNvPr>
          <p:cNvCxnSpPr/>
          <p:nvPr/>
        </p:nvCxnSpPr>
        <p:spPr>
          <a:xfrm flipV="1">
            <a:off x="1943354" y="4913627"/>
            <a:ext cx="277567" cy="197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5FD6BA-EEFD-415B-AE35-8F945DE19EB9}"/>
              </a:ext>
            </a:extLst>
          </p:cNvPr>
          <p:cNvCxnSpPr/>
          <p:nvPr/>
        </p:nvCxnSpPr>
        <p:spPr>
          <a:xfrm flipV="1">
            <a:off x="1584698" y="4578086"/>
            <a:ext cx="277567" cy="197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C3415F-6736-401A-9498-811FEDE13BC8}"/>
              </a:ext>
            </a:extLst>
          </p:cNvPr>
          <p:cNvCxnSpPr/>
          <p:nvPr/>
        </p:nvCxnSpPr>
        <p:spPr>
          <a:xfrm flipV="1">
            <a:off x="1953967" y="4578086"/>
            <a:ext cx="277567" cy="197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5543485-F737-4344-8280-3AE080F942D9}"/>
              </a:ext>
            </a:extLst>
          </p:cNvPr>
          <p:cNvSpPr/>
          <p:nvPr/>
        </p:nvSpPr>
        <p:spPr>
          <a:xfrm>
            <a:off x="3023334" y="4554833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→</a:t>
            </a:r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48FF3EA5-A178-44AE-8C11-3E2328D0F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603820"/>
              </p:ext>
            </p:extLst>
          </p:nvPr>
        </p:nvGraphicFramePr>
        <p:xfrm>
          <a:off x="4145177" y="4106812"/>
          <a:ext cx="14087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74">
                  <a:extLst>
                    <a:ext uri="{9D8B030D-6E8A-4147-A177-3AD203B41FA5}">
                      <a16:colId xmlns:a16="http://schemas.microsoft.com/office/drawing/2014/main" val="3120610089"/>
                    </a:ext>
                  </a:extLst>
                </a:gridCol>
                <a:gridCol w="367646">
                  <a:extLst>
                    <a:ext uri="{9D8B030D-6E8A-4147-A177-3AD203B41FA5}">
                      <a16:colId xmlns:a16="http://schemas.microsoft.com/office/drawing/2014/main" val="1258312768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6558952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306910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06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018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62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5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7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95964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B184846-C634-4E16-9D33-033EBD24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08" y="2960016"/>
            <a:ext cx="1408784" cy="8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4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FE722-9C4F-468B-8051-88F216FF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1’s &amp; 2’s Complement 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E64717-F26F-44B2-A965-FD67B0E49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1’s Complement 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A845DD-4BB2-44BE-9185-2A1035A69C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Obtain 1’s complement of </a:t>
            </a:r>
            <a:r>
              <a:rPr lang="en-US" b="1" dirty="0">
                <a:solidFill>
                  <a:srgbClr val="FFC000"/>
                </a:solidFill>
              </a:rPr>
              <a:t>1010</a:t>
            </a:r>
            <a:r>
              <a:rPr lang="en-US" dirty="0"/>
              <a:t>.</a:t>
            </a:r>
          </a:p>
          <a:p>
            <a:r>
              <a:rPr lang="en-US" b="1" dirty="0"/>
              <a:t>NOTE:</a:t>
            </a:r>
            <a:r>
              <a:rPr lang="en-US" dirty="0"/>
              <a:t> In ones complement we </a:t>
            </a:r>
            <a:r>
              <a:rPr lang="en-US" b="1" dirty="0"/>
              <a:t>slip</a:t>
            </a:r>
            <a:r>
              <a:rPr lang="en-US" dirty="0"/>
              <a:t> the numbers, 1 becomes 0 and 0 becomes 1.</a:t>
            </a:r>
          </a:p>
          <a:p>
            <a:r>
              <a:rPr lang="en-US" dirty="0"/>
              <a:t>Therefore 1’s complement of </a:t>
            </a:r>
            <a:r>
              <a:rPr lang="en-US" b="1" dirty="0">
                <a:solidFill>
                  <a:srgbClr val="FFC000"/>
                </a:solidFill>
              </a:rPr>
              <a:t>1010</a:t>
            </a:r>
            <a:r>
              <a:rPr lang="en-US" dirty="0"/>
              <a:t> is </a:t>
            </a:r>
            <a:r>
              <a:rPr lang="en-US" b="1" dirty="0">
                <a:solidFill>
                  <a:srgbClr val="00B050"/>
                </a:solidFill>
              </a:rPr>
              <a:t>0101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CB5D9C-216C-49B8-ABEB-73DD352C5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2’s Complement 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8DEFC0-F7DE-407A-9A66-7F1E2A89666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Formular: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2’s complement = 1’s complement + 1</a:t>
            </a:r>
          </a:p>
          <a:p>
            <a:pPr marL="0" indent="0">
              <a:buNone/>
            </a:pPr>
            <a:r>
              <a:rPr lang="en-US" b="1" dirty="0"/>
              <a:t>QUESTION:</a:t>
            </a:r>
            <a:r>
              <a:rPr lang="en-US" dirty="0"/>
              <a:t> Obtain 1’s complement of </a:t>
            </a:r>
            <a:r>
              <a:rPr lang="en-US" b="1" dirty="0">
                <a:solidFill>
                  <a:srgbClr val="FFC000"/>
                </a:solidFill>
              </a:rPr>
              <a:t>10111010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1s complement = </a:t>
            </a:r>
            <a:r>
              <a:rPr lang="en-US" b="1" dirty="0">
                <a:solidFill>
                  <a:srgbClr val="00B050"/>
                </a:solidFill>
              </a:rPr>
              <a:t>01000101</a:t>
            </a:r>
          </a:p>
          <a:p>
            <a:pPr marL="0" indent="0">
              <a:buNone/>
            </a:pPr>
            <a:r>
              <a:rPr lang="en-US" dirty="0"/>
              <a:t>2s complement = </a:t>
            </a:r>
            <a:r>
              <a:rPr lang="en-US" b="1" dirty="0">
                <a:solidFill>
                  <a:srgbClr val="0070C0"/>
                </a:solidFill>
              </a:rPr>
              <a:t>01000110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7D1A0-2737-4848-AE1A-B4A2CE55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E5C3-2023-4B79-B76C-1043EF27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4458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462E-8C34-4575-A9A6-164C6A63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Signed Magnitude </a:t>
            </a:r>
            <a:endParaRPr lang="LID4096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26BD3-6709-42A9-9B03-44ECF0924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Converting a Binary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2FF2-70B8-4B9D-BFDB-9AE24B73C6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Let’s take an example, let’s express (</a:t>
            </a:r>
            <a:r>
              <a:rPr lang="en-US" b="1" dirty="0"/>
              <a:t>-6</a:t>
            </a:r>
            <a:r>
              <a:rPr lang="en-US" dirty="0"/>
              <a:t>) using the signed magnitude.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(</a:t>
            </a:r>
            <a:r>
              <a:rPr lang="en-US" b="1" dirty="0"/>
              <a:t>+6</a:t>
            </a:r>
            <a:r>
              <a:rPr lang="en-US" dirty="0"/>
              <a:t>) in binary?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FF0000"/>
                </a:solidFill>
              </a:rPr>
              <a:t>8 4 2 1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/>
              <a:t>0</a:t>
            </a: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</a:rPr>
              <a:t>1 1 0 </a:t>
            </a:r>
            <a:r>
              <a:rPr lang="en-US" dirty="0"/>
              <a:t>= </a:t>
            </a:r>
            <a:r>
              <a:rPr lang="en-US" b="1" dirty="0"/>
              <a:t>+6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91B738-C368-436C-8B57-FC2F4D6A3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Negative Binary Representation 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818A3-714A-472F-B35C-4AE121B62C5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AutoNum type="arabicPeriod" startAt="2"/>
            </a:pPr>
            <a:r>
              <a:rPr lang="en-US" dirty="0"/>
              <a:t>The </a:t>
            </a:r>
            <a:r>
              <a:rPr lang="en-US" b="1" dirty="0"/>
              <a:t>Sign (+) </a:t>
            </a:r>
            <a:r>
              <a:rPr lang="en-US" dirty="0"/>
              <a:t>will change from </a:t>
            </a:r>
            <a:r>
              <a:rPr lang="en-US" b="1" dirty="0"/>
              <a:t>0</a:t>
            </a:r>
            <a:r>
              <a:rPr lang="en-US" dirty="0"/>
              <a:t> to 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US" b="1" dirty="0"/>
              <a:t>Sign (-).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                   8 4 2 1</a:t>
            </a:r>
          </a:p>
          <a:p>
            <a:pPr marL="0" indent="0">
              <a:buNone/>
            </a:pPr>
            <a:r>
              <a:rPr lang="en-US" dirty="0"/>
              <a:t>                          1 </a:t>
            </a:r>
            <a:r>
              <a:rPr lang="en-US" b="1" dirty="0">
                <a:solidFill>
                  <a:srgbClr val="FFC000"/>
                </a:solidFill>
              </a:rPr>
              <a:t>1 1 0</a:t>
            </a:r>
          </a:p>
          <a:p>
            <a:pPr marL="0" indent="0">
              <a:buNone/>
            </a:pPr>
            <a:r>
              <a:rPr lang="en-US" b="1" dirty="0"/>
              <a:t>NOTE: 1</a:t>
            </a:r>
            <a:r>
              <a:rPr lang="en-US" dirty="0"/>
              <a:t> represent </a:t>
            </a:r>
            <a:r>
              <a:rPr lang="en-US" b="1" dirty="0"/>
              <a:t>negative</a:t>
            </a:r>
            <a:r>
              <a:rPr lang="en-US" dirty="0"/>
              <a:t> and </a:t>
            </a:r>
            <a:r>
              <a:rPr lang="en-US" b="1" dirty="0"/>
              <a:t>0</a:t>
            </a:r>
            <a:r>
              <a:rPr lang="en-US" dirty="0"/>
              <a:t> </a:t>
            </a:r>
            <a:r>
              <a:rPr lang="en-US" b="1" dirty="0"/>
              <a:t>positive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6F75D0-0BF0-42A8-A0B7-8A092E922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45301D-8129-4061-8F2C-4F551A71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10</a:t>
            </a:fld>
            <a:endParaRPr lang="LID4096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88C93D5-843B-476D-8A8C-89B6109D0030}"/>
              </a:ext>
            </a:extLst>
          </p:cNvPr>
          <p:cNvCxnSpPr/>
          <p:nvPr/>
        </p:nvCxnSpPr>
        <p:spPr>
          <a:xfrm>
            <a:off x="1979629" y="5307291"/>
            <a:ext cx="1093509" cy="25452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E1EBCAB-7BE2-4677-A10B-B8B864179156}"/>
              </a:ext>
            </a:extLst>
          </p:cNvPr>
          <p:cNvSpPr/>
          <p:nvPr/>
        </p:nvSpPr>
        <p:spPr>
          <a:xfrm>
            <a:off x="3053549" y="5361760"/>
            <a:ext cx="12827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Magnitude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97F157-0BF7-4AAC-8CFA-D25E31BA6D03}"/>
              </a:ext>
            </a:extLst>
          </p:cNvPr>
          <p:cNvSpPr/>
          <p:nvPr/>
        </p:nvSpPr>
        <p:spPr>
          <a:xfrm>
            <a:off x="1326131" y="5508357"/>
            <a:ext cx="100219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 (+)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DE4AC0-2DFE-419D-8BAF-89C5219BAF63}"/>
              </a:ext>
            </a:extLst>
          </p:cNvPr>
          <p:cNvCxnSpPr/>
          <p:nvPr/>
        </p:nvCxnSpPr>
        <p:spPr>
          <a:xfrm flipH="1">
            <a:off x="1596381" y="5307291"/>
            <a:ext cx="109871" cy="254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FEBB816-E576-4330-BBE4-01400687CE35}"/>
              </a:ext>
            </a:extLst>
          </p:cNvPr>
          <p:cNvSpPr/>
          <p:nvPr/>
        </p:nvSpPr>
        <p:spPr>
          <a:xfrm>
            <a:off x="6640567" y="4430106"/>
            <a:ext cx="9156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 (-)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25F58A-F58E-4929-A663-DF96B663D8A5}"/>
              </a:ext>
            </a:extLst>
          </p:cNvPr>
          <p:cNvCxnSpPr/>
          <p:nvPr/>
        </p:nvCxnSpPr>
        <p:spPr>
          <a:xfrm flipH="1">
            <a:off x="7466029" y="4675695"/>
            <a:ext cx="7918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168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8CFB-CC86-44E0-9F9A-65973B129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2’s Complement </a:t>
            </a:r>
            <a:endParaRPr lang="LID4096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711D2-3B24-4556-AA90-48137D028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Negative numbers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18AAB-6DD1-41AC-9CEC-31E3043D64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Represent </a:t>
            </a:r>
            <a:r>
              <a:rPr lang="en-US" b="1" dirty="0"/>
              <a:t>-12 </a:t>
            </a:r>
            <a:r>
              <a:rPr lang="en-US" dirty="0"/>
              <a:t>in binary using the 2’s complement.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16 8 4 2 1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>
                <a:solidFill>
                  <a:srgbClr val="FFC000"/>
                </a:solidFill>
              </a:rPr>
              <a:t>0 1 1 0 0 </a:t>
            </a:r>
            <a:r>
              <a:rPr lang="en-US" dirty="0"/>
              <a:t>= </a:t>
            </a:r>
            <a:r>
              <a:rPr lang="en-US" b="1" dirty="0"/>
              <a:t>12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1</a:t>
            </a:r>
            <a:r>
              <a:rPr lang="en-US" b="1" dirty="0">
                <a:solidFill>
                  <a:srgbClr val="00B050"/>
                </a:solidFill>
              </a:rPr>
              <a:t> 0 0 1 1 </a:t>
            </a:r>
            <a:r>
              <a:rPr lang="en-US" dirty="0"/>
              <a:t>= 1’s complement </a:t>
            </a:r>
            <a:endParaRPr lang="LID4096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BF5E9-ED4A-4377-B34C-28A686857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2’s Complement (-12)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3B179-65D1-44BA-A510-A58C6EB373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1 0 0 1 1</a:t>
            </a:r>
          </a:p>
          <a:p>
            <a:pPr marL="0" indent="0">
              <a:buNone/>
            </a:pPr>
            <a:r>
              <a:rPr lang="en-US" dirty="0"/>
              <a:t>+          1</a:t>
            </a:r>
          </a:p>
          <a:p>
            <a:pPr marL="0" indent="0">
              <a:buNone/>
            </a:pPr>
            <a:r>
              <a:rPr lang="en-US" dirty="0"/>
              <a:t>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1</a:t>
            </a:r>
            <a:r>
              <a:rPr lang="en-US" b="1" dirty="0">
                <a:solidFill>
                  <a:srgbClr val="00B0F0"/>
                </a:solidFill>
              </a:rPr>
              <a:t> 0 1 0 0  </a:t>
            </a:r>
            <a:r>
              <a:rPr lang="en-US" dirty="0"/>
              <a:t>= -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dirty="0"/>
              <a:t> +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 = </a:t>
            </a:r>
            <a:r>
              <a:rPr lang="en-US" b="1" dirty="0"/>
              <a:t>-12</a:t>
            </a:r>
            <a:endParaRPr lang="LID4096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3F43B2-CF83-4C5C-876A-F4B67BD1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0" y="628864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EC0E75-1281-4C27-AF7E-276A2760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11</a:t>
            </a:fld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B514F3-BCDA-400F-B232-924C7012BA61}"/>
              </a:ext>
            </a:extLst>
          </p:cNvPr>
          <p:cNvSpPr/>
          <p:nvPr/>
        </p:nvSpPr>
        <p:spPr>
          <a:xfrm>
            <a:off x="1857080" y="5335571"/>
            <a:ext cx="952108" cy="32993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172983-3063-474C-9ABC-D9209FFE446C}"/>
              </a:ext>
            </a:extLst>
          </p:cNvPr>
          <p:cNvSpPr/>
          <p:nvPr/>
        </p:nvSpPr>
        <p:spPr>
          <a:xfrm>
            <a:off x="1630837" y="5335571"/>
            <a:ext cx="226242" cy="329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A6E6D7-8DF6-41D2-9BA4-12760FFFA06B}"/>
              </a:ext>
            </a:extLst>
          </p:cNvPr>
          <p:cNvSpPr/>
          <p:nvPr/>
        </p:nvSpPr>
        <p:spPr>
          <a:xfrm>
            <a:off x="6509228" y="4906964"/>
            <a:ext cx="1032215" cy="2966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FB5B6-E6A8-4D92-8B46-3E2409CA6073}"/>
              </a:ext>
            </a:extLst>
          </p:cNvPr>
          <p:cNvSpPr/>
          <p:nvPr/>
        </p:nvSpPr>
        <p:spPr>
          <a:xfrm>
            <a:off x="6356829" y="4906964"/>
            <a:ext cx="152399" cy="2966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822782-2537-4258-92F0-F4C2CCE82189}"/>
              </a:ext>
            </a:extLst>
          </p:cNvPr>
          <p:cNvCxnSpPr>
            <a:stCxn id="11" idx="2"/>
          </p:cNvCxnSpPr>
          <p:nvPr/>
        </p:nvCxnSpPr>
        <p:spPr>
          <a:xfrm>
            <a:off x="7025336" y="5203596"/>
            <a:ext cx="7060" cy="46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DF1A59-6538-4E7C-BE54-EB281A18A03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433029" y="5203596"/>
            <a:ext cx="0" cy="46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955DEB7-E02E-4408-ABE5-5AE2A11F58A2}"/>
              </a:ext>
            </a:extLst>
          </p:cNvPr>
          <p:cNvSpPr/>
          <p:nvPr/>
        </p:nvSpPr>
        <p:spPr>
          <a:xfrm>
            <a:off x="5714381" y="5589227"/>
            <a:ext cx="9156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 (-)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1E17F2-E9FA-41C4-9516-6E3E0656E064}"/>
              </a:ext>
            </a:extLst>
          </p:cNvPr>
          <p:cNvSpPr/>
          <p:nvPr/>
        </p:nvSpPr>
        <p:spPr>
          <a:xfrm>
            <a:off x="6837852" y="5597786"/>
            <a:ext cx="128272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Magnitude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1973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CD87-8B0F-4312-A8C9-B6483E94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2’s complement Subtraction </a:t>
            </a:r>
            <a:endParaRPr lang="LID4096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121A5-9E07-4032-9C53-1F5256AA0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Binary Conversation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F5AB0-5DA4-4578-9B38-BAF7EC4418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Let’s subtract </a:t>
            </a:r>
            <a:r>
              <a:rPr lang="en-US" b="1" dirty="0"/>
              <a:t>39 – (25).</a:t>
            </a:r>
          </a:p>
          <a:p>
            <a:r>
              <a:rPr lang="en-US" dirty="0"/>
              <a:t>Using normal math operation 39 – 25 = 14.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Convert 39 and 25 into binary.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rgbClr val="FF0000"/>
                </a:solidFill>
              </a:rPr>
              <a:t>64 32 16 8 4 2 1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b="1" dirty="0">
                <a:solidFill>
                  <a:srgbClr val="FFC000"/>
                </a:solidFill>
              </a:rPr>
              <a:t>0  1   0 0 1 1 1 </a:t>
            </a:r>
            <a:r>
              <a:rPr lang="en-US" dirty="0"/>
              <a:t>= </a:t>
            </a:r>
            <a:r>
              <a:rPr lang="en-US" b="1" dirty="0"/>
              <a:t>39</a:t>
            </a:r>
          </a:p>
          <a:p>
            <a:pPr marL="0" indent="0">
              <a:buNone/>
            </a:pPr>
            <a:r>
              <a:rPr lang="en-US" dirty="0"/>
              <a:t>        - </a:t>
            </a:r>
            <a:r>
              <a:rPr lang="en-US" b="1" dirty="0">
                <a:solidFill>
                  <a:srgbClr val="FFC000"/>
                </a:solidFill>
              </a:rPr>
              <a:t>0  0   1 1 0 0 1 </a:t>
            </a:r>
            <a:r>
              <a:rPr lang="en-US" dirty="0"/>
              <a:t>= </a:t>
            </a:r>
            <a:r>
              <a:rPr lang="en-US" b="1" dirty="0"/>
              <a:t>25</a:t>
            </a:r>
          </a:p>
          <a:p>
            <a:pPr marL="0" indent="0">
              <a:buNone/>
            </a:pPr>
            <a:r>
              <a:rPr lang="en-US" b="1" dirty="0"/>
              <a:t>           0   0  0 1 1 1 0 </a:t>
            </a:r>
            <a:r>
              <a:rPr lang="en-US" dirty="0"/>
              <a:t>=</a:t>
            </a:r>
            <a:r>
              <a:rPr lang="en-US" b="1" dirty="0"/>
              <a:t> 14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Proof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b="1" dirty="0"/>
              <a:t>+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b="1" dirty="0"/>
              <a:t>+</a:t>
            </a:r>
            <a:r>
              <a:rPr lang="en-US" b="1" dirty="0">
                <a:solidFill>
                  <a:srgbClr val="FF0000"/>
                </a:solidFill>
              </a:rPr>
              <a:t>12</a:t>
            </a:r>
            <a:r>
              <a:rPr lang="en-US" b="1" dirty="0"/>
              <a:t>)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ACF64-0B23-4022-8664-3D2230A5B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1’s &amp; 2’s Complement 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3F0AF-A9F9-4C9C-8B27-2B5078348DF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AutoNum type="arabicPeriod" startAt="2"/>
            </a:pPr>
            <a:r>
              <a:rPr lang="en-US" dirty="0"/>
              <a:t>Find the 1’s complement 25.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rgbClr val="00B050"/>
                </a:solidFill>
              </a:rPr>
              <a:t>1 1 0 0 1 1 0 </a:t>
            </a:r>
            <a:r>
              <a:rPr lang="en-US" dirty="0"/>
              <a:t>= </a:t>
            </a:r>
            <a:r>
              <a:rPr lang="en-US" b="1" dirty="0"/>
              <a:t>25</a:t>
            </a:r>
            <a:r>
              <a:rPr lang="en-US" dirty="0"/>
              <a:t> 1’s complement </a:t>
            </a:r>
          </a:p>
          <a:p>
            <a:pPr marL="457200" indent="-457200">
              <a:buAutoNum type="arabicPeriod" startAt="3"/>
            </a:pPr>
            <a:r>
              <a:rPr lang="en-US" dirty="0"/>
              <a:t>Find the 2’s complement of 25.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rgbClr val="00B0F0"/>
                </a:solidFill>
              </a:rPr>
              <a:t>1 1 0 0 1 1 1 </a:t>
            </a:r>
            <a:r>
              <a:rPr lang="en-US" dirty="0"/>
              <a:t>= </a:t>
            </a:r>
            <a:r>
              <a:rPr lang="en-US" b="1" dirty="0"/>
              <a:t>25 </a:t>
            </a:r>
            <a:r>
              <a:rPr lang="en-US" dirty="0"/>
              <a:t>2’s complement </a:t>
            </a:r>
          </a:p>
          <a:p>
            <a:pPr marL="0" indent="0">
              <a:buNone/>
            </a:pPr>
            <a:r>
              <a:rPr lang="en-US" b="1" dirty="0"/>
              <a:t>NOTE:</a:t>
            </a:r>
            <a:r>
              <a:rPr lang="en-US" dirty="0"/>
              <a:t> We are targeting </a:t>
            </a:r>
            <a:r>
              <a:rPr lang="en-US" b="1" dirty="0"/>
              <a:t>25</a:t>
            </a:r>
            <a:r>
              <a:rPr lang="en-US" dirty="0"/>
              <a:t>, because in 2’s complement subtraction we </a:t>
            </a:r>
            <a:r>
              <a:rPr lang="en-US" b="1" dirty="0"/>
              <a:t>change the sign </a:t>
            </a:r>
            <a:r>
              <a:rPr lang="en-US" dirty="0"/>
              <a:t>of the number after the minus (-) sign, so </a:t>
            </a:r>
            <a:r>
              <a:rPr lang="en-US" b="1" dirty="0"/>
              <a:t>25</a:t>
            </a:r>
            <a:r>
              <a:rPr lang="en-US" dirty="0"/>
              <a:t> becomes </a:t>
            </a:r>
            <a:r>
              <a:rPr lang="en-US" b="1" dirty="0"/>
              <a:t>-25</a:t>
            </a: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D887BA-F23A-4894-94D9-AB83FA66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564702-1ED0-4EEF-9AC1-D9931926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12</a:t>
            </a:fld>
            <a:endParaRPr lang="LID4096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3D9B96-D12B-4B1E-8B0E-727945DF9C44}"/>
              </a:ext>
            </a:extLst>
          </p:cNvPr>
          <p:cNvCxnSpPr/>
          <p:nvPr/>
        </p:nvCxnSpPr>
        <p:spPr>
          <a:xfrm flipV="1">
            <a:off x="2045616" y="4760914"/>
            <a:ext cx="169683" cy="938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0FFE9C5-6D67-4D26-A173-E04D7368C7CD}"/>
              </a:ext>
            </a:extLst>
          </p:cNvPr>
          <p:cNvSpPr/>
          <p:nvPr/>
        </p:nvSpPr>
        <p:spPr>
          <a:xfrm>
            <a:off x="1961384" y="4483914"/>
            <a:ext cx="26962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98196A-62CA-4DA8-B85D-5D77CE66C251}"/>
              </a:ext>
            </a:extLst>
          </p:cNvPr>
          <p:cNvSpPr/>
          <p:nvPr/>
        </p:nvSpPr>
        <p:spPr>
          <a:xfrm>
            <a:off x="2277535" y="4496620"/>
            <a:ext cx="26962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0EE6A0-DADF-46EC-BD45-AC15D070FC81}"/>
              </a:ext>
            </a:extLst>
          </p:cNvPr>
          <p:cNvCxnSpPr>
            <a:cxnSpLocks/>
          </p:cNvCxnSpPr>
          <p:nvPr/>
        </p:nvCxnSpPr>
        <p:spPr>
          <a:xfrm flipV="1">
            <a:off x="2277535" y="4572222"/>
            <a:ext cx="269626" cy="1257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8FDFF0E-6B94-405D-9993-3BF10658B4CF}"/>
              </a:ext>
            </a:extLst>
          </p:cNvPr>
          <p:cNvSpPr/>
          <p:nvPr/>
        </p:nvSpPr>
        <p:spPr>
          <a:xfrm>
            <a:off x="2334007" y="4381764"/>
            <a:ext cx="26962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515A87-58CD-485D-B15C-8461B0D97543}"/>
              </a:ext>
            </a:extLst>
          </p:cNvPr>
          <p:cNvSpPr/>
          <p:nvPr/>
        </p:nvSpPr>
        <p:spPr>
          <a:xfrm>
            <a:off x="2440584" y="4496618"/>
            <a:ext cx="26962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162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6CA1-5A33-4791-844C-24585CE4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2’s complement Subtraction (Continues…)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6657E-A2CF-4DB8-BB5D-AA61E6526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2’s complement subtraction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B43B4-7B18-4AAF-88BA-FCB1A1DF84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AutoNum type="arabicPeriod" startAt="4"/>
            </a:pPr>
            <a:r>
              <a:rPr lang="en-US" dirty="0"/>
              <a:t>Finally, do the 2’s complement subtraction of 39 and 25.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rgbClr val="FFC000"/>
                </a:solidFill>
              </a:rPr>
              <a:t>0 1 0 0 1 1 1</a:t>
            </a:r>
          </a:p>
          <a:p>
            <a:pPr marL="0" indent="0">
              <a:buNone/>
            </a:pPr>
            <a:r>
              <a:rPr lang="en-US" dirty="0"/>
              <a:t>     +</a:t>
            </a:r>
            <a:r>
              <a:rPr lang="en-US" b="1" dirty="0">
                <a:solidFill>
                  <a:srgbClr val="00B0F0"/>
                </a:solidFill>
              </a:rPr>
              <a:t>1 1 0 0 1 1 1     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  </a:t>
            </a:r>
            <a:r>
              <a:rPr lang="en-US" b="1" dirty="0"/>
              <a:t>(1)</a:t>
            </a:r>
            <a:r>
              <a:rPr lang="en-US" b="1" dirty="0">
                <a:solidFill>
                  <a:srgbClr val="FFC000"/>
                </a:solidFill>
              </a:rPr>
              <a:t> 0 0 0 1 1 1 0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CCE8B-50FE-4C5B-ABB8-0A98C9F2B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Verification 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B3D37-736A-42D1-9213-621CADCD76F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Is </a:t>
            </a:r>
            <a:r>
              <a:rPr lang="en-US" b="1" dirty="0">
                <a:solidFill>
                  <a:srgbClr val="FFC000"/>
                </a:solidFill>
              </a:rPr>
              <a:t>0001110</a:t>
            </a:r>
            <a:r>
              <a:rPr lang="en-US" dirty="0"/>
              <a:t> 14?</a:t>
            </a:r>
          </a:p>
          <a:p>
            <a:pPr marL="0" indent="0">
              <a:buNone/>
            </a:pPr>
            <a:r>
              <a:rPr lang="en-US" dirty="0"/>
              <a:t>   128 64 32 16 </a:t>
            </a:r>
            <a:r>
              <a:rPr lang="en-US" b="1" dirty="0">
                <a:solidFill>
                  <a:srgbClr val="FF0000"/>
                </a:solidFill>
              </a:rPr>
              <a:t>8 4 2 </a:t>
            </a:r>
            <a:r>
              <a:rPr lang="en-US" dirty="0"/>
              <a:t>1</a:t>
            </a:r>
          </a:p>
          <a:p>
            <a:pPr marL="0" indent="0">
              <a:buNone/>
            </a:pPr>
            <a:r>
              <a:rPr lang="en-US" dirty="0"/>
              <a:t>       0   </a:t>
            </a:r>
            <a:r>
              <a:rPr lang="en-US" b="1" dirty="0">
                <a:solidFill>
                  <a:srgbClr val="FFC000"/>
                </a:solidFill>
              </a:rPr>
              <a:t>0   0   0 1 1 1 0</a:t>
            </a:r>
          </a:p>
          <a:p>
            <a:r>
              <a:rPr lang="en-US" b="1" dirty="0">
                <a:solidFill>
                  <a:srgbClr val="FF0000"/>
                </a:solidFill>
              </a:rPr>
              <a:t>8 </a:t>
            </a:r>
            <a:r>
              <a:rPr lang="en-US" dirty="0"/>
              <a:t>+ </a:t>
            </a:r>
            <a:r>
              <a:rPr lang="en-US" b="1" dirty="0">
                <a:solidFill>
                  <a:srgbClr val="FF0000"/>
                </a:solidFill>
              </a:rPr>
              <a:t>4 </a:t>
            </a:r>
            <a:r>
              <a:rPr lang="en-US" dirty="0"/>
              <a:t>+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= 14</a:t>
            </a:r>
            <a:r>
              <a:rPr lang="en-US" b="1" dirty="0"/>
              <a:t>, NOTE: </a:t>
            </a:r>
            <a:r>
              <a:rPr lang="en-US" dirty="0"/>
              <a:t>In 2’s complement subtraction we </a:t>
            </a:r>
            <a:r>
              <a:rPr lang="en-US" b="1" dirty="0"/>
              <a:t>add</a:t>
            </a:r>
            <a:r>
              <a:rPr lang="en-US" dirty="0"/>
              <a:t> two binaries, think of it as 39 – 25 is the same as 39 + (-25).</a:t>
            </a:r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1BCF34-4884-43DA-ACBC-92C475BD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0" y="640238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D0A7E8-B3B9-4AEF-AAF1-3B77ED73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13</a:t>
            </a:fld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6364A2-7FA1-4B41-AFA4-D6608632FC88}"/>
              </a:ext>
            </a:extLst>
          </p:cNvPr>
          <p:cNvSpPr/>
          <p:nvPr/>
        </p:nvSpPr>
        <p:spPr>
          <a:xfrm>
            <a:off x="1541004" y="5315544"/>
            <a:ext cx="37178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NOTE:</a:t>
            </a:r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We have a carry 1 at the end,</a:t>
            </a:r>
          </a:p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 we are just ignoring it, meaning an</a:t>
            </a:r>
          </a:p>
          <a:p>
            <a:pPr algn="ctr"/>
            <a:r>
              <a:rPr lang="en-US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overflow</a:t>
            </a:r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as occurred.</a:t>
            </a:r>
          </a:p>
        </p:txBody>
      </p:sp>
    </p:spTree>
    <p:extLst>
      <p:ext uri="{BB962C8B-B14F-4D97-AF65-F5344CB8AC3E}">
        <p14:creationId xmlns:p14="http://schemas.microsoft.com/office/powerpoint/2010/main" val="2615532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79DA02-FC85-4F92-8E0F-8C2830FDF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730F9B66-C686-405A-962F-6751B389B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2.2</a:t>
            </a:r>
            <a:endParaRPr lang="LID4096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48C1FE-99E3-470C-BC28-3DF48D78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555FF5-D7CA-4020-8AEF-71B1936F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025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1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15</a:t>
            </a:fld>
            <a:endParaRPr lang="LID4096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910206"/>
              </p:ext>
            </p:extLst>
          </p:nvPr>
        </p:nvGraphicFramePr>
        <p:xfrm>
          <a:off x="1485246" y="2877661"/>
          <a:ext cx="276624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86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602557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25C958DF-E075-4BBC-8CE6-767EC7AEE888}"/>
              </a:ext>
            </a:extLst>
          </p:cNvPr>
          <p:cNvSpPr/>
          <p:nvPr/>
        </p:nvSpPr>
        <p:spPr>
          <a:xfrm>
            <a:off x="7041221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216EB5-C924-45E0-877D-ACBE927B9050}"/>
              </a:ext>
            </a:extLst>
          </p:cNvPr>
          <p:cNvSpPr/>
          <p:nvPr/>
        </p:nvSpPr>
        <p:spPr>
          <a:xfrm>
            <a:off x="8913427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0AFC9E-B799-470B-8073-00E68B5FEB39}"/>
              </a:ext>
            </a:extLst>
          </p:cNvPr>
          <p:cNvSpPr/>
          <p:nvPr/>
        </p:nvSpPr>
        <p:spPr>
          <a:xfrm>
            <a:off x="10824017" y="3051928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908102" y="4204355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9E04B8-C0D5-4F80-88B2-C9CB9DE20040}"/>
              </a:ext>
            </a:extLst>
          </p:cNvPr>
          <p:cNvSpPr/>
          <p:nvPr/>
        </p:nvSpPr>
        <p:spPr>
          <a:xfrm>
            <a:off x="7041221" y="5339024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AD930B-058C-401A-8A1D-E1F6AD286FB1}"/>
              </a:ext>
            </a:extLst>
          </p:cNvPr>
          <p:cNvCxnSpPr>
            <a:stCxn id="12" idx="7"/>
            <a:endCxn id="9" idx="3"/>
          </p:cNvCxnSpPr>
          <p:nvPr/>
        </p:nvCxnSpPr>
        <p:spPr>
          <a:xfrm flipV="1">
            <a:off x="6567897" y="3701129"/>
            <a:ext cx="586527" cy="6136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F4E928-A460-4AAF-85FB-C8BB75F373D6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7814219" y="3434499"/>
            <a:ext cx="1099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6022CE-9295-4D8D-B1F0-7CBBBCFBA4E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9686425" y="3429000"/>
            <a:ext cx="1137592" cy="5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939D23-5DA1-4072-AE84-3C515EE42016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6567897" y="4848057"/>
            <a:ext cx="586527" cy="601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996616-37EF-4A55-90DB-B601303992CA}"/>
              </a:ext>
            </a:extLst>
          </p:cNvPr>
          <p:cNvCxnSpPr>
            <a:stCxn id="13" idx="6"/>
            <a:endCxn id="10" idx="4"/>
          </p:cNvCxnSpPr>
          <p:nvPr/>
        </p:nvCxnSpPr>
        <p:spPr>
          <a:xfrm flipV="1">
            <a:off x="7814219" y="3811571"/>
            <a:ext cx="1485707" cy="1904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DBE123-1D07-4A5C-B445-0FFD9FE29F97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294601" y="4204355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BB6050-1622-4975-B425-6602FF801E5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7427720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69C70C-7548-4736-A92B-4B4C177BFCE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7427720" y="5339024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7B9D03-E3D6-42DF-8E50-998CB0281AD5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11210516" y="3051928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E82565-223D-4E02-9055-94B539711F96}"/>
              </a:ext>
            </a:extLst>
          </p:cNvPr>
          <p:cNvCxnSpPr>
            <a:stCxn id="12" idx="6"/>
          </p:cNvCxnSpPr>
          <p:nvPr/>
        </p:nvCxnSpPr>
        <p:spPr>
          <a:xfrm flipH="1">
            <a:off x="6294601" y="4581427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CF4AA8-3E03-4A7D-AF85-8C15610CAFCF}"/>
              </a:ext>
            </a:extLst>
          </p:cNvPr>
          <p:cNvCxnSpPr>
            <a:stCxn id="9" idx="6"/>
          </p:cNvCxnSpPr>
          <p:nvPr/>
        </p:nvCxnSpPr>
        <p:spPr>
          <a:xfrm flipH="1" flipV="1">
            <a:off x="7427720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A3F6C0-A9CB-4C66-A6E4-5EE4B3A1D0CC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9299926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DC72AC-9153-4323-AF78-B45E0BE19D2C}"/>
              </a:ext>
            </a:extLst>
          </p:cNvPr>
          <p:cNvCxnSpPr>
            <a:stCxn id="13" idx="6"/>
          </p:cNvCxnSpPr>
          <p:nvPr/>
        </p:nvCxnSpPr>
        <p:spPr>
          <a:xfrm flipH="1">
            <a:off x="7427720" y="5716096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6F08C4-3684-4E41-80CA-6399D2BE258F}"/>
              </a:ext>
            </a:extLst>
          </p:cNvPr>
          <p:cNvCxnSpPr>
            <a:stCxn id="10" idx="6"/>
          </p:cNvCxnSpPr>
          <p:nvPr/>
        </p:nvCxnSpPr>
        <p:spPr>
          <a:xfrm flipH="1" flipV="1">
            <a:off x="9299926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C5D821-5501-4632-A554-C4ACE7450308}"/>
              </a:ext>
            </a:extLst>
          </p:cNvPr>
          <p:cNvCxnSpPr>
            <a:stCxn id="11" idx="6"/>
          </p:cNvCxnSpPr>
          <p:nvPr/>
        </p:nvCxnSpPr>
        <p:spPr>
          <a:xfrm flipH="1">
            <a:off x="11210515" y="3429000"/>
            <a:ext cx="38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AD0A7DC-77A7-4FED-8F58-B0FB454AC33C}"/>
              </a:ext>
            </a:extLst>
          </p:cNvPr>
          <p:cNvSpPr/>
          <p:nvPr/>
        </p:nvSpPr>
        <p:spPr>
          <a:xfrm>
            <a:off x="6744077" y="3797037"/>
            <a:ext cx="30809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8F13DE-CF13-4264-B3AB-7BFE071130FF}"/>
              </a:ext>
            </a:extLst>
          </p:cNvPr>
          <p:cNvSpPr/>
          <p:nvPr/>
        </p:nvSpPr>
        <p:spPr>
          <a:xfrm>
            <a:off x="6726591" y="4958499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3D7308-7746-43A6-842B-5F89284BF11B}"/>
              </a:ext>
            </a:extLst>
          </p:cNvPr>
          <p:cNvSpPr/>
          <p:nvPr/>
        </p:nvSpPr>
        <p:spPr>
          <a:xfrm>
            <a:off x="8133494" y="326522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3F4B29-539E-4F6B-9FB6-A06BC22E4012}"/>
              </a:ext>
            </a:extLst>
          </p:cNvPr>
          <p:cNvSpPr/>
          <p:nvPr/>
        </p:nvSpPr>
        <p:spPr>
          <a:xfrm>
            <a:off x="8455756" y="4581427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7FC035-0F84-460C-B427-09CABE8EBD69}"/>
              </a:ext>
            </a:extLst>
          </p:cNvPr>
          <p:cNvSpPr/>
          <p:nvPr/>
        </p:nvSpPr>
        <p:spPr>
          <a:xfrm>
            <a:off x="9976327" y="3265222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A712B1-3887-4A39-A6B0-0AC0799DFBF3}"/>
              </a:ext>
            </a:extLst>
          </p:cNvPr>
          <p:cNvSpPr/>
          <p:nvPr/>
        </p:nvSpPr>
        <p:spPr>
          <a:xfrm>
            <a:off x="5954203" y="4350594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FDAFAD-7288-4CB8-BA6F-961E3B0D62F8}"/>
              </a:ext>
            </a:extLst>
          </p:cNvPr>
          <p:cNvSpPr/>
          <p:nvPr/>
        </p:nvSpPr>
        <p:spPr>
          <a:xfrm>
            <a:off x="7068131" y="3193426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BD073B-0761-4D88-B379-F89277E6F35F}"/>
              </a:ext>
            </a:extLst>
          </p:cNvPr>
          <p:cNvSpPr/>
          <p:nvPr/>
        </p:nvSpPr>
        <p:spPr>
          <a:xfrm>
            <a:off x="7049636" y="548051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7968D2-E27C-4318-A0F6-5940C816C70D}"/>
              </a:ext>
            </a:extLst>
          </p:cNvPr>
          <p:cNvSpPr/>
          <p:nvPr/>
        </p:nvSpPr>
        <p:spPr>
          <a:xfrm>
            <a:off x="8952105" y="318157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DF8ED1-1BC5-475A-955C-5A450C0160CA}"/>
              </a:ext>
            </a:extLst>
          </p:cNvPr>
          <p:cNvSpPr/>
          <p:nvPr/>
        </p:nvSpPr>
        <p:spPr>
          <a:xfrm>
            <a:off x="10852465" y="319342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31561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2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8817" y="64393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16</a:t>
            </a:fld>
            <a:endParaRPr lang="LID4096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98067"/>
              </p:ext>
            </p:extLst>
          </p:nvPr>
        </p:nvGraphicFramePr>
        <p:xfrm>
          <a:off x="2674910" y="2322332"/>
          <a:ext cx="276624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86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602557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6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6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G,F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7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43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2521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892624" y="412156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49B8D-9962-43BE-B560-58FF074B7143}"/>
              </a:ext>
            </a:extLst>
          </p:cNvPr>
          <p:cNvSpPr/>
          <p:nvPr/>
        </p:nvSpPr>
        <p:spPr>
          <a:xfrm>
            <a:off x="6974653" y="4121567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998829-CEDD-4C04-9E48-99F3EC5D736B}"/>
              </a:ext>
            </a:extLst>
          </p:cNvPr>
          <p:cNvSpPr/>
          <p:nvPr/>
        </p:nvSpPr>
        <p:spPr>
          <a:xfrm>
            <a:off x="7854452" y="2948233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FF2AB50-8408-4252-ADD5-E5B92AE2F861}"/>
              </a:ext>
            </a:extLst>
          </p:cNvPr>
          <p:cNvSpPr/>
          <p:nvPr/>
        </p:nvSpPr>
        <p:spPr>
          <a:xfrm>
            <a:off x="7530757" y="549473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1D7152-F888-4EEC-9364-618D7841C79F}"/>
              </a:ext>
            </a:extLst>
          </p:cNvPr>
          <p:cNvSpPr/>
          <p:nvPr/>
        </p:nvSpPr>
        <p:spPr>
          <a:xfrm>
            <a:off x="11180219" y="2948232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AB0BD7-2E89-4D02-B362-C95CA9FED74D}"/>
              </a:ext>
            </a:extLst>
          </p:cNvPr>
          <p:cNvCxnSpPr>
            <a:stCxn id="12" idx="6"/>
            <a:endCxn id="38" idx="2"/>
          </p:cNvCxnSpPr>
          <p:nvPr/>
        </p:nvCxnSpPr>
        <p:spPr>
          <a:xfrm flipV="1">
            <a:off x="6385322" y="4361951"/>
            <a:ext cx="5893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D2E6C7-678B-49E9-B6CB-BF3ED783A945}"/>
              </a:ext>
            </a:extLst>
          </p:cNvPr>
          <p:cNvCxnSpPr>
            <a:stCxn id="38" idx="6"/>
            <a:endCxn id="40" idx="3"/>
          </p:cNvCxnSpPr>
          <p:nvPr/>
        </p:nvCxnSpPr>
        <p:spPr>
          <a:xfrm flipV="1">
            <a:off x="7467351" y="3358593"/>
            <a:ext cx="459255" cy="1003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E7AC67-C69D-435C-9B54-F4B3685AE735}"/>
              </a:ext>
            </a:extLst>
          </p:cNvPr>
          <p:cNvCxnSpPr>
            <a:stCxn id="38" idx="6"/>
            <a:endCxn id="54" idx="1"/>
          </p:cNvCxnSpPr>
          <p:nvPr/>
        </p:nvCxnSpPr>
        <p:spPr>
          <a:xfrm>
            <a:off x="7467351" y="4361951"/>
            <a:ext cx="135560" cy="1203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E9C317-C83D-4CA3-BEAE-DBDD23AAC073}"/>
              </a:ext>
            </a:extLst>
          </p:cNvPr>
          <p:cNvCxnSpPr>
            <a:stCxn id="40" idx="6"/>
            <a:endCxn id="56" idx="2"/>
          </p:cNvCxnSpPr>
          <p:nvPr/>
        </p:nvCxnSpPr>
        <p:spPr>
          <a:xfrm flipV="1">
            <a:off x="8347150" y="3188616"/>
            <a:ext cx="283306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250925F-BDA8-4A00-87AE-E1BC43E1FA21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138973" y="412156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F37752B-0635-4F5E-B2E1-62827A0C49D7}"/>
              </a:ext>
            </a:extLst>
          </p:cNvPr>
          <p:cNvCxnSpPr>
            <a:stCxn id="38" idx="0"/>
            <a:endCxn id="38" idx="4"/>
          </p:cNvCxnSpPr>
          <p:nvPr/>
        </p:nvCxnSpPr>
        <p:spPr>
          <a:xfrm>
            <a:off x="7221002" y="4121567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80B02EB-9019-4302-B84B-314739658B2C}"/>
              </a:ext>
            </a:extLst>
          </p:cNvPr>
          <p:cNvCxnSpPr>
            <a:stCxn id="40" idx="0"/>
            <a:endCxn id="40" idx="4"/>
          </p:cNvCxnSpPr>
          <p:nvPr/>
        </p:nvCxnSpPr>
        <p:spPr>
          <a:xfrm>
            <a:off x="8100801" y="2948233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E2A6E63-79C3-49C6-B0A0-3E0CA6BC3EE1}"/>
              </a:ext>
            </a:extLst>
          </p:cNvPr>
          <p:cNvCxnSpPr>
            <a:stCxn id="56" idx="0"/>
            <a:endCxn id="56" idx="4"/>
          </p:cNvCxnSpPr>
          <p:nvPr/>
        </p:nvCxnSpPr>
        <p:spPr>
          <a:xfrm>
            <a:off x="11426568" y="2948232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29438ED-7DDB-4FEB-9C77-F75840B53DE7}"/>
              </a:ext>
            </a:extLst>
          </p:cNvPr>
          <p:cNvCxnSpPr>
            <a:stCxn id="54" idx="0"/>
            <a:endCxn id="54" idx="4"/>
          </p:cNvCxnSpPr>
          <p:nvPr/>
        </p:nvCxnSpPr>
        <p:spPr>
          <a:xfrm>
            <a:off x="7777106" y="549473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F349E2F-2AB2-476E-A345-15C97D97F07D}"/>
              </a:ext>
            </a:extLst>
          </p:cNvPr>
          <p:cNvCxnSpPr>
            <a:stCxn id="40" idx="6"/>
          </p:cNvCxnSpPr>
          <p:nvPr/>
        </p:nvCxnSpPr>
        <p:spPr>
          <a:xfrm flipH="1" flipV="1">
            <a:off x="8100801" y="3188615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BB83B0E-BD9D-44CF-9669-8914ED9EBC9B}"/>
              </a:ext>
            </a:extLst>
          </p:cNvPr>
          <p:cNvCxnSpPr>
            <a:stCxn id="12" idx="6"/>
          </p:cNvCxnSpPr>
          <p:nvPr/>
        </p:nvCxnSpPr>
        <p:spPr>
          <a:xfrm flipH="1" flipV="1">
            <a:off x="6152607" y="4361949"/>
            <a:ext cx="23271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BE58319-81EE-4025-9D44-E2FC8486BD32}"/>
              </a:ext>
            </a:extLst>
          </p:cNvPr>
          <p:cNvCxnSpPr>
            <a:stCxn id="38" idx="6"/>
          </p:cNvCxnSpPr>
          <p:nvPr/>
        </p:nvCxnSpPr>
        <p:spPr>
          <a:xfrm flipH="1" flipV="1">
            <a:off x="7221002" y="4361949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A57C3EF-8294-4CCD-B60B-982F80C870E9}"/>
              </a:ext>
            </a:extLst>
          </p:cNvPr>
          <p:cNvCxnSpPr>
            <a:stCxn id="54" idx="6"/>
          </p:cNvCxnSpPr>
          <p:nvPr/>
        </p:nvCxnSpPr>
        <p:spPr>
          <a:xfrm flipH="1" flipV="1">
            <a:off x="7755312" y="5735120"/>
            <a:ext cx="26814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3A6BE76-88F4-47C0-BC4D-25D89F398845}"/>
              </a:ext>
            </a:extLst>
          </p:cNvPr>
          <p:cNvCxnSpPr>
            <a:stCxn id="56" idx="6"/>
          </p:cNvCxnSpPr>
          <p:nvPr/>
        </p:nvCxnSpPr>
        <p:spPr>
          <a:xfrm flipH="1" flipV="1">
            <a:off x="11426568" y="3188615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004A8C9-B8F4-401E-9E6C-AAC6FC160A1D}"/>
              </a:ext>
            </a:extLst>
          </p:cNvPr>
          <p:cNvSpPr/>
          <p:nvPr/>
        </p:nvSpPr>
        <p:spPr>
          <a:xfrm>
            <a:off x="5871734" y="413111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170A02B-50C9-4345-93F8-A0B7A0D3943B}"/>
              </a:ext>
            </a:extLst>
          </p:cNvPr>
          <p:cNvSpPr/>
          <p:nvPr/>
        </p:nvSpPr>
        <p:spPr>
          <a:xfrm>
            <a:off x="6925679" y="4131115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1DB61E8-8A64-4993-A693-7089436F1733}"/>
              </a:ext>
            </a:extLst>
          </p:cNvPr>
          <p:cNvSpPr/>
          <p:nvPr/>
        </p:nvSpPr>
        <p:spPr>
          <a:xfrm>
            <a:off x="6488019" y="4175565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F436816-5EFE-4BFD-83C5-E88E3ADA7BB3}"/>
              </a:ext>
            </a:extLst>
          </p:cNvPr>
          <p:cNvSpPr/>
          <p:nvPr/>
        </p:nvSpPr>
        <p:spPr>
          <a:xfrm>
            <a:off x="7584351" y="3700818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7A559C1-2EEB-42EA-A694-11291517D936}"/>
              </a:ext>
            </a:extLst>
          </p:cNvPr>
          <p:cNvSpPr/>
          <p:nvPr/>
        </p:nvSpPr>
        <p:spPr>
          <a:xfrm>
            <a:off x="8437869" y="4253923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7AD1A0A-1445-4203-AD84-555922FBFCF3}"/>
              </a:ext>
            </a:extLst>
          </p:cNvPr>
          <p:cNvSpPr/>
          <p:nvPr/>
        </p:nvSpPr>
        <p:spPr>
          <a:xfrm>
            <a:off x="7870231" y="4476594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9F0BC10-1C71-4BF2-960E-B323314AA5EF}"/>
              </a:ext>
            </a:extLst>
          </p:cNvPr>
          <p:cNvSpPr/>
          <p:nvPr/>
        </p:nvSpPr>
        <p:spPr>
          <a:xfrm>
            <a:off x="7824402" y="297536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727CFF-A228-4C42-8AF6-7A1C680136B0}"/>
              </a:ext>
            </a:extLst>
          </p:cNvPr>
          <p:cNvSpPr/>
          <p:nvPr/>
        </p:nvSpPr>
        <p:spPr>
          <a:xfrm>
            <a:off x="7494675" y="552198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9C7DB0F-AFA9-4624-B62E-375E93DD3DBD}"/>
              </a:ext>
            </a:extLst>
          </p:cNvPr>
          <p:cNvSpPr/>
          <p:nvPr/>
        </p:nvSpPr>
        <p:spPr>
          <a:xfrm>
            <a:off x="8448640" y="571815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85862D7-2202-4244-9292-1FBE9E5466F5}"/>
              </a:ext>
            </a:extLst>
          </p:cNvPr>
          <p:cNvSpPr/>
          <p:nvPr/>
        </p:nvSpPr>
        <p:spPr>
          <a:xfrm>
            <a:off x="8432889" y="4798602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97BE09B-F6CD-47EA-85EB-C529ED46386B}"/>
              </a:ext>
            </a:extLst>
          </p:cNvPr>
          <p:cNvCxnSpPr>
            <a:cxnSpLocks/>
            <a:stCxn id="38" idx="6"/>
            <a:endCxn id="107" idx="1"/>
          </p:cNvCxnSpPr>
          <p:nvPr/>
        </p:nvCxnSpPr>
        <p:spPr>
          <a:xfrm>
            <a:off x="7467351" y="4361951"/>
            <a:ext cx="1037692" cy="507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88AB9D3-A628-4C0B-930F-019110FFB704}"/>
              </a:ext>
            </a:extLst>
          </p:cNvPr>
          <p:cNvCxnSpPr>
            <a:stCxn id="107" idx="0"/>
            <a:endCxn id="107" idx="4"/>
          </p:cNvCxnSpPr>
          <p:nvPr/>
        </p:nvCxnSpPr>
        <p:spPr>
          <a:xfrm>
            <a:off x="8679238" y="4798602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2A4A007-E7D1-4D8D-8939-21D94F2BEE48}"/>
              </a:ext>
            </a:extLst>
          </p:cNvPr>
          <p:cNvCxnSpPr>
            <a:stCxn id="107" idx="6"/>
          </p:cNvCxnSpPr>
          <p:nvPr/>
        </p:nvCxnSpPr>
        <p:spPr>
          <a:xfrm flipH="1" flipV="1">
            <a:off x="8697581" y="5038985"/>
            <a:ext cx="22800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0F5402F-9263-430F-BFC1-98B5F40171C5}"/>
              </a:ext>
            </a:extLst>
          </p:cNvPr>
          <p:cNvSpPr/>
          <p:nvPr/>
        </p:nvSpPr>
        <p:spPr>
          <a:xfrm>
            <a:off x="8382026" y="478382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25328C-23F5-4143-987D-53FC646AB8F8}"/>
              </a:ext>
            </a:extLst>
          </p:cNvPr>
          <p:cNvSpPr/>
          <p:nvPr/>
        </p:nvSpPr>
        <p:spPr>
          <a:xfrm>
            <a:off x="7393540" y="483049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106361C-93D5-407E-B3A3-B44F8061FDB6}"/>
              </a:ext>
            </a:extLst>
          </p:cNvPr>
          <p:cNvSpPr/>
          <p:nvPr/>
        </p:nvSpPr>
        <p:spPr>
          <a:xfrm>
            <a:off x="9171734" y="577312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E7EB34F-737C-49FA-A3D5-432091ACBD6B}"/>
              </a:ext>
            </a:extLst>
          </p:cNvPr>
          <p:cNvCxnSpPr>
            <a:stCxn id="54" idx="6"/>
            <a:endCxn id="117" idx="2"/>
          </p:cNvCxnSpPr>
          <p:nvPr/>
        </p:nvCxnSpPr>
        <p:spPr>
          <a:xfrm>
            <a:off x="8023455" y="5735122"/>
            <a:ext cx="1148279" cy="278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94AD24B-3DE5-4877-94D8-30283DEA43C9}"/>
              </a:ext>
            </a:extLst>
          </p:cNvPr>
          <p:cNvCxnSpPr>
            <a:stCxn id="117" idx="0"/>
            <a:endCxn id="117" idx="4"/>
          </p:cNvCxnSpPr>
          <p:nvPr/>
        </p:nvCxnSpPr>
        <p:spPr>
          <a:xfrm>
            <a:off x="9418083" y="577312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8491801-5A37-4BD9-821D-BBEA51237A8C}"/>
              </a:ext>
            </a:extLst>
          </p:cNvPr>
          <p:cNvCxnSpPr>
            <a:stCxn id="117" idx="6"/>
          </p:cNvCxnSpPr>
          <p:nvPr/>
        </p:nvCxnSpPr>
        <p:spPr>
          <a:xfrm flipH="1" flipV="1">
            <a:off x="9418083" y="6013511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BB5B07E-A134-4F23-A055-B5732BBBE882}"/>
              </a:ext>
            </a:extLst>
          </p:cNvPr>
          <p:cNvSpPr/>
          <p:nvPr/>
        </p:nvSpPr>
        <p:spPr>
          <a:xfrm>
            <a:off x="9148260" y="5785288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5B11B1-A72E-493D-90B7-F1D02CBDB5AF}"/>
              </a:ext>
            </a:extLst>
          </p:cNvPr>
          <p:cNvSpPr/>
          <p:nvPr/>
        </p:nvSpPr>
        <p:spPr>
          <a:xfrm>
            <a:off x="8843515" y="5313193"/>
            <a:ext cx="3433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3C7C71A-EECD-41AA-B888-3E4F1F111904}"/>
              </a:ext>
            </a:extLst>
          </p:cNvPr>
          <p:cNvCxnSpPr>
            <a:cxnSpLocks/>
            <a:stCxn id="107" idx="5"/>
            <a:endCxn id="117" idx="1"/>
          </p:cNvCxnSpPr>
          <p:nvPr/>
        </p:nvCxnSpPr>
        <p:spPr>
          <a:xfrm>
            <a:off x="8853433" y="5208962"/>
            <a:ext cx="390455" cy="6345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4447D963-4836-4B2D-A314-39C9F5BC51D0}"/>
              </a:ext>
            </a:extLst>
          </p:cNvPr>
          <p:cNvSpPr/>
          <p:nvPr/>
        </p:nvSpPr>
        <p:spPr>
          <a:xfrm>
            <a:off x="9847927" y="4262919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DA60086-0FD7-4CD6-9C22-9E4CCD8345EC}"/>
              </a:ext>
            </a:extLst>
          </p:cNvPr>
          <p:cNvCxnSpPr>
            <a:stCxn id="137" idx="0"/>
            <a:endCxn id="137" idx="4"/>
          </p:cNvCxnSpPr>
          <p:nvPr/>
        </p:nvCxnSpPr>
        <p:spPr>
          <a:xfrm>
            <a:off x="10094276" y="4262919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689745C-CDC2-41F7-A0AA-EC8844A1E213}"/>
              </a:ext>
            </a:extLst>
          </p:cNvPr>
          <p:cNvCxnSpPr>
            <a:stCxn id="137" idx="6"/>
          </p:cNvCxnSpPr>
          <p:nvPr/>
        </p:nvCxnSpPr>
        <p:spPr>
          <a:xfrm flipH="1" flipV="1">
            <a:off x="10094276" y="4503302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B73E247-E404-45AF-A148-F7FE35A18222}"/>
              </a:ext>
            </a:extLst>
          </p:cNvPr>
          <p:cNvSpPr/>
          <p:nvPr/>
        </p:nvSpPr>
        <p:spPr>
          <a:xfrm>
            <a:off x="9796462" y="4250040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2EBF430-880B-4584-A4EC-F077160A9539}"/>
              </a:ext>
            </a:extLst>
          </p:cNvPr>
          <p:cNvCxnSpPr>
            <a:cxnSpLocks/>
            <a:stCxn id="117" idx="6"/>
            <a:endCxn id="137" idx="4"/>
          </p:cNvCxnSpPr>
          <p:nvPr/>
        </p:nvCxnSpPr>
        <p:spPr>
          <a:xfrm flipV="1">
            <a:off x="9664432" y="4743686"/>
            <a:ext cx="429844" cy="1269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2024594-559E-4D85-B17D-59B0D5CE5582}"/>
              </a:ext>
            </a:extLst>
          </p:cNvPr>
          <p:cNvSpPr/>
          <p:nvPr/>
        </p:nvSpPr>
        <p:spPr>
          <a:xfrm>
            <a:off x="9725305" y="5198338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5D62DD9-C0CB-4A11-AD56-B88BDD691105}"/>
              </a:ext>
            </a:extLst>
          </p:cNvPr>
          <p:cNvSpPr/>
          <p:nvPr/>
        </p:nvSpPr>
        <p:spPr>
          <a:xfrm>
            <a:off x="10547089" y="3851663"/>
            <a:ext cx="2295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938D729-F109-4C5F-82B7-559951961E93}"/>
              </a:ext>
            </a:extLst>
          </p:cNvPr>
          <p:cNvSpPr/>
          <p:nvPr/>
        </p:nvSpPr>
        <p:spPr>
          <a:xfrm>
            <a:off x="11141042" y="2967334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E7C2401-89E6-42B1-BA53-D8AA4C228D1F}"/>
              </a:ext>
            </a:extLst>
          </p:cNvPr>
          <p:cNvSpPr/>
          <p:nvPr/>
        </p:nvSpPr>
        <p:spPr>
          <a:xfrm>
            <a:off x="9462892" y="3027447"/>
            <a:ext cx="2632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7AB4F30-2E69-4452-B583-F4F7AD01B235}"/>
              </a:ext>
            </a:extLst>
          </p:cNvPr>
          <p:cNvCxnSpPr>
            <a:cxnSpLocks/>
            <a:stCxn id="38" idx="6"/>
            <a:endCxn id="142" idx="1"/>
          </p:cNvCxnSpPr>
          <p:nvPr/>
        </p:nvCxnSpPr>
        <p:spPr>
          <a:xfrm>
            <a:off x="7467351" y="4361951"/>
            <a:ext cx="2329111" cy="1189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F456B12-C0AD-4C50-A3C3-B5C6E4197AB7}"/>
              </a:ext>
            </a:extLst>
          </p:cNvPr>
          <p:cNvCxnSpPr>
            <a:stCxn id="137" idx="7"/>
            <a:endCxn id="149" idx="2"/>
          </p:cNvCxnSpPr>
          <p:nvPr/>
        </p:nvCxnSpPr>
        <p:spPr>
          <a:xfrm flipV="1">
            <a:off x="10268471" y="3428999"/>
            <a:ext cx="1049863" cy="904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632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EB2337-EFA1-47DF-B016-B05067F5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Question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4A72A-3F69-4DCB-841B-DF02A866F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Construct a network diagram.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Find the critical path.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duration the project is likely to take you to complete.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F0832-10F7-4F9E-93B4-C952EBED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78DBA-90D8-498A-9E36-D68E2D68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67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3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Construct a network diagram.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7411" y="6380915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18</a:t>
            </a:fld>
            <a:endParaRPr lang="LID4096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636381"/>
              </p:ext>
            </p:extLst>
          </p:nvPr>
        </p:nvGraphicFramePr>
        <p:xfrm>
          <a:off x="1485246" y="2877661"/>
          <a:ext cx="339783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824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529798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  <a:gridCol w="1131217">
                  <a:extLst>
                    <a:ext uri="{9D8B030D-6E8A-4147-A177-3AD203B41FA5}">
                      <a16:colId xmlns:a16="http://schemas.microsoft.com/office/drawing/2014/main" val="3177267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25C958DF-E075-4BBC-8CE6-767EC7AEE888}"/>
              </a:ext>
            </a:extLst>
          </p:cNvPr>
          <p:cNvSpPr/>
          <p:nvPr/>
        </p:nvSpPr>
        <p:spPr>
          <a:xfrm>
            <a:off x="7041221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216EB5-C924-45E0-877D-ACBE927B9050}"/>
              </a:ext>
            </a:extLst>
          </p:cNvPr>
          <p:cNvSpPr/>
          <p:nvPr/>
        </p:nvSpPr>
        <p:spPr>
          <a:xfrm>
            <a:off x="8913427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0AFC9E-B799-470B-8073-00E68B5FEB39}"/>
              </a:ext>
            </a:extLst>
          </p:cNvPr>
          <p:cNvSpPr/>
          <p:nvPr/>
        </p:nvSpPr>
        <p:spPr>
          <a:xfrm>
            <a:off x="10824017" y="3051928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908102" y="4204355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9E04B8-C0D5-4F80-88B2-C9CB9DE20040}"/>
              </a:ext>
            </a:extLst>
          </p:cNvPr>
          <p:cNvSpPr/>
          <p:nvPr/>
        </p:nvSpPr>
        <p:spPr>
          <a:xfrm>
            <a:off x="7041221" y="5339024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AD930B-058C-401A-8A1D-E1F6AD286FB1}"/>
              </a:ext>
            </a:extLst>
          </p:cNvPr>
          <p:cNvCxnSpPr>
            <a:stCxn id="12" idx="7"/>
            <a:endCxn id="9" idx="3"/>
          </p:cNvCxnSpPr>
          <p:nvPr/>
        </p:nvCxnSpPr>
        <p:spPr>
          <a:xfrm flipV="1">
            <a:off x="6567897" y="3701129"/>
            <a:ext cx="586527" cy="6136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F4E928-A460-4AAF-85FB-C8BB75F373D6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7814219" y="3434499"/>
            <a:ext cx="1099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6022CE-9295-4D8D-B1F0-7CBBBCFBA4E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9686425" y="3429000"/>
            <a:ext cx="1137592" cy="5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939D23-5DA1-4072-AE84-3C515EE42016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6567897" y="4848057"/>
            <a:ext cx="586527" cy="601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996616-37EF-4A55-90DB-B601303992CA}"/>
              </a:ext>
            </a:extLst>
          </p:cNvPr>
          <p:cNvCxnSpPr>
            <a:stCxn id="13" idx="6"/>
            <a:endCxn id="10" idx="4"/>
          </p:cNvCxnSpPr>
          <p:nvPr/>
        </p:nvCxnSpPr>
        <p:spPr>
          <a:xfrm flipV="1">
            <a:off x="7814219" y="3811571"/>
            <a:ext cx="1485707" cy="1904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DBE123-1D07-4A5C-B445-0FFD9FE29F97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294601" y="4204355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BB6050-1622-4975-B425-6602FF801E5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7427720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69C70C-7548-4736-A92B-4B4C177BFCE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7427720" y="5339024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7B9D03-E3D6-42DF-8E50-998CB0281AD5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11210516" y="3051928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E82565-223D-4E02-9055-94B539711F96}"/>
              </a:ext>
            </a:extLst>
          </p:cNvPr>
          <p:cNvCxnSpPr>
            <a:stCxn id="12" idx="6"/>
          </p:cNvCxnSpPr>
          <p:nvPr/>
        </p:nvCxnSpPr>
        <p:spPr>
          <a:xfrm flipH="1">
            <a:off x="6294601" y="4581427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CF4AA8-3E03-4A7D-AF85-8C15610CAFCF}"/>
              </a:ext>
            </a:extLst>
          </p:cNvPr>
          <p:cNvCxnSpPr>
            <a:stCxn id="9" idx="6"/>
          </p:cNvCxnSpPr>
          <p:nvPr/>
        </p:nvCxnSpPr>
        <p:spPr>
          <a:xfrm flipH="1" flipV="1">
            <a:off x="7427720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A3F6C0-A9CB-4C66-A6E4-5EE4B3A1D0CC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9299926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DC72AC-9153-4323-AF78-B45E0BE19D2C}"/>
              </a:ext>
            </a:extLst>
          </p:cNvPr>
          <p:cNvCxnSpPr>
            <a:stCxn id="13" idx="6"/>
          </p:cNvCxnSpPr>
          <p:nvPr/>
        </p:nvCxnSpPr>
        <p:spPr>
          <a:xfrm flipH="1">
            <a:off x="7427720" y="5716096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6F08C4-3684-4E41-80CA-6399D2BE258F}"/>
              </a:ext>
            </a:extLst>
          </p:cNvPr>
          <p:cNvCxnSpPr>
            <a:stCxn id="10" idx="6"/>
          </p:cNvCxnSpPr>
          <p:nvPr/>
        </p:nvCxnSpPr>
        <p:spPr>
          <a:xfrm flipH="1" flipV="1">
            <a:off x="9299926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C5D821-5501-4632-A554-C4ACE7450308}"/>
              </a:ext>
            </a:extLst>
          </p:cNvPr>
          <p:cNvCxnSpPr>
            <a:stCxn id="11" idx="6"/>
          </p:cNvCxnSpPr>
          <p:nvPr/>
        </p:nvCxnSpPr>
        <p:spPr>
          <a:xfrm flipH="1">
            <a:off x="11210515" y="3429000"/>
            <a:ext cx="38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AD0A7DC-77A7-4FED-8F58-B0FB454AC33C}"/>
              </a:ext>
            </a:extLst>
          </p:cNvPr>
          <p:cNvSpPr/>
          <p:nvPr/>
        </p:nvSpPr>
        <p:spPr>
          <a:xfrm>
            <a:off x="6744077" y="3797037"/>
            <a:ext cx="30809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8F13DE-CF13-4264-B3AB-7BFE071130FF}"/>
              </a:ext>
            </a:extLst>
          </p:cNvPr>
          <p:cNvSpPr/>
          <p:nvPr/>
        </p:nvSpPr>
        <p:spPr>
          <a:xfrm>
            <a:off x="6726591" y="4958499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3D7308-7746-43A6-842B-5F89284BF11B}"/>
              </a:ext>
            </a:extLst>
          </p:cNvPr>
          <p:cNvSpPr/>
          <p:nvPr/>
        </p:nvSpPr>
        <p:spPr>
          <a:xfrm>
            <a:off x="8525214" y="4810207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3F4B29-539E-4F6B-9FB6-A06BC22E4012}"/>
              </a:ext>
            </a:extLst>
          </p:cNvPr>
          <p:cNvSpPr/>
          <p:nvPr/>
        </p:nvSpPr>
        <p:spPr>
          <a:xfrm>
            <a:off x="8455756" y="4581427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7FC035-0F84-460C-B427-09CABE8EBD69}"/>
              </a:ext>
            </a:extLst>
          </p:cNvPr>
          <p:cNvSpPr/>
          <p:nvPr/>
        </p:nvSpPr>
        <p:spPr>
          <a:xfrm>
            <a:off x="9976327" y="3265222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A712B1-3887-4A39-A6B0-0AC0799DFBF3}"/>
              </a:ext>
            </a:extLst>
          </p:cNvPr>
          <p:cNvSpPr/>
          <p:nvPr/>
        </p:nvSpPr>
        <p:spPr>
          <a:xfrm>
            <a:off x="5954203" y="4350594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FDAFAD-7288-4CB8-BA6F-961E3B0D62F8}"/>
              </a:ext>
            </a:extLst>
          </p:cNvPr>
          <p:cNvSpPr/>
          <p:nvPr/>
        </p:nvSpPr>
        <p:spPr>
          <a:xfrm>
            <a:off x="7068131" y="3193426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BD073B-0761-4D88-B379-F89277E6F35F}"/>
              </a:ext>
            </a:extLst>
          </p:cNvPr>
          <p:cNvSpPr/>
          <p:nvPr/>
        </p:nvSpPr>
        <p:spPr>
          <a:xfrm>
            <a:off x="7049636" y="548051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7968D2-E27C-4318-A0F6-5940C816C70D}"/>
              </a:ext>
            </a:extLst>
          </p:cNvPr>
          <p:cNvSpPr/>
          <p:nvPr/>
        </p:nvSpPr>
        <p:spPr>
          <a:xfrm>
            <a:off x="8952105" y="318157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DF8ED1-1BC5-475A-955C-5A450C0160CA}"/>
              </a:ext>
            </a:extLst>
          </p:cNvPr>
          <p:cNvSpPr/>
          <p:nvPr/>
        </p:nvSpPr>
        <p:spPr>
          <a:xfrm>
            <a:off x="10852465" y="319342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B9F4E8-6672-4E08-8013-EF3C8D69FDDC}"/>
              </a:ext>
            </a:extLst>
          </p:cNvPr>
          <p:cNvSpPr/>
          <p:nvPr/>
        </p:nvSpPr>
        <p:spPr>
          <a:xfrm>
            <a:off x="6505979" y="362517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A6AA59-0A40-421F-B9FA-1C33758C811D}"/>
              </a:ext>
            </a:extLst>
          </p:cNvPr>
          <p:cNvSpPr/>
          <p:nvPr/>
        </p:nvSpPr>
        <p:spPr>
          <a:xfrm>
            <a:off x="8045634" y="2963254"/>
            <a:ext cx="52450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(10)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91B68B-B65E-42E9-A40F-B8A283C39E05}"/>
              </a:ext>
            </a:extLst>
          </p:cNvPr>
          <p:cNvSpPr/>
          <p:nvPr/>
        </p:nvSpPr>
        <p:spPr>
          <a:xfrm>
            <a:off x="9880477" y="2936884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(6)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CD3A5F-5F0A-405B-8135-6F41494D08A7}"/>
              </a:ext>
            </a:extLst>
          </p:cNvPr>
          <p:cNvSpPr/>
          <p:nvPr/>
        </p:nvSpPr>
        <p:spPr>
          <a:xfrm>
            <a:off x="6483980" y="5110897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(3)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EFC529-4E3C-419A-8973-1D4A05E6F7E3}"/>
              </a:ext>
            </a:extLst>
          </p:cNvPr>
          <p:cNvSpPr/>
          <p:nvPr/>
        </p:nvSpPr>
        <p:spPr>
          <a:xfrm>
            <a:off x="8285894" y="341762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6DF513-C01D-4FB9-BD44-6C239838D1CC}"/>
              </a:ext>
            </a:extLst>
          </p:cNvPr>
          <p:cNvSpPr/>
          <p:nvPr/>
        </p:nvSpPr>
        <p:spPr>
          <a:xfrm>
            <a:off x="6298127" y="455542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6C13860-F605-4954-B716-FFCE1F6EC269}"/>
              </a:ext>
            </a:extLst>
          </p:cNvPr>
          <p:cNvSpPr/>
          <p:nvPr/>
        </p:nvSpPr>
        <p:spPr>
          <a:xfrm>
            <a:off x="7429199" y="3394412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9945FCA-FAAC-47E5-8413-4F57BFC76C8E}"/>
              </a:ext>
            </a:extLst>
          </p:cNvPr>
          <p:cNvSpPr/>
          <p:nvPr/>
        </p:nvSpPr>
        <p:spPr>
          <a:xfrm>
            <a:off x="7429199" y="5697415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44FB4A3-6E35-400C-AD8C-671B23A65137}"/>
              </a:ext>
            </a:extLst>
          </p:cNvPr>
          <p:cNvSpPr/>
          <p:nvPr/>
        </p:nvSpPr>
        <p:spPr>
          <a:xfrm>
            <a:off x="9233727" y="3412411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8B6607-42BC-4100-9310-340FD7610FC0}"/>
              </a:ext>
            </a:extLst>
          </p:cNvPr>
          <p:cNvSpPr/>
          <p:nvPr/>
        </p:nvSpPr>
        <p:spPr>
          <a:xfrm>
            <a:off x="11171162" y="3425870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76E12A-C4DE-400D-BA81-B45C358F0A22}"/>
              </a:ext>
            </a:extLst>
          </p:cNvPr>
          <p:cNvSpPr/>
          <p:nvPr/>
        </p:nvSpPr>
        <p:spPr>
          <a:xfrm>
            <a:off x="8208461" y="5273538"/>
            <a:ext cx="339567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Eeriest</a:t>
            </a:r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Start Time (ES) 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ES + Duration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FDB70A-E16B-4741-A92F-E6C8A53B7CC5}"/>
              </a:ext>
            </a:extLst>
          </p:cNvPr>
          <p:cNvSpPr/>
          <p:nvPr/>
        </p:nvSpPr>
        <p:spPr>
          <a:xfrm>
            <a:off x="8255171" y="5575031"/>
            <a:ext cx="33022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Latest Start Time (LC)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LC - Duration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9E3323-B274-4F15-9DD9-EF974C28D9FD}"/>
              </a:ext>
            </a:extLst>
          </p:cNvPr>
          <p:cNvSpPr/>
          <p:nvPr/>
        </p:nvSpPr>
        <p:spPr>
          <a:xfrm>
            <a:off x="8382323" y="5866692"/>
            <a:ext cx="31777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(CMP)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1 – 2 – 4 – 5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EBE36F-2052-4E10-8BCA-B9FEA1BB6B22}"/>
              </a:ext>
            </a:extLst>
          </p:cNvPr>
          <p:cNvSpPr/>
          <p:nvPr/>
        </p:nvSpPr>
        <p:spPr>
          <a:xfrm>
            <a:off x="8288550" y="6140044"/>
            <a:ext cx="34062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Duration of The Project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 + 10 + 6 </a:t>
            </a:r>
          </a:p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= 21 Days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05E6BF1-CFE4-46BD-AB38-F5CB60791892}"/>
              </a:ext>
            </a:extLst>
          </p:cNvPr>
          <p:cNvSpPr/>
          <p:nvPr/>
        </p:nvSpPr>
        <p:spPr>
          <a:xfrm>
            <a:off x="6290128" y="4294189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15A153-6F84-4BDB-9AC6-8DC74FB21C62}"/>
              </a:ext>
            </a:extLst>
          </p:cNvPr>
          <p:cNvSpPr/>
          <p:nvPr/>
        </p:nvSpPr>
        <p:spPr>
          <a:xfrm>
            <a:off x="7420958" y="3106638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235446-345C-4D7C-AA5F-2A858199D7F3}"/>
              </a:ext>
            </a:extLst>
          </p:cNvPr>
          <p:cNvSpPr/>
          <p:nvPr/>
        </p:nvSpPr>
        <p:spPr>
          <a:xfrm>
            <a:off x="9220830" y="3106087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038A71C-5EA6-427E-9B1D-1697E50AA4DD}"/>
              </a:ext>
            </a:extLst>
          </p:cNvPr>
          <p:cNvSpPr/>
          <p:nvPr/>
        </p:nvSpPr>
        <p:spPr>
          <a:xfrm>
            <a:off x="7379342" y="5400742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FAB02E-679F-441B-8AED-BD365EE2C255}"/>
              </a:ext>
            </a:extLst>
          </p:cNvPr>
          <p:cNvSpPr/>
          <p:nvPr/>
        </p:nvSpPr>
        <p:spPr>
          <a:xfrm>
            <a:off x="11176839" y="3102524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37494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Example 4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8817" y="64393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19</a:t>
            </a:fld>
            <a:endParaRPr lang="LID4096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35688"/>
              </p:ext>
            </p:extLst>
          </p:nvPr>
        </p:nvGraphicFramePr>
        <p:xfrm>
          <a:off x="1183945" y="2273477"/>
          <a:ext cx="3652006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049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498862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  <a:gridCol w="1018095">
                  <a:extLst>
                    <a:ext uri="{9D8B030D-6E8A-4147-A177-3AD203B41FA5}">
                      <a16:colId xmlns:a16="http://schemas.microsoft.com/office/drawing/2014/main" val="1135769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6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6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7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43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G,H,I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2521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892624" y="412156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49B8D-9962-43BE-B560-58FF074B7143}"/>
              </a:ext>
            </a:extLst>
          </p:cNvPr>
          <p:cNvSpPr/>
          <p:nvPr/>
        </p:nvSpPr>
        <p:spPr>
          <a:xfrm>
            <a:off x="7079987" y="3148198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998829-CEDD-4C04-9E48-99F3EC5D736B}"/>
              </a:ext>
            </a:extLst>
          </p:cNvPr>
          <p:cNvSpPr/>
          <p:nvPr/>
        </p:nvSpPr>
        <p:spPr>
          <a:xfrm>
            <a:off x="7043710" y="5052943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FF2AB50-8408-4252-ADD5-E5B92AE2F861}"/>
              </a:ext>
            </a:extLst>
          </p:cNvPr>
          <p:cNvSpPr/>
          <p:nvPr/>
        </p:nvSpPr>
        <p:spPr>
          <a:xfrm>
            <a:off x="8440443" y="5069955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1D7152-F888-4EEC-9364-618D7841C79F}"/>
              </a:ext>
            </a:extLst>
          </p:cNvPr>
          <p:cNvSpPr/>
          <p:nvPr/>
        </p:nvSpPr>
        <p:spPr>
          <a:xfrm>
            <a:off x="9649972" y="4161810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250925F-BDA8-4A00-87AE-E1BC43E1FA21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138973" y="412156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F37752B-0635-4F5E-B2E1-62827A0C49D7}"/>
              </a:ext>
            </a:extLst>
          </p:cNvPr>
          <p:cNvCxnSpPr>
            <a:cxnSpLocks/>
            <a:stCxn id="38" idx="0"/>
            <a:endCxn id="38" idx="4"/>
          </p:cNvCxnSpPr>
          <p:nvPr/>
        </p:nvCxnSpPr>
        <p:spPr>
          <a:xfrm>
            <a:off x="7326336" y="3148198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80B02EB-9019-4302-B84B-314739658B2C}"/>
              </a:ext>
            </a:extLst>
          </p:cNvPr>
          <p:cNvCxnSpPr>
            <a:stCxn id="40" idx="0"/>
            <a:endCxn id="40" idx="4"/>
          </p:cNvCxnSpPr>
          <p:nvPr/>
        </p:nvCxnSpPr>
        <p:spPr>
          <a:xfrm>
            <a:off x="7290059" y="5052943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E2A6E63-79C3-49C6-B0A0-3E0CA6BC3EE1}"/>
              </a:ext>
            </a:extLst>
          </p:cNvPr>
          <p:cNvCxnSpPr>
            <a:stCxn id="56" idx="0"/>
            <a:endCxn id="56" idx="4"/>
          </p:cNvCxnSpPr>
          <p:nvPr/>
        </p:nvCxnSpPr>
        <p:spPr>
          <a:xfrm>
            <a:off x="9896321" y="4161810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29438ED-7DDB-4FEB-9C77-F75840B53DE7}"/>
              </a:ext>
            </a:extLst>
          </p:cNvPr>
          <p:cNvCxnSpPr>
            <a:stCxn id="54" idx="0"/>
            <a:endCxn id="54" idx="4"/>
          </p:cNvCxnSpPr>
          <p:nvPr/>
        </p:nvCxnSpPr>
        <p:spPr>
          <a:xfrm>
            <a:off x="8686792" y="5069955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F349E2F-2AB2-476E-A345-15C97D97F07D}"/>
              </a:ext>
            </a:extLst>
          </p:cNvPr>
          <p:cNvCxnSpPr>
            <a:stCxn id="40" idx="6"/>
          </p:cNvCxnSpPr>
          <p:nvPr/>
        </p:nvCxnSpPr>
        <p:spPr>
          <a:xfrm flipH="1" flipV="1">
            <a:off x="7290059" y="5293325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BB83B0E-BD9D-44CF-9669-8914ED9EBC9B}"/>
              </a:ext>
            </a:extLst>
          </p:cNvPr>
          <p:cNvCxnSpPr>
            <a:stCxn id="12" idx="6"/>
          </p:cNvCxnSpPr>
          <p:nvPr/>
        </p:nvCxnSpPr>
        <p:spPr>
          <a:xfrm flipH="1" flipV="1">
            <a:off x="6152607" y="4361949"/>
            <a:ext cx="23271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BE58319-81EE-4025-9D44-E2FC8486BD32}"/>
              </a:ext>
            </a:extLst>
          </p:cNvPr>
          <p:cNvCxnSpPr>
            <a:stCxn id="38" idx="6"/>
          </p:cNvCxnSpPr>
          <p:nvPr/>
        </p:nvCxnSpPr>
        <p:spPr>
          <a:xfrm flipH="1" flipV="1">
            <a:off x="7326336" y="3388580"/>
            <a:ext cx="246349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A57C3EF-8294-4CCD-B60B-982F80C870E9}"/>
              </a:ext>
            </a:extLst>
          </p:cNvPr>
          <p:cNvCxnSpPr>
            <a:stCxn id="54" idx="6"/>
          </p:cNvCxnSpPr>
          <p:nvPr/>
        </p:nvCxnSpPr>
        <p:spPr>
          <a:xfrm flipH="1" flipV="1">
            <a:off x="8664998" y="5310337"/>
            <a:ext cx="26814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3A6BE76-88F4-47C0-BC4D-25D89F398845}"/>
              </a:ext>
            </a:extLst>
          </p:cNvPr>
          <p:cNvCxnSpPr>
            <a:stCxn id="56" idx="6"/>
          </p:cNvCxnSpPr>
          <p:nvPr/>
        </p:nvCxnSpPr>
        <p:spPr>
          <a:xfrm flipH="1" flipV="1">
            <a:off x="9896321" y="4402193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004A8C9-B8F4-401E-9E6C-AAC6FC160A1D}"/>
              </a:ext>
            </a:extLst>
          </p:cNvPr>
          <p:cNvSpPr/>
          <p:nvPr/>
        </p:nvSpPr>
        <p:spPr>
          <a:xfrm>
            <a:off x="5871734" y="413111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170A02B-50C9-4345-93F8-A0B7A0D3943B}"/>
              </a:ext>
            </a:extLst>
          </p:cNvPr>
          <p:cNvSpPr/>
          <p:nvPr/>
        </p:nvSpPr>
        <p:spPr>
          <a:xfrm>
            <a:off x="7043710" y="310497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1DB61E8-8A64-4993-A693-7089436F1733}"/>
              </a:ext>
            </a:extLst>
          </p:cNvPr>
          <p:cNvSpPr/>
          <p:nvPr/>
        </p:nvSpPr>
        <p:spPr>
          <a:xfrm>
            <a:off x="6601223" y="3808334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F436816-5EFE-4BFD-83C5-E88E3ADA7BB3}"/>
              </a:ext>
            </a:extLst>
          </p:cNvPr>
          <p:cNvSpPr/>
          <p:nvPr/>
        </p:nvSpPr>
        <p:spPr>
          <a:xfrm>
            <a:off x="6533626" y="4662588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7A559C1-2EEB-42EA-A694-11291517D936}"/>
              </a:ext>
            </a:extLst>
          </p:cNvPr>
          <p:cNvSpPr/>
          <p:nvPr/>
        </p:nvSpPr>
        <p:spPr>
          <a:xfrm>
            <a:off x="6559160" y="421650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7AD1A0A-1445-4203-AD84-555922FBFCF3}"/>
              </a:ext>
            </a:extLst>
          </p:cNvPr>
          <p:cNvSpPr/>
          <p:nvPr/>
        </p:nvSpPr>
        <p:spPr>
          <a:xfrm>
            <a:off x="7784861" y="3233406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9F0BC10-1C71-4BF2-960E-B323314AA5EF}"/>
              </a:ext>
            </a:extLst>
          </p:cNvPr>
          <p:cNvSpPr/>
          <p:nvPr/>
        </p:nvSpPr>
        <p:spPr>
          <a:xfrm>
            <a:off x="7033218" y="5038985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727CFF-A228-4C42-8AF6-7A1C680136B0}"/>
              </a:ext>
            </a:extLst>
          </p:cNvPr>
          <p:cNvSpPr/>
          <p:nvPr/>
        </p:nvSpPr>
        <p:spPr>
          <a:xfrm>
            <a:off x="8407591" y="5062492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9C7DB0F-AFA9-4624-B62E-375E93DD3DBD}"/>
              </a:ext>
            </a:extLst>
          </p:cNvPr>
          <p:cNvSpPr/>
          <p:nvPr/>
        </p:nvSpPr>
        <p:spPr>
          <a:xfrm>
            <a:off x="7845409" y="4246671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85862D7-2202-4244-9292-1FBE9E5466F5}"/>
              </a:ext>
            </a:extLst>
          </p:cNvPr>
          <p:cNvSpPr/>
          <p:nvPr/>
        </p:nvSpPr>
        <p:spPr>
          <a:xfrm>
            <a:off x="8437869" y="3148557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88AB9D3-A628-4C0B-930F-019110FFB704}"/>
              </a:ext>
            </a:extLst>
          </p:cNvPr>
          <p:cNvCxnSpPr>
            <a:cxnSpLocks/>
            <a:stCxn id="107" idx="0"/>
            <a:endCxn id="107" idx="4"/>
          </p:cNvCxnSpPr>
          <p:nvPr/>
        </p:nvCxnSpPr>
        <p:spPr>
          <a:xfrm>
            <a:off x="8684218" y="3148557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2A4A007-E7D1-4D8D-8939-21D94F2BEE48}"/>
              </a:ext>
            </a:extLst>
          </p:cNvPr>
          <p:cNvCxnSpPr>
            <a:cxnSpLocks/>
            <a:stCxn id="107" idx="6"/>
          </p:cNvCxnSpPr>
          <p:nvPr/>
        </p:nvCxnSpPr>
        <p:spPr>
          <a:xfrm flipH="1" flipV="1">
            <a:off x="8702561" y="3388940"/>
            <a:ext cx="22800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0F5402F-9263-430F-BFC1-98B5F40171C5}"/>
              </a:ext>
            </a:extLst>
          </p:cNvPr>
          <p:cNvSpPr/>
          <p:nvPr/>
        </p:nvSpPr>
        <p:spPr>
          <a:xfrm>
            <a:off x="8437868" y="315208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25328C-23F5-4143-987D-53FC646AB8F8}"/>
              </a:ext>
            </a:extLst>
          </p:cNvPr>
          <p:cNvSpPr/>
          <p:nvPr/>
        </p:nvSpPr>
        <p:spPr>
          <a:xfrm>
            <a:off x="7761263" y="514106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106361C-93D5-407E-B3A3-B44F8061FDB6}"/>
              </a:ext>
            </a:extLst>
          </p:cNvPr>
          <p:cNvSpPr/>
          <p:nvPr/>
        </p:nvSpPr>
        <p:spPr>
          <a:xfrm>
            <a:off x="8437868" y="4140773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94AD24B-3DE5-4877-94D8-30283DEA43C9}"/>
              </a:ext>
            </a:extLst>
          </p:cNvPr>
          <p:cNvCxnSpPr>
            <a:cxnSpLocks/>
            <a:stCxn id="117" idx="0"/>
            <a:endCxn id="117" idx="4"/>
          </p:cNvCxnSpPr>
          <p:nvPr/>
        </p:nvCxnSpPr>
        <p:spPr>
          <a:xfrm>
            <a:off x="8684217" y="4140773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8491801-5A37-4BD9-821D-BBEA51237A8C}"/>
              </a:ext>
            </a:extLst>
          </p:cNvPr>
          <p:cNvCxnSpPr>
            <a:cxnSpLocks/>
            <a:stCxn id="117" idx="6"/>
          </p:cNvCxnSpPr>
          <p:nvPr/>
        </p:nvCxnSpPr>
        <p:spPr>
          <a:xfrm flipH="1" flipV="1">
            <a:off x="8684217" y="4381156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BB5B07E-A134-4F23-A055-B5732BBBE882}"/>
              </a:ext>
            </a:extLst>
          </p:cNvPr>
          <p:cNvSpPr/>
          <p:nvPr/>
        </p:nvSpPr>
        <p:spPr>
          <a:xfrm>
            <a:off x="8421364" y="415634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5B11B1-A72E-493D-90B7-F1D02CBDB5AF}"/>
              </a:ext>
            </a:extLst>
          </p:cNvPr>
          <p:cNvSpPr/>
          <p:nvPr/>
        </p:nvSpPr>
        <p:spPr>
          <a:xfrm>
            <a:off x="9061724" y="3678545"/>
            <a:ext cx="3433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4447D963-4836-4B2D-A314-39C9F5BC51D0}"/>
              </a:ext>
            </a:extLst>
          </p:cNvPr>
          <p:cNvSpPr/>
          <p:nvPr/>
        </p:nvSpPr>
        <p:spPr>
          <a:xfrm>
            <a:off x="7076472" y="4158377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DA60086-0FD7-4CD6-9C22-9E4CCD8345EC}"/>
              </a:ext>
            </a:extLst>
          </p:cNvPr>
          <p:cNvCxnSpPr>
            <a:stCxn id="137" idx="0"/>
            <a:endCxn id="137" idx="4"/>
          </p:cNvCxnSpPr>
          <p:nvPr/>
        </p:nvCxnSpPr>
        <p:spPr>
          <a:xfrm>
            <a:off x="7322821" y="4158377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689745C-CDC2-41F7-A0AA-EC8844A1E213}"/>
              </a:ext>
            </a:extLst>
          </p:cNvPr>
          <p:cNvCxnSpPr>
            <a:stCxn id="137" idx="6"/>
          </p:cNvCxnSpPr>
          <p:nvPr/>
        </p:nvCxnSpPr>
        <p:spPr>
          <a:xfrm flipH="1" flipV="1">
            <a:off x="7322821" y="4398760"/>
            <a:ext cx="24634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B73E247-E404-45AF-A148-F7FE35A18222}"/>
              </a:ext>
            </a:extLst>
          </p:cNvPr>
          <p:cNvSpPr/>
          <p:nvPr/>
        </p:nvSpPr>
        <p:spPr>
          <a:xfrm>
            <a:off x="7063281" y="4139570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2024594-559E-4D85-B17D-59B0D5CE5582}"/>
              </a:ext>
            </a:extLst>
          </p:cNvPr>
          <p:cNvSpPr/>
          <p:nvPr/>
        </p:nvSpPr>
        <p:spPr>
          <a:xfrm>
            <a:off x="9108143" y="4738343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5D62DD9-C0CB-4A11-AD56-B88BDD691105}"/>
              </a:ext>
            </a:extLst>
          </p:cNvPr>
          <p:cNvSpPr/>
          <p:nvPr/>
        </p:nvSpPr>
        <p:spPr>
          <a:xfrm>
            <a:off x="9123343" y="4265340"/>
            <a:ext cx="2295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938D729-F109-4C5F-82B7-559951961E93}"/>
              </a:ext>
            </a:extLst>
          </p:cNvPr>
          <p:cNvSpPr/>
          <p:nvPr/>
        </p:nvSpPr>
        <p:spPr>
          <a:xfrm>
            <a:off x="9634404" y="4146888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E7C2401-89E6-42B1-BA53-D8AA4C228D1F}"/>
              </a:ext>
            </a:extLst>
          </p:cNvPr>
          <p:cNvSpPr/>
          <p:nvPr/>
        </p:nvSpPr>
        <p:spPr>
          <a:xfrm>
            <a:off x="10265379" y="4262681"/>
            <a:ext cx="2632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4789549-42CC-4D26-8357-DF1BFE10B326}"/>
              </a:ext>
            </a:extLst>
          </p:cNvPr>
          <p:cNvSpPr/>
          <p:nvPr/>
        </p:nvSpPr>
        <p:spPr>
          <a:xfrm>
            <a:off x="10763927" y="4175565"/>
            <a:ext cx="492698" cy="4807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1791B3-9393-45A0-95A3-07E479441C32}"/>
              </a:ext>
            </a:extLst>
          </p:cNvPr>
          <p:cNvCxnSpPr>
            <a:cxnSpLocks/>
            <a:stCxn id="12" idx="6"/>
            <a:endCxn id="38" idx="3"/>
          </p:cNvCxnSpPr>
          <p:nvPr/>
        </p:nvCxnSpPr>
        <p:spPr>
          <a:xfrm flipV="1">
            <a:off x="6385322" y="3558558"/>
            <a:ext cx="766819" cy="80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BF9B62-416D-4827-A73D-87F9E0CB2D51}"/>
              </a:ext>
            </a:extLst>
          </p:cNvPr>
          <p:cNvCxnSpPr>
            <a:stCxn id="12" idx="6"/>
            <a:endCxn id="142" idx="1"/>
          </p:cNvCxnSpPr>
          <p:nvPr/>
        </p:nvCxnSpPr>
        <p:spPr>
          <a:xfrm>
            <a:off x="6385322" y="4361952"/>
            <a:ext cx="677959" cy="84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3AE206-48A3-44BB-84AE-DF0BA953B445}"/>
              </a:ext>
            </a:extLst>
          </p:cNvPr>
          <p:cNvCxnSpPr>
            <a:stCxn id="12" idx="6"/>
            <a:endCxn id="40" idx="2"/>
          </p:cNvCxnSpPr>
          <p:nvPr/>
        </p:nvCxnSpPr>
        <p:spPr>
          <a:xfrm>
            <a:off x="6385322" y="4361952"/>
            <a:ext cx="658388" cy="931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F3CFA00-600C-405D-BF1B-86EA6E5C1872}"/>
              </a:ext>
            </a:extLst>
          </p:cNvPr>
          <p:cNvCxnSpPr>
            <a:stCxn id="38" idx="6"/>
            <a:endCxn id="115" idx="1"/>
          </p:cNvCxnSpPr>
          <p:nvPr/>
        </p:nvCxnSpPr>
        <p:spPr>
          <a:xfrm flipV="1">
            <a:off x="7572685" y="3382919"/>
            <a:ext cx="865183" cy="5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E77145-558C-4CF7-9F01-F37D83526BA5}"/>
              </a:ext>
            </a:extLst>
          </p:cNvPr>
          <p:cNvCxnSpPr>
            <a:stCxn id="137" idx="6"/>
            <a:endCxn id="117" idx="2"/>
          </p:cNvCxnSpPr>
          <p:nvPr/>
        </p:nvCxnSpPr>
        <p:spPr>
          <a:xfrm flipV="1">
            <a:off x="7569170" y="4381157"/>
            <a:ext cx="868698" cy="176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F3B4E0-7A2A-43AF-B1B7-31847D36A53D}"/>
              </a:ext>
            </a:extLst>
          </p:cNvPr>
          <p:cNvCxnSpPr>
            <a:stCxn id="40" idx="6"/>
            <a:endCxn id="54" idx="2"/>
          </p:cNvCxnSpPr>
          <p:nvPr/>
        </p:nvCxnSpPr>
        <p:spPr>
          <a:xfrm>
            <a:off x="7536408" y="5293327"/>
            <a:ext cx="904035" cy="17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2468CC-B265-478D-9A72-D18EF49D0942}"/>
              </a:ext>
            </a:extLst>
          </p:cNvPr>
          <p:cNvCxnSpPr>
            <a:stCxn id="107" idx="6"/>
            <a:endCxn id="149" idx="1"/>
          </p:cNvCxnSpPr>
          <p:nvPr/>
        </p:nvCxnSpPr>
        <p:spPr>
          <a:xfrm>
            <a:off x="8930567" y="3388941"/>
            <a:ext cx="703837" cy="988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98A2F3B-0B5F-4692-8F5F-7388C9586968}"/>
              </a:ext>
            </a:extLst>
          </p:cNvPr>
          <p:cNvCxnSpPr>
            <a:stCxn id="117" idx="6"/>
            <a:endCxn id="149" idx="1"/>
          </p:cNvCxnSpPr>
          <p:nvPr/>
        </p:nvCxnSpPr>
        <p:spPr>
          <a:xfrm flipV="1">
            <a:off x="8930566" y="4377721"/>
            <a:ext cx="703838" cy="34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55377E3-D320-49D4-A730-4BADFD3E0835}"/>
              </a:ext>
            </a:extLst>
          </p:cNvPr>
          <p:cNvCxnSpPr>
            <a:stCxn id="54" idx="6"/>
            <a:endCxn id="149" idx="1"/>
          </p:cNvCxnSpPr>
          <p:nvPr/>
        </p:nvCxnSpPr>
        <p:spPr>
          <a:xfrm flipV="1">
            <a:off x="8933141" y="4377721"/>
            <a:ext cx="701263" cy="93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1ACA0AC-1D8A-4F81-9779-A0DF948AE525}"/>
              </a:ext>
            </a:extLst>
          </p:cNvPr>
          <p:cNvCxnSpPr>
            <a:stCxn id="56" idx="6"/>
            <a:endCxn id="71" idx="2"/>
          </p:cNvCxnSpPr>
          <p:nvPr/>
        </p:nvCxnSpPr>
        <p:spPr>
          <a:xfrm>
            <a:off x="10142670" y="4402194"/>
            <a:ext cx="621257" cy="13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EBCF2B4-81E9-4494-9243-AC5546C8EB90}"/>
              </a:ext>
            </a:extLst>
          </p:cNvPr>
          <p:cNvCxnSpPr>
            <a:stCxn id="71" idx="0"/>
            <a:endCxn id="71" idx="4"/>
          </p:cNvCxnSpPr>
          <p:nvPr/>
        </p:nvCxnSpPr>
        <p:spPr>
          <a:xfrm>
            <a:off x="11010276" y="4175565"/>
            <a:ext cx="0" cy="480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DCE265A-87AD-488C-A77F-C67C0E7B8E6E}"/>
              </a:ext>
            </a:extLst>
          </p:cNvPr>
          <p:cNvCxnSpPr>
            <a:stCxn id="71" idx="6"/>
          </p:cNvCxnSpPr>
          <p:nvPr/>
        </p:nvCxnSpPr>
        <p:spPr>
          <a:xfrm flipH="1" flipV="1">
            <a:off x="11010276" y="4409071"/>
            <a:ext cx="246349" cy="6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C821F6D-B4D3-4C73-B7DB-398D1C6A1439}"/>
              </a:ext>
            </a:extLst>
          </p:cNvPr>
          <p:cNvSpPr/>
          <p:nvPr/>
        </p:nvSpPr>
        <p:spPr>
          <a:xfrm>
            <a:off x="7732445" y="2961591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701F53B-085B-425C-B205-619FADB3D4BD}"/>
              </a:ext>
            </a:extLst>
          </p:cNvPr>
          <p:cNvSpPr/>
          <p:nvPr/>
        </p:nvSpPr>
        <p:spPr>
          <a:xfrm>
            <a:off x="6271709" y="4954770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(6)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4DA1688-955C-45FE-A50A-35F509A84203}"/>
              </a:ext>
            </a:extLst>
          </p:cNvPr>
          <p:cNvSpPr/>
          <p:nvPr/>
        </p:nvSpPr>
        <p:spPr>
          <a:xfrm>
            <a:off x="6742739" y="4020223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(3)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A87F132-8505-41EB-BB65-91EFF1AD6E72}"/>
              </a:ext>
            </a:extLst>
          </p:cNvPr>
          <p:cNvSpPr/>
          <p:nvPr/>
        </p:nvSpPr>
        <p:spPr>
          <a:xfrm>
            <a:off x="6505979" y="362517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7A3460F-D81A-463D-8C87-5667A6233A61}"/>
              </a:ext>
            </a:extLst>
          </p:cNvPr>
          <p:cNvSpPr/>
          <p:nvPr/>
        </p:nvSpPr>
        <p:spPr>
          <a:xfrm>
            <a:off x="7694500" y="486970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(7)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9B90283-87FF-4DAE-998B-2E317D98B825}"/>
              </a:ext>
            </a:extLst>
          </p:cNvPr>
          <p:cNvSpPr/>
          <p:nvPr/>
        </p:nvSpPr>
        <p:spPr>
          <a:xfrm>
            <a:off x="7912820" y="3920406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(4)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CC6F47-DEA5-4081-9291-3BCE7C6E1A89}"/>
              </a:ext>
            </a:extLst>
          </p:cNvPr>
          <p:cNvSpPr/>
          <p:nvPr/>
        </p:nvSpPr>
        <p:spPr>
          <a:xfrm>
            <a:off x="9223714" y="3548738"/>
            <a:ext cx="410690" cy="2539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(10)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0B2A569-E7F7-483F-A4BC-42211A9581B0}"/>
              </a:ext>
            </a:extLst>
          </p:cNvPr>
          <p:cNvSpPr/>
          <p:nvPr/>
        </p:nvSpPr>
        <p:spPr>
          <a:xfrm>
            <a:off x="9274832" y="486970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243A817-8441-4D55-A9E5-3C88AF619B8E}"/>
              </a:ext>
            </a:extLst>
          </p:cNvPr>
          <p:cNvSpPr/>
          <p:nvPr/>
        </p:nvSpPr>
        <p:spPr>
          <a:xfrm>
            <a:off x="9006172" y="3975002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(4)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A548BE-846F-4839-84D0-0581C3E8EE2E}"/>
              </a:ext>
            </a:extLst>
          </p:cNvPr>
          <p:cNvSpPr/>
          <p:nvPr/>
        </p:nvSpPr>
        <p:spPr>
          <a:xfrm>
            <a:off x="10231723" y="3958180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(6)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6BFCCF1-CB0E-4C23-B694-82F4EFF04D76}"/>
              </a:ext>
            </a:extLst>
          </p:cNvPr>
          <p:cNvSpPr/>
          <p:nvPr/>
        </p:nvSpPr>
        <p:spPr>
          <a:xfrm>
            <a:off x="6091949" y="4286995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A73C4B0-F568-478D-9E9C-352772320B76}"/>
              </a:ext>
            </a:extLst>
          </p:cNvPr>
          <p:cNvSpPr/>
          <p:nvPr/>
        </p:nvSpPr>
        <p:spPr>
          <a:xfrm>
            <a:off x="7259998" y="3332517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0B82B8F-BF05-4DC0-B764-F7DCE971057B}"/>
              </a:ext>
            </a:extLst>
          </p:cNvPr>
          <p:cNvSpPr/>
          <p:nvPr/>
        </p:nvSpPr>
        <p:spPr>
          <a:xfrm>
            <a:off x="7260944" y="4339977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0B56015-D65E-4BB4-825C-79FAF20291B9}"/>
              </a:ext>
            </a:extLst>
          </p:cNvPr>
          <p:cNvSpPr/>
          <p:nvPr/>
        </p:nvSpPr>
        <p:spPr>
          <a:xfrm>
            <a:off x="7225488" y="5215545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7614D51-F704-46CE-AD6E-2D67306EE728}"/>
              </a:ext>
            </a:extLst>
          </p:cNvPr>
          <p:cNvSpPr/>
          <p:nvPr/>
        </p:nvSpPr>
        <p:spPr>
          <a:xfrm>
            <a:off x="8619044" y="3375316"/>
            <a:ext cx="325730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EDEA8DF-7681-45E3-9B71-16DF80D43673}"/>
              </a:ext>
            </a:extLst>
          </p:cNvPr>
          <p:cNvSpPr/>
          <p:nvPr/>
        </p:nvSpPr>
        <p:spPr>
          <a:xfrm>
            <a:off x="8639629" y="434045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C8C7701-B003-4B53-BB1C-8DB0729B5C85}"/>
              </a:ext>
            </a:extLst>
          </p:cNvPr>
          <p:cNvSpPr/>
          <p:nvPr/>
        </p:nvSpPr>
        <p:spPr>
          <a:xfrm>
            <a:off x="8607094" y="5297804"/>
            <a:ext cx="325730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BA58535-D039-4DF1-BBCE-A4B7923C5B29}"/>
              </a:ext>
            </a:extLst>
          </p:cNvPr>
          <p:cNvSpPr/>
          <p:nvPr/>
        </p:nvSpPr>
        <p:spPr>
          <a:xfrm>
            <a:off x="9850166" y="4362332"/>
            <a:ext cx="325730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AACD4B1-BC34-435F-88E4-8BD0435A61CD}"/>
              </a:ext>
            </a:extLst>
          </p:cNvPr>
          <p:cNvSpPr/>
          <p:nvPr/>
        </p:nvSpPr>
        <p:spPr>
          <a:xfrm>
            <a:off x="10732158" y="4178421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E91752A-80F3-48C1-9FE7-C425D612BEFC}"/>
              </a:ext>
            </a:extLst>
          </p:cNvPr>
          <p:cNvSpPr/>
          <p:nvPr/>
        </p:nvSpPr>
        <p:spPr>
          <a:xfrm>
            <a:off x="10952512" y="4362331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4EB2018-650D-44D6-B5D0-1E3E2A4E2DBA}"/>
              </a:ext>
            </a:extLst>
          </p:cNvPr>
          <p:cNvSpPr/>
          <p:nvPr/>
        </p:nvSpPr>
        <p:spPr>
          <a:xfrm>
            <a:off x="10945658" y="4190445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28C6D01-4618-4920-8875-6DFEF19E0E95}"/>
              </a:ext>
            </a:extLst>
          </p:cNvPr>
          <p:cNvSpPr/>
          <p:nvPr/>
        </p:nvSpPr>
        <p:spPr>
          <a:xfrm>
            <a:off x="9837463" y="4157523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1076107-6CB9-48A6-8BBF-BD0EDE46E69D}"/>
              </a:ext>
            </a:extLst>
          </p:cNvPr>
          <p:cNvSpPr/>
          <p:nvPr/>
        </p:nvSpPr>
        <p:spPr>
          <a:xfrm>
            <a:off x="8619043" y="3177582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A720742-8C4F-4A5F-B571-BCE2E42AA1F6}"/>
              </a:ext>
            </a:extLst>
          </p:cNvPr>
          <p:cNvSpPr/>
          <p:nvPr/>
        </p:nvSpPr>
        <p:spPr>
          <a:xfrm>
            <a:off x="7263132" y="3126938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197D735-5026-47D2-9B09-F63D7486CAC6}"/>
              </a:ext>
            </a:extLst>
          </p:cNvPr>
          <p:cNvSpPr/>
          <p:nvPr/>
        </p:nvSpPr>
        <p:spPr>
          <a:xfrm>
            <a:off x="6080967" y="4089683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5813D6E-C2C5-490D-9948-BA902A929261}"/>
              </a:ext>
            </a:extLst>
          </p:cNvPr>
          <p:cNvSpPr/>
          <p:nvPr/>
        </p:nvSpPr>
        <p:spPr>
          <a:xfrm>
            <a:off x="8609667" y="5120280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02D055A-34BB-48D8-BB7B-B4C7E89A4C3F}"/>
              </a:ext>
            </a:extLst>
          </p:cNvPr>
          <p:cNvSpPr/>
          <p:nvPr/>
        </p:nvSpPr>
        <p:spPr>
          <a:xfrm>
            <a:off x="7224936" y="5063116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9B9EAA6-0BBF-4B3C-95B7-4182EC342675}"/>
              </a:ext>
            </a:extLst>
          </p:cNvPr>
          <p:cNvSpPr/>
          <p:nvPr/>
        </p:nvSpPr>
        <p:spPr>
          <a:xfrm>
            <a:off x="8620241" y="4157523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B85D91D-AF3C-442E-9A41-1BECF4CF8605}"/>
              </a:ext>
            </a:extLst>
          </p:cNvPr>
          <p:cNvSpPr/>
          <p:nvPr/>
        </p:nvSpPr>
        <p:spPr>
          <a:xfrm>
            <a:off x="7254007" y="4178842"/>
            <a:ext cx="325731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1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3902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560" y="280718"/>
            <a:ext cx="7964880" cy="703305"/>
          </a:xfrm>
        </p:spPr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063EA8AB-4628-4332-806A-D6A961CE26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0127761"/>
              </p:ext>
            </p:extLst>
          </p:nvPr>
        </p:nvGraphicFramePr>
        <p:xfrm>
          <a:off x="5009088" y="1929377"/>
          <a:ext cx="647275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455">
                  <a:extLst>
                    <a:ext uri="{9D8B030D-6E8A-4147-A177-3AD203B41FA5}">
                      <a16:colId xmlns:a16="http://schemas.microsoft.com/office/drawing/2014/main" val="212785267"/>
                    </a:ext>
                  </a:extLst>
                </a:gridCol>
                <a:gridCol w="2262032">
                  <a:extLst>
                    <a:ext uri="{9D8B030D-6E8A-4147-A177-3AD203B41FA5}">
                      <a16:colId xmlns:a16="http://schemas.microsoft.com/office/drawing/2014/main" val="3585619248"/>
                    </a:ext>
                  </a:extLst>
                </a:gridCol>
                <a:gridCol w="1291472">
                  <a:extLst>
                    <a:ext uri="{9D8B030D-6E8A-4147-A177-3AD203B41FA5}">
                      <a16:colId xmlns:a16="http://schemas.microsoft.com/office/drawing/2014/main" val="395192121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62356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 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 DESCRIPTION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 PRE-DESSOR (S)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 DURATION (HOURS)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24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Project Starts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63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Buy Materials for 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82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Buy Materials for 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9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Build 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B,C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617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Build 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B,C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632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Finish building 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89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Join A and 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D,F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8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Finish Project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072359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0" y="641540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0589" y="6415403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20</a:t>
            </a:fld>
            <a:endParaRPr lang="LID4096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101261"/>
              </p:ext>
            </p:extLst>
          </p:nvPr>
        </p:nvGraphicFramePr>
        <p:xfrm>
          <a:off x="1141410" y="1929377"/>
          <a:ext cx="3652006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049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498862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  <a:gridCol w="1018095">
                  <a:extLst>
                    <a:ext uri="{9D8B030D-6E8A-4147-A177-3AD203B41FA5}">
                      <a16:colId xmlns:a16="http://schemas.microsoft.com/office/drawing/2014/main" val="1135769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A,B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6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6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7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43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G,H,I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2521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095B17F-990F-472D-8CC9-29BB00235C26}"/>
              </a:ext>
            </a:extLst>
          </p:cNvPr>
          <p:cNvSpPr/>
          <p:nvPr/>
        </p:nvSpPr>
        <p:spPr>
          <a:xfrm>
            <a:off x="2257828" y="1324888"/>
            <a:ext cx="141917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/>
              <a:t>TASK 1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3B392A7-5315-4346-8EC0-D09B76AE642E}"/>
              </a:ext>
            </a:extLst>
          </p:cNvPr>
          <p:cNvSpPr/>
          <p:nvPr/>
        </p:nvSpPr>
        <p:spPr>
          <a:xfrm>
            <a:off x="7535881" y="1296125"/>
            <a:ext cx="14191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/>
              <a:t>TASK 2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0236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2151D7-7650-48E2-9366-02D2A0AF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1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352A2F-4528-41BA-BBEC-6AB89DAA5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STECTCH </a:t>
            </a:r>
            <a:endParaRPr lang="LID4096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32C5D-4F6F-4F7C-94D2-710FE41A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8074-2369-4E51-91EC-4F374A8A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21</a:t>
            </a:fld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D6442-DE76-4B37-B927-1EBAE5AC36DF}"/>
              </a:ext>
            </a:extLst>
          </p:cNvPr>
          <p:cNvSpPr/>
          <p:nvPr/>
        </p:nvSpPr>
        <p:spPr>
          <a:xfrm>
            <a:off x="883547" y="3789511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022C80-263C-4932-B545-ED4C66534EB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825087" y="3242821"/>
            <a:ext cx="899259" cy="777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8F1B93-5E45-4186-8AB6-4AD5F6377620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825087" y="4020344"/>
            <a:ext cx="1002954" cy="23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CEB5BB-5C52-482B-8B20-84D1270FB13A}"/>
              </a:ext>
            </a:extLst>
          </p:cNvPr>
          <p:cNvCxnSpPr>
            <a:stCxn id="9" idx="3"/>
          </p:cNvCxnSpPr>
          <p:nvPr/>
        </p:nvCxnSpPr>
        <p:spPr>
          <a:xfrm>
            <a:off x="1825087" y="4020344"/>
            <a:ext cx="767284" cy="759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14E85B1-1751-4F47-838B-3A04CD646189}"/>
              </a:ext>
            </a:extLst>
          </p:cNvPr>
          <p:cNvSpPr/>
          <p:nvPr/>
        </p:nvSpPr>
        <p:spPr>
          <a:xfrm>
            <a:off x="10059318" y="3813265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02A0ED-5BEF-4545-9894-39F352E66C00}"/>
              </a:ext>
            </a:extLst>
          </p:cNvPr>
          <p:cNvSpPr/>
          <p:nvPr/>
        </p:nvSpPr>
        <p:spPr>
          <a:xfrm>
            <a:off x="2724346" y="3011988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1544AB-9510-441F-AAB7-E67A65FD49A2}"/>
              </a:ext>
            </a:extLst>
          </p:cNvPr>
          <p:cNvSpPr/>
          <p:nvPr/>
        </p:nvSpPr>
        <p:spPr>
          <a:xfrm>
            <a:off x="2812934" y="3822316"/>
            <a:ext cx="3385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2205CF-2443-4924-B535-DBD765C3ADAB}"/>
              </a:ext>
            </a:extLst>
          </p:cNvPr>
          <p:cNvSpPr/>
          <p:nvPr/>
        </p:nvSpPr>
        <p:spPr>
          <a:xfrm>
            <a:off x="2611597" y="4575925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2F233A-DB09-4584-9E13-686B826F9D66}"/>
              </a:ext>
            </a:extLst>
          </p:cNvPr>
          <p:cNvCxnSpPr>
            <a:stCxn id="21" idx="3"/>
          </p:cNvCxnSpPr>
          <p:nvPr/>
        </p:nvCxnSpPr>
        <p:spPr>
          <a:xfrm>
            <a:off x="3094960" y="3242821"/>
            <a:ext cx="12225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71430A2-3C11-4F49-88DB-4BE3220F4853}"/>
              </a:ext>
            </a:extLst>
          </p:cNvPr>
          <p:cNvSpPr/>
          <p:nvPr/>
        </p:nvSpPr>
        <p:spPr>
          <a:xfrm>
            <a:off x="4390034" y="3018993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9C06FF-7E52-4898-A5A7-4241874DA243}"/>
              </a:ext>
            </a:extLst>
          </p:cNvPr>
          <p:cNvCxnSpPr>
            <a:stCxn id="22" idx="3"/>
          </p:cNvCxnSpPr>
          <p:nvPr/>
        </p:nvCxnSpPr>
        <p:spPr>
          <a:xfrm flipV="1">
            <a:off x="3151488" y="4044099"/>
            <a:ext cx="1071720" cy="9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811C77-57EE-4D42-9AE2-DA3A379A0064}"/>
              </a:ext>
            </a:extLst>
          </p:cNvPr>
          <p:cNvCxnSpPr>
            <a:stCxn id="21" idx="3"/>
          </p:cNvCxnSpPr>
          <p:nvPr/>
        </p:nvCxnSpPr>
        <p:spPr>
          <a:xfrm>
            <a:off x="3094960" y="3242821"/>
            <a:ext cx="1052834" cy="6787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B92420F-8E2A-4F6B-B1C3-9BD383BA2193}"/>
              </a:ext>
            </a:extLst>
          </p:cNvPr>
          <p:cNvSpPr/>
          <p:nvPr/>
        </p:nvSpPr>
        <p:spPr>
          <a:xfrm>
            <a:off x="4261065" y="3774491"/>
            <a:ext cx="31931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6B42DF-3272-4650-ACE3-21D6864B3FB4}"/>
              </a:ext>
            </a:extLst>
          </p:cNvPr>
          <p:cNvCxnSpPr>
            <a:stCxn id="23" idx="3"/>
          </p:cNvCxnSpPr>
          <p:nvPr/>
        </p:nvCxnSpPr>
        <p:spPr>
          <a:xfrm>
            <a:off x="2982211" y="4806758"/>
            <a:ext cx="1278854" cy="48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3568E5C-8485-4FDE-BC77-E0BCBB72D5C4}"/>
              </a:ext>
            </a:extLst>
          </p:cNvPr>
          <p:cNvSpPr/>
          <p:nvPr/>
        </p:nvSpPr>
        <p:spPr>
          <a:xfrm>
            <a:off x="4312361" y="4651092"/>
            <a:ext cx="31931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1A349A-9E74-462C-BE63-0D38555BF35E}"/>
              </a:ext>
            </a:extLst>
          </p:cNvPr>
          <p:cNvCxnSpPr>
            <a:stCxn id="26" idx="3"/>
          </p:cNvCxnSpPr>
          <p:nvPr/>
        </p:nvCxnSpPr>
        <p:spPr>
          <a:xfrm flipV="1">
            <a:off x="4760648" y="3242821"/>
            <a:ext cx="1335352" cy="70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0CB19F7-DBFF-4140-A749-2334E9EC2C2D}"/>
              </a:ext>
            </a:extLst>
          </p:cNvPr>
          <p:cNvSpPr/>
          <p:nvPr/>
        </p:nvSpPr>
        <p:spPr>
          <a:xfrm>
            <a:off x="6142910" y="3011987"/>
            <a:ext cx="4219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CA0457-1235-4123-A058-6149D6A085A7}"/>
              </a:ext>
            </a:extLst>
          </p:cNvPr>
          <p:cNvCxnSpPr>
            <a:stCxn id="31" idx="3"/>
          </p:cNvCxnSpPr>
          <p:nvPr/>
        </p:nvCxnSpPr>
        <p:spPr>
          <a:xfrm>
            <a:off x="4580383" y="4005324"/>
            <a:ext cx="1562527" cy="15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C470B53-B213-477B-A504-7EEC097AB08B}"/>
              </a:ext>
            </a:extLst>
          </p:cNvPr>
          <p:cNvSpPr/>
          <p:nvPr/>
        </p:nvSpPr>
        <p:spPr>
          <a:xfrm>
            <a:off x="6199695" y="3813265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88F6E3-B450-4093-B961-048C24914F8B}"/>
              </a:ext>
            </a:extLst>
          </p:cNvPr>
          <p:cNvSpPr/>
          <p:nvPr/>
        </p:nvSpPr>
        <p:spPr>
          <a:xfrm>
            <a:off x="6259006" y="4651092"/>
            <a:ext cx="25199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9010CAC-DFA6-4373-9D1B-BCE093253E20}"/>
              </a:ext>
            </a:extLst>
          </p:cNvPr>
          <p:cNvCxnSpPr>
            <a:stCxn id="35" idx="3"/>
          </p:cNvCxnSpPr>
          <p:nvPr/>
        </p:nvCxnSpPr>
        <p:spPr>
          <a:xfrm flipV="1">
            <a:off x="4631679" y="4881924"/>
            <a:ext cx="15112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BE31221-058D-43AC-8D27-30536DB223A2}"/>
              </a:ext>
            </a:extLst>
          </p:cNvPr>
          <p:cNvCxnSpPr>
            <a:stCxn id="42" idx="3"/>
          </p:cNvCxnSpPr>
          <p:nvPr/>
        </p:nvCxnSpPr>
        <p:spPr>
          <a:xfrm flipV="1">
            <a:off x="6570309" y="4005324"/>
            <a:ext cx="1932668" cy="38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10355D6-9C0C-4FBD-9493-3B2DE08382B1}"/>
              </a:ext>
            </a:extLst>
          </p:cNvPr>
          <p:cNvCxnSpPr>
            <a:stCxn id="39" idx="3"/>
          </p:cNvCxnSpPr>
          <p:nvPr/>
        </p:nvCxnSpPr>
        <p:spPr>
          <a:xfrm>
            <a:off x="6564820" y="3242820"/>
            <a:ext cx="1853316" cy="6787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A3978D-E77A-48D7-986F-7987AFA90191}"/>
              </a:ext>
            </a:extLst>
          </p:cNvPr>
          <p:cNvCxnSpPr>
            <a:stCxn id="43" idx="3"/>
          </p:cNvCxnSpPr>
          <p:nvPr/>
        </p:nvCxnSpPr>
        <p:spPr>
          <a:xfrm flipV="1">
            <a:off x="6510998" y="4119513"/>
            <a:ext cx="1897711" cy="762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7FFCA85F-3F62-4A35-94B5-420DCE83BF23}"/>
              </a:ext>
            </a:extLst>
          </p:cNvPr>
          <p:cNvSpPr/>
          <p:nvPr/>
        </p:nvSpPr>
        <p:spPr>
          <a:xfrm>
            <a:off x="8531269" y="3801388"/>
            <a:ext cx="25199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F0DC4F5-4322-471A-BB05-175C77B946B3}"/>
              </a:ext>
            </a:extLst>
          </p:cNvPr>
          <p:cNvCxnSpPr>
            <a:stCxn id="54" idx="3"/>
          </p:cNvCxnSpPr>
          <p:nvPr/>
        </p:nvCxnSpPr>
        <p:spPr>
          <a:xfrm flipV="1">
            <a:off x="8783261" y="4032220"/>
            <a:ext cx="12751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800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C0E8-1F41-4C53-9EB3-67151451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1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95289-0DFC-41C4-94E0-FF2572F7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881840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                   PERT CHART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15668-AC24-4017-9D36-DEC1A56BC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1D5F0-F2C7-47C4-AC1D-E706846B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22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19402B-11BA-41F9-9F6C-0FAFC598C557}"/>
              </a:ext>
            </a:extLst>
          </p:cNvPr>
          <p:cNvSpPr/>
          <p:nvPr/>
        </p:nvSpPr>
        <p:spPr>
          <a:xfrm>
            <a:off x="146095" y="3910051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D944B6-E7AC-40D8-A325-3E8E0F5B68A2}"/>
              </a:ext>
            </a:extLst>
          </p:cNvPr>
          <p:cNvSpPr/>
          <p:nvPr/>
        </p:nvSpPr>
        <p:spPr>
          <a:xfrm>
            <a:off x="10754846" y="3888556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000BAF-1652-436F-8B9E-E0B5C9372580}"/>
              </a:ext>
            </a:extLst>
          </p:cNvPr>
          <p:cNvSpPr/>
          <p:nvPr/>
        </p:nvSpPr>
        <p:spPr>
          <a:xfrm>
            <a:off x="2174172" y="2642212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C73FA7-3BA0-4B67-8717-245DEDF7433F}"/>
              </a:ext>
            </a:extLst>
          </p:cNvPr>
          <p:cNvSpPr/>
          <p:nvPr/>
        </p:nvSpPr>
        <p:spPr>
          <a:xfrm>
            <a:off x="2174173" y="3905622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C6424E-E4B2-4D60-80E2-A0DD540AC0DA}"/>
              </a:ext>
            </a:extLst>
          </p:cNvPr>
          <p:cNvSpPr/>
          <p:nvPr/>
        </p:nvSpPr>
        <p:spPr>
          <a:xfrm>
            <a:off x="2136136" y="5001043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E87047-828F-4C59-B550-2DF0E895BC0F}"/>
              </a:ext>
            </a:extLst>
          </p:cNvPr>
          <p:cNvSpPr/>
          <p:nvPr/>
        </p:nvSpPr>
        <p:spPr>
          <a:xfrm>
            <a:off x="4307079" y="2658360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357695-34C1-4ECA-9B64-29C13F011D92}"/>
              </a:ext>
            </a:extLst>
          </p:cNvPr>
          <p:cNvSpPr/>
          <p:nvPr/>
        </p:nvSpPr>
        <p:spPr>
          <a:xfrm>
            <a:off x="4307079" y="3888555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E6CB76-ECDB-439A-B47B-EDE5837FB931}"/>
              </a:ext>
            </a:extLst>
          </p:cNvPr>
          <p:cNvSpPr/>
          <p:nvPr/>
        </p:nvSpPr>
        <p:spPr>
          <a:xfrm>
            <a:off x="4343816" y="5001043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635E63-C7E4-4C06-8835-FAEA25A8A43F}"/>
              </a:ext>
            </a:extLst>
          </p:cNvPr>
          <p:cNvSpPr/>
          <p:nvPr/>
        </p:nvSpPr>
        <p:spPr>
          <a:xfrm>
            <a:off x="6489033" y="2664640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6068DE-FDE8-4AD2-A56E-9472AD0A9F77}"/>
              </a:ext>
            </a:extLst>
          </p:cNvPr>
          <p:cNvSpPr/>
          <p:nvPr/>
        </p:nvSpPr>
        <p:spPr>
          <a:xfrm>
            <a:off x="6489033" y="3888555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31B5D0-826C-4BFE-BE0D-1A3FC1F96BCE}"/>
              </a:ext>
            </a:extLst>
          </p:cNvPr>
          <p:cNvSpPr/>
          <p:nvPr/>
        </p:nvSpPr>
        <p:spPr>
          <a:xfrm>
            <a:off x="6455034" y="5112470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8776F7-C0D0-4E27-A3D4-888AB11681E0}"/>
              </a:ext>
            </a:extLst>
          </p:cNvPr>
          <p:cNvSpPr/>
          <p:nvPr/>
        </p:nvSpPr>
        <p:spPr>
          <a:xfrm>
            <a:off x="8670987" y="3905053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101916-94E2-45BC-8471-F8873729103F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174172" y="2953297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DAAD1A-ED6E-471C-9EA1-EEABCEFAE346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307079" y="2969445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A79668-9265-4411-B77E-9A5C7FE9BE2D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6489033" y="2975725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208276-6123-4958-85A1-4A824404F949}"/>
              </a:ext>
            </a:extLst>
          </p:cNvPr>
          <p:cNvCxnSpPr>
            <a:stCxn id="17" idx="1"/>
            <a:endCxn id="17" idx="3"/>
          </p:cNvCxnSpPr>
          <p:nvPr/>
        </p:nvCxnSpPr>
        <p:spPr>
          <a:xfrm>
            <a:off x="8670987" y="4216138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1C0B896-559E-41F9-BEC1-180947CE2760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174173" y="4216707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A855C7-64BA-4CDE-A1F0-5A25260A4314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4307079" y="4199640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F6A477-1331-47C2-BCAB-1B4018629423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6489033" y="4199640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342882-E5A8-4C3A-A92A-424D02DB2241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2136136" y="5312128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B38E4D-BDE7-43AC-B9FA-7E520E1FF0DA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4343816" y="5312128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4CCE084-BD18-4276-9972-AF396EAE217A}"/>
              </a:ext>
            </a:extLst>
          </p:cNvPr>
          <p:cNvCxnSpPr>
            <a:stCxn id="16" idx="1"/>
            <a:endCxn id="16" idx="3"/>
          </p:cNvCxnSpPr>
          <p:nvPr/>
        </p:nvCxnSpPr>
        <p:spPr>
          <a:xfrm>
            <a:off x="6455034" y="5423555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590CF8-E7EE-4123-87C4-21585EBD306D}"/>
              </a:ext>
            </a:extLst>
          </p:cNvPr>
          <p:cNvCxnSpPr/>
          <p:nvPr/>
        </p:nvCxnSpPr>
        <p:spPr>
          <a:xfrm>
            <a:off x="2507530" y="2642212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D63E34-9AC6-422B-8290-DA1D57B893D7}"/>
              </a:ext>
            </a:extLst>
          </p:cNvPr>
          <p:cNvCxnSpPr/>
          <p:nvPr/>
        </p:nvCxnSpPr>
        <p:spPr>
          <a:xfrm>
            <a:off x="2507530" y="3896978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BEAD87-0145-4FD7-8CC5-5A464E700F5D}"/>
              </a:ext>
            </a:extLst>
          </p:cNvPr>
          <p:cNvCxnSpPr/>
          <p:nvPr/>
        </p:nvCxnSpPr>
        <p:spPr>
          <a:xfrm>
            <a:off x="2507530" y="5001043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7AF8E16-1182-47A3-8B75-7AD6205EF508}"/>
              </a:ext>
            </a:extLst>
          </p:cNvPr>
          <p:cNvCxnSpPr/>
          <p:nvPr/>
        </p:nvCxnSpPr>
        <p:spPr>
          <a:xfrm>
            <a:off x="4705546" y="2658360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4EEF9C8-DCE9-4437-A7C5-B7A1A0F4772A}"/>
              </a:ext>
            </a:extLst>
          </p:cNvPr>
          <p:cNvCxnSpPr/>
          <p:nvPr/>
        </p:nvCxnSpPr>
        <p:spPr>
          <a:xfrm>
            <a:off x="4688264" y="3896978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B4A13C-E827-483D-AD31-E5E0AEC067F3}"/>
              </a:ext>
            </a:extLst>
          </p:cNvPr>
          <p:cNvCxnSpPr/>
          <p:nvPr/>
        </p:nvCxnSpPr>
        <p:spPr>
          <a:xfrm>
            <a:off x="4707117" y="4984895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A31D85F-C79C-4E87-8113-FA55227A18ED}"/>
              </a:ext>
            </a:extLst>
          </p:cNvPr>
          <p:cNvCxnSpPr/>
          <p:nvPr/>
        </p:nvCxnSpPr>
        <p:spPr>
          <a:xfrm>
            <a:off x="6883138" y="2658360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CF9AFF-13F3-4631-9568-CB2FC10101D2}"/>
              </a:ext>
            </a:extLst>
          </p:cNvPr>
          <p:cNvCxnSpPr/>
          <p:nvPr/>
        </p:nvCxnSpPr>
        <p:spPr>
          <a:xfrm>
            <a:off x="6894136" y="3888555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60C838-A9AD-47D7-8E09-F15D1D6EDA87}"/>
              </a:ext>
            </a:extLst>
          </p:cNvPr>
          <p:cNvCxnSpPr/>
          <p:nvPr/>
        </p:nvCxnSpPr>
        <p:spPr>
          <a:xfrm>
            <a:off x="6883138" y="5112470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DACF233-A7E2-4598-830F-C33AA66F6DAE}"/>
              </a:ext>
            </a:extLst>
          </p:cNvPr>
          <p:cNvCxnSpPr/>
          <p:nvPr/>
        </p:nvCxnSpPr>
        <p:spPr>
          <a:xfrm>
            <a:off x="9051303" y="3888554"/>
            <a:ext cx="0" cy="63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3F09B41C-D1F3-4E83-BD9C-4C63BE183D14}"/>
              </a:ext>
            </a:extLst>
          </p:cNvPr>
          <p:cNvSpPr/>
          <p:nvPr/>
        </p:nvSpPr>
        <p:spPr>
          <a:xfrm>
            <a:off x="293197" y="3976879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86EFE5-74BD-4902-8459-06ACD1BCF38D}"/>
              </a:ext>
            </a:extLst>
          </p:cNvPr>
          <p:cNvSpPr/>
          <p:nvPr/>
        </p:nvSpPr>
        <p:spPr>
          <a:xfrm>
            <a:off x="10904323" y="3968806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261D1C5-38A8-4C7E-823B-04953178065D}"/>
              </a:ext>
            </a:extLst>
          </p:cNvPr>
          <p:cNvSpPr/>
          <p:nvPr/>
        </p:nvSpPr>
        <p:spPr>
          <a:xfrm>
            <a:off x="2199432" y="264878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7012C06-7A3C-48C3-9F98-CE0976C78DDD}"/>
              </a:ext>
            </a:extLst>
          </p:cNvPr>
          <p:cNvSpPr/>
          <p:nvPr/>
        </p:nvSpPr>
        <p:spPr>
          <a:xfrm>
            <a:off x="2223993" y="3912104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91F728-CA5A-4E32-A5B7-C5C0331C1967}"/>
              </a:ext>
            </a:extLst>
          </p:cNvPr>
          <p:cNvSpPr/>
          <p:nvPr/>
        </p:nvSpPr>
        <p:spPr>
          <a:xfrm>
            <a:off x="2174172" y="4994111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9F42CB-FA8E-460B-9F72-89B55E21A90E}"/>
              </a:ext>
            </a:extLst>
          </p:cNvPr>
          <p:cNvSpPr/>
          <p:nvPr/>
        </p:nvSpPr>
        <p:spPr>
          <a:xfrm>
            <a:off x="4372637" y="2662598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75EE4FC-8A69-49B6-868A-8B43032576CD}"/>
              </a:ext>
            </a:extLst>
          </p:cNvPr>
          <p:cNvSpPr/>
          <p:nvPr/>
        </p:nvSpPr>
        <p:spPr>
          <a:xfrm>
            <a:off x="4342140" y="3886724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25750B-6A19-4B6A-B177-9C5F604A99A2}"/>
              </a:ext>
            </a:extLst>
          </p:cNvPr>
          <p:cNvSpPr/>
          <p:nvPr/>
        </p:nvSpPr>
        <p:spPr>
          <a:xfrm>
            <a:off x="4373091" y="5026680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BD6D124-8177-4E04-AE35-755A08C4532D}"/>
              </a:ext>
            </a:extLst>
          </p:cNvPr>
          <p:cNvSpPr/>
          <p:nvPr/>
        </p:nvSpPr>
        <p:spPr>
          <a:xfrm>
            <a:off x="6514962" y="2693275"/>
            <a:ext cx="3433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FD2628-4681-4664-8D78-A166F08D80D9}"/>
              </a:ext>
            </a:extLst>
          </p:cNvPr>
          <p:cNvSpPr/>
          <p:nvPr/>
        </p:nvSpPr>
        <p:spPr>
          <a:xfrm>
            <a:off x="6529043" y="3905053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508914C-23FB-495C-926F-B8FA3DA8394D}"/>
              </a:ext>
            </a:extLst>
          </p:cNvPr>
          <p:cNvSpPr/>
          <p:nvPr/>
        </p:nvSpPr>
        <p:spPr>
          <a:xfrm>
            <a:off x="6568316" y="5113635"/>
            <a:ext cx="2295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CE7042E-BD25-47FF-BB0A-5120D922A453}"/>
              </a:ext>
            </a:extLst>
          </p:cNvPr>
          <p:cNvSpPr/>
          <p:nvPr/>
        </p:nvSpPr>
        <p:spPr>
          <a:xfrm>
            <a:off x="8731093" y="3912104"/>
            <a:ext cx="2632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55C79A7-4E41-4125-AE16-F3114EEB3FCC}"/>
              </a:ext>
            </a:extLst>
          </p:cNvPr>
          <p:cNvCxnSpPr>
            <a:stCxn id="6" idx="3"/>
          </p:cNvCxnSpPr>
          <p:nvPr/>
        </p:nvCxnSpPr>
        <p:spPr>
          <a:xfrm flipV="1">
            <a:off x="1465848" y="2953297"/>
            <a:ext cx="708324" cy="1267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573B815-2387-4026-B5FA-17454B769554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1465848" y="4216707"/>
            <a:ext cx="708325" cy="44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118700-D61C-47F4-AC39-CF3DAED1BC0B}"/>
              </a:ext>
            </a:extLst>
          </p:cNvPr>
          <p:cNvCxnSpPr>
            <a:stCxn id="6" idx="3"/>
          </p:cNvCxnSpPr>
          <p:nvPr/>
        </p:nvCxnSpPr>
        <p:spPr>
          <a:xfrm>
            <a:off x="1465848" y="4221136"/>
            <a:ext cx="670288" cy="11115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08542D9-48E1-4A38-9C31-5866A9A0AF29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3493925" y="2953297"/>
            <a:ext cx="813154" cy="16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1A06BF2-B970-40A9-A62A-DE351BA6B700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3493925" y="2953297"/>
            <a:ext cx="813154" cy="1246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BCAC576-29A6-433F-AA84-DB2DBF4C4027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3493926" y="4199640"/>
            <a:ext cx="813153" cy="17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45BBFCC-5728-4343-97B0-7DDD1EE55569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3455889" y="5312128"/>
            <a:ext cx="8879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230F065-7F6D-4DB5-BC24-D7924A272C5E}"/>
              </a:ext>
            </a:extLst>
          </p:cNvPr>
          <p:cNvCxnSpPr>
            <a:stCxn id="11" idx="3"/>
          </p:cNvCxnSpPr>
          <p:nvPr/>
        </p:nvCxnSpPr>
        <p:spPr>
          <a:xfrm flipV="1">
            <a:off x="5626832" y="2953297"/>
            <a:ext cx="828202" cy="16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15C8E7E-79BD-4578-B1AE-36D6B42BEC3F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5626832" y="4199640"/>
            <a:ext cx="862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9A7CD40-AD91-4045-A3DD-8C1F60B2C2F1}"/>
              </a:ext>
            </a:extLst>
          </p:cNvPr>
          <p:cNvCxnSpPr>
            <a:stCxn id="13" idx="3"/>
          </p:cNvCxnSpPr>
          <p:nvPr/>
        </p:nvCxnSpPr>
        <p:spPr>
          <a:xfrm>
            <a:off x="5663569" y="5312128"/>
            <a:ext cx="7914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4835F95-9D96-41B7-A0E7-62C89B8DAD0D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7774787" y="4216138"/>
            <a:ext cx="896200" cy="12074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A24267D-8308-4E40-9777-A9A605196735}"/>
              </a:ext>
            </a:extLst>
          </p:cNvPr>
          <p:cNvCxnSpPr>
            <a:stCxn id="14" idx="3"/>
          </p:cNvCxnSpPr>
          <p:nvPr/>
        </p:nvCxnSpPr>
        <p:spPr>
          <a:xfrm>
            <a:off x="7808786" y="2975725"/>
            <a:ext cx="769606" cy="1143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1E5EBBB-4065-4C09-BF50-0958B0A7B07B}"/>
              </a:ext>
            </a:extLst>
          </p:cNvPr>
          <p:cNvCxnSpPr>
            <a:stCxn id="15" idx="3"/>
          </p:cNvCxnSpPr>
          <p:nvPr/>
        </p:nvCxnSpPr>
        <p:spPr>
          <a:xfrm>
            <a:off x="7808786" y="4199640"/>
            <a:ext cx="7413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EBC33AF-AC80-4DDC-928F-741E6334C750}"/>
              </a:ext>
            </a:extLst>
          </p:cNvPr>
          <p:cNvCxnSpPr>
            <a:stCxn id="17" idx="3"/>
            <a:endCxn id="7" idx="1"/>
          </p:cNvCxnSpPr>
          <p:nvPr/>
        </p:nvCxnSpPr>
        <p:spPr>
          <a:xfrm flipV="1">
            <a:off x="9990740" y="4199641"/>
            <a:ext cx="764106" cy="164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A5DEB5A-9F9D-464E-BC46-11A853002B5E}"/>
              </a:ext>
            </a:extLst>
          </p:cNvPr>
          <p:cNvSpPr/>
          <p:nvPr/>
        </p:nvSpPr>
        <p:spPr>
          <a:xfrm>
            <a:off x="2194015" y="2941889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8FCB70C-265D-4844-A6CA-34DD9109925D}"/>
              </a:ext>
            </a:extLst>
          </p:cNvPr>
          <p:cNvSpPr/>
          <p:nvPr/>
        </p:nvSpPr>
        <p:spPr>
          <a:xfrm>
            <a:off x="2220411" y="4194452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56D87E1-6E95-473A-A0A1-B0C2BA7806D5}"/>
              </a:ext>
            </a:extLst>
          </p:cNvPr>
          <p:cNvSpPr/>
          <p:nvPr/>
        </p:nvSpPr>
        <p:spPr>
          <a:xfrm>
            <a:off x="2174997" y="5300741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7F2C5CC-7D26-4404-804F-CBB5D945DC7F}"/>
              </a:ext>
            </a:extLst>
          </p:cNvPr>
          <p:cNvSpPr/>
          <p:nvPr/>
        </p:nvSpPr>
        <p:spPr>
          <a:xfrm>
            <a:off x="2493103" y="2648782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1F92672-BCF2-4DB6-9B32-B9E762105AF8}"/>
              </a:ext>
            </a:extLst>
          </p:cNvPr>
          <p:cNvSpPr/>
          <p:nvPr/>
        </p:nvSpPr>
        <p:spPr>
          <a:xfrm>
            <a:off x="2511740" y="3933577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1B69623-D261-40AA-B423-BCA9372F352A}"/>
              </a:ext>
            </a:extLst>
          </p:cNvPr>
          <p:cNvSpPr/>
          <p:nvPr/>
        </p:nvSpPr>
        <p:spPr>
          <a:xfrm>
            <a:off x="2510511" y="500463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86CE27F-D057-46B3-8658-7E76801D1A8E}"/>
              </a:ext>
            </a:extLst>
          </p:cNvPr>
          <p:cNvSpPr/>
          <p:nvPr/>
        </p:nvSpPr>
        <p:spPr>
          <a:xfrm>
            <a:off x="3106353" y="2630890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4D83FF3-24A6-483C-A831-AAFE16BF80B0}"/>
              </a:ext>
            </a:extLst>
          </p:cNvPr>
          <p:cNvSpPr/>
          <p:nvPr/>
        </p:nvSpPr>
        <p:spPr>
          <a:xfrm>
            <a:off x="3134696" y="390185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7120E1A-3CCC-4FE3-85A5-882563692348}"/>
              </a:ext>
            </a:extLst>
          </p:cNvPr>
          <p:cNvSpPr/>
          <p:nvPr/>
        </p:nvSpPr>
        <p:spPr>
          <a:xfrm>
            <a:off x="3095960" y="498489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EFC7D38-28B4-494A-9F71-21C9EDCFC370}"/>
              </a:ext>
            </a:extLst>
          </p:cNvPr>
          <p:cNvSpPr/>
          <p:nvPr/>
        </p:nvSpPr>
        <p:spPr>
          <a:xfrm>
            <a:off x="4680735" y="2667971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59E157-535B-47A5-A74C-1B8BCA63221C}"/>
              </a:ext>
            </a:extLst>
          </p:cNvPr>
          <p:cNvSpPr/>
          <p:nvPr/>
        </p:nvSpPr>
        <p:spPr>
          <a:xfrm>
            <a:off x="4680734" y="390185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124C04D-2A70-4C43-A0F8-2BE56E6E9814}"/>
              </a:ext>
            </a:extLst>
          </p:cNvPr>
          <p:cNvSpPr/>
          <p:nvPr/>
        </p:nvSpPr>
        <p:spPr>
          <a:xfrm>
            <a:off x="4688264" y="5015552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ED802FB-3F99-4C0A-A1CA-C75BF3349838}"/>
              </a:ext>
            </a:extLst>
          </p:cNvPr>
          <p:cNvSpPr/>
          <p:nvPr/>
        </p:nvSpPr>
        <p:spPr>
          <a:xfrm>
            <a:off x="4387064" y="296887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1CFCB7C-834E-4329-B96F-1C064C892D76}"/>
              </a:ext>
            </a:extLst>
          </p:cNvPr>
          <p:cNvSpPr/>
          <p:nvPr/>
        </p:nvSpPr>
        <p:spPr>
          <a:xfrm>
            <a:off x="4340765" y="4176234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DA37243-385D-4AE9-A483-2F90B3C036AC}"/>
              </a:ext>
            </a:extLst>
          </p:cNvPr>
          <p:cNvSpPr/>
          <p:nvPr/>
        </p:nvSpPr>
        <p:spPr>
          <a:xfrm>
            <a:off x="4397068" y="532812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7312CEF-6301-410C-A53A-A9A67437CE50}"/>
              </a:ext>
            </a:extLst>
          </p:cNvPr>
          <p:cNvSpPr/>
          <p:nvPr/>
        </p:nvSpPr>
        <p:spPr>
          <a:xfrm>
            <a:off x="5268077" y="2658359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039B552-6E90-47D5-869A-8026BD6E1AC6}"/>
              </a:ext>
            </a:extLst>
          </p:cNvPr>
          <p:cNvSpPr/>
          <p:nvPr/>
        </p:nvSpPr>
        <p:spPr>
          <a:xfrm>
            <a:off x="5163719" y="38942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7404A5C-4B9A-4CB0-BFCC-6A9329F83EAF}"/>
              </a:ext>
            </a:extLst>
          </p:cNvPr>
          <p:cNvSpPr/>
          <p:nvPr/>
        </p:nvSpPr>
        <p:spPr>
          <a:xfrm>
            <a:off x="5285783" y="5004630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26FB7A8-CD54-4A5D-B4CD-BB1A00BD1BDF}"/>
              </a:ext>
            </a:extLst>
          </p:cNvPr>
          <p:cNvSpPr/>
          <p:nvPr/>
        </p:nvSpPr>
        <p:spPr>
          <a:xfrm>
            <a:off x="6897186" y="269327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17B7027-0A39-4A75-BF49-E6B3AF247308}"/>
              </a:ext>
            </a:extLst>
          </p:cNvPr>
          <p:cNvSpPr/>
          <p:nvPr/>
        </p:nvSpPr>
        <p:spPr>
          <a:xfrm>
            <a:off x="6880642" y="38942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F962166-ACCD-4810-824E-A5D1354B930C}"/>
              </a:ext>
            </a:extLst>
          </p:cNvPr>
          <p:cNvSpPr/>
          <p:nvPr/>
        </p:nvSpPr>
        <p:spPr>
          <a:xfrm>
            <a:off x="6895793" y="5100272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4979FF4-04FD-4447-B68A-E9DE5B8F1E5A}"/>
              </a:ext>
            </a:extLst>
          </p:cNvPr>
          <p:cNvSpPr/>
          <p:nvPr/>
        </p:nvSpPr>
        <p:spPr>
          <a:xfrm>
            <a:off x="6539250" y="2979619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D72F77E-A5EE-4FF2-820E-42FCF64CC856}"/>
              </a:ext>
            </a:extLst>
          </p:cNvPr>
          <p:cNvSpPr/>
          <p:nvPr/>
        </p:nvSpPr>
        <p:spPr>
          <a:xfrm>
            <a:off x="6556964" y="421555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9C72291-F356-4972-A5CB-BE4A82A6AA30}"/>
              </a:ext>
            </a:extLst>
          </p:cNvPr>
          <p:cNvSpPr/>
          <p:nvPr/>
        </p:nvSpPr>
        <p:spPr>
          <a:xfrm>
            <a:off x="6546831" y="5409819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3AE4177-E35A-4E3E-840B-CE18B2D975E5}"/>
              </a:ext>
            </a:extLst>
          </p:cNvPr>
          <p:cNvSpPr/>
          <p:nvPr/>
        </p:nvSpPr>
        <p:spPr>
          <a:xfrm>
            <a:off x="7341027" y="2677733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E24027D-72E5-4EFC-8DFA-84C875ED8D49}"/>
              </a:ext>
            </a:extLst>
          </p:cNvPr>
          <p:cNvSpPr/>
          <p:nvPr/>
        </p:nvSpPr>
        <p:spPr>
          <a:xfrm>
            <a:off x="7369443" y="38942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2F05100-8559-4DF2-B900-4D5D4865D8D4}"/>
              </a:ext>
            </a:extLst>
          </p:cNvPr>
          <p:cNvSpPr/>
          <p:nvPr/>
        </p:nvSpPr>
        <p:spPr>
          <a:xfrm>
            <a:off x="7423944" y="5106693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2258B44-9DFE-489A-99A7-9C5A35E7EE53}"/>
              </a:ext>
            </a:extLst>
          </p:cNvPr>
          <p:cNvSpPr/>
          <p:nvPr/>
        </p:nvSpPr>
        <p:spPr>
          <a:xfrm flipH="1">
            <a:off x="8997480" y="3914284"/>
            <a:ext cx="43130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9D6CDB3-2302-440C-A678-5F1A6EB1A340}"/>
              </a:ext>
            </a:extLst>
          </p:cNvPr>
          <p:cNvSpPr/>
          <p:nvPr/>
        </p:nvSpPr>
        <p:spPr>
          <a:xfrm>
            <a:off x="8697194" y="420516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EA1E1EC-6991-4885-BC50-86DF4972500A}"/>
              </a:ext>
            </a:extLst>
          </p:cNvPr>
          <p:cNvSpPr/>
          <p:nvPr/>
        </p:nvSpPr>
        <p:spPr>
          <a:xfrm>
            <a:off x="9566947" y="38942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69F6271-6AF9-4856-9D76-A846373BFA61}"/>
              </a:ext>
            </a:extLst>
          </p:cNvPr>
          <p:cNvSpPr/>
          <p:nvPr/>
        </p:nvSpPr>
        <p:spPr>
          <a:xfrm>
            <a:off x="11141311" y="3525569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B85B920-EE18-436A-B9B5-A7DF737AA665}"/>
              </a:ext>
            </a:extLst>
          </p:cNvPr>
          <p:cNvSpPr/>
          <p:nvPr/>
        </p:nvSpPr>
        <p:spPr>
          <a:xfrm>
            <a:off x="578136" y="3593446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0CF2B0A-A525-4B25-938B-871C0AB42C5C}"/>
              </a:ext>
            </a:extLst>
          </p:cNvPr>
          <p:cNvSpPr/>
          <p:nvPr/>
        </p:nvSpPr>
        <p:spPr>
          <a:xfrm>
            <a:off x="11179429" y="453515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A3E9786-6057-4C27-9CD0-82C261BAE202}"/>
              </a:ext>
            </a:extLst>
          </p:cNvPr>
          <p:cNvSpPr/>
          <p:nvPr/>
        </p:nvSpPr>
        <p:spPr>
          <a:xfrm>
            <a:off x="9575468" y="420430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0324C72-8545-41B5-B364-B8E1F02EB97A}"/>
              </a:ext>
            </a:extLst>
          </p:cNvPr>
          <p:cNvSpPr/>
          <p:nvPr/>
        </p:nvSpPr>
        <p:spPr>
          <a:xfrm>
            <a:off x="9009637" y="420430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DEE0618-4E45-4918-8E79-E547F806568B}"/>
              </a:ext>
            </a:extLst>
          </p:cNvPr>
          <p:cNvSpPr/>
          <p:nvPr/>
        </p:nvSpPr>
        <p:spPr>
          <a:xfrm>
            <a:off x="7369441" y="2978440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AFA089A-9A39-4320-ACF2-F639CCD8DB44}"/>
              </a:ext>
            </a:extLst>
          </p:cNvPr>
          <p:cNvSpPr/>
          <p:nvPr/>
        </p:nvSpPr>
        <p:spPr>
          <a:xfrm>
            <a:off x="7360682" y="4194452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842B086-C1DE-4C7F-8855-6F8B097F4456}"/>
              </a:ext>
            </a:extLst>
          </p:cNvPr>
          <p:cNvSpPr/>
          <p:nvPr/>
        </p:nvSpPr>
        <p:spPr>
          <a:xfrm>
            <a:off x="7341027" y="5410006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8461FDF-7D57-4C89-8461-BE71AD7525F6}"/>
              </a:ext>
            </a:extLst>
          </p:cNvPr>
          <p:cNvSpPr/>
          <p:nvPr/>
        </p:nvSpPr>
        <p:spPr>
          <a:xfrm>
            <a:off x="6861324" y="5409819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824129-67BB-4C4D-B07F-850FF0A8F3EF}"/>
              </a:ext>
            </a:extLst>
          </p:cNvPr>
          <p:cNvSpPr/>
          <p:nvPr/>
        </p:nvSpPr>
        <p:spPr>
          <a:xfrm>
            <a:off x="6887501" y="300652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9E63BCF-175F-456B-97B2-85EAAAFA6321}"/>
              </a:ext>
            </a:extLst>
          </p:cNvPr>
          <p:cNvSpPr/>
          <p:nvPr/>
        </p:nvSpPr>
        <p:spPr>
          <a:xfrm>
            <a:off x="6897380" y="420430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A675F03-0073-4F30-B009-F991C0D56915}"/>
              </a:ext>
            </a:extLst>
          </p:cNvPr>
          <p:cNvSpPr/>
          <p:nvPr/>
        </p:nvSpPr>
        <p:spPr>
          <a:xfrm>
            <a:off x="5255530" y="296887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FFB71D9-8A56-466B-8E56-F864CF3B6E47}"/>
              </a:ext>
            </a:extLst>
          </p:cNvPr>
          <p:cNvSpPr/>
          <p:nvPr/>
        </p:nvSpPr>
        <p:spPr>
          <a:xfrm>
            <a:off x="5185469" y="420430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3B758A4-CF22-4782-A6B5-BF0DC4F57AF4}"/>
              </a:ext>
            </a:extLst>
          </p:cNvPr>
          <p:cNvSpPr/>
          <p:nvPr/>
        </p:nvSpPr>
        <p:spPr>
          <a:xfrm>
            <a:off x="5201703" y="5298151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533CCCD-4D49-4BAD-8D1D-3EDEC083B475}"/>
              </a:ext>
            </a:extLst>
          </p:cNvPr>
          <p:cNvSpPr/>
          <p:nvPr/>
        </p:nvSpPr>
        <p:spPr>
          <a:xfrm>
            <a:off x="4688350" y="532663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196D7C3-82DA-400A-B5A7-9DF052EFEED5}"/>
              </a:ext>
            </a:extLst>
          </p:cNvPr>
          <p:cNvSpPr/>
          <p:nvPr/>
        </p:nvSpPr>
        <p:spPr>
          <a:xfrm>
            <a:off x="4662775" y="4203488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DC5C69F-C128-45C7-90E9-50C5E96CDEC4}"/>
              </a:ext>
            </a:extLst>
          </p:cNvPr>
          <p:cNvSpPr/>
          <p:nvPr/>
        </p:nvSpPr>
        <p:spPr>
          <a:xfrm>
            <a:off x="4671329" y="2968877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44AE899-D557-4AD2-B6AA-69547E4A73E8}"/>
              </a:ext>
            </a:extLst>
          </p:cNvPr>
          <p:cNvSpPr/>
          <p:nvPr/>
        </p:nvSpPr>
        <p:spPr>
          <a:xfrm>
            <a:off x="3087447" y="2952042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B3D4AE1-87E8-4684-9442-7CD2DB85750C}"/>
              </a:ext>
            </a:extLst>
          </p:cNvPr>
          <p:cNvSpPr/>
          <p:nvPr/>
        </p:nvSpPr>
        <p:spPr>
          <a:xfrm>
            <a:off x="3125352" y="4204308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9C6EA18-7A82-4E5E-B9DF-81D1FE12771A}"/>
              </a:ext>
            </a:extLst>
          </p:cNvPr>
          <p:cNvSpPr/>
          <p:nvPr/>
        </p:nvSpPr>
        <p:spPr>
          <a:xfrm>
            <a:off x="3097202" y="5307698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9936013-0CB8-4647-9988-C8B81FCDF3B3}"/>
              </a:ext>
            </a:extLst>
          </p:cNvPr>
          <p:cNvSpPr/>
          <p:nvPr/>
        </p:nvSpPr>
        <p:spPr>
          <a:xfrm>
            <a:off x="2513578" y="5307698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0B4A349-C5ED-431D-9319-C51F2B0BA52E}"/>
              </a:ext>
            </a:extLst>
          </p:cNvPr>
          <p:cNvSpPr/>
          <p:nvPr/>
        </p:nvSpPr>
        <p:spPr>
          <a:xfrm>
            <a:off x="2512554" y="4214595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C244EBF-2FD4-427C-8042-05C165959D97}"/>
              </a:ext>
            </a:extLst>
          </p:cNvPr>
          <p:cNvSpPr/>
          <p:nvPr/>
        </p:nvSpPr>
        <p:spPr>
          <a:xfrm>
            <a:off x="2501703" y="2949511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0003B57-2F4F-4721-BE41-EF5804D1C131}"/>
              </a:ext>
            </a:extLst>
          </p:cNvPr>
          <p:cNvSpPr/>
          <p:nvPr/>
        </p:nvSpPr>
        <p:spPr>
          <a:xfrm>
            <a:off x="7056038" y="4738641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4EB854B-5FD8-4819-8687-E6F00CB1AB9E}"/>
              </a:ext>
            </a:extLst>
          </p:cNvPr>
          <p:cNvSpPr/>
          <p:nvPr/>
        </p:nvSpPr>
        <p:spPr>
          <a:xfrm>
            <a:off x="4930321" y="2244886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4166D0E-AA81-4FF7-BC36-04EFC16493C5}"/>
              </a:ext>
            </a:extLst>
          </p:cNvPr>
          <p:cNvSpPr/>
          <p:nvPr/>
        </p:nvSpPr>
        <p:spPr>
          <a:xfrm>
            <a:off x="6996668" y="2254388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2B90F57-5AE9-4A35-8070-888DD2D8A8DE}"/>
              </a:ext>
            </a:extLst>
          </p:cNvPr>
          <p:cNvSpPr/>
          <p:nvPr/>
        </p:nvSpPr>
        <p:spPr>
          <a:xfrm>
            <a:off x="9204268" y="3468244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0D97C79-E25E-41B5-B1C8-9DFA9B1DB156}"/>
              </a:ext>
            </a:extLst>
          </p:cNvPr>
          <p:cNvSpPr/>
          <p:nvPr/>
        </p:nvSpPr>
        <p:spPr>
          <a:xfrm>
            <a:off x="2706755" y="3527268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E016ED9-616F-4E33-8D5A-CCF8674EA9A6}"/>
              </a:ext>
            </a:extLst>
          </p:cNvPr>
          <p:cNvSpPr/>
          <p:nvPr/>
        </p:nvSpPr>
        <p:spPr>
          <a:xfrm>
            <a:off x="4855610" y="3536232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3D66B4B-0030-49A7-B4D7-9012E9FB5839}"/>
              </a:ext>
            </a:extLst>
          </p:cNvPr>
          <p:cNvSpPr/>
          <p:nvPr/>
        </p:nvSpPr>
        <p:spPr>
          <a:xfrm>
            <a:off x="7032299" y="3545334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D109E06-FB42-42E3-A473-85DCCED96D6E}"/>
              </a:ext>
            </a:extLst>
          </p:cNvPr>
          <p:cNvSpPr/>
          <p:nvPr/>
        </p:nvSpPr>
        <p:spPr>
          <a:xfrm>
            <a:off x="2697132" y="2283136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2133C12-FFD6-4686-A0C7-41FC772B3FDA}"/>
              </a:ext>
            </a:extLst>
          </p:cNvPr>
          <p:cNvSpPr/>
          <p:nvPr/>
        </p:nvSpPr>
        <p:spPr>
          <a:xfrm>
            <a:off x="4863762" y="4643266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EB860D2-341E-49B4-8381-DECE52027372}"/>
              </a:ext>
            </a:extLst>
          </p:cNvPr>
          <p:cNvSpPr/>
          <p:nvPr/>
        </p:nvSpPr>
        <p:spPr>
          <a:xfrm>
            <a:off x="2724565" y="4600932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ADA26EE-4960-4013-920F-751E31636DB2}"/>
              </a:ext>
            </a:extLst>
          </p:cNvPr>
          <p:cNvSpPr/>
          <p:nvPr/>
        </p:nvSpPr>
        <p:spPr>
          <a:xfrm>
            <a:off x="8459251" y="5145588"/>
            <a:ext cx="22717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– D – G – J 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120623C-5220-4155-94B3-ECB9B34C4854}"/>
              </a:ext>
            </a:extLst>
          </p:cNvPr>
          <p:cNvSpPr/>
          <p:nvPr/>
        </p:nvSpPr>
        <p:spPr>
          <a:xfrm>
            <a:off x="589273" y="4569364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66AF6C8-7D5A-4501-9769-B592B39E2699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56315A-0FBE-477B-A069-989E90CABF34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98A625D-798C-4122-A84C-504315A0F33F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082C1FC-51E2-4D20-A769-91DEAB7A2967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E5AAC31-8A6B-4188-A1EC-2BE7B1C847C3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787A3B6-9C89-483E-8585-09A9EF79E2DC}"/>
              </a:ext>
            </a:extLst>
          </p:cNvPr>
          <p:cNvSpPr/>
          <p:nvPr/>
        </p:nvSpPr>
        <p:spPr>
          <a:xfrm>
            <a:off x="9925036" y="2593911"/>
            <a:ext cx="10706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</a:t>
            </a:r>
            <a:endParaRPr lang="en-US" sz="1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7577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159B-743F-4A4E-A6D0-2D7D53A5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2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650A-7A47-4FD7-8AC4-559DC8FC9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SKETCH 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9959C-94EE-492A-9C94-4C5389B4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09712-9C06-4C29-A473-1F6FA7A8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23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1E2EB1-3337-4096-A132-BF11DC9A3431}"/>
              </a:ext>
            </a:extLst>
          </p:cNvPr>
          <p:cNvSpPr/>
          <p:nvPr/>
        </p:nvSpPr>
        <p:spPr>
          <a:xfrm>
            <a:off x="1169010" y="3789511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D192D-D77A-4B08-A4E5-85AFDC5B0B2F}"/>
              </a:ext>
            </a:extLst>
          </p:cNvPr>
          <p:cNvSpPr/>
          <p:nvPr/>
        </p:nvSpPr>
        <p:spPr>
          <a:xfrm>
            <a:off x="3054777" y="3012354"/>
            <a:ext cx="33855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6ABCD6-0C47-4535-A52B-82813BB9024E}"/>
              </a:ext>
            </a:extLst>
          </p:cNvPr>
          <p:cNvSpPr/>
          <p:nvPr/>
        </p:nvSpPr>
        <p:spPr>
          <a:xfrm>
            <a:off x="2984033" y="4531908"/>
            <a:ext cx="3706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5A45C1-6634-496C-A970-34CB80412A6D}"/>
              </a:ext>
            </a:extLst>
          </p:cNvPr>
          <p:cNvSpPr/>
          <p:nvPr/>
        </p:nvSpPr>
        <p:spPr>
          <a:xfrm>
            <a:off x="4835015" y="4446297"/>
            <a:ext cx="31931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7D4938-4C79-461F-809E-2BBC52E055A7}"/>
              </a:ext>
            </a:extLst>
          </p:cNvPr>
          <p:cNvSpPr/>
          <p:nvPr/>
        </p:nvSpPr>
        <p:spPr>
          <a:xfrm>
            <a:off x="7396991" y="4453339"/>
            <a:ext cx="31931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BAA498-869B-438C-9D24-B4CF496C6F52}"/>
              </a:ext>
            </a:extLst>
          </p:cNvPr>
          <p:cNvSpPr/>
          <p:nvPr/>
        </p:nvSpPr>
        <p:spPr>
          <a:xfrm>
            <a:off x="8521979" y="3012354"/>
            <a:ext cx="4219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789348-9472-4C01-96E0-F5509398F8C2}"/>
              </a:ext>
            </a:extLst>
          </p:cNvPr>
          <p:cNvSpPr/>
          <p:nvPr/>
        </p:nvSpPr>
        <p:spPr>
          <a:xfrm>
            <a:off x="10091013" y="3921090"/>
            <a:ext cx="3706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048BAB-3341-46A8-8F69-36196164DA44}"/>
              </a:ext>
            </a:extLst>
          </p:cNvPr>
          <p:cNvSpPr/>
          <p:nvPr/>
        </p:nvSpPr>
        <p:spPr>
          <a:xfrm>
            <a:off x="4769772" y="3012363"/>
            <a:ext cx="3706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28A75D-B8A7-4DBC-A12B-DA204F5C6958}"/>
              </a:ext>
            </a:extLst>
          </p:cNvPr>
          <p:cNvCxnSpPr>
            <a:stCxn id="6" idx="3"/>
            <a:endCxn id="16" idx="1"/>
          </p:cNvCxnSpPr>
          <p:nvPr/>
        </p:nvCxnSpPr>
        <p:spPr>
          <a:xfrm flipV="1">
            <a:off x="1539624" y="3243187"/>
            <a:ext cx="1515153" cy="777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0C7812-ECBA-452E-96D3-313A92621911}"/>
              </a:ext>
            </a:extLst>
          </p:cNvPr>
          <p:cNvCxnSpPr>
            <a:stCxn id="6" idx="3"/>
            <a:endCxn id="17" idx="1"/>
          </p:cNvCxnSpPr>
          <p:nvPr/>
        </p:nvCxnSpPr>
        <p:spPr>
          <a:xfrm>
            <a:off x="1539624" y="4020344"/>
            <a:ext cx="1444409" cy="742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38A055-B5DB-4FB7-9BB5-6276A77017D3}"/>
              </a:ext>
            </a:extLst>
          </p:cNvPr>
          <p:cNvCxnSpPr>
            <a:stCxn id="16" idx="3"/>
            <a:endCxn id="47" idx="1"/>
          </p:cNvCxnSpPr>
          <p:nvPr/>
        </p:nvCxnSpPr>
        <p:spPr>
          <a:xfrm>
            <a:off x="3393332" y="3243187"/>
            <a:ext cx="1376440" cy="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6E0233-A4DA-435F-AC74-68AA2CC0BF61}"/>
              </a:ext>
            </a:extLst>
          </p:cNvPr>
          <p:cNvCxnSpPr>
            <a:stCxn id="17" idx="3"/>
            <a:endCxn id="47" idx="1"/>
          </p:cNvCxnSpPr>
          <p:nvPr/>
        </p:nvCxnSpPr>
        <p:spPr>
          <a:xfrm flipV="1">
            <a:off x="3354648" y="3243196"/>
            <a:ext cx="1415124" cy="15195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D2F45D-6DAF-48AF-ACCF-877F56108598}"/>
              </a:ext>
            </a:extLst>
          </p:cNvPr>
          <p:cNvCxnSpPr>
            <a:stCxn id="16" idx="3"/>
            <a:endCxn id="28" idx="1"/>
          </p:cNvCxnSpPr>
          <p:nvPr/>
        </p:nvCxnSpPr>
        <p:spPr>
          <a:xfrm>
            <a:off x="3393332" y="3243187"/>
            <a:ext cx="1441683" cy="1433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389A96F-FA0F-46A4-BC59-CEB84C1E6711}"/>
              </a:ext>
            </a:extLst>
          </p:cNvPr>
          <p:cNvCxnSpPr>
            <a:stCxn id="17" idx="3"/>
          </p:cNvCxnSpPr>
          <p:nvPr/>
        </p:nvCxnSpPr>
        <p:spPr>
          <a:xfrm>
            <a:off x="3354648" y="4762741"/>
            <a:ext cx="1376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E93176-A168-4299-A176-B8B6B41F3833}"/>
              </a:ext>
            </a:extLst>
          </p:cNvPr>
          <p:cNvCxnSpPr>
            <a:stCxn id="28" idx="3"/>
          </p:cNvCxnSpPr>
          <p:nvPr/>
        </p:nvCxnSpPr>
        <p:spPr>
          <a:xfrm>
            <a:off x="5154334" y="4677130"/>
            <a:ext cx="2226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B7D920-F6B3-4BC9-854C-2FC247ADC4CE}"/>
              </a:ext>
            </a:extLst>
          </p:cNvPr>
          <p:cNvCxnSpPr>
            <a:stCxn id="47" idx="3"/>
          </p:cNvCxnSpPr>
          <p:nvPr/>
        </p:nvCxnSpPr>
        <p:spPr>
          <a:xfrm flipV="1">
            <a:off x="5140387" y="3243187"/>
            <a:ext cx="3287176" cy="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481F935-F0D3-49F5-A1B2-392EEA98F628}"/>
              </a:ext>
            </a:extLst>
          </p:cNvPr>
          <p:cNvCxnSpPr>
            <a:stCxn id="31" idx="3"/>
            <a:endCxn id="38" idx="2"/>
          </p:cNvCxnSpPr>
          <p:nvPr/>
        </p:nvCxnSpPr>
        <p:spPr>
          <a:xfrm flipV="1">
            <a:off x="7716310" y="3474019"/>
            <a:ext cx="1016625" cy="12101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9AD34BD-7072-43DA-BF4A-2D17DDA1AD42}"/>
              </a:ext>
            </a:extLst>
          </p:cNvPr>
          <p:cNvCxnSpPr>
            <a:stCxn id="38" idx="3"/>
            <a:endCxn id="41" idx="1"/>
          </p:cNvCxnSpPr>
          <p:nvPr/>
        </p:nvCxnSpPr>
        <p:spPr>
          <a:xfrm>
            <a:off x="8943890" y="3243187"/>
            <a:ext cx="1147123" cy="908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4C5BCFD-E4E4-4B47-886E-2FEABCC330FF}"/>
              </a:ext>
            </a:extLst>
          </p:cNvPr>
          <p:cNvCxnSpPr>
            <a:stCxn id="31" idx="3"/>
          </p:cNvCxnSpPr>
          <p:nvPr/>
        </p:nvCxnSpPr>
        <p:spPr>
          <a:xfrm flipV="1">
            <a:off x="7716310" y="4178242"/>
            <a:ext cx="2247352" cy="5059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326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1168-7DDA-4DDF-99EF-83A9B871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2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D5716-A9B5-4240-9CE0-36ACA1256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94CEC-FE50-4169-9A04-A02A6273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7423A-8B4E-4B48-A706-63DB9436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24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2AD0AB-633C-452A-8435-9BACF50F5EE0}"/>
              </a:ext>
            </a:extLst>
          </p:cNvPr>
          <p:cNvSpPr/>
          <p:nvPr/>
        </p:nvSpPr>
        <p:spPr>
          <a:xfrm>
            <a:off x="279381" y="4020344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A9D290-8161-4045-A977-C178E4BBDEA8}"/>
              </a:ext>
            </a:extLst>
          </p:cNvPr>
          <p:cNvSpPr/>
          <p:nvPr/>
        </p:nvSpPr>
        <p:spPr>
          <a:xfrm>
            <a:off x="1844231" y="2806831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7EEF2A-4E23-4903-B578-3CC6E373C2DC}"/>
              </a:ext>
            </a:extLst>
          </p:cNvPr>
          <p:cNvSpPr/>
          <p:nvPr/>
        </p:nvSpPr>
        <p:spPr>
          <a:xfrm>
            <a:off x="1844230" y="4951810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EA75BE-D686-4138-BD98-646BD43AFAEB}"/>
              </a:ext>
            </a:extLst>
          </p:cNvPr>
          <p:cNvSpPr/>
          <p:nvPr/>
        </p:nvSpPr>
        <p:spPr>
          <a:xfrm>
            <a:off x="4318394" y="2806831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D40FA7-FF6E-403C-89F9-E131BAA0FD60}"/>
              </a:ext>
            </a:extLst>
          </p:cNvPr>
          <p:cNvSpPr/>
          <p:nvPr/>
        </p:nvSpPr>
        <p:spPr>
          <a:xfrm>
            <a:off x="4318394" y="4951810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D4DAC-0941-49F4-A80F-975262AE6C00}"/>
              </a:ext>
            </a:extLst>
          </p:cNvPr>
          <p:cNvSpPr/>
          <p:nvPr/>
        </p:nvSpPr>
        <p:spPr>
          <a:xfrm>
            <a:off x="8565543" y="2806831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6BAB62-146A-41AC-8BC6-837A86E7C245}"/>
              </a:ext>
            </a:extLst>
          </p:cNvPr>
          <p:cNvSpPr/>
          <p:nvPr/>
        </p:nvSpPr>
        <p:spPr>
          <a:xfrm>
            <a:off x="6792558" y="4891445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C5383F-64B6-4433-BBE4-3F73507B110C}"/>
              </a:ext>
            </a:extLst>
          </p:cNvPr>
          <p:cNvSpPr/>
          <p:nvPr/>
        </p:nvSpPr>
        <p:spPr>
          <a:xfrm>
            <a:off x="10589689" y="4020343"/>
            <a:ext cx="1319753" cy="622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598C38-2DF1-4FC5-B655-728E9826804D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1844231" y="3117916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2C9CDE-8763-424C-B805-CB57D1B8C054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4318394" y="3117916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B9E070-77C0-4EA8-A587-5198FD1DE81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8565543" y="3117916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22EBC7-CA54-4B1E-815A-D6CDD3C3C6B1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1844230" y="5262895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ED9F71-2A8E-4857-8A9F-5DA994DB8B14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318394" y="5262895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3F02A0-E41A-4DBE-BCBA-D974C4C25B9F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6792558" y="5202530"/>
            <a:ext cx="1319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38D1D5-7F94-44D5-92DD-29D45ED0D39A}"/>
              </a:ext>
            </a:extLst>
          </p:cNvPr>
          <p:cNvCxnSpPr/>
          <p:nvPr/>
        </p:nvCxnSpPr>
        <p:spPr>
          <a:xfrm>
            <a:off x="2234153" y="2806831"/>
            <a:ext cx="0" cy="622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0305B4-E26B-4B0B-AF5A-62982EFF834E}"/>
              </a:ext>
            </a:extLst>
          </p:cNvPr>
          <p:cNvCxnSpPr/>
          <p:nvPr/>
        </p:nvCxnSpPr>
        <p:spPr>
          <a:xfrm>
            <a:off x="2234153" y="4928366"/>
            <a:ext cx="0" cy="622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B2C58A-6BF5-4C67-802B-DD13ACFC9C35}"/>
              </a:ext>
            </a:extLst>
          </p:cNvPr>
          <p:cNvCxnSpPr/>
          <p:nvPr/>
        </p:nvCxnSpPr>
        <p:spPr>
          <a:xfrm>
            <a:off x="4752681" y="2806830"/>
            <a:ext cx="0" cy="622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E60BC71-CA36-4DE7-A97D-8EB70F81528F}"/>
              </a:ext>
            </a:extLst>
          </p:cNvPr>
          <p:cNvCxnSpPr/>
          <p:nvPr/>
        </p:nvCxnSpPr>
        <p:spPr>
          <a:xfrm>
            <a:off x="4752681" y="4928366"/>
            <a:ext cx="0" cy="622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A0AD1C-6ED8-49AB-B1AA-4C7FF8E2F262}"/>
              </a:ext>
            </a:extLst>
          </p:cNvPr>
          <p:cNvCxnSpPr/>
          <p:nvPr/>
        </p:nvCxnSpPr>
        <p:spPr>
          <a:xfrm>
            <a:off x="8957035" y="2806830"/>
            <a:ext cx="0" cy="622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64CE63-1B89-4A7B-914D-0F9F3C81608E}"/>
              </a:ext>
            </a:extLst>
          </p:cNvPr>
          <p:cNvCxnSpPr/>
          <p:nvPr/>
        </p:nvCxnSpPr>
        <p:spPr>
          <a:xfrm>
            <a:off x="7250784" y="4890659"/>
            <a:ext cx="0" cy="622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94408E6-068A-4BB8-BC13-1CF1EE63F1E4}"/>
              </a:ext>
            </a:extLst>
          </p:cNvPr>
          <p:cNvSpPr/>
          <p:nvPr/>
        </p:nvSpPr>
        <p:spPr>
          <a:xfrm>
            <a:off x="753950" y="4100594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488F64-FDEB-461B-BD0A-643D616D48B7}"/>
              </a:ext>
            </a:extLst>
          </p:cNvPr>
          <p:cNvSpPr/>
          <p:nvPr/>
        </p:nvSpPr>
        <p:spPr>
          <a:xfrm>
            <a:off x="11045141" y="4100594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30EC4B-FBD0-4975-8E01-7C3F67AB917A}"/>
              </a:ext>
            </a:extLst>
          </p:cNvPr>
          <p:cNvSpPr/>
          <p:nvPr/>
        </p:nvSpPr>
        <p:spPr>
          <a:xfrm>
            <a:off x="1894778" y="2823326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EC14C0-E17F-42D4-802D-2FDBB1AE2BC9}"/>
              </a:ext>
            </a:extLst>
          </p:cNvPr>
          <p:cNvSpPr/>
          <p:nvPr/>
        </p:nvSpPr>
        <p:spPr>
          <a:xfrm>
            <a:off x="1873939" y="4928366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D6401C-15BF-4E79-AF03-61E8E5FF11C2}"/>
              </a:ext>
            </a:extLst>
          </p:cNvPr>
          <p:cNvSpPr/>
          <p:nvPr/>
        </p:nvSpPr>
        <p:spPr>
          <a:xfrm>
            <a:off x="4381489" y="2813900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2F5CE0-6545-4E8E-BA6B-A6E5B8951F62}"/>
              </a:ext>
            </a:extLst>
          </p:cNvPr>
          <p:cNvSpPr/>
          <p:nvPr/>
        </p:nvSpPr>
        <p:spPr>
          <a:xfrm>
            <a:off x="4390391" y="4935436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559F12-E3B9-4957-92F6-976ADAA3005A}"/>
              </a:ext>
            </a:extLst>
          </p:cNvPr>
          <p:cNvSpPr/>
          <p:nvPr/>
        </p:nvSpPr>
        <p:spPr>
          <a:xfrm>
            <a:off x="6882440" y="4900896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909180-0D24-41B3-928B-81DDF9E1370F}"/>
              </a:ext>
            </a:extLst>
          </p:cNvPr>
          <p:cNvSpPr/>
          <p:nvPr/>
        </p:nvSpPr>
        <p:spPr>
          <a:xfrm>
            <a:off x="8588691" y="2816259"/>
            <a:ext cx="3433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32823B7-BD43-4AD0-8577-5F0BAE223E86}"/>
              </a:ext>
            </a:extLst>
          </p:cNvPr>
          <p:cNvSpPr/>
          <p:nvPr/>
        </p:nvSpPr>
        <p:spPr>
          <a:xfrm>
            <a:off x="1819904" y="311841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16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4901687-3794-440F-8BB1-0B334292FB24}"/>
              </a:ext>
            </a:extLst>
          </p:cNvPr>
          <p:cNvSpPr/>
          <p:nvPr/>
        </p:nvSpPr>
        <p:spPr>
          <a:xfrm>
            <a:off x="1844230" y="5231560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6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B93B08-5753-426A-A9B9-FBC3BE38E141}"/>
              </a:ext>
            </a:extLst>
          </p:cNvPr>
          <p:cNvSpPr/>
          <p:nvPr/>
        </p:nvSpPr>
        <p:spPr>
          <a:xfrm>
            <a:off x="4318459" y="310059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endParaRPr lang="en-US" sz="16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4C34B5-63C0-4410-B1E7-8E47A5CE0B4B}"/>
              </a:ext>
            </a:extLst>
          </p:cNvPr>
          <p:cNvSpPr/>
          <p:nvPr/>
        </p:nvSpPr>
        <p:spPr>
          <a:xfrm>
            <a:off x="6844675" y="5184511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  <a:endParaRPr lang="en-US" sz="16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6AE8FF-1188-4157-B34F-86C61ABA77F0}"/>
              </a:ext>
            </a:extLst>
          </p:cNvPr>
          <p:cNvSpPr/>
          <p:nvPr/>
        </p:nvSpPr>
        <p:spPr>
          <a:xfrm>
            <a:off x="4346572" y="5241416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6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F4F6461-4028-4FF5-BA3E-7A22701F906C}"/>
              </a:ext>
            </a:extLst>
          </p:cNvPr>
          <p:cNvSpPr/>
          <p:nvPr/>
        </p:nvSpPr>
        <p:spPr>
          <a:xfrm>
            <a:off x="8559035" y="3108911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6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FF7FBC-061C-4674-AB5D-C1C12366211A}"/>
              </a:ext>
            </a:extLst>
          </p:cNvPr>
          <p:cNvSpPr/>
          <p:nvPr/>
        </p:nvSpPr>
        <p:spPr>
          <a:xfrm>
            <a:off x="790017" y="3681786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BF946A-EC34-4CF5-9835-7B55C55A5044}"/>
              </a:ext>
            </a:extLst>
          </p:cNvPr>
          <p:cNvSpPr/>
          <p:nvPr/>
        </p:nvSpPr>
        <p:spPr>
          <a:xfrm>
            <a:off x="2219255" y="280682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1403AB-5C38-4DB9-A0FA-E7E8FF19DBBF}"/>
              </a:ext>
            </a:extLst>
          </p:cNvPr>
          <p:cNvSpPr/>
          <p:nvPr/>
        </p:nvSpPr>
        <p:spPr>
          <a:xfrm>
            <a:off x="2230344" y="4933917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E447C8D-1702-4717-BACC-4A1D752E4499}"/>
              </a:ext>
            </a:extLst>
          </p:cNvPr>
          <p:cNvCxnSpPr>
            <a:stCxn id="6" idx="3"/>
            <a:endCxn id="7" idx="2"/>
          </p:cNvCxnSpPr>
          <p:nvPr/>
        </p:nvCxnSpPr>
        <p:spPr>
          <a:xfrm flipV="1">
            <a:off x="1599134" y="3429000"/>
            <a:ext cx="904974" cy="9024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633FD58-F228-45C6-A8B4-A1717870561D}"/>
              </a:ext>
            </a:extLst>
          </p:cNvPr>
          <p:cNvCxnSpPr>
            <a:stCxn id="6" idx="3"/>
            <a:endCxn id="8" idx="0"/>
          </p:cNvCxnSpPr>
          <p:nvPr/>
        </p:nvCxnSpPr>
        <p:spPr>
          <a:xfrm>
            <a:off x="1599134" y="4331429"/>
            <a:ext cx="904973" cy="6203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36888E-8A9A-41D4-9D0C-BF3A9F852DA5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163984" y="3117916"/>
            <a:ext cx="11544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F5EA6F7-917B-45C3-9B2F-B78E203F7BA2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163984" y="3117916"/>
            <a:ext cx="1154410" cy="2144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45093AF-691D-41E6-B71C-07C5EDE32624}"/>
              </a:ext>
            </a:extLst>
          </p:cNvPr>
          <p:cNvCxnSpPr>
            <a:stCxn id="8" idx="3"/>
          </p:cNvCxnSpPr>
          <p:nvPr/>
        </p:nvCxnSpPr>
        <p:spPr>
          <a:xfrm>
            <a:off x="3163983" y="5262895"/>
            <a:ext cx="10875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FEE8064-660F-49C5-8769-7945E54B9FE1}"/>
              </a:ext>
            </a:extLst>
          </p:cNvPr>
          <p:cNvCxnSpPr>
            <a:stCxn id="8" idx="3"/>
          </p:cNvCxnSpPr>
          <p:nvPr/>
        </p:nvCxnSpPr>
        <p:spPr>
          <a:xfrm flipV="1">
            <a:off x="3163983" y="3117916"/>
            <a:ext cx="1087506" cy="2144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455DB8A-EC09-4389-8956-54B5BEB2CCF1}"/>
              </a:ext>
            </a:extLst>
          </p:cNvPr>
          <p:cNvCxnSpPr>
            <a:stCxn id="9" idx="3"/>
          </p:cNvCxnSpPr>
          <p:nvPr/>
        </p:nvCxnSpPr>
        <p:spPr>
          <a:xfrm flipV="1">
            <a:off x="5638147" y="3100598"/>
            <a:ext cx="2920888" cy="17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5BDD807-54D0-4B9D-A8CE-2C583765D0ED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5638147" y="5202530"/>
            <a:ext cx="1154411" cy="60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7358EF2-84BE-4607-8C11-743485D489E3}"/>
              </a:ext>
            </a:extLst>
          </p:cNvPr>
          <p:cNvCxnSpPr>
            <a:stCxn id="12" idx="3"/>
            <a:endCxn id="11" idx="2"/>
          </p:cNvCxnSpPr>
          <p:nvPr/>
        </p:nvCxnSpPr>
        <p:spPr>
          <a:xfrm flipV="1">
            <a:off x="8112311" y="3429000"/>
            <a:ext cx="1113109" cy="17735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9CF2D7C-5CD6-4A6F-BF88-D33B20D412C3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9885296" y="3117916"/>
            <a:ext cx="704393" cy="12135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CCA94E1-45B0-4E47-9260-D63793E09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8112311" y="4331428"/>
            <a:ext cx="2477378" cy="8711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786044F6-932D-449E-B48B-D4F3D44E88F2}"/>
              </a:ext>
            </a:extLst>
          </p:cNvPr>
          <p:cNvSpPr/>
          <p:nvPr/>
        </p:nvSpPr>
        <p:spPr>
          <a:xfrm>
            <a:off x="2690562" y="2812015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16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D107BF2-67C8-4255-8F2A-7FCE7117A323}"/>
              </a:ext>
            </a:extLst>
          </p:cNvPr>
          <p:cNvSpPr/>
          <p:nvPr/>
        </p:nvSpPr>
        <p:spPr>
          <a:xfrm>
            <a:off x="2712822" y="4951810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6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BDF4A90-843A-46E4-AB92-45C1BF6773A6}"/>
              </a:ext>
            </a:extLst>
          </p:cNvPr>
          <p:cNvSpPr/>
          <p:nvPr/>
        </p:nvSpPr>
        <p:spPr>
          <a:xfrm>
            <a:off x="4689587" y="283027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18E7118-D324-43F1-AADF-4E8226169FFE}"/>
              </a:ext>
            </a:extLst>
          </p:cNvPr>
          <p:cNvSpPr/>
          <p:nvPr/>
        </p:nvSpPr>
        <p:spPr>
          <a:xfrm>
            <a:off x="4692593" y="4961962"/>
            <a:ext cx="40267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70D51F2-AEC1-4234-84EF-8285F0CA2B64}"/>
              </a:ext>
            </a:extLst>
          </p:cNvPr>
          <p:cNvSpPr/>
          <p:nvPr/>
        </p:nvSpPr>
        <p:spPr>
          <a:xfrm>
            <a:off x="5208780" y="281347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50</a:t>
            </a:r>
            <a:endParaRPr lang="en-US" sz="16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1A58907-9A56-4327-8835-F120CB73B8B7}"/>
              </a:ext>
            </a:extLst>
          </p:cNvPr>
          <p:cNvSpPr/>
          <p:nvPr/>
        </p:nvSpPr>
        <p:spPr>
          <a:xfrm>
            <a:off x="5210522" y="4961962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  <a:endParaRPr lang="en-US" sz="16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450EC19-DEFE-4C2F-9C51-4899D0770218}"/>
              </a:ext>
            </a:extLst>
          </p:cNvPr>
          <p:cNvSpPr/>
          <p:nvPr/>
        </p:nvSpPr>
        <p:spPr>
          <a:xfrm>
            <a:off x="8900732" y="281347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60689F5-66D1-4E0F-ACDA-48D83BE70202}"/>
              </a:ext>
            </a:extLst>
          </p:cNvPr>
          <p:cNvSpPr/>
          <p:nvPr/>
        </p:nvSpPr>
        <p:spPr>
          <a:xfrm>
            <a:off x="7208443" y="489923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D0BD382-32AA-4BC1-B435-066E50CA4ED8}"/>
              </a:ext>
            </a:extLst>
          </p:cNvPr>
          <p:cNvSpPr/>
          <p:nvPr/>
        </p:nvSpPr>
        <p:spPr>
          <a:xfrm>
            <a:off x="9408179" y="2798148"/>
            <a:ext cx="5116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  <a:endParaRPr lang="en-US" sz="16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448FA90-BAD2-420F-B6A9-A4C7FEFF8ED5}"/>
              </a:ext>
            </a:extLst>
          </p:cNvPr>
          <p:cNvSpPr/>
          <p:nvPr/>
        </p:nvSpPr>
        <p:spPr>
          <a:xfrm>
            <a:off x="7694424" y="4874172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</a:t>
            </a:r>
            <a:endParaRPr lang="en-US" sz="16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D29755B-A675-406D-AC52-BC2D60D9AFBC}"/>
              </a:ext>
            </a:extLst>
          </p:cNvPr>
          <p:cNvSpPr/>
          <p:nvPr/>
        </p:nvSpPr>
        <p:spPr>
          <a:xfrm>
            <a:off x="10962025" y="3645906"/>
            <a:ext cx="5116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  <a:endParaRPr lang="en-US" sz="16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15AA313-E5FE-4A10-B8E8-6B4217675550}"/>
              </a:ext>
            </a:extLst>
          </p:cNvPr>
          <p:cNvSpPr/>
          <p:nvPr/>
        </p:nvSpPr>
        <p:spPr>
          <a:xfrm>
            <a:off x="10987148" y="4692484"/>
            <a:ext cx="5116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E0EB2EB-2BA9-4AE0-B0B6-F0AE9787C0A9}"/>
              </a:ext>
            </a:extLst>
          </p:cNvPr>
          <p:cNvSpPr/>
          <p:nvPr/>
        </p:nvSpPr>
        <p:spPr>
          <a:xfrm>
            <a:off x="9373616" y="3126625"/>
            <a:ext cx="5116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4E46FE5-90F8-48B8-84F7-99A4ECDAB3FA}"/>
              </a:ext>
            </a:extLst>
          </p:cNvPr>
          <p:cNvSpPr/>
          <p:nvPr/>
        </p:nvSpPr>
        <p:spPr>
          <a:xfrm>
            <a:off x="7602267" y="5176930"/>
            <a:ext cx="5116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9288575-33F6-4571-AD8B-17DBE927761C}"/>
              </a:ext>
            </a:extLst>
          </p:cNvPr>
          <p:cNvSpPr/>
          <p:nvPr/>
        </p:nvSpPr>
        <p:spPr>
          <a:xfrm>
            <a:off x="8922199" y="3118414"/>
            <a:ext cx="40267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</a:t>
            </a:r>
            <a:endParaRPr lang="en-US" sz="16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EBB0C1B-FD87-47B9-A304-656263E336D0}"/>
              </a:ext>
            </a:extLst>
          </p:cNvPr>
          <p:cNvSpPr/>
          <p:nvPr/>
        </p:nvSpPr>
        <p:spPr>
          <a:xfrm>
            <a:off x="7216049" y="5174274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60</a:t>
            </a:r>
            <a:endParaRPr lang="en-US" sz="16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3CF47F-405E-4591-9B7F-8376EEB3F7B0}"/>
              </a:ext>
            </a:extLst>
          </p:cNvPr>
          <p:cNvSpPr/>
          <p:nvPr/>
        </p:nvSpPr>
        <p:spPr>
          <a:xfrm>
            <a:off x="5208043" y="5254235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78C290A-3C60-40F5-8E10-92887FBE67C1}"/>
              </a:ext>
            </a:extLst>
          </p:cNvPr>
          <p:cNvSpPr/>
          <p:nvPr/>
        </p:nvSpPr>
        <p:spPr>
          <a:xfrm>
            <a:off x="5203925" y="3074825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3AC4477-8B13-428C-AA15-61022EF36226}"/>
              </a:ext>
            </a:extLst>
          </p:cNvPr>
          <p:cNvSpPr/>
          <p:nvPr/>
        </p:nvSpPr>
        <p:spPr>
          <a:xfrm>
            <a:off x="4716916" y="5250777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  <a:endParaRPr lang="en-US" sz="16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547B6B8-CE5F-4067-AE07-54DC9D3ECC84}"/>
              </a:ext>
            </a:extLst>
          </p:cNvPr>
          <p:cNvSpPr/>
          <p:nvPr/>
        </p:nvSpPr>
        <p:spPr>
          <a:xfrm>
            <a:off x="4704197" y="311388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50</a:t>
            </a:r>
            <a:endParaRPr lang="en-US" sz="16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9954747-D053-4668-A4F2-98F026C3897A}"/>
              </a:ext>
            </a:extLst>
          </p:cNvPr>
          <p:cNvSpPr/>
          <p:nvPr/>
        </p:nvSpPr>
        <p:spPr>
          <a:xfrm>
            <a:off x="2708809" y="3097925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B86D9BC-86D0-4A2C-8172-1D32A3C69F67}"/>
              </a:ext>
            </a:extLst>
          </p:cNvPr>
          <p:cNvSpPr/>
          <p:nvPr/>
        </p:nvSpPr>
        <p:spPr>
          <a:xfrm>
            <a:off x="2692380" y="5279096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F2CFED1-5386-4974-A0FB-F7963B05488A}"/>
              </a:ext>
            </a:extLst>
          </p:cNvPr>
          <p:cNvSpPr/>
          <p:nvPr/>
        </p:nvSpPr>
        <p:spPr>
          <a:xfrm>
            <a:off x="2175532" y="3092379"/>
            <a:ext cx="40267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endParaRPr lang="en-US" sz="16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DC80A59-11CF-4E4F-B2F6-E8C5BC7EE735}"/>
              </a:ext>
            </a:extLst>
          </p:cNvPr>
          <p:cNvSpPr/>
          <p:nvPr/>
        </p:nvSpPr>
        <p:spPr>
          <a:xfrm>
            <a:off x="2213721" y="5266760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16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62EE2C8-9D07-4628-8A38-84E1A890F165}"/>
              </a:ext>
            </a:extLst>
          </p:cNvPr>
          <p:cNvSpPr/>
          <p:nvPr/>
        </p:nvSpPr>
        <p:spPr>
          <a:xfrm>
            <a:off x="705284" y="4664138"/>
            <a:ext cx="4026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FFC436E-D5B6-4064-917D-79F826662513}"/>
              </a:ext>
            </a:extLst>
          </p:cNvPr>
          <p:cNvSpPr/>
          <p:nvPr/>
        </p:nvSpPr>
        <p:spPr>
          <a:xfrm>
            <a:off x="9262519" y="5250777"/>
            <a:ext cx="112723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 – H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C479B44-14A6-40FA-8DE8-3EB1F06DFF11}"/>
              </a:ext>
            </a:extLst>
          </p:cNvPr>
          <p:cNvSpPr/>
          <p:nvPr/>
        </p:nvSpPr>
        <p:spPr>
          <a:xfrm>
            <a:off x="727179" y="3372489"/>
            <a:ext cx="4571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71304DC-1462-4054-AAF1-3C5D8884FA58}"/>
              </a:ext>
            </a:extLst>
          </p:cNvPr>
          <p:cNvSpPr/>
          <p:nvPr/>
        </p:nvSpPr>
        <p:spPr>
          <a:xfrm>
            <a:off x="2387808" y="2396238"/>
            <a:ext cx="4571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A3FA71D-F99F-4BD1-B32F-25B40AF59D6C}"/>
              </a:ext>
            </a:extLst>
          </p:cNvPr>
          <p:cNvSpPr/>
          <p:nvPr/>
        </p:nvSpPr>
        <p:spPr>
          <a:xfrm>
            <a:off x="2412931" y="4525707"/>
            <a:ext cx="4571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90BF14C-3D34-410B-8583-287F62CA2742}"/>
              </a:ext>
            </a:extLst>
          </p:cNvPr>
          <p:cNvSpPr/>
          <p:nvPr/>
        </p:nvSpPr>
        <p:spPr>
          <a:xfrm>
            <a:off x="4722009" y="2434940"/>
            <a:ext cx="4571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C265204-35C3-4CE6-9BD0-1396F7DB145E}"/>
              </a:ext>
            </a:extLst>
          </p:cNvPr>
          <p:cNvSpPr/>
          <p:nvPr/>
        </p:nvSpPr>
        <p:spPr>
          <a:xfrm>
            <a:off x="9041861" y="2423216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531C221-A2C8-48F0-9EE0-D712C856F0B7}"/>
              </a:ext>
            </a:extLst>
          </p:cNvPr>
          <p:cNvSpPr/>
          <p:nvPr/>
        </p:nvSpPr>
        <p:spPr>
          <a:xfrm>
            <a:off x="11057790" y="3324562"/>
            <a:ext cx="32092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733F436-5E0E-4C79-BD8D-B471856AEB5C}"/>
              </a:ext>
            </a:extLst>
          </p:cNvPr>
          <p:cNvSpPr/>
          <p:nvPr/>
        </p:nvSpPr>
        <p:spPr>
          <a:xfrm>
            <a:off x="4749247" y="4525707"/>
            <a:ext cx="4571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3C7638F-6CA4-4E1A-8229-A823E0CFAB17}"/>
              </a:ext>
            </a:extLst>
          </p:cNvPr>
          <p:cNvSpPr/>
          <p:nvPr/>
        </p:nvSpPr>
        <p:spPr>
          <a:xfrm>
            <a:off x="7220840" y="4516265"/>
            <a:ext cx="4571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3FFF99F-4A8D-44DA-88AD-7C1F798A807B}"/>
              </a:ext>
            </a:extLst>
          </p:cNvPr>
          <p:cNvSpPr/>
          <p:nvPr/>
        </p:nvSpPr>
        <p:spPr>
          <a:xfrm>
            <a:off x="423373" y="4861761"/>
            <a:ext cx="990977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Project Starts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8C4724E-DF88-4D34-AD5B-D567EE7DEE4F}"/>
              </a:ext>
            </a:extLst>
          </p:cNvPr>
          <p:cNvSpPr/>
          <p:nvPr/>
        </p:nvSpPr>
        <p:spPr>
          <a:xfrm>
            <a:off x="1806536" y="3452994"/>
            <a:ext cx="1361398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Buy materials for A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0BE0F96-43E3-4ED9-8E8A-C8231B7C5340}"/>
              </a:ext>
            </a:extLst>
          </p:cNvPr>
          <p:cNvSpPr/>
          <p:nvPr/>
        </p:nvSpPr>
        <p:spPr>
          <a:xfrm>
            <a:off x="1831422" y="5565644"/>
            <a:ext cx="1345368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Buy materials for B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51A782A-E3C7-4BDC-AAD9-06D6626B7CC6}"/>
              </a:ext>
            </a:extLst>
          </p:cNvPr>
          <p:cNvSpPr/>
          <p:nvPr/>
        </p:nvSpPr>
        <p:spPr>
          <a:xfrm>
            <a:off x="4657615" y="3417486"/>
            <a:ext cx="615874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Build A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9DF4ABC-3DA6-4F93-9781-A3ECFF328CDA}"/>
              </a:ext>
            </a:extLst>
          </p:cNvPr>
          <p:cNvSpPr/>
          <p:nvPr/>
        </p:nvSpPr>
        <p:spPr>
          <a:xfrm>
            <a:off x="4716916" y="5603904"/>
            <a:ext cx="599844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Build B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7CF9E42-C97B-4357-9A72-FD49E80618C2}"/>
              </a:ext>
            </a:extLst>
          </p:cNvPr>
          <p:cNvSpPr/>
          <p:nvPr/>
        </p:nvSpPr>
        <p:spPr>
          <a:xfrm>
            <a:off x="6961841" y="5538325"/>
            <a:ext cx="115608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Finish building B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51C4CD1-CD75-4379-9FA1-35A002E674A6}"/>
              </a:ext>
            </a:extLst>
          </p:cNvPr>
          <p:cNvSpPr/>
          <p:nvPr/>
        </p:nvSpPr>
        <p:spPr>
          <a:xfrm>
            <a:off x="8729890" y="3445550"/>
            <a:ext cx="952633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Join A and B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6449D44A-422D-4EC4-8452-ED3BBB6A0E9C}"/>
              </a:ext>
            </a:extLst>
          </p:cNvPr>
          <p:cNvSpPr/>
          <p:nvPr/>
        </p:nvSpPr>
        <p:spPr>
          <a:xfrm>
            <a:off x="10784649" y="4935566"/>
            <a:ext cx="960648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Finish Project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7436CA7-8C6C-414D-93FB-8B634D3C8DB9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9AE5E9BF-92E5-4503-B9B4-8F9F12A162DE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18327EF-5D1E-422D-9FDF-EBA95EFD558F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C335B8C-56D8-4EC8-8D39-1DE423CA805E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E40783B-5779-4B58-8753-1D38E9E19C32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9A0808A-8474-4C11-BF60-29AC87CDF609}"/>
              </a:ext>
            </a:extLst>
          </p:cNvPr>
          <p:cNvSpPr/>
          <p:nvPr/>
        </p:nvSpPr>
        <p:spPr>
          <a:xfrm>
            <a:off x="9925036" y="2593911"/>
            <a:ext cx="10706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</a:t>
            </a:r>
            <a:endParaRPr lang="en-US" sz="1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3278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0C2858-A571-44B6-BD43-076EF3D2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GUIDE</a:t>
            </a:r>
            <a:endParaRPr lang="LID4096" b="1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8B8F92F2-9B43-411B-AD42-A71550D17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922855"/>
              </p:ext>
            </p:extLst>
          </p:nvPr>
        </p:nvGraphicFramePr>
        <p:xfrm>
          <a:off x="1141413" y="2249488"/>
          <a:ext cx="504257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385">
                  <a:extLst>
                    <a:ext uri="{9D8B030D-6E8A-4147-A177-3AD203B41FA5}">
                      <a16:colId xmlns:a16="http://schemas.microsoft.com/office/drawing/2014/main" val="2382490166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3544894167"/>
                    </a:ext>
                  </a:extLst>
                </a:gridCol>
                <a:gridCol w="480767">
                  <a:extLst>
                    <a:ext uri="{9D8B030D-6E8A-4147-A177-3AD203B41FA5}">
                      <a16:colId xmlns:a16="http://schemas.microsoft.com/office/drawing/2014/main" val="101894635"/>
                    </a:ext>
                  </a:extLst>
                </a:gridCol>
                <a:gridCol w="546754">
                  <a:extLst>
                    <a:ext uri="{9D8B030D-6E8A-4147-A177-3AD203B41FA5}">
                      <a16:colId xmlns:a16="http://schemas.microsoft.com/office/drawing/2014/main" val="2873252392"/>
                    </a:ext>
                  </a:extLst>
                </a:gridCol>
                <a:gridCol w="556182">
                  <a:extLst>
                    <a:ext uri="{9D8B030D-6E8A-4147-A177-3AD203B41FA5}">
                      <a16:colId xmlns:a16="http://schemas.microsoft.com/office/drawing/2014/main" val="3632794115"/>
                    </a:ext>
                  </a:extLst>
                </a:gridCol>
                <a:gridCol w="461913">
                  <a:extLst>
                    <a:ext uri="{9D8B030D-6E8A-4147-A177-3AD203B41FA5}">
                      <a16:colId xmlns:a16="http://schemas.microsoft.com/office/drawing/2014/main" val="2521905876"/>
                    </a:ext>
                  </a:extLst>
                </a:gridCol>
                <a:gridCol w="565608">
                  <a:extLst>
                    <a:ext uri="{9D8B030D-6E8A-4147-A177-3AD203B41FA5}">
                      <a16:colId xmlns:a16="http://schemas.microsoft.com/office/drawing/2014/main" val="994433337"/>
                    </a:ext>
                  </a:extLst>
                </a:gridCol>
                <a:gridCol w="471341">
                  <a:extLst>
                    <a:ext uri="{9D8B030D-6E8A-4147-A177-3AD203B41FA5}">
                      <a16:colId xmlns:a16="http://schemas.microsoft.com/office/drawing/2014/main" val="613085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11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Immediate Predecessors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A,B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62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Expected Time (weeks)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7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9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12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8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9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6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5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15610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002F7-86BF-4900-AAA3-5128696E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0188" y="632244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79AE1-2FFF-4B34-809F-E890081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25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AD0E1-CACB-4151-B0BB-4A7FAF17114E}"/>
              </a:ext>
            </a:extLst>
          </p:cNvPr>
          <p:cNvSpPr/>
          <p:nvPr/>
        </p:nvSpPr>
        <p:spPr>
          <a:xfrm>
            <a:off x="7484094" y="2097088"/>
            <a:ext cx="227658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F809EB-E83D-41A9-8F9E-912A38683FB7}"/>
              </a:ext>
            </a:extLst>
          </p:cNvPr>
          <p:cNvSpPr/>
          <p:nvPr/>
        </p:nvSpPr>
        <p:spPr>
          <a:xfrm>
            <a:off x="6697820" y="2676954"/>
            <a:ext cx="384913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Construct a project network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7249A5-41D2-4C74-A4F5-A189E964151D}"/>
              </a:ext>
            </a:extLst>
          </p:cNvPr>
          <p:cNvSpPr/>
          <p:nvPr/>
        </p:nvSpPr>
        <p:spPr>
          <a:xfrm>
            <a:off x="6697820" y="3198167"/>
            <a:ext cx="466634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Perform forward and back passes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41E8A-5683-485F-BDC3-F52DE49653AA}"/>
              </a:ext>
            </a:extLst>
          </p:cNvPr>
          <p:cNvSpPr/>
          <p:nvPr/>
        </p:nvSpPr>
        <p:spPr>
          <a:xfrm>
            <a:off x="6697820" y="3669655"/>
            <a:ext cx="466986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Determine project completion 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EEF105-D8C5-439D-8A79-12D8B2E6CE1A}"/>
              </a:ext>
            </a:extLst>
          </p:cNvPr>
          <p:cNvSpPr/>
          <p:nvPr/>
        </p:nvSpPr>
        <p:spPr>
          <a:xfrm>
            <a:off x="6697820" y="4116083"/>
            <a:ext cx="31838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Calculate slack values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9C21C4-02C4-4B21-B520-0E8DA7F2E555}"/>
              </a:ext>
            </a:extLst>
          </p:cNvPr>
          <p:cNvSpPr/>
          <p:nvPr/>
        </p:nvSpPr>
        <p:spPr>
          <a:xfrm>
            <a:off x="6697820" y="4568304"/>
            <a:ext cx="313098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State the critical path</a:t>
            </a:r>
          </a:p>
        </p:txBody>
      </p: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180DD7BA-A0FF-4E73-91FE-CF717FFEB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86528"/>
              </p:ext>
            </p:extLst>
          </p:nvPr>
        </p:nvGraphicFramePr>
        <p:xfrm>
          <a:off x="1141411" y="4206908"/>
          <a:ext cx="13522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103">
                  <a:extLst>
                    <a:ext uri="{9D8B030D-6E8A-4147-A177-3AD203B41FA5}">
                      <a16:colId xmlns:a16="http://schemas.microsoft.com/office/drawing/2014/main" val="938450019"/>
                    </a:ext>
                  </a:extLst>
                </a:gridCol>
                <a:gridCol w="452487">
                  <a:extLst>
                    <a:ext uri="{9D8B030D-6E8A-4147-A177-3AD203B41FA5}">
                      <a16:colId xmlns:a16="http://schemas.microsoft.com/office/drawing/2014/main" val="3131622373"/>
                    </a:ext>
                  </a:extLst>
                </a:gridCol>
                <a:gridCol w="433633">
                  <a:extLst>
                    <a:ext uri="{9D8B030D-6E8A-4147-A177-3AD203B41FA5}">
                      <a16:colId xmlns:a16="http://schemas.microsoft.com/office/drawing/2014/main" val="3947452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EF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602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491729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2241B80F-0316-4C6C-999D-E47FC4FB078A}"/>
              </a:ext>
            </a:extLst>
          </p:cNvPr>
          <p:cNvSpPr/>
          <p:nvPr/>
        </p:nvSpPr>
        <p:spPr>
          <a:xfrm>
            <a:off x="3786960" y="4089698"/>
            <a:ext cx="90758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DB5A42-EAA4-4C20-9216-7D9A1850D9D9}"/>
              </a:ext>
            </a:extLst>
          </p:cNvPr>
          <p:cNvSpPr/>
          <p:nvPr/>
        </p:nvSpPr>
        <p:spPr>
          <a:xfrm>
            <a:off x="3550122" y="4524821"/>
            <a:ext cx="123944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A.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Activities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3881B-0DAF-4BC9-92FA-16A35EBD7D0D}"/>
              </a:ext>
            </a:extLst>
          </p:cNvPr>
          <p:cNvSpPr/>
          <p:nvPr/>
        </p:nvSpPr>
        <p:spPr>
          <a:xfrm>
            <a:off x="2493634" y="4806364"/>
            <a:ext cx="362887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 Expected duration or Activity Time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DFD599-F520-405E-BC28-1267B6578220}"/>
              </a:ext>
            </a:extLst>
          </p:cNvPr>
          <p:cNvSpPr/>
          <p:nvPr/>
        </p:nvSpPr>
        <p:spPr>
          <a:xfrm>
            <a:off x="3172562" y="5098947"/>
            <a:ext cx="21770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ES. Earliest Start Time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6A6404-EC04-4D65-B885-007610F627FC}"/>
              </a:ext>
            </a:extLst>
          </p:cNvPr>
          <p:cNvSpPr/>
          <p:nvPr/>
        </p:nvSpPr>
        <p:spPr>
          <a:xfrm>
            <a:off x="3193438" y="5353075"/>
            <a:ext cx="217796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EF. Earliest Finish Time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DE3CED-2DCA-4C0A-99CA-812495D830CA}"/>
              </a:ext>
            </a:extLst>
          </p:cNvPr>
          <p:cNvSpPr/>
          <p:nvPr/>
        </p:nvSpPr>
        <p:spPr>
          <a:xfrm>
            <a:off x="3267560" y="5590486"/>
            <a:ext cx="20297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LS. Latest Start Time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1C807-C2D5-4476-BC9B-A9A7EDD1AB32}"/>
              </a:ext>
            </a:extLst>
          </p:cNvPr>
          <p:cNvSpPr/>
          <p:nvPr/>
        </p:nvSpPr>
        <p:spPr>
          <a:xfrm>
            <a:off x="3267560" y="5830904"/>
            <a:ext cx="203068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LF. Latest Finish Time</a:t>
            </a:r>
          </a:p>
        </p:txBody>
      </p:sp>
    </p:spTree>
    <p:extLst>
      <p:ext uri="{BB962C8B-B14F-4D97-AF65-F5344CB8AC3E}">
        <p14:creationId xmlns:p14="http://schemas.microsoft.com/office/powerpoint/2010/main" val="3713974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D710-5E66-4803-912F-65170EE2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91243-2E60-4575-8923-985432D45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Create a draft or sketch.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07771-B6E3-4D7D-A022-61E1B53E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EAD90-8D81-4408-9FC1-D47E03437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26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37D17-2B67-423F-92BD-A64EB789023A}"/>
              </a:ext>
            </a:extLst>
          </p:cNvPr>
          <p:cNvSpPr/>
          <p:nvPr/>
        </p:nvSpPr>
        <p:spPr>
          <a:xfrm>
            <a:off x="1587469" y="3893225"/>
            <a:ext cx="94154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A4CB67-42EF-43D7-AEE5-57880AE06961}"/>
              </a:ext>
            </a:extLst>
          </p:cNvPr>
          <p:cNvCxnSpPr>
            <a:stCxn id="6" idx="3"/>
          </p:cNvCxnSpPr>
          <p:nvPr/>
        </p:nvCxnSpPr>
        <p:spPr>
          <a:xfrm flipV="1">
            <a:off x="2529010" y="3429000"/>
            <a:ext cx="798652" cy="695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D41FFF-911F-4C3F-B7D7-C6DCF283724A}"/>
              </a:ext>
            </a:extLst>
          </p:cNvPr>
          <p:cNvCxnSpPr>
            <a:stCxn id="6" idx="3"/>
          </p:cNvCxnSpPr>
          <p:nvPr/>
        </p:nvCxnSpPr>
        <p:spPr>
          <a:xfrm>
            <a:off x="2529010" y="4124058"/>
            <a:ext cx="864639" cy="3913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AB1478C-9D38-415D-9FAF-1AAB26591A7E}"/>
              </a:ext>
            </a:extLst>
          </p:cNvPr>
          <p:cNvSpPr/>
          <p:nvPr/>
        </p:nvSpPr>
        <p:spPr>
          <a:xfrm>
            <a:off x="3327662" y="3198168"/>
            <a:ext cx="3706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B4BE97-385B-4C2D-889C-E71002973B14}"/>
              </a:ext>
            </a:extLst>
          </p:cNvPr>
          <p:cNvSpPr/>
          <p:nvPr/>
        </p:nvSpPr>
        <p:spPr>
          <a:xfrm>
            <a:off x="3393649" y="4291174"/>
            <a:ext cx="3385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21CCDD-3BDC-4F38-9468-773985996D66}"/>
              </a:ext>
            </a:extLst>
          </p:cNvPr>
          <p:cNvCxnSpPr>
            <a:stCxn id="11" idx="3"/>
          </p:cNvCxnSpPr>
          <p:nvPr/>
        </p:nvCxnSpPr>
        <p:spPr>
          <a:xfrm flipV="1">
            <a:off x="3698277" y="3429000"/>
            <a:ext cx="96799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3D4CF84-6711-4DE5-8ED6-CE6D652AEC11}"/>
              </a:ext>
            </a:extLst>
          </p:cNvPr>
          <p:cNvSpPr/>
          <p:nvPr/>
        </p:nvSpPr>
        <p:spPr>
          <a:xfrm>
            <a:off x="4715260" y="3198167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2C7B49-37DA-470F-8314-98B3A23FE81D}"/>
              </a:ext>
            </a:extLst>
          </p:cNvPr>
          <p:cNvCxnSpPr>
            <a:stCxn id="11" idx="3"/>
          </p:cNvCxnSpPr>
          <p:nvPr/>
        </p:nvCxnSpPr>
        <p:spPr>
          <a:xfrm>
            <a:off x="3698277" y="3429001"/>
            <a:ext cx="967991" cy="992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3174B7-7929-4760-B1C3-F0CA61570D6F}"/>
              </a:ext>
            </a:extLst>
          </p:cNvPr>
          <p:cNvCxnSpPr>
            <a:stCxn id="12" idx="3"/>
          </p:cNvCxnSpPr>
          <p:nvPr/>
        </p:nvCxnSpPr>
        <p:spPr>
          <a:xfrm flipV="1">
            <a:off x="3732203" y="4515439"/>
            <a:ext cx="934065" cy="65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74C3849-C482-468C-BA35-1D6D10C8A8C1}"/>
              </a:ext>
            </a:extLst>
          </p:cNvPr>
          <p:cNvSpPr/>
          <p:nvPr/>
        </p:nvSpPr>
        <p:spPr>
          <a:xfrm>
            <a:off x="4715260" y="4263851"/>
            <a:ext cx="370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ABF4FA-CBB9-417B-B27E-AC9576AC9169}"/>
              </a:ext>
            </a:extLst>
          </p:cNvPr>
          <p:cNvCxnSpPr>
            <a:stCxn id="20" idx="3"/>
          </p:cNvCxnSpPr>
          <p:nvPr/>
        </p:nvCxnSpPr>
        <p:spPr>
          <a:xfrm flipV="1">
            <a:off x="5085874" y="4468305"/>
            <a:ext cx="1010126" cy="26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CADAB8C-5DCA-417E-AD40-AFF115CEEAD0}"/>
              </a:ext>
            </a:extLst>
          </p:cNvPr>
          <p:cNvSpPr/>
          <p:nvPr/>
        </p:nvSpPr>
        <p:spPr>
          <a:xfrm>
            <a:off x="6147296" y="4237472"/>
            <a:ext cx="31931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5D5F82-2E62-4A2D-94BE-DAA24C5D2E25}"/>
              </a:ext>
            </a:extLst>
          </p:cNvPr>
          <p:cNvCxnSpPr>
            <a:stCxn id="15" idx="3"/>
          </p:cNvCxnSpPr>
          <p:nvPr/>
        </p:nvCxnSpPr>
        <p:spPr>
          <a:xfrm>
            <a:off x="5085874" y="3429000"/>
            <a:ext cx="15694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8D7A4C-C2BE-436C-9F97-20570E18E41B}"/>
              </a:ext>
            </a:extLst>
          </p:cNvPr>
          <p:cNvCxnSpPr>
            <a:stCxn id="23" idx="1"/>
          </p:cNvCxnSpPr>
          <p:nvPr/>
        </p:nvCxnSpPr>
        <p:spPr>
          <a:xfrm flipV="1">
            <a:off x="6147296" y="3535052"/>
            <a:ext cx="470320" cy="933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BD2456D-9084-4845-A640-BB98DAF9583F}"/>
              </a:ext>
            </a:extLst>
          </p:cNvPr>
          <p:cNvSpPr/>
          <p:nvPr/>
        </p:nvSpPr>
        <p:spPr>
          <a:xfrm>
            <a:off x="6684645" y="3198167"/>
            <a:ext cx="31931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DF6DC05-DF14-4B17-BC0C-FEBCC5E0800F}"/>
              </a:ext>
            </a:extLst>
          </p:cNvPr>
          <p:cNvCxnSpPr>
            <a:stCxn id="23" idx="3"/>
          </p:cNvCxnSpPr>
          <p:nvPr/>
        </p:nvCxnSpPr>
        <p:spPr>
          <a:xfrm flipV="1">
            <a:off x="6466614" y="4421171"/>
            <a:ext cx="1480182" cy="47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16AE213-0D82-4537-96C2-258934FFDE9C}"/>
              </a:ext>
            </a:extLst>
          </p:cNvPr>
          <p:cNvSpPr/>
          <p:nvPr/>
        </p:nvSpPr>
        <p:spPr>
          <a:xfrm>
            <a:off x="7946796" y="4124057"/>
            <a:ext cx="4219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50B71F-6E04-4EA4-AFB5-E21BC49B00AC}"/>
              </a:ext>
            </a:extLst>
          </p:cNvPr>
          <p:cNvSpPr/>
          <p:nvPr/>
        </p:nvSpPr>
        <p:spPr>
          <a:xfrm>
            <a:off x="9054624" y="3659832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FECCB5-8FBC-4FB6-BEAA-1DA5B4FBDDC1}"/>
              </a:ext>
            </a:extLst>
          </p:cNvPr>
          <p:cNvCxnSpPr>
            <a:stCxn id="28" idx="3"/>
            <a:endCxn id="34" idx="1"/>
          </p:cNvCxnSpPr>
          <p:nvPr/>
        </p:nvCxnSpPr>
        <p:spPr>
          <a:xfrm>
            <a:off x="7003963" y="3429000"/>
            <a:ext cx="2050661" cy="461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7C0094-1637-4578-8EC4-22799BB66522}"/>
              </a:ext>
            </a:extLst>
          </p:cNvPr>
          <p:cNvCxnSpPr>
            <a:stCxn id="33" idx="3"/>
          </p:cNvCxnSpPr>
          <p:nvPr/>
        </p:nvCxnSpPr>
        <p:spPr>
          <a:xfrm flipV="1">
            <a:off x="8368706" y="4001678"/>
            <a:ext cx="615038" cy="353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87D3691-4197-4699-BAB0-9C5290C07B0B}"/>
              </a:ext>
            </a:extLst>
          </p:cNvPr>
          <p:cNvSpPr/>
          <p:nvPr/>
        </p:nvSpPr>
        <p:spPr>
          <a:xfrm>
            <a:off x="2038014" y="5156131"/>
            <a:ext cx="771813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NOTE: 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Since F and G have nor predecessors they go to finish.</a:t>
            </a:r>
          </a:p>
        </p:txBody>
      </p:sp>
    </p:spTree>
    <p:extLst>
      <p:ext uri="{BB962C8B-B14F-4D97-AF65-F5344CB8AC3E}">
        <p14:creationId xmlns:p14="http://schemas.microsoft.com/office/powerpoint/2010/main" val="2253252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dirty="0"/>
              <a:t>Creating the actual PERT Chart.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27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2886049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dirty="0"/>
              <a:t>Calculating the </a:t>
            </a:r>
            <a:r>
              <a:rPr lang="en-US" b="1" dirty="0"/>
              <a:t>Forward Pass: </a:t>
            </a:r>
            <a:r>
              <a:rPr lang="en-US" b="1" dirty="0">
                <a:solidFill>
                  <a:srgbClr val="FF0000"/>
                </a:solidFill>
              </a:rPr>
              <a:t>EF</a:t>
            </a:r>
            <a:r>
              <a:rPr lang="en-US" b="1" dirty="0"/>
              <a:t> = </a:t>
            </a:r>
            <a:r>
              <a:rPr lang="en-US" b="1" dirty="0">
                <a:solidFill>
                  <a:srgbClr val="0070C0"/>
                </a:solidFill>
              </a:rPr>
              <a:t>ES</a:t>
            </a:r>
            <a:r>
              <a:rPr lang="en-US" b="1" dirty="0"/>
              <a:t> + </a:t>
            </a:r>
            <a:r>
              <a:rPr lang="en-US" b="1" dirty="0">
                <a:solidFill>
                  <a:srgbClr val="FFC000"/>
                </a:solidFill>
              </a:rPr>
              <a:t>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28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3C11BD1-4A8E-414E-B016-61BB560B2E91}"/>
              </a:ext>
            </a:extLst>
          </p:cNvPr>
          <p:cNvSpPr/>
          <p:nvPr/>
        </p:nvSpPr>
        <p:spPr>
          <a:xfrm>
            <a:off x="3289597" y="5673814"/>
            <a:ext cx="37761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D is dependent on A and B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FF0000"/>
                </a:solidFill>
              </a:rPr>
              <a:t>Forward Pass </a:t>
            </a:r>
            <a:r>
              <a:rPr lang="en-US" sz="1400" dirty="0">
                <a:ln w="0"/>
              </a:rPr>
              <a:t>we consider the highest EF (</a:t>
            </a:r>
            <a:r>
              <a:rPr lang="en-US" sz="1400" dirty="0">
                <a:ln w="0"/>
                <a:solidFill>
                  <a:srgbClr val="FF0000"/>
                </a:solidFill>
              </a:rPr>
              <a:t>9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385620-7CE8-4F4E-A175-4DD138F88B11}"/>
              </a:ext>
            </a:extLst>
          </p:cNvPr>
          <p:cNvSpPr txBox="1"/>
          <p:nvPr/>
        </p:nvSpPr>
        <p:spPr>
          <a:xfrm>
            <a:off x="5863651" y="2240301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F is dependent on C and E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FF0000"/>
                </a:solidFill>
              </a:rPr>
              <a:t>Forward Pass </a:t>
            </a:r>
            <a:r>
              <a:rPr lang="en-US" sz="1400" dirty="0">
                <a:ln w="0"/>
              </a:rPr>
              <a:t>we consider the highest EF (</a:t>
            </a:r>
            <a:r>
              <a:rPr lang="en-US" sz="1400" dirty="0">
                <a:ln w="0"/>
                <a:solidFill>
                  <a:srgbClr val="FF0000"/>
                </a:solidFill>
              </a:rPr>
              <a:t>26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A9D220E-FA03-4CDC-904F-5C409DAA3DA0}"/>
              </a:ext>
            </a:extLst>
          </p:cNvPr>
          <p:cNvSpPr txBox="1"/>
          <p:nvPr/>
        </p:nvSpPr>
        <p:spPr>
          <a:xfrm>
            <a:off x="7092634" y="4493909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FINISH is dependent on F and G to stop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FF0000"/>
                </a:solidFill>
              </a:rPr>
              <a:t>Forward Pass </a:t>
            </a:r>
            <a:r>
              <a:rPr lang="en-US" sz="1400" dirty="0">
                <a:ln w="0"/>
              </a:rPr>
              <a:t>we consider the highest EF (</a:t>
            </a:r>
            <a:r>
              <a:rPr lang="en-US" sz="1400" dirty="0">
                <a:ln w="0"/>
                <a:solidFill>
                  <a:srgbClr val="FF0000"/>
                </a:solidFill>
              </a:rPr>
              <a:t>32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3482024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dirty="0"/>
              <a:t>Calculating the </a:t>
            </a:r>
            <a:r>
              <a:rPr lang="en-US" b="1" dirty="0"/>
              <a:t>Backward Pass: </a:t>
            </a:r>
            <a:r>
              <a:rPr lang="en-US" b="1" dirty="0">
                <a:solidFill>
                  <a:srgbClr val="00B050"/>
                </a:solidFill>
              </a:rPr>
              <a:t>LS</a:t>
            </a:r>
            <a:r>
              <a:rPr lang="en-US" b="1" dirty="0"/>
              <a:t> =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LF</a:t>
            </a:r>
            <a:r>
              <a:rPr lang="en-US" b="1" dirty="0"/>
              <a:t> - </a:t>
            </a:r>
            <a:r>
              <a:rPr lang="en-US" b="1" dirty="0">
                <a:solidFill>
                  <a:srgbClr val="FFC000"/>
                </a:solidFill>
              </a:rPr>
              <a:t>t</a:t>
            </a: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29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891C95-4519-4F90-A8BE-84DF459EA05D}"/>
              </a:ext>
            </a:extLst>
          </p:cNvPr>
          <p:cNvSpPr/>
          <p:nvPr/>
        </p:nvSpPr>
        <p:spPr>
          <a:xfrm>
            <a:off x="10845548" y="465312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4C26FA-70F3-44E4-8D13-E845744C39E8}"/>
              </a:ext>
            </a:extLst>
          </p:cNvPr>
          <p:cNvSpPr/>
          <p:nvPr/>
        </p:nvSpPr>
        <p:spPr>
          <a:xfrm>
            <a:off x="8443822" y="312816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B021E0-ED90-4B93-9CF7-2F142B03E8D6}"/>
              </a:ext>
            </a:extLst>
          </p:cNvPr>
          <p:cNvSpPr/>
          <p:nvPr/>
        </p:nvSpPr>
        <p:spPr>
          <a:xfrm>
            <a:off x="9431604" y="529732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05C94-2BB2-4304-917E-E94E95F1B60F}"/>
              </a:ext>
            </a:extLst>
          </p:cNvPr>
          <p:cNvSpPr/>
          <p:nvPr/>
        </p:nvSpPr>
        <p:spPr>
          <a:xfrm>
            <a:off x="8961697" y="529583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B6A29CC-8915-4D9D-8783-BF2CF21339E9}"/>
              </a:ext>
            </a:extLst>
          </p:cNvPr>
          <p:cNvSpPr/>
          <p:nvPr/>
        </p:nvSpPr>
        <p:spPr>
          <a:xfrm>
            <a:off x="7958866" y="311567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B993E4-E953-40C0-8355-CB3A0FFB67BC}"/>
              </a:ext>
            </a:extLst>
          </p:cNvPr>
          <p:cNvSpPr/>
          <p:nvPr/>
        </p:nvSpPr>
        <p:spPr>
          <a:xfrm>
            <a:off x="7387917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409B73-E701-46A4-B942-013A131FB19C}"/>
              </a:ext>
            </a:extLst>
          </p:cNvPr>
          <p:cNvSpPr/>
          <p:nvPr/>
        </p:nvSpPr>
        <p:spPr>
          <a:xfrm>
            <a:off x="6888860" y="530248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9B8A4A-DF94-467F-BA44-0B2CEB8419D1}"/>
              </a:ext>
            </a:extLst>
          </p:cNvPr>
          <p:cNvSpPr/>
          <p:nvPr/>
        </p:nvSpPr>
        <p:spPr>
          <a:xfrm>
            <a:off x="5305500" y="312816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8269FE-F529-4B69-A370-770D3EB38A5B}"/>
              </a:ext>
            </a:extLst>
          </p:cNvPr>
          <p:cNvSpPr/>
          <p:nvPr/>
        </p:nvSpPr>
        <p:spPr>
          <a:xfrm>
            <a:off x="4823683" y="311020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0A59BDC-D250-4AF9-9066-0335FC106072}"/>
              </a:ext>
            </a:extLst>
          </p:cNvPr>
          <p:cNvSpPr/>
          <p:nvPr/>
        </p:nvSpPr>
        <p:spPr>
          <a:xfrm>
            <a:off x="5325241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7831A87-C58E-4D6D-8372-28BD6C81AD7B}"/>
              </a:ext>
            </a:extLst>
          </p:cNvPr>
          <p:cNvSpPr/>
          <p:nvPr/>
        </p:nvSpPr>
        <p:spPr>
          <a:xfrm>
            <a:off x="4889701" y="5295833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7466C67-75C0-4701-A9CC-6921A07FE1FF}"/>
              </a:ext>
            </a:extLst>
          </p:cNvPr>
          <p:cNvSpPr/>
          <p:nvPr/>
        </p:nvSpPr>
        <p:spPr>
          <a:xfrm>
            <a:off x="3276868" y="531561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8CBF29-9432-4DBE-B19E-E39B4D0EC26E}"/>
              </a:ext>
            </a:extLst>
          </p:cNvPr>
          <p:cNvSpPr/>
          <p:nvPr/>
        </p:nvSpPr>
        <p:spPr>
          <a:xfrm>
            <a:off x="2823463" y="531889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761271-8F22-4F1C-A985-88CCC08D8C59}"/>
              </a:ext>
            </a:extLst>
          </p:cNvPr>
          <p:cNvSpPr/>
          <p:nvPr/>
        </p:nvSpPr>
        <p:spPr>
          <a:xfrm>
            <a:off x="3249052" y="314683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D1AFC-ADCA-425A-B498-2C651ED0891F}"/>
              </a:ext>
            </a:extLst>
          </p:cNvPr>
          <p:cNvSpPr/>
          <p:nvPr/>
        </p:nvSpPr>
        <p:spPr>
          <a:xfrm>
            <a:off x="2806071" y="3146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DC8DCD-26A0-4183-BFAB-0156DB260B24}"/>
              </a:ext>
            </a:extLst>
          </p:cNvPr>
          <p:cNvSpPr/>
          <p:nvPr/>
        </p:nvSpPr>
        <p:spPr>
          <a:xfrm>
            <a:off x="1232972" y="463899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D8F6B6-D1FE-40AE-9F90-39A5447EBA52}"/>
              </a:ext>
            </a:extLst>
          </p:cNvPr>
          <p:cNvSpPr/>
          <p:nvPr/>
        </p:nvSpPr>
        <p:spPr>
          <a:xfrm>
            <a:off x="9761461" y="2174247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DE686F9-ACCE-4048-B91E-768CCCF9D87F}"/>
              </a:ext>
            </a:extLst>
          </p:cNvPr>
          <p:cNvSpPr txBox="1"/>
          <p:nvPr/>
        </p:nvSpPr>
        <p:spPr>
          <a:xfrm>
            <a:off x="3957686" y="5705335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E is dependent on F and G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00B050"/>
                </a:solidFill>
              </a:rPr>
              <a:t>Backward Pass </a:t>
            </a:r>
            <a:r>
              <a:rPr lang="en-US" sz="1400" dirty="0">
                <a:ln w="0"/>
              </a:rPr>
              <a:t>we consider the lowest LF (</a:t>
            </a:r>
            <a:r>
              <a:rPr lang="en-US" sz="1400" dirty="0">
                <a:ln w="0"/>
                <a:solidFill>
                  <a:schemeClr val="accent2">
                    <a:lumMod val="75000"/>
                  </a:schemeClr>
                </a:solidFill>
              </a:rPr>
              <a:t>26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AE7ABFD-AE7E-4F61-A7A7-37E31C8F7982}"/>
              </a:ext>
            </a:extLst>
          </p:cNvPr>
          <p:cNvSpPr txBox="1"/>
          <p:nvPr/>
        </p:nvSpPr>
        <p:spPr>
          <a:xfrm>
            <a:off x="-303302" y="3398121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A is dependent on C and D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00B050"/>
                </a:solidFill>
              </a:rPr>
              <a:t>Backward Pass </a:t>
            </a:r>
            <a:r>
              <a:rPr lang="en-US" sz="1400" dirty="0">
                <a:ln w="0"/>
              </a:rPr>
              <a:t>we consider the lowest LF (</a:t>
            </a:r>
            <a:r>
              <a:rPr lang="en-US" sz="1400" dirty="0">
                <a:ln w="0"/>
                <a:solidFill>
                  <a:schemeClr val="accent2">
                    <a:lumMod val="75000"/>
                  </a:schemeClr>
                </a:solidFill>
              </a:rPr>
              <a:t>9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7141634-ED2D-4E2B-9ADE-CE61F2351485}"/>
              </a:ext>
            </a:extLst>
          </p:cNvPr>
          <p:cNvSpPr txBox="1"/>
          <p:nvPr/>
        </p:nvSpPr>
        <p:spPr>
          <a:xfrm>
            <a:off x="-1404396" y="5629829"/>
            <a:ext cx="6532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n w="0"/>
              </a:rPr>
              <a:t>NOTE:</a:t>
            </a:r>
            <a:r>
              <a:rPr lang="en-US" sz="1400" dirty="0">
                <a:ln w="0"/>
              </a:rPr>
              <a:t> START is dependent on A and B to start</a:t>
            </a:r>
          </a:p>
          <a:p>
            <a:pPr algn="ctr"/>
            <a:r>
              <a:rPr lang="en-US" sz="1400" dirty="0">
                <a:ln w="0"/>
              </a:rPr>
              <a:t>and in </a:t>
            </a:r>
            <a:r>
              <a:rPr lang="en-US" sz="1400" dirty="0">
                <a:ln w="0"/>
                <a:solidFill>
                  <a:srgbClr val="00B050"/>
                </a:solidFill>
              </a:rPr>
              <a:t>Backward Pass </a:t>
            </a:r>
            <a:r>
              <a:rPr lang="en-US" sz="1400" dirty="0">
                <a:ln w="0"/>
              </a:rPr>
              <a:t>we consider the lowest LF (</a:t>
            </a:r>
            <a:r>
              <a:rPr lang="en-US" sz="1400" dirty="0">
                <a:ln w="0"/>
                <a:solidFill>
                  <a:schemeClr val="accent2">
                    <a:lumMod val="75000"/>
                  </a:schemeClr>
                </a:solidFill>
              </a:rPr>
              <a:t>0</a:t>
            </a:r>
            <a:r>
              <a:rPr lang="en-US" sz="1400" dirty="0">
                <a:ln w="0"/>
              </a:rPr>
              <a:t>)</a:t>
            </a:r>
            <a:endParaRPr lang="en-US" sz="1400" cap="none" spc="0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3307937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5"/>
            </a:pPr>
            <a:r>
              <a:rPr lang="en-US" dirty="0"/>
              <a:t>Calculating the </a:t>
            </a:r>
            <a:r>
              <a:rPr lang="en-US" b="1" dirty="0">
                <a:solidFill>
                  <a:schemeClr val="bg1"/>
                </a:solidFill>
              </a:rPr>
              <a:t>Slack</a:t>
            </a:r>
            <a:r>
              <a:rPr lang="en-US" b="1" dirty="0"/>
              <a:t>: LS – ES or LF - EF</a:t>
            </a:r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30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891C95-4519-4F90-A8BE-84DF459EA05D}"/>
              </a:ext>
            </a:extLst>
          </p:cNvPr>
          <p:cNvSpPr/>
          <p:nvPr/>
        </p:nvSpPr>
        <p:spPr>
          <a:xfrm>
            <a:off x="10845548" y="465312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4C26FA-70F3-44E4-8D13-E845744C39E8}"/>
              </a:ext>
            </a:extLst>
          </p:cNvPr>
          <p:cNvSpPr/>
          <p:nvPr/>
        </p:nvSpPr>
        <p:spPr>
          <a:xfrm>
            <a:off x="8443822" y="312816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B021E0-ED90-4B93-9CF7-2F142B03E8D6}"/>
              </a:ext>
            </a:extLst>
          </p:cNvPr>
          <p:cNvSpPr/>
          <p:nvPr/>
        </p:nvSpPr>
        <p:spPr>
          <a:xfrm>
            <a:off x="9431604" y="529732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05C94-2BB2-4304-917E-E94E95F1B60F}"/>
              </a:ext>
            </a:extLst>
          </p:cNvPr>
          <p:cNvSpPr/>
          <p:nvPr/>
        </p:nvSpPr>
        <p:spPr>
          <a:xfrm>
            <a:off x="8961697" y="529583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B6A29CC-8915-4D9D-8783-BF2CF21339E9}"/>
              </a:ext>
            </a:extLst>
          </p:cNvPr>
          <p:cNvSpPr/>
          <p:nvPr/>
        </p:nvSpPr>
        <p:spPr>
          <a:xfrm>
            <a:off x="7958866" y="311567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B993E4-E953-40C0-8355-CB3A0FFB67BC}"/>
              </a:ext>
            </a:extLst>
          </p:cNvPr>
          <p:cNvSpPr/>
          <p:nvPr/>
        </p:nvSpPr>
        <p:spPr>
          <a:xfrm>
            <a:off x="7387917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409B73-E701-46A4-B942-013A131FB19C}"/>
              </a:ext>
            </a:extLst>
          </p:cNvPr>
          <p:cNvSpPr/>
          <p:nvPr/>
        </p:nvSpPr>
        <p:spPr>
          <a:xfrm>
            <a:off x="6888860" y="530248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9B8A4A-DF94-467F-BA44-0B2CEB8419D1}"/>
              </a:ext>
            </a:extLst>
          </p:cNvPr>
          <p:cNvSpPr/>
          <p:nvPr/>
        </p:nvSpPr>
        <p:spPr>
          <a:xfrm>
            <a:off x="5305500" y="312816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8269FE-F529-4B69-A370-770D3EB38A5B}"/>
              </a:ext>
            </a:extLst>
          </p:cNvPr>
          <p:cNvSpPr/>
          <p:nvPr/>
        </p:nvSpPr>
        <p:spPr>
          <a:xfrm>
            <a:off x="4823683" y="311020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0A59BDC-D250-4AF9-9066-0335FC106072}"/>
              </a:ext>
            </a:extLst>
          </p:cNvPr>
          <p:cNvSpPr/>
          <p:nvPr/>
        </p:nvSpPr>
        <p:spPr>
          <a:xfrm>
            <a:off x="5325241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7831A87-C58E-4D6D-8372-28BD6C81AD7B}"/>
              </a:ext>
            </a:extLst>
          </p:cNvPr>
          <p:cNvSpPr/>
          <p:nvPr/>
        </p:nvSpPr>
        <p:spPr>
          <a:xfrm>
            <a:off x="4889701" y="5295833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7466C67-75C0-4701-A9CC-6921A07FE1FF}"/>
              </a:ext>
            </a:extLst>
          </p:cNvPr>
          <p:cNvSpPr/>
          <p:nvPr/>
        </p:nvSpPr>
        <p:spPr>
          <a:xfrm>
            <a:off x="3276868" y="531561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8CBF29-9432-4DBE-B19E-E39B4D0EC26E}"/>
              </a:ext>
            </a:extLst>
          </p:cNvPr>
          <p:cNvSpPr/>
          <p:nvPr/>
        </p:nvSpPr>
        <p:spPr>
          <a:xfrm>
            <a:off x="2823463" y="531889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761271-8F22-4F1C-A985-88CCC08D8C59}"/>
              </a:ext>
            </a:extLst>
          </p:cNvPr>
          <p:cNvSpPr/>
          <p:nvPr/>
        </p:nvSpPr>
        <p:spPr>
          <a:xfrm>
            <a:off x="3249052" y="314683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D1AFC-ADCA-425A-B498-2C651ED0891F}"/>
              </a:ext>
            </a:extLst>
          </p:cNvPr>
          <p:cNvSpPr/>
          <p:nvPr/>
        </p:nvSpPr>
        <p:spPr>
          <a:xfrm>
            <a:off x="2806071" y="3146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DC8DCD-26A0-4183-BFAB-0156DB260B24}"/>
              </a:ext>
            </a:extLst>
          </p:cNvPr>
          <p:cNvSpPr/>
          <p:nvPr/>
        </p:nvSpPr>
        <p:spPr>
          <a:xfrm>
            <a:off x="1232972" y="463899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D8F6B6-D1FE-40AE-9F90-39A5447EBA52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FFDF5B-2EB0-41B9-BF42-2A46494946EC}"/>
              </a:ext>
            </a:extLst>
          </p:cNvPr>
          <p:cNvSpPr/>
          <p:nvPr/>
        </p:nvSpPr>
        <p:spPr>
          <a:xfrm>
            <a:off x="2912517" y="3409801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001312C-51C7-4397-9C4B-7C0BC08B5BAC}"/>
              </a:ext>
            </a:extLst>
          </p:cNvPr>
          <p:cNvSpPr/>
          <p:nvPr/>
        </p:nvSpPr>
        <p:spPr>
          <a:xfrm>
            <a:off x="5020279" y="338872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227497D-AE13-4226-A7C1-4DDB5B30C90D}"/>
              </a:ext>
            </a:extLst>
          </p:cNvPr>
          <p:cNvSpPr/>
          <p:nvPr/>
        </p:nvSpPr>
        <p:spPr>
          <a:xfrm>
            <a:off x="8263389" y="338169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FAC4B83-6A08-41E5-975B-DD4F75BA3031}"/>
              </a:ext>
            </a:extLst>
          </p:cNvPr>
          <p:cNvSpPr/>
          <p:nvPr/>
        </p:nvSpPr>
        <p:spPr>
          <a:xfrm>
            <a:off x="2972639" y="465719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049459E-43C8-4607-B52C-E4E71BD9813D}"/>
              </a:ext>
            </a:extLst>
          </p:cNvPr>
          <p:cNvSpPr/>
          <p:nvPr/>
        </p:nvSpPr>
        <p:spPr>
          <a:xfrm>
            <a:off x="5064423" y="4553389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4E13E75-F5CE-4EFA-963C-C7786D773272}"/>
              </a:ext>
            </a:extLst>
          </p:cNvPr>
          <p:cNvSpPr/>
          <p:nvPr/>
        </p:nvSpPr>
        <p:spPr>
          <a:xfrm>
            <a:off x="6914320" y="459884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42E854-9FEE-4F62-8C79-41E52BC67AB3}"/>
              </a:ext>
            </a:extLst>
          </p:cNvPr>
          <p:cNvSpPr/>
          <p:nvPr/>
        </p:nvSpPr>
        <p:spPr>
          <a:xfrm>
            <a:off x="9065357" y="4607426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18B5F08-A681-4EE9-BDF1-9951711F23F3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294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6"/>
            </a:pPr>
            <a:r>
              <a:rPr lang="en-US" dirty="0"/>
              <a:t>Identifying the </a:t>
            </a:r>
            <a:r>
              <a:rPr lang="en-US" b="1" dirty="0">
                <a:solidFill>
                  <a:srgbClr val="C00000"/>
                </a:solidFill>
              </a:rPr>
              <a:t>Critical Path</a:t>
            </a:r>
            <a:r>
              <a:rPr lang="en-US" dirty="0"/>
              <a:t>: </a:t>
            </a:r>
            <a:r>
              <a:rPr lang="en-US" dirty="0">
                <a:solidFill>
                  <a:schemeClr val="bg1"/>
                </a:solidFill>
              </a:rPr>
              <a:t>slack</a:t>
            </a:r>
            <a:r>
              <a:rPr lang="en-US" dirty="0"/>
              <a:t> = 0</a:t>
            </a:r>
            <a:endParaRPr lang="en-US" b="1" dirty="0"/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31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891C95-4519-4F90-A8BE-84DF459EA05D}"/>
              </a:ext>
            </a:extLst>
          </p:cNvPr>
          <p:cNvSpPr/>
          <p:nvPr/>
        </p:nvSpPr>
        <p:spPr>
          <a:xfrm>
            <a:off x="10845548" y="465312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4C26FA-70F3-44E4-8D13-E845744C39E8}"/>
              </a:ext>
            </a:extLst>
          </p:cNvPr>
          <p:cNvSpPr/>
          <p:nvPr/>
        </p:nvSpPr>
        <p:spPr>
          <a:xfrm>
            <a:off x="8443822" y="312816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B021E0-ED90-4B93-9CF7-2F142B03E8D6}"/>
              </a:ext>
            </a:extLst>
          </p:cNvPr>
          <p:cNvSpPr/>
          <p:nvPr/>
        </p:nvSpPr>
        <p:spPr>
          <a:xfrm>
            <a:off x="9431604" y="529732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05C94-2BB2-4304-917E-E94E95F1B60F}"/>
              </a:ext>
            </a:extLst>
          </p:cNvPr>
          <p:cNvSpPr/>
          <p:nvPr/>
        </p:nvSpPr>
        <p:spPr>
          <a:xfrm>
            <a:off x="8961697" y="529583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B6A29CC-8915-4D9D-8783-BF2CF21339E9}"/>
              </a:ext>
            </a:extLst>
          </p:cNvPr>
          <p:cNvSpPr/>
          <p:nvPr/>
        </p:nvSpPr>
        <p:spPr>
          <a:xfrm>
            <a:off x="7958866" y="311567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B993E4-E953-40C0-8355-CB3A0FFB67BC}"/>
              </a:ext>
            </a:extLst>
          </p:cNvPr>
          <p:cNvSpPr/>
          <p:nvPr/>
        </p:nvSpPr>
        <p:spPr>
          <a:xfrm>
            <a:off x="7387917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409B73-E701-46A4-B942-013A131FB19C}"/>
              </a:ext>
            </a:extLst>
          </p:cNvPr>
          <p:cNvSpPr/>
          <p:nvPr/>
        </p:nvSpPr>
        <p:spPr>
          <a:xfrm>
            <a:off x="6888860" y="530248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9B8A4A-DF94-467F-BA44-0B2CEB8419D1}"/>
              </a:ext>
            </a:extLst>
          </p:cNvPr>
          <p:cNvSpPr/>
          <p:nvPr/>
        </p:nvSpPr>
        <p:spPr>
          <a:xfrm>
            <a:off x="5305500" y="312816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8269FE-F529-4B69-A370-770D3EB38A5B}"/>
              </a:ext>
            </a:extLst>
          </p:cNvPr>
          <p:cNvSpPr/>
          <p:nvPr/>
        </p:nvSpPr>
        <p:spPr>
          <a:xfrm>
            <a:off x="4823683" y="311020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0A59BDC-D250-4AF9-9066-0335FC106072}"/>
              </a:ext>
            </a:extLst>
          </p:cNvPr>
          <p:cNvSpPr/>
          <p:nvPr/>
        </p:nvSpPr>
        <p:spPr>
          <a:xfrm>
            <a:off x="5325241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7831A87-C58E-4D6D-8372-28BD6C81AD7B}"/>
              </a:ext>
            </a:extLst>
          </p:cNvPr>
          <p:cNvSpPr/>
          <p:nvPr/>
        </p:nvSpPr>
        <p:spPr>
          <a:xfrm>
            <a:off x="4889701" y="5295833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7466C67-75C0-4701-A9CC-6921A07FE1FF}"/>
              </a:ext>
            </a:extLst>
          </p:cNvPr>
          <p:cNvSpPr/>
          <p:nvPr/>
        </p:nvSpPr>
        <p:spPr>
          <a:xfrm>
            <a:off x="3276868" y="531561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8CBF29-9432-4DBE-B19E-E39B4D0EC26E}"/>
              </a:ext>
            </a:extLst>
          </p:cNvPr>
          <p:cNvSpPr/>
          <p:nvPr/>
        </p:nvSpPr>
        <p:spPr>
          <a:xfrm>
            <a:off x="2823463" y="531889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761271-8F22-4F1C-A985-88CCC08D8C59}"/>
              </a:ext>
            </a:extLst>
          </p:cNvPr>
          <p:cNvSpPr/>
          <p:nvPr/>
        </p:nvSpPr>
        <p:spPr>
          <a:xfrm>
            <a:off x="3249052" y="314683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D1AFC-ADCA-425A-B498-2C651ED0891F}"/>
              </a:ext>
            </a:extLst>
          </p:cNvPr>
          <p:cNvSpPr/>
          <p:nvPr/>
        </p:nvSpPr>
        <p:spPr>
          <a:xfrm>
            <a:off x="2806071" y="3146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DC8DCD-26A0-4183-BFAB-0156DB260B24}"/>
              </a:ext>
            </a:extLst>
          </p:cNvPr>
          <p:cNvSpPr/>
          <p:nvPr/>
        </p:nvSpPr>
        <p:spPr>
          <a:xfrm>
            <a:off x="1232972" y="463899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D8F6B6-D1FE-40AE-9F90-39A5447EBA52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FFDF5B-2EB0-41B9-BF42-2A46494946EC}"/>
              </a:ext>
            </a:extLst>
          </p:cNvPr>
          <p:cNvSpPr/>
          <p:nvPr/>
        </p:nvSpPr>
        <p:spPr>
          <a:xfrm>
            <a:off x="2912517" y="3409801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001312C-51C7-4397-9C4B-7C0BC08B5BAC}"/>
              </a:ext>
            </a:extLst>
          </p:cNvPr>
          <p:cNvSpPr/>
          <p:nvPr/>
        </p:nvSpPr>
        <p:spPr>
          <a:xfrm>
            <a:off x="5020279" y="338872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227497D-AE13-4226-A7C1-4DDB5B30C90D}"/>
              </a:ext>
            </a:extLst>
          </p:cNvPr>
          <p:cNvSpPr/>
          <p:nvPr/>
        </p:nvSpPr>
        <p:spPr>
          <a:xfrm>
            <a:off x="8263389" y="338169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FAC4B83-6A08-41E5-975B-DD4F75BA3031}"/>
              </a:ext>
            </a:extLst>
          </p:cNvPr>
          <p:cNvSpPr/>
          <p:nvPr/>
        </p:nvSpPr>
        <p:spPr>
          <a:xfrm>
            <a:off x="2972639" y="465719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049459E-43C8-4607-B52C-E4E71BD9813D}"/>
              </a:ext>
            </a:extLst>
          </p:cNvPr>
          <p:cNvSpPr/>
          <p:nvPr/>
        </p:nvSpPr>
        <p:spPr>
          <a:xfrm>
            <a:off x="5064423" y="4553389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4E13E75-F5CE-4EFA-963C-C7786D773272}"/>
              </a:ext>
            </a:extLst>
          </p:cNvPr>
          <p:cNvSpPr/>
          <p:nvPr/>
        </p:nvSpPr>
        <p:spPr>
          <a:xfrm>
            <a:off x="6914320" y="459884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42E854-9FEE-4F62-8C79-41E52BC67AB3}"/>
              </a:ext>
            </a:extLst>
          </p:cNvPr>
          <p:cNvSpPr/>
          <p:nvPr/>
        </p:nvSpPr>
        <p:spPr>
          <a:xfrm>
            <a:off x="9065357" y="4607426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18B5F08-A681-4EE9-BDF1-9951711F23F3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0A078-1558-4300-A157-924D397F2B25}"/>
              </a:ext>
            </a:extLst>
          </p:cNvPr>
          <p:cNvSpPr/>
          <p:nvPr/>
        </p:nvSpPr>
        <p:spPr>
          <a:xfrm>
            <a:off x="3146725" y="3864518"/>
            <a:ext cx="55233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B – D – E – F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5A4381A-A810-453F-A825-20D854BE66D9}"/>
              </a:ext>
            </a:extLst>
          </p:cNvPr>
          <p:cNvSpPr/>
          <p:nvPr/>
        </p:nvSpPr>
        <p:spPr>
          <a:xfrm>
            <a:off x="9925036" y="2593911"/>
            <a:ext cx="10706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</a:t>
            </a:r>
            <a:endParaRPr lang="en-US" sz="1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5831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2821-79CE-4B80-8EEC-914E8AAB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When Creating a 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B8E5-AFE0-4919-9637-19469266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7"/>
            </a:pPr>
            <a:r>
              <a:rPr lang="en-US" dirty="0"/>
              <a:t>Final PERT Chart </a:t>
            </a: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EE206-B9D7-4020-A672-C31B08C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5382" y="643416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18458-B709-4A8D-BF3A-1646217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32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FE9BD-AD1C-4942-AE49-1B4331C02E1A}"/>
              </a:ext>
            </a:extLst>
          </p:cNvPr>
          <p:cNvSpPr/>
          <p:nvPr/>
        </p:nvSpPr>
        <p:spPr>
          <a:xfrm>
            <a:off x="849180" y="4034296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4AE1-B3F7-47EC-9F8D-5738EFA9D101}"/>
              </a:ext>
            </a:extLst>
          </p:cNvPr>
          <p:cNvSpPr/>
          <p:nvPr/>
        </p:nvSpPr>
        <p:spPr>
          <a:xfrm>
            <a:off x="10505369" y="401248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FCF-FB07-426E-A3DC-61DED95D4012}"/>
              </a:ext>
            </a:extLst>
          </p:cNvPr>
          <p:cNvSpPr/>
          <p:nvPr/>
        </p:nvSpPr>
        <p:spPr>
          <a:xfrm>
            <a:off x="2573552" y="2902669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EABB2-A34F-481A-A894-474839541989}"/>
              </a:ext>
            </a:extLst>
          </p:cNvPr>
          <p:cNvSpPr/>
          <p:nvPr/>
        </p:nvSpPr>
        <p:spPr>
          <a:xfrm>
            <a:off x="2573552" y="507571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A533-3D20-4DED-B9E6-E14320769C8D}"/>
              </a:ext>
            </a:extLst>
          </p:cNvPr>
          <p:cNvSpPr/>
          <p:nvPr/>
        </p:nvSpPr>
        <p:spPr>
          <a:xfrm>
            <a:off x="4627792" y="2886127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B4F2E-25D6-47F5-9818-F31212415917}"/>
              </a:ext>
            </a:extLst>
          </p:cNvPr>
          <p:cNvSpPr/>
          <p:nvPr/>
        </p:nvSpPr>
        <p:spPr>
          <a:xfrm>
            <a:off x="4627792" y="5047430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24B5-E2A2-419F-ACE0-D2E71DC71CA7}"/>
              </a:ext>
            </a:extLst>
          </p:cNvPr>
          <p:cNvSpPr/>
          <p:nvPr/>
        </p:nvSpPr>
        <p:spPr>
          <a:xfrm>
            <a:off x="7766114" y="2887652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0A96F-3FF7-4F16-9BFA-791F041008FC}"/>
              </a:ext>
            </a:extLst>
          </p:cNvPr>
          <p:cNvSpPr/>
          <p:nvPr/>
        </p:nvSpPr>
        <p:spPr>
          <a:xfrm>
            <a:off x="6682032" y="5045384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C4ADF-6958-431F-98AD-A510DF4DF7C1}"/>
              </a:ext>
            </a:extLst>
          </p:cNvPr>
          <p:cNvSpPr/>
          <p:nvPr/>
        </p:nvSpPr>
        <p:spPr>
          <a:xfrm>
            <a:off x="8732361" y="5045383"/>
            <a:ext cx="1084082" cy="52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F590A-919B-4345-998B-56C8393E94FA}"/>
              </a:ext>
            </a:extLst>
          </p:cNvPr>
          <p:cNvSpPr/>
          <p:nvPr/>
        </p:nvSpPr>
        <p:spPr>
          <a:xfrm>
            <a:off x="2553225" y="2886127"/>
            <a:ext cx="2936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42029-59DE-49C0-98F6-C856D8DA5DC5}"/>
              </a:ext>
            </a:extLst>
          </p:cNvPr>
          <p:cNvSpPr/>
          <p:nvPr/>
        </p:nvSpPr>
        <p:spPr>
          <a:xfrm>
            <a:off x="10547914" y="4045604"/>
            <a:ext cx="9989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A61CD-9C4B-4492-A3B0-5EADD93A06B9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2573552" y="3166620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36B3C2-A822-4B6F-B6F9-36449988CB3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4627792" y="3150078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EBFAAE-8C98-4A54-9E4B-1A17C134770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7766114" y="3151603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360925-80E8-4B90-88B8-D9A3B8629CF6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573552" y="533966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09231-5C64-46EE-9AEC-6D845B69A9E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627792" y="5311381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4D8E1D-1A81-4E8A-BFD1-C35C0E541939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82032" y="5309335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C30381-C2E0-4AA3-BCC4-10713F6AD875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8732361" y="5309334"/>
            <a:ext cx="108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68D739-01F7-4F66-96A2-9C38A94F6323}"/>
              </a:ext>
            </a:extLst>
          </p:cNvPr>
          <p:cNvCxnSpPr/>
          <p:nvPr/>
        </p:nvCxnSpPr>
        <p:spPr>
          <a:xfrm>
            <a:off x="2846895" y="2902669"/>
            <a:ext cx="0" cy="51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D9E700-642D-494E-92FD-ECB63F0F6DD8}"/>
              </a:ext>
            </a:extLst>
          </p:cNvPr>
          <p:cNvCxnSpPr/>
          <p:nvPr/>
        </p:nvCxnSpPr>
        <p:spPr>
          <a:xfrm>
            <a:off x="4883085" y="2886127"/>
            <a:ext cx="0" cy="542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6E652A-11F3-4088-95FC-7B805D5AF4EF}"/>
              </a:ext>
            </a:extLst>
          </p:cNvPr>
          <p:cNvCxnSpPr/>
          <p:nvPr/>
        </p:nvCxnSpPr>
        <p:spPr>
          <a:xfrm>
            <a:off x="8003357" y="2886127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3BA683-8325-494B-B2F0-5F9DDCDE399A}"/>
              </a:ext>
            </a:extLst>
          </p:cNvPr>
          <p:cNvCxnSpPr/>
          <p:nvPr/>
        </p:nvCxnSpPr>
        <p:spPr>
          <a:xfrm>
            <a:off x="2846895" y="5075710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B77E2E-6E60-4564-A891-1B6F522C8CB4}"/>
              </a:ext>
            </a:extLst>
          </p:cNvPr>
          <p:cNvCxnSpPr/>
          <p:nvPr/>
        </p:nvCxnSpPr>
        <p:spPr>
          <a:xfrm>
            <a:off x="4883085" y="5045383"/>
            <a:ext cx="0" cy="5582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C32A78-8FCC-4124-B8CB-9E625F6D78FF}"/>
              </a:ext>
            </a:extLst>
          </p:cNvPr>
          <p:cNvCxnSpPr/>
          <p:nvPr/>
        </p:nvCxnSpPr>
        <p:spPr>
          <a:xfrm>
            <a:off x="6956981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AA28E2-F770-4BCD-BCF6-B38037F014E9}"/>
              </a:ext>
            </a:extLst>
          </p:cNvPr>
          <p:cNvCxnSpPr/>
          <p:nvPr/>
        </p:nvCxnSpPr>
        <p:spPr>
          <a:xfrm>
            <a:off x="8974318" y="5045383"/>
            <a:ext cx="0" cy="527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6982A-B37A-4BA8-A2BD-2F42FD50AAA8}"/>
              </a:ext>
            </a:extLst>
          </p:cNvPr>
          <p:cNvSpPr/>
          <p:nvPr/>
        </p:nvSpPr>
        <p:spPr>
          <a:xfrm>
            <a:off x="920451" y="4100532"/>
            <a:ext cx="9415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4C09F5-F687-409C-8EC8-B7E285B30840}"/>
              </a:ext>
            </a:extLst>
          </p:cNvPr>
          <p:cNvSpPr/>
          <p:nvPr/>
        </p:nvSpPr>
        <p:spPr>
          <a:xfrm>
            <a:off x="2582692" y="5053797"/>
            <a:ext cx="274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EB3D52-41BB-4BEC-9A13-7FD4C656D846}"/>
              </a:ext>
            </a:extLst>
          </p:cNvPr>
          <p:cNvSpPr/>
          <p:nvPr/>
        </p:nvSpPr>
        <p:spPr>
          <a:xfrm>
            <a:off x="4607464" y="2886126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B29AA9-9A39-4AE7-BC27-1EE05AC2E85C}"/>
              </a:ext>
            </a:extLst>
          </p:cNvPr>
          <p:cNvSpPr/>
          <p:nvPr/>
        </p:nvSpPr>
        <p:spPr>
          <a:xfrm>
            <a:off x="4617561" y="5013233"/>
            <a:ext cx="2936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E1A73-10A1-4A73-8464-AB71A5545D00}"/>
              </a:ext>
            </a:extLst>
          </p:cNvPr>
          <p:cNvSpPr/>
          <p:nvPr/>
        </p:nvSpPr>
        <p:spPr>
          <a:xfrm>
            <a:off x="6674111" y="5013233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988261-5800-4206-A4A8-63EDEFD2C6EC}"/>
              </a:ext>
            </a:extLst>
          </p:cNvPr>
          <p:cNvSpPr/>
          <p:nvPr/>
        </p:nvSpPr>
        <p:spPr>
          <a:xfrm>
            <a:off x="7766114" y="2883269"/>
            <a:ext cx="2632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01EC4A-D00A-43BD-93FE-5DF4AB6A75AB}"/>
              </a:ext>
            </a:extLst>
          </p:cNvPr>
          <p:cNvSpPr/>
          <p:nvPr/>
        </p:nvSpPr>
        <p:spPr>
          <a:xfrm>
            <a:off x="8688934" y="5031883"/>
            <a:ext cx="32252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9C7379-306A-4448-A92C-0FB92EC33D6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933262" y="3166620"/>
            <a:ext cx="640290" cy="113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3FCD0B-4FFE-4513-9496-4BBA12C559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33262" y="4298247"/>
            <a:ext cx="619963" cy="1063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2BA7A53-36EF-47E6-B5A0-1C51AE8F36C5}"/>
              </a:ext>
            </a:extLst>
          </p:cNvPr>
          <p:cNvCxnSpPr>
            <a:stCxn id="8" idx="3"/>
          </p:cNvCxnSpPr>
          <p:nvPr/>
        </p:nvCxnSpPr>
        <p:spPr>
          <a:xfrm>
            <a:off x="3657634" y="3166620"/>
            <a:ext cx="949830" cy="2173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43133D-FB29-42AE-BB61-23A13D0C5EA4}"/>
              </a:ext>
            </a:extLst>
          </p:cNvPr>
          <p:cNvCxnSpPr>
            <a:stCxn id="9" idx="3"/>
          </p:cNvCxnSpPr>
          <p:nvPr/>
        </p:nvCxnSpPr>
        <p:spPr>
          <a:xfrm>
            <a:off x="3657634" y="5339661"/>
            <a:ext cx="876659" cy="2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AB7C1B-FDA0-468E-A622-9A09D3E8BBE2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657634" y="3150078"/>
            <a:ext cx="970158" cy="16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C8776A-344A-43A2-8BF9-88F7511314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1874" y="3150078"/>
            <a:ext cx="2054240" cy="1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BAE35F-0727-4EEA-8590-0CCD2B66F32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5711874" y="5309335"/>
            <a:ext cx="970158" cy="2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4474B4-DA69-4ED3-B7C8-99BE583123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766114" y="5309334"/>
            <a:ext cx="9662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56B071-6AC1-4779-B03A-2E81566CA0C5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9816443" y="4276438"/>
            <a:ext cx="688926" cy="1032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1AAB3B-A7E2-46A8-9C71-FF2CAA78A8A5}"/>
              </a:ext>
            </a:extLst>
          </p:cNvPr>
          <p:cNvCxnSpPr>
            <a:stCxn id="12" idx="3"/>
          </p:cNvCxnSpPr>
          <p:nvPr/>
        </p:nvCxnSpPr>
        <p:spPr>
          <a:xfrm>
            <a:off x="8850196" y="3151603"/>
            <a:ext cx="1547569" cy="1071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6861DB-B0FE-4F19-8E6F-C6B3228D99DA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224073" y="3415553"/>
            <a:ext cx="1084082" cy="1629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BE7F714-71E6-42BE-9AD9-F5FA9B81A490}"/>
              </a:ext>
            </a:extLst>
          </p:cNvPr>
          <p:cNvSpPr/>
          <p:nvPr/>
        </p:nvSpPr>
        <p:spPr>
          <a:xfrm>
            <a:off x="2567892" y="3166619"/>
            <a:ext cx="28405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588E0E-51E5-4D2B-8AFD-3D79F2539181}"/>
              </a:ext>
            </a:extLst>
          </p:cNvPr>
          <p:cNvSpPr/>
          <p:nvPr/>
        </p:nvSpPr>
        <p:spPr>
          <a:xfrm>
            <a:off x="2574511" y="53115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C4722C-4065-4A86-A0C4-46EFCFECB1C7}"/>
              </a:ext>
            </a:extLst>
          </p:cNvPr>
          <p:cNvSpPr/>
          <p:nvPr/>
        </p:nvSpPr>
        <p:spPr>
          <a:xfrm>
            <a:off x="4558364" y="311373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43BDD-503B-4E9C-826C-4D73D2950A8E}"/>
              </a:ext>
            </a:extLst>
          </p:cNvPr>
          <p:cNvSpPr/>
          <p:nvPr/>
        </p:nvSpPr>
        <p:spPr>
          <a:xfrm>
            <a:off x="4615652" y="528169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7DC8F3-104C-45B5-A4FA-B31D153FA14C}"/>
              </a:ext>
            </a:extLst>
          </p:cNvPr>
          <p:cNvSpPr/>
          <p:nvPr/>
        </p:nvSpPr>
        <p:spPr>
          <a:xfrm>
            <a:off x="6673777" y="529325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1B79FC-B981-4529-9F0F-75A13EB198DB}"/>
              </a:ext>
            </a:extLst>
          </p:cNvPr>
          <p:cNvSpPr/>
          <p:nvPr/>
        </p:nvSpPr>
        <p:spPr>
          <a:xfrm>
            <a:off x="7745471" y="313992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ABD5D6-3500-4D10-AE20-A1FE778D7B4A}"/>
              </a:ext>
            </a:extLst>
          </p:cNvPr>
          <p:cNvSpPr/>
          <p:nvPr/>
        </p:nvSpPr>
        <p:spPr>
          <a:xfrm>
            <a:off x="8715987" y="5302584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8A22DF-4C9C-4EEA-B68F-364B349515AB}"/>
              </a:ext>
            </a:extLst>
          </p:cNvPr>
          <p:cNvSpPr/>
          <p:nvPr/>
        </p:nvSpPr>
        <p:spPr>
          <a:xfrm>
            <a:off x="9711522" y="1723222"/>
            <a:ext cx="13724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Time (t)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4895E0-9C27-4D07-8335-080F85056D91}"/>
              </a:ext>
            </a:extLst>
          </p:cNvPr>
          <p:cNvSpPr/>
          <p:nvPr/>
        </p:nvSpPr>
        <p:spPr>
          <a:xfrm>
            <a:off x="10071122" y="1433372"/>
            <a:ext cx="5757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63F2C-9F40-471E-84EA-57F685A34AF0}"/>
              </a:ext>
            </a:extLst>
          </p:cNvPr>
          <p:cNvSpPr/>
          <p:nvPr/>
        </p:nvSpPr>
        <p:spPr>
          <a:xfrm>
            <a:off x="4869815" y="504327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6674-B7CA-4A85-902F-57F09CF1DE26}"/>
              </a:ext>
            </a:extLst>
          </p:cNvPr>
          <p:cNvSpPr/>
          <p:nvPr/>
        </p:nvSpPr>
        <p:spPr>
          <a:xfrm>
            <a:off x="2811728" y="289596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B593BC-C8E5-4EF5-9E78-B5C67B69E0F4}"/>
              </a:ext>
            </a:extLst>
          </p:cNvPr>
          <p:cNvSpPr/>
          <p:nvPr/>
        </p:nvSpPr>
        <p:spPr>
          <a:xfrm>
            <a:off x="3267101" y="2902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C808F1-232F-48EB-B9F3-196E5CBD76B0}"/>
              </a:ext>
            </a:extLst>
          </p:cNvPr>
          <p:cNvSpPr/>
          <p:nvPr/>
        </p:nvSpPr>
        <p:spPr>
          <a:xfrm>
            <a:off x="281554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912FF9-5D02-44DC-90A7-04BC006723EF}"/>
              </a:ext>
            </a:extLst>
          </p:cNvPr>
          <p:cNvSpPr/>
          <p:nvPr/>
        </p:nvSpPr>
        <p:spPr>
          <a:xfrm>
            <a:off x="3282392" y="506884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B2BF43-8562-4FA2-AECF-E85991431243}"/>
              </a:ext>
            </a:extLst>
          </p:cNvPr>
          <p:cNvSpPr/>
          <p:nvPr/>
        </p:nvSpPr>
        <p:spPr>
          <a:xfrm>
            <a:off x="4850129" y="28898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62736B-381F-4A57-B275-EC20EC5426A6}"/>
              </a:ext>
            </a:extLst>
          </p:cNvPr>
          <p:cNvSpPr/>
          <p:nvPr/>
        </p:nvSpPr>
        <p:spPr>
          <a:xfrm>
            <a:off x="5278676" y="2886126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5394A-2642-4E90-9B4D-451844022CF8}"/>
              </a:ext>
            </a:extLst>
          </p:cNvPr>
          <p:cNvSpPr/>
          <p:nvPr/>
        </p:nvSpPr>
        <p:spPr>
          <a:xfrm>
            <a:off x="1232972" y="375963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00DFC1-6963-4E97-9892-A91A7092B5AB}"/>
              </a:ext>
            </a:extLst>
          </p:cNvPr>
          <p:cNvSpPr/>
          <p:nvPr/>
        </p:nvSpPr>
        <p:spPr>
          <a:xfrm>
            <a:off x="5312016" y="503188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4EB773-B20C-421C-86A5-91E133D0192F}"/>
              </a:ext>
            </a:extLst>
          </p:cNvPr>
          <p:cNvSpPr/>
          <p:nvPr/>
        </p:nvSpPr>
        <p:spPr>
          <a:xfrm>
            <a:off x="6893789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00219F-4C4A-4863-8083-DB52DADDE24A}"/>
              </a:ext>
            </a:extLst>
          </p:cNvPr>
          <p:cNvSpPr/>
          <p:nvPr/>
        </p:nvSpPr>
        <p:spPr>
          <a:xfrm>
            <a:off x="7413565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58CE63-C81A-478C-8C91-060FBF9B85EB}"/>
              </a:ext>
            </a:extLst>
          </p:cNvPr>
          <p:cNvSpPr/>
          <p:nvPr/>
        </p:nvSpPr>
        <p:spPr>
          <a:xfrm>
            <a:off x="8943128" y="5033407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040163-BC23-4496-A6D3-21E865BD8AE1}"/>
              </a:ext>
            </a:extLst>
          </p:cNvPr>
          <p:cNvSpPr/>
          <p:nvPr/>
        </p:nvSpPr>
        <p:spPr>
          <a:xfrm>
            <a:off x="9446998" y="503646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AB49-218D-4CDC-A6F7-0A63FB0CD484}"/>
              </a:ext>
            </a:extLst>
          </p:cNvPr>
          <p:cNvSpPr/>
          <p:nvPr/>
        </p:nvSpPr>
        <p:spPr>
          <a:xfrm>
            <a:off x="7976915" y="2877688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6D0C9-D590-43D4-AAAA-A084378F5B02}"/>
              </a:ext>
            </a:extLst>
          </p:cNvPr>
          <p:cNvSpPr/>
          <p:nvPr/>
        </p:nvSpPr>
        <p:spPr>
          <a:xfrm>
            <a:off x="8450169" y="287822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2935C4F-086F-43B6-98F4-91C8BB325B99}"/>
              </a:ext>
            </a:extLst>
          </p:cNvPr>
          <p:cNvSpPr/>
          <p:nvPr/>
        </p:nvSpPr>
        <p:spPr>
          <a:xfrm>
            <a:off x="10844812" y="370623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0B5298-831B-4A84-8FFF-F0B6953F490B}"/>
              </a:ext>
            </a:extLst>
          </p:cNvPr>
          <p:cNvSpPr/>
          <p:nvPr/>
        </p:nvSpPr>
        <p:spPr>
          <a:xfrm>
            <a:off x="9792398" y="1963991"/>
            <a:ext cx="12348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Forward Pass </a:t>
            </a:r>
            <a:endParaRPr lang="en-US" sz="1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891C95-4519-4F90-A8BE-84DF459EA05D}"/>
              </a:ext>
            </a:extLst>
          </p:cNvPr>
          <p:cNvSpPr/>
          <p:nvPr/>
        </p:nvSpPr>
        <p:spPr>
          <a:xfrm>
            <a:off x="10845548" y="465312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4C26FA-70F3-44E4-8D13-E845744C39E8}"/>
              </a:ext>
            </a:extLst>
          </p:cNvPr>
          <p:cNvSpPr/>
          <p:nvPr/>
        </p:nvSpPr>
        <p:spPr>
          <a:xfrm>
            <a:off x="8443822" y="312816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B021E0-ED90-4B93-9CF7-2F142B03E8D6}"/>
              </a:ext>
            </a:extLst>
          </p:cNvPr>
          <p:cNvSpPr/>
          <p:nvPr/>
        </p:nvSpPr>
        <p:spPr>
          <a:xfrm>
            <a:off x="9431604" y="529732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05C94-2BB2-4304-917E-E94E95F1B60F}"/>
              </a:ext>
            </a:extLst>
          </p:cNvPr>
          <p:cNvSpPr/>
          <p:nvPr/>
        </p:nvSpPr>
        <p:spPr>
          <a:xfrm>
            <a:off x="8961697" y="529583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B6A29CC-8915-4D9D-8783-BF2CF21339E9}"/>
              </a:ext>
            </a:extLst>
          </p:cNvPr>
          <p:cNvSpPr/>
          <p:nvPr/>
        </p:nvSpPr>
        <p:spPr>
          <a:xfrm>
            <a:off x="7958866" y="3115679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B993E4-E953-40C0-8355-CB3A0FFB67BC}"/>
              </a:ext>
            </a:extLst>
          </p:cNvPr>
          <p:cNvSpPr/>
          <p:nvPr/>
        </p:nvSpPr>
        <p:spPr>
          <a:xfrm>
            <a:off x="7387917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409B73-E701-46A4-B942-013A131FB19C}"/>
              </a:ext>
            </a:extLst>
          </p:cNvPr>
          <p:cNvSpPr/>
          <p:nvPr/>
        </p:nvSpPr>
        <p:spPr>
          <a:xfrm>
            <a:off x="6888860" y="5302483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9B8A4A-DF94-467F-BA44-0B2CEB8419D1}"/>
              </a:ext>
            </a:extLst>
          </p:cNvPr>
          <p:cNvSpPr/>
          <p:nvPr/>
        </p:nvSpPr>
        <p:spPr>
          <a:xfrm>
            <a:off x="5305500" y="3128162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8269FE-F529-4B69-A370-770D3EB38A5B}"/>
              </a:ext>
            </a:extLst>
          </p:cNvPr>
          <p:cNvSpPr/>
          <p:nvPr/>
        </p:nvSpPr>
        <p:spPr>
          <a:xfrm>
            <a:off x="4823683" y="3110204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0A59BDC-D250-4AF9-9066-0335FC106072}"/>
              </a:ext>
            </a:extLst>
          </p:cNvPr>
          <p:cNvSpPr/>
          <p:nvPr/>
        </p:nvSpPr>
        <p:spPr>
          <a:xfrm>
            <a:off x="5325241" y="5277810"/>
            <a:ext cx="37382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7831A87-C58E-4D6D-8372-28BD6C81AD7B}"/>
              </a:ext>
            </a:extLst>
          </p:cNvPr>
          <p:cNvSpPr/>
          <p:nvPr/>
        </p:nvSpPr>
        <p:spPr>
          <a:xfrm>
            <a:off x="4889701" y="5295833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7466C67-75C0-4701-A9CC-6921A07FE1FF}"/>
              </a:ext>
            </a:extLst>
          </p:cNvPr>
          <p:cNvSpPr/>
          <p:nvPr/>
        </p:nvSpPr>
        <p:spPr>
          <a:xfrm>
            <a:off x="3276868" y="5315618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8CBF29-9432-4DBE-B19E-E39B4D0EC26E}"/>
              </a:ext>
            </a:extLst>
          </p:cNvPr>
          <p:cNvSpPr/>
          <p:nvPr/>
        </p:nvSpPr>
        <p:spPr>
          <a:xfrm>
            <a:off x="2823463" y="5318890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761271-8F22-4F1C-A985-88CCC08D8C59}"/>
              </a:ext>
            </a:extLst>
          </p:cNvPr>
          <p:cNvSpPr/>
          <p:nvPr/>
        </p:nvSpPr>
        <p:spPr>
          <a:xfrm>
            <a:off x="3249052" y="3146836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D1AFC-ADCA-425A-B498-2C651ED0891F}"/>
              </a:ext>
            </a:extLst>
          </p:cNvPr>
          <p:cNvSpPr/>
          <p:nvPr/>
        </p:nvSpPr>
        <p:spPr>
          <a:xfrm>
            <a:off x="2806071" y="3146669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DC8DCD-26A0-4183-BFAB-0156DB260B24}"/>
              </a:ext>
            </a:extLst>
          </p:cNvPr>
          <p:cNvSpPr/>
          <p:nvPr/>
        </p:nvSpPr>
        <p:spPr>
          <a:xfrm>
            <a:off x="1232972" y="4638997"/>
            <a:ext cx="27924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D8F6B6-D1FE-40AE-9F90-39A5447EBA52}"/>
              </a:ext>
            </a:extLst>
          </p:cNvPr>
          <p:cNvSpPr/>
          <p:nvPr/>
        </p:nvSpPr>
        <p:spPr>
          <a:xfrm>
            <a:off x="9762562" y="2163916"/>
            <a:ext cx="130266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Backward Pass</a:t>
            </a:r>
            <a:endParaRPr lang="en-US" sz="1400" b="1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FFDF5B-2EB0-41B9-BF42-2A46494946EC}"/>
              </a:ext>
            </a:extLst>
          </p:cNvPr>
          <p:cNvSpPr/>
          <p:nvPr/>
        </p:nvSpPr>
        <p:spPr>
          <a:xfrm>
            <a:off x="2912517" y="3409801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001312C-51C7-4397-9C4B-7C0BC08B5BAC}"/>
              </a:ext>
            </a:extLst>
          </p:cNvPr>
          <p:cNvSpPr/>
          <p:nvPr/>
        </p:nvSpPr>
        <p:spPr>
          <a:xfrm>
            <a:off x="5020279" y="338872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227497D-AE13-4226-A7C1-4DDB5B30C90D}"/>
              </a:ext>
            </a:extLst>
          </p:cNvPr>
          <p:cNvSpPr/>
          <p:nvPr/>
        </p:nvSpPr>
        <p:spPr>
          <a:xfrm>
            <a:off x="8263389" y="3381692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FAC4B83-6A08-41E5-975B-DD4F75BA3031}"/>
              </a:ext>
            </a:extLst>
          </p:cNvPr>
          <p:cNvSpPr/>
          <p:nvPr/>
        </p:nvSpPr>
        <p:spPr>
          <a:xfrm>
            <a:off x="2972639" y="4657198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049459E-43C8-4607-B52C-E4E71BD9813D}"/>
              </a:ext>
            </a:extLst>
          </p:cNvPr>
          <p:cNvSpPr/>
          <p:nvPr/>
        </p:nvSpPr>
        <p:spPr>
          <a:xfrm>
            <a:off x="5064423" y="4553389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4E13E75-F5CE-4EFA-963C-C7786D773272}"/>
              </a:ext>
            </a:extLst>
          </p:cNvPr>
          <p:cNvSpPr/>
          <p:nvPr/>
        </p:nvSpPr>
        <p:spPr>
          <a:xfrm>
            <a:off x="6914320" y="459884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42E854-9FEE-4F62-8C79-41E52BC67AB3}"/>
              </a:ext>
            </a:extLst>
          </p:cNvPr>
          <p:cNvSpPr/>
          <p:nvPr/>
        </p:nvSpPr>
        <p:spPr>
          <a:xfrm>
            <a:off x="9065357" y="4607426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18B5F08-A681-4EE9-BDF1-9951711F23F3}"/>
              </a:ext>
            </a:extLst>
          </p:cNvPr>
          <p:cNvSpPr/>
          <p:nvPr/>
        </p:nvSpPr>
        <p:spPr>
          <a:xfrm>
            <a:off x="10160906" y="2375078"/>
            <a:ext cx="56938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0A078-1558-4300-A157-924D397F2B25}"/>
              </a:ext>
            </a:extLst>
          </p:cNvPr>
          <p:cNvSpPr/>
          <p:nvPr/>
        </p:nvSpPr>
        <p:spPr>
          <a:xfrm>
            <a:off x="4770766" y="3893541"/>
            <a:ext cx="272222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 – D – E – F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5A4381A-A810-453F-A825-20D854BE66D9}"/>
              </a:ext>
            </a:extLst>
          </p:cNvPr>
          <p:cNvSpPr/>
          <p:nvPr/>
        </p:nvSpPr>
        <p:spPr>
          <a:xfrm>
            <a:off x="9925036" y="2593911"/>
            <a:ext cx="10706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</a:t>
            </a:r>
            <a:endParaRPr lang="en-US" sz="1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0616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4886</TotalTime>
  <Words>2917</Words>
  <Application>Microsoft Office PowerPoint</Application>
  <PresentationFormat>Widescreen</PresentationFormat>
  <Paragraphs>1062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Tw Cen MT</vt:lpstr>
      <vt:lpstr>Circuit</vt:lpstr>
      <vt:lpstr>Binary </vt:lpstr>
      <vt:lpstr>How To Convert a Decimal Number into Binary (Powers of 2)</vt:lpstr>
      <vt:lpstr>How To Convert a Decimal Number into Binary (Powers of 2) (Continues…)</vt:lpstr>
      <vt:lpstr>How To Convert a Decimal Number into Binary Successive Division</vt:lpstr>
      <vt:lpstr>How To Add Binary Numbers </vt:lpstr>
      <vt:lpstr>How To Add Binary Numbers  (Continues…)</vt:lpstr>
      <vt:lpstr>How To Add Binary Numbers  (Continues…)</vt:lpstr>
      <vt:lpstr>How To Subtract Binary Numbers</vt:lpstr>
      <vt:lpstr>1’s &amp; 2’s Complement </vt:lpstr>
      <vt:lpstr>Signed Magnitude </vt:lpstr>
      <vt:lpstr>2’s Complement </vt:lpstr>
      <vt:lpstr>2’s complement Subtraction </vt:lpstr>
      <vt:lpstr>2’s complement Subtraction (Continues…)</vt:lpstr>
      <vt:lpstr>PERT Chart</vt:lpstr>
      <vt:lpstr>PERT Chart Example 1</vt:lpstr>
      <vt:lpstr>PERT Chart Example 2</vt:lpstr>
      <vt:lpstr>Question</vt:lpstr>
      <vt:lpstr>PERT Chart Example 3</vt:lpstr>
      <vt:lpstr>PERT Chart Example 4</vt:lpstr>
      <vt:lpstr>PERT Chart</vt:lpstr>
      <vt:lpstr>TASK 1</vt:lpstr>
      <vt:lpstr>TASK 1 (Continues…)</vt:lpstr>
      <vt:lpstr>TASK 2</vt:lpstr>
      <vt:lpstr>TASK 2 (Continues…)</vt:lpstr>
      <vt:lpstr>PERT CHART GUIDE</vt:lpstr>
      <vt:lpstr>Steps When Creating a PERT Chart</vt:lpstr>
      <vt:lpstr>Steps When Creating a PERT Chart (Continues…)</vt:lpstr>
      <vt:lpstr>Steps When Creating a PERT Chart (Continues…)</vt:lpstr>
      <vt:lpstr>Steps When Creating a PERT Chart (Continues…)</vt:lpstr>
      <vt:lpstr>Steps When Creating a PERT Chart (Continues…)</vt:lpstr>
      <vt:lpstr>Steps When Creating a PERT Chart (Continues…)</vt:lpstr>
      <vt:lpstr>Steps When Creating a PERT Chart (Continues…)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VULNERABILITY ASSESSMENT</dc:title>
  <dc:creator>James Soko</dc:creator>
  <cp:lastModifiedBy>James Soko</cp:lastModifiedBy>
  <cp:revision>380</cp:revision>
  <dcterms:created xsi:type="dcterms:W3CDTF">2025-03-10T06:53:39Z</dcterms:created>
  <dcterms:modified xsi:type="dcterms:W3CDTF">2025-07-26T19:19:40Z</dcterms:modified>
</cp:coreProperties>
</file>