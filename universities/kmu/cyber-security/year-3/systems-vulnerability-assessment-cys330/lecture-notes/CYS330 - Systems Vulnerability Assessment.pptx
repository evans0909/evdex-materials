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143"/>
  </p:notesMasterIdLst>
  <p:sldIdLst>
    <p:sldId id="256" r:id="rId2"/>
    <p:sldId id="257" r:id="rId3"/>
    <p:sldId id="258" r:id="rId4"/>
    <p:sldId id="260" r:id="rId5"/>
    <p:sldId id="261" r:id="rId6"/>
    <p:sldId id="262" r:id="rId7"/>
    <p:sldId id="259"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5" r:id="rId41"/>
    <p:sldId id="302" r:id="rId42"/>
    <p:sldId id="303" r:id="rId43"/>
    <p:sldId id="304" r:id="rId44"/>
    <p:sldId id="306" r:id="rId45"/>
    <p:sldId id="307" r:id="rId46"/>
    <p:sldId id="308" r:id="rId47"/>
    <p:sldId id="309" r:id="rId48"/>
    <p:sldId id="310" r:id="rId49"/>
    <p:sldId id="311" r:id="rId50"/>
    <p:sldId id="312" r:id="rId51"/>
    <p:sldId id="313" r:id="rId52"/>
    <p:sldId id="314" r:id="rId53"/>
    <p:sldId id="284" r:id="rId54"/>
    <p:sldId id="315" r:id="rId55"/>
    <p:sldId id="316" r:id="rId56"/>
    <p:sldId id="317" r:id="rId57"/>
    <p:sldId id="318" r:id="rId58"/>
    <p:sldId id="319" r:id="rId59"/>
    <p:sldId id="412" r:id="rId60"/>
    <p:sldId id="413" r:id="rId61"/>
    <p:sldId id="414" r:id="rId62"/>
    <p:sldId id="285" r:id="rId63"/>
    <p:sldId id="279" r:id="rId64"/>
    <p:sldId id="283" r:id="rId65"/>
    <p:sldId id="280" r:id="rId66"/>
    <p:sldId id="281" r:id="rId67"/>
    <p:sldId id="282" r:id="rId68"/>
    <p:sldId id="320" r:id="rId69"/>
    <p:sldId id="321" r:id="rId70"/>
    <p:sldId id="416" r:id="rId71"/>
    <p:sldId id="417" r:id="rId72"/>
    <p:sldId id="418" r:id="rId73"/>
    <p:sldId id="415" r:id="rId74"/>
    <p:sldId id="322" r:id="rId75"/>
    <p:sldId id="425" r:id="rId76"/>
    <p:sldId id="426" r:id="rId77"/>
    <p:sldId id="427" r:id="rId78"/>
    <p:sldId id="428" r:id="rId79"/>
    <p:sldId id="323" r:id="rId80"/>
    <p:sldId id="324" r:id="rId81"/>
    <p:sldId id="325" r:id="rId82"/>
    <p:sldId id="326" r:id="rId83"/>
    <p:sldId id="327" r:id="rId84"/>
    <p:sldId id="336" r:id="rId85"/>
    <p:sldId id="337" r:id="rId86"/>
    <p:sldId id="429" r:id="rId87"/>
    <p:sldId id="430" r:id="rId88"/>
    <p:sldId id="345" r:id="rId89"/>
    <p:sldId id="329" r:id="rId90"/>
    <p:sldId id="330" r:id="rId91"/>
    <p:sldId id="331" r:id="rId92"/>
    <p:sldId id="332" r:id="rId93"/>
    <p:sldId id="333" r:id="rId94"/>
    <p:sldId id="334" r:id="rId95"/>
    <p:sldId id="335" r:id="rId96"/>
    <p:sldId id="340" r:id="rId97"/>
    <p:sldId id="341" r:id="rId98"/>
    <p:sldId id="342" r:id="rId99"/>
    <p:sldId id="343" r:id="rId100"/>
    <p:sldId id="344" r:id="rId101"/>
    <p:sldId id="346" r:id="rId102"/>
    <p:sldId id="382" r:id="rId103"/>
    <p:sldId id="383" r:id="rId104"/>
    <p:sldId id="384" r:id="rId105"/>
    <p:sldId id="338" r:id="rId106"/>
    <p:sldId id="339" r:id="rId107"/>
    <p:sldId id="350" r:id="rId108"/>
    <p:sldId id="347" r:id="rId109"/>
    <p:sldId id="348" r:id="rId110"/>
    <p:sldId id="349" r:id="rId111"/>
    <p:sldId id="359" r:id="rId112"/>
    <p:sldId id="360" r:id="rId113"/>
    <p:sldId id="351" r:id="rId114"/>
    <p:sldId id="352" r:id="rId115"/>
    <p:sldId id="353" r:id="rId116"/>
    <p:sldId id="354" r:id="rId117"/>
    <p:sldId id="355" r:id="rId118"/>
    <p:sldId id="356" r:id="rId119"/>
    <p:sldId id="357" r:id="rId120"/>
    <p:sldId id="358" r:id="rId121"/>
    <p:sldId id="365" r:id="rId122"/>
    <p:sldId id="370" r:id="rId123"/>
    <p:sldId id="368" r:id="rId124"/>
    <p:sldId id="377" r:id="rId125"/>
    <p:sldId id="378" r:id="rId126"/>
    <p:sldId id="369" r:id="rId127"/>
    <p:sldId id="379" r:id="rId128"/>
    <p:sldId id="380" r:id="rId129"/>
    <p:sldId id="372" r:id="rId130"/>
    <p:sldId id="373" r:id="rId131"/>
    <p:sldId id="381" r:id="rId132"/>
    <p:sldId id="374" r:id="rId133"/>
    <p:sldId id="375" r:id="rId134"/>
    <p:sldId id="376" r:id="rId135"/>
    <p:sldId id="419" r:id="rId136"/>
    <p:sldId id="420" r:id="rId137"/>
    <p:sldId id="421" r:id="rId138"/>
    <p:sldId id="422" r:id="rId139"/>
    <p:sldId id="423" r:id="rId140"/>
    <p:sldId id="424" r:id="rId141"/>
    <p:sldId id="431" r:id="rId1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59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4970E8-EBEC-4B17-9981-540EDA20007C}" type="datetimeFigureOut">
              <a:rPr lang="LID4096" smtClean="0"/>
              <a:t>10/19/2025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9CDA2F-4A61-4AB9-9F67-F800E174193A}" type="slidenum">
              <a:rPr lang="LID4096" smtClean="0"/>
              <a:t>‹#›</a:t>
            </a:fld>
            <a:endParaRPr lang="LID4096"/>
          </a:p>
        </p:txBody>
      </p:sp>
    </p:spTree>
    <p:extLst>
      <p:ext uri="{BB962C8B-B14F-4D97-AF65-F5344CB8AC3E}">
        <p14:creationId xmlns:p14="http://schemas.microsoft.com/office/powerpoint/2010/main" val="4201630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989CDA2F-4A61-4AB9-9F67-F800E174193A}" type="slidenum">
              <a:rPr lang="LID4096" smtClean="0"/>
              <a:t>22</a:t>
            </a:fld>
            <a:endParaRPr lang="LID4096"/>
          </a:p>
        </p:txBody>
      </p:sp>
    </p:spTree>
    <p:extLst>
      <p:ext uri="{BB962C8B-B14F-4D97-AF65-F5344CB8AC3E}">
        <p14:creationId xmlns:p14="http://schemas.microsoft.com/office/powerpoint/2010/main" val="3834702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989CDA2F-4A61-4AB9-9F67-F800E174193A}" type="slidenum">
              <a:rPr lang="LID4096" smtClean="0"/>
              <a:t>26</a:t>
            </a:fld>
            <a:endParaRPr lang="LID4096"/>
          </a:p>
        </p:txBody>
      </p:sp>
    </p:spTree>
    <p:extLst>
      <p:ext uri="{BB962C8B-B14F-4D97-AF65-F5344CB8AC3E}">
        <p14:creationId xmlns:p14="http://schemas.microsoft.com/office/powerpoint/2010/main" val="18023124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75C900B-D37D-4BA7-A9BE-6F8F4C730E73}" type="datetime1">
              <a:rPr lang="LID4096" smtClean="0"/>
              <a:t>10/19/2025</a:t>
            </a:fld>
            <a:endParaRPr lang="LID4096"/>
          </a:p>
        </p:txBody>
      </p:sp>
      <p:sp>
        <p:nvSpPr>
          <p:cNvPr id="5" name="Footer Placeholder 4"/>
          <p:cNvSpPr>
            <a:spLocks noGrp="1"/>
          </p:cNvSpPr>
          <p:nvPr>
            <p:ph type="ftr" sz="quarter" idx="11"/>
          </p:nvPr>
        </p:nvSpPr>
        <p:spPr>
          <a:xfrm>
            <a:off x="1876424" y="5410201"/>
            <a:ext cx="5124886" cy="365125"/>
          </a:xfrm>
        </p:spPr>
        <p:txBody>
          <a:bodyPr/>
          <a:lstStyle/>
          <a:p>
            <a:r>
              <a:rPr lang="en-GB" dirty="0"/>
              <a:t>Prepared by James Soko for Mr. Paul M. Mutunda © 2025 Kapasa Makasa University </a:t>
            </a:r>
            <a:endParaRPr lang="LID4096" dirty="0"/>
          </a:p>
        </p:txBody>
      </p:sp>
      <p:sp>
        <p:nvSpPr>
          <p:cNvPr id="6" name="Slide Number Placeholder 5"/>
          <p:cNvSpPr>
            <a:spLocks noGrp="1"/>
          </p:cNvSpPr>
          <p:nvPr>
            <p:ph type="sldNum" sz="quarter" idx="12"/>
          </p:nvPr>
        </p:nvSpPr>
        <p:spPr>
          <a:xfrm>
            <a:off x="9896911" y="5410199"/>
            <a:ext cx="771089" cy="365125"/>
          </a:xfrm>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2239951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5EE4D7-4899-4AC0-8A2B-971563879D03}" type="datetime1">
              <a:rPr lang="LID4096" smtClean="0"/>
              <a:t>10/19/2025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2213755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4DAA27-34EF-419A-A21B-B62F6FC47252}" type="datetime1">
              <a:rPr lang="LID4096" smtClean="0"/>
              <a:t>10/19/2025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2897202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649C8D-BA9F-45CB-97CC-20C0D1B48E29}" type="datetime1">
              <a:rPr lang="LID4096" smtClean="0"/>
              <a:t>10/19/2025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7" name="Slide Number Placeholder 6"/>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2208531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D4776C-42A2-45CC-AE47-D4FF21D12911}" type="datetime1">
              <a:rPr lang="LID4096" smtClean="0"/>
              <a:t>10/19/2025</a:t>
            </a:fld>
            <a:endParaRPr lang="LID4096"/>
          </a:p>
        </p:txBody>
      </p:sp>
      <p:sp>
        <p:nvSpPr>
          <p:cNvPr id="8" name="Footer Placeholder 7"/>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9" name="Slide Number Placeholder 8"/>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1897340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9EA6F3-D201-4388-AF48-65415D5FE10C}" type="datetime1">
              <a:rPr lang="LID4096" smtClean="0"/>
              <a:t>10/19/2025</a:t>
            </a:fld>
            <a:endParaRPr lang="LID4096"/>
          </a:p>
        </p:txBody>
      </p:sp>
      <p:sp>
        <p:nvSpPr>
          <p:cNvPr id="4" name="Footer Placeholder 3"/>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1222669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A3DF2-0D13-4ADA-B534-60CBDCC4C3D0}" type="datetime1">
              <a:rPr lang="LID4096" smtClean="0"/>
              <a:t>10/19/2025</a:t>
            </a:fld>
            <a:endParaRPr lang="LID4096"/>
          </a:p>
        </p:txBody>
      </p:sp>
      <p:sp>
        <p:nvSpPr>
          <p:cNvPr id="3" name="Footer Placeholder 2"/>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4" name="Slide Number Placeholder 3"/>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1942715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063457-F0B3-4C98-A8C1-3723A765C8D7}" type="datetime1">
              <a:rPr lang="LID4096" smtClean="0"/>
              <a:t>10/19/2025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7" name="Slide Number Placeholder 6"/>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1675285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82EB19-8909-4F21-B1E7-29411BE5F101}" type="datetime1">
              <a:rPr lang="LID4096" smtClean="0"/>
              <a:t>10/19/2025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7" name="Slide Number Placeholder 6"/>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566784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F220D5-17EC-44DA-B4FF-83A376CE1AE8}" type="datetime1">
              <a:rPr lang="LID4096" smtClean="0"/>
              <a:t>10/19/2025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7" name="Slide Number Placeholder 6"/>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508030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61F22B-A096-4D72-8B1F-A2065347EC63}" type="datetime1">
              <a:rPr lang="LID4096" smtClean="0"/>
              <a:t>10/19/2025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7" name="Slide Number Placeholder 6"/>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3873823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AABAA9-3BC4-4530-A52B-89CAD9A46DB8}" type="datetime1">
              <a:rPr lang="LID4096" smtClean="0"/>
              <a:t>10/19/2025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7" name="Slide Number Placeholder 6"/>
          <p:cNvSpPr>
            <a:spLocks noGrp="1"/>
          </p:cNvSpPr>
          <p:nvPr>
            <p:ph type="sldNum" sz="quarter" idx="12"/>
          </p:nvPr>
        </p:nvSpPr>
        <p:spPr/>
        <p:txBody>
          <a:bodyPr/>
          <a:lstStyle/>
          <a:p>
            <a:fld id="{76711B12-96E3-4CC6-8596-5FF84CCB8B40}" type="slidenum">
              <a:rPr lang="LID4096" smtClean="0"/>
              <a:t>‹#›</a:t>
            </a:fld>
            <a:endParaRPr lang="LID4096"/>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11303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4D2EEC-E7AF-483A-8F76-12FF7F8594A4}" type="datetime1">
              <a:rPr lang="LID4096" smtClean="0"/>
              <a:t>10/19/2025</a:t>
            </a:fld>
            <a:endParaRPr lang="LID4096"/>
          </a:p>
        </p:txBody>
      </p:sp>
      <p:sp>
        <p:nvSpPr>
          <p:cNvPr id="6" name="Footer Placeholder 5"/>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7" name="Slide Number Placeholder 6"/>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2641991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3BED23B-6EDA-4F9E-99F9-577FD3B41D55}" type="datetime1">
              <a:rPr lang="LID4096" smtClean="0"/>
              <a:t>10/19/2025</a:t>
            </a:fld>
            <a:endParaRPr lang="LID4096"/>
          </a:p>
        </p:txBody>
      </p:sp>
      <p:sp>
        <p:nvSpPr>
          <p:cNvPr id="4" name="Footer Placeholder 3"/>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3161773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4DFA0EB-0A94-484B-B852-9E3410130E9D}" type="datetime1">
              <a:rPr lang="LID4096" smtClean="0"/>
              <a:t>10/19/2025</a:t>
            </a:fld>
            <a:endParaRPr lang="LID4096"/>
          </a:p>
        </p:txBody>
      </p:sp>
      <p:sp>
        <p:nvSpPr>
          <p:cNvPr id="4" name="Footer Placeholder 3"/>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2441829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BF95DD-E87D-48C2-A21D-16BF9416B98D}" type="datetime1">
              <a:rPr lang="LID4096" smtClean="0"/>
              <a:t>10/19/2025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4176661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48917D-6DD0-4440-8F79-CC7921395BC0}" type="datetime1">
              <a:rPr lang="LID4096" smtClean="0"/>
              <a:t>10/19/2025</a:t>
            </a:fld>
            <a:endParaRPr lang="LID4096"/>
          </a:p>
        </p:txBody>
      </p:sp>
      <p:sp>
        <p:nvSpPr>
          <p:cNvPr id="5" name="Footer Placeholder 4"/>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p:cNvSpPr>
            <a:spLocks noGrp="1"/>
          </p:cNvSpPr>
          <p:nvPr>
            <p:ph type="sldNum" sz="quarter" idx="12"/>
          </p:nvPr>
        </p:nvSpPr>
        <p:spPr/>
        <p:txBody>
          <a:bodyPr/>
          <a:lstStyle/>
          <a:p>
            <a:fld id="{76711B12-96E3-4CC6-8596-5FF84CCB8B40}" type="slidenum">
              <a:rPr lang="LID4096" smtClean="0"/>
              <a:t>‹#›</a:t>
            </a:fld>
            <a:endParaRPr lang="LID4096"/>
          </a:p>
        </p:txBody>
      </p:sp>
    </p:spTree>
    <p:extLst>
      <p:ext uri="{BB962C8B-B14F-4D97-AF65-F5344CB8AC3E}">
        <p14:creationId xmlns:p14="http://schemas.microsoft.com/office/powerpoint/2010/main" val="2702104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35E4E13-8CE7-48B4-8974-A9E684A5CB96}" type="datetime1">
              <a:rPr lang="LID4096" smtClean="0"/>
              <a:t>10/19/2025</a:t>
            </a:fld>
            <a:endParaRPr lang="LID4096"/>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GB" dirty="0"/>
              <a:t>Prepared by James Soko for Mr. Paul M. Mutunda © 2025 Kapasa Makasa University </a:t>
            </a:r>
            <a:endParaRPr lang="LID4096"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6711B12-96E3-4CC6-8596-5FF84CCB8B40}" type="slidenum">
              <a:rPr lang="LID4096" smtClean="0"/>
              <a:t>‹#›</a:t>
            </a:fld>
            <a:endParaRPr lang="LID4096"/>
          </a:p>
        </p:txBody>
      </p:sp>
    </p:spTree>
    <p:extLst>
      <p:ext uri="{BB962C8B-B14F-4D97-AF65-F5344CB8AC3E}">
        <p14:creationId xmlns:p14="http://schemas.microsoft.com/office/powerpoint/2010/main" val="667718042"/>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www.youtube.com/watch?v=VSMAjMfJ6KQ"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www.youtube.com/watch?v=VSMAjMfJ6KQ"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2563E-0582-4479-AA30-39CF2A080111}"/>
              </a:ext>
            </a:extLst>
          </p:cNvPr>
          <p:cNvSpPr>
            <a:spLocks noGrp="1"/>
          </p:cNvSpPr>
          <p:nvPr>
            <p:ph type="ctrTitle"/>
          </p:nvPr>
        </p:nvSpPr>
        <p:spPr/>
        <p:txBody>
          <a:bodyPr>
            <a:normAutofit/>
          </a:bodyPr>
          <a:lstStyle/>
          <a:p>
            <a:pPr algn="ctr"/>
            <a:r>
              <a:rPr lang="en-US" sz="4000" b="1" dirty="0"/>
              <a:t>SYSTEMS VULNERABILITY ASSESSMENT</a:t>
            </a:r>
            <a:endParaRPr lang="LID4096" sz="4000" b="1" dirty="0"/>
          </a:p>
        </p:txBody>
      </p:sp>
      <p:sp>
        <p:nvSpPr>
          <p:cNvPr id="3" name="Subtitle 2">
            <a:extLst>
              <a:ext uri="{FF2B5EF4-FFF2-40B4-BE49-F238E27FC236}">
                <a16:creationId xmlns:a16="http://schemas.microsoft.com/office/drawing/2014/main" id="{3F54F849-F28B-4C96-A026-398C506075A6}"/>
              </a:ext>
            </a:extLst>
          </p:cNvPr>
          <p:cNvSpPr>
            <a:spLocks noGrp="1"/>
          </p:cNvSpPr>
          <p:nvPr>
            <p:ph type="subTitle" idx="1"/>
          </p:nvPr>
        </p:nvSpPr>
        <p:spPr/>
        <p:txBody>
          <a:bodyPr/>
          <a:lstStyle/>
          <a:p>
            <a:pPr algn="ctr"/>
            <a:r>
              <a:rPr lang="en-US" b="1" dirty="0"/>
              <a:t>CYS330</a:t>
            </a:r>
            <a:endParaRPr lang="LID4096" b="1" dirty="0"/>
          </a:p>
        </p:txBody>
      </p:sp>
    </p:spTree>
    <p:extLst>
      <p:ext uri="{BB962C8B-B14F-4D97-AF65-F5344CB8AC3E}">
        <p14:creationId xmlns:p14="http://schemas.microsoft.com/office/powerpoint/2010/main" val="2467572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5DC0FC5-E267-44CB-B63A-51D41C40D410}"/>
              </a:ext>
            </a:extLst>
          </p:cNvPr>
          <p:cNvSpPr>
            <a:spLocks noGrp="1"/>
          </p:cNvSpPr>
          <p:nvPr>
            <p:ph type="ctrTitle"/>
          </p:nvPr>
        </p:nvSpPr>
        <p:spPr/>
        <p:txBody>
          <a:bodyPr>
            <a:normAutofit/>
          </a:bodyPr>
          <a:lstStyle/>
          <a:p>
            <a:pPr algn="ctr"/>
            <a:r>
              <a:rPr lang="en-US" sz="4000" b="1" dirty="0"/>
              <a:t>Vulnerability assessment (va) and vulnerability management (VM)</a:t>
            </a:r>
            <a:endParaRPr lang="LID4096" sz="4000" b="1" dirty="0"/>
          </a:p>
        </p:txBody>
      </p:sp>
      <p:sp>
        <p:nvSpPr>
          <p:cNvPr id="7" name="Subtitle 6">
            <a:extLst>
              <a:ext uri="{FF2B5EF4-FFF2-40B4-BE49-F238E27FC236}">
                <a16:creationId xmlns:a16="http://schemas.microsoft.com/office/drawing/2014/main" id="{9E85A245-D2E7-450D-8059-2D83756E60D1}"/>
              </a:ext>
            </a:extLst>
          </p:cNvPr>
          <p:cNvSpPr>
            <a:spLocks noGrp="1"/>
          </p:cNvSpPr>
          <p:nvPr>
            <p:ph type="subTitle" idx="1"/>
          </p:nvPr>
        </p:nvSpPr>
        <p:spPr/>
        <p:txBody>
          <a:bodyPr/>
          <a:lstStyle/>
          <a:p>
            <a:pPr algn="ctr"/>
            <a:r>
              <a:rPr lang="en-US" b="1" dirty="0"/>
              <a:t>UNIT 1</a:t>
            </a:r>
            <a:endParaRPr lang="LID4096" b="1" dirty="0"/>
          </a:p>
        </p:txBody>
      </p:sp>
    </p:spTree>
    <p:extLst>
      <p:ext uri="{BB962C8B-B14F-4D97-AF65-F5344CB8AC3E}">
        <p14:creationId xmlns:p14="http://schemas.microsoft.com/office/powerpoint/2010/main" val="2150493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7D3DF-1B0B-42C7-9013-9A737B739280}"/>
              </a:ext>
            </a:extLst>
          </p:cNvPr>
          <p:cNvSpPr>
            <a:spLocks noGrp="1"/>
          </p:cNvSpPr>
          <p:nvPr>
            <p:ph type="title"/>
          </p:nvPr>
        </p:nvSpPr>
        <p:spPr/>
        <p:txBody>
          <a:bodyPr/>
          <a:lstStyle/>
          <a:p>
            <a:pPr algn="ctr"/>
            <a:r>
              <a:rPr lang="en-GB" b="1" dirty="0"/>
              <a:t>Definitions and basic concepts</a:t>
            </a:r>
            <a:endParaRPr lang="LID4096" b="1" dirty="0"/>
          </a:p>
        </p:txBody>
      </p:sp>
      <p:sp>
        <p:nvSpPr>
          <p:cNvPr id="3" name="Content Placeholder 2">
            <a:extLst>
              <a:ext uri="{FF2B5EF4-FFF2-40B4-BE49-F238E27FC236}">
                <a16:creationId xmlns:a16="http://schemas.microsoft.com/office/drawing/2014/main" id="{30E298B8-FEA9-4EA3-AA7F-5251EE6B4297}"/>
              </a:ext>
            </a:extLst>
          </p:cNvPr>
          <p:cNvSpPr>
            <a:spLocks noGrp="1"/>
          </p:cNvSpPr>
          <p:nvPr>
            <p:ph idx="1"/>
          </p:nvPr>
        </p:nvSpPr>
        <p:spPr/>
        <p:txBody>
          <a:bodyPr>
            <a:normAutofit fontScale="85000" lnSpcReduction="20000"/>
          </a:bodyPr>
          <a:lstStyle/>
          <a:p>
            <a:r>
              <a:rPr lang="en-US" dirty="0"/>
              <a:t> </a:t>
            </a:r>
            <a:r>
              <a:rPr lang="en-US" b="1" dirty="0"/>
              <a:t>Vulnerability Assessment (VA) </a:t>
            </a:r>
            <a:r>
              <a:rPr lang="en-US" dirty="0"/>
              <a:t>is a systematic review of security weaknesses in an information system.</a:t>
            </a:r>
          </a:p>
          <a:p>
            <a:r>
              <a:rPr lang="en-US" dirty="0"/>
              <a:t> Its main goal is to;</a:t>
            </a:r>
          </a:p>
          <a:p>
            <a:pPr marL="457200" indent="-457200">
              <a:buFont typeface="+mj-lt"/>
              <a:buAutoNum type="arabicPeriod"/>
            </a:pPr>
            <a:r>
              <a:rPr lang="en-US" b="1" dirty="0"/>
              <a:t>Identify Security Weaknesses </a:t>
            </a:r>
            <a:r>
              <a:rPr lang="en-US" dirty="0"/>
              <a:t>– Evaluate whether a system is prone/open to any known vulnerabilities.</a:t>
            </a:r>
          </a:p>
          <a:p>
            <a:pPr marL="457200" indent="-457200">
              <a:buFont typeface="+mj-lt"/>
              <a:buAutoNum type="arabicPeriod"/>
            </a:pPr>
            <a:r>
              <a:rPr lang="en-US" dirty="0"/>
              <a:t> </a:t>
            </a:r>
            <a:r>
              <a:rPr lang="en-US" b="1" dirty="0"/>
              <a:t>Assess Risk Levels </a:t>
            </a:r>
            <a:r>
              <a:rPr lang="en-US" dirty="0"/>
              <a:t>– Provide the necessary knowledge awareness and risk backgrounds to an organization to take appropriate actions against threats to its environment.</a:t>
            </a:r>
          </a:p>
          <a:p>
            <a:pPr marL="457200" indent="-457200">
              <a:buFont typeface="+mj-lt"/>
              <a:buAutoNum type="arabicPeriod"/>
            </a:pPr>
            <a:r>
              <a:rPr lang="en-US" dirty="0"/>
              <a:t> </a:t>
            </a:r>
            <a:r>
              <a:rPr lang="en-US" b="1" dirty="0"/>
              <a:t>Improve Security Posture </a:t>
            </a:r>
            <a:r>
              <a:rPr lang="en-US" dirty="0"/>
              <a:t>– Helps organizations understand their security weaknesses, assign severity levels, and recommend necessary remediation or mitigation measures.</a:t>
            </a:r>
            <a:endParaRPr lang="LID4096" dirty="0"/>
          </a:p>
        </p:txBody>
      </p:sp>
      <p:sp>
        <p:nvSpPr>
          <p:cNvPr id="4" name="Footer Placeholder 3">
            <a:extLst>
              <a:ext uri="{FF2B5EF4-FFF2-40B4-BE49-F238E27FC236}">
                <a16:creationId xmlns:a16="http://schemas.microsoft.com/office/drawing/2014/main" id="{6810312D-C172-4272-9F6F-79C1FE2C10F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756C099C-D714-45A9-BAFB-DC4405BFFC4D}"/>
              </a:ext>
            </a:extLst>
          </p:cNvPr>
          <p:cNvSpPr>
            <a:spLocks noGrp="1"/>
          </p:cNvSpPr>
          <p:nvPr>
            <p:ph type="sldNum" sz="quarter" idx="12"/>
          </p:nvPr>
        </p:nvSpPr>
        <p:spPr/>
        <p:txBody>
          <a:bodyPr/>
          <a:lstStyle/>
          <a:p>
            <a:fld id="{76711B12-96E3-4CC6-8596-5FF84CCB8B40}" type="slidenum">
              <a:rPr lang="LID4096" smtClean="0"/>
              <a:t>3</a:t>
            </a:fld>
            <a:endParaRPr lang="LID4096"/>
          </a:p>
        </p:txBody>
      </p:sp>
    </p:spTree>
    <p:extLst>
      <p:ext uri="{BB962C8B-B14F-4D97-AF65-F5344CB8AC3E}">
        <p14:creationId xmlns:p14="http://schemas.microsoft.com/office/powerpoint/2010/main" val="3502373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70120-4642-4474-994A-5767129D1E3B}"/>
              </a:ext>
            </a:extLst>
          </p:cNvPr>
          <p:cNvSpPr>
            <a:spLocks noGrp="1"/>
          </p:cNvSpPr>
          <p:nvPr>
            <p:ph type="title"/>
          </p:nvPr>
        </p:nvSpPr>
        <p:spPr/>
        <p:txBody>
          <a:bodyPr/>
          <a:lstStyle/>
          <a:p>
            <a:pPr algn="ctr"/>
            <a:r>
              <a:rPr lang="en-GB" b="1" dirty="0"/>
              <a:t>Definitions and basic concepts (continues…) </a:t>
            </a:r>
            <a:endParaRPr lang="LID4096" dirty="0"/>
          </a:p>
        </p:txBody>
      </p:sp>
      <p:sp>
        <p:nvSpPr>
          <p:cNvPr id="3" name="Content Placeholder 2">
            <a:extLst>
              <a:ext uri="{FF2B5EF4-FFF2-40B4-BE49-F238E27FC236}">
                <a16:creationId xmlns:a16="http://schemas.microsoft.com/office/drawing/2014/main" id="{B28ABFF7-708C-4CA9-9C86-2341D76B9C82}"/>
              </a:ext>
            </a:extLst>
          </p:cNvPr>
          <p:cNvSpPr>
            <a:spLocks noGrp="1"/>
          </p:cNvSpPr>
          <p:nvPr>
            <p:ph idx="1"/>
          </p:nvPr>
        </p:nvSpPr>
        <p:spPr/>
        <p:txBody>
          <a:bodyPr>
            <a:normAutofit fontScale="85000" lnSpcReduction="20000"/>
          </a:bodyPr>
          <a:lstStyle/>
          <a:p>
            <a:pPr>
              <a:buFont typeface="Wingdings" panose="05000000000000000000" pitchFamily="2" charset="2"/>
              <a:buChar char="q"/>
            </a:pPr>
            <a:r>
              <a:rPr lang="en-US" dirty="0"/>
              <a:t> </a:t>
            </a:r>
            <a:r>
              <a:rPr lang="en-US" b="1" dirty="0"/>
              <a:t>Mitigation</a:t>
            </a:r>
            <a:r>
              <a:rPr lang="en-US" dirty="0"/>
              <a:t> </a:t>
            </a:r>
          </a:p>
          <a:p>
            <a:r>
              <a:rPr lang="en-US" dirty="0"/>
              <a:t> Is the action of reducing the severity or seriousness of something.</a:t>
            </a:r>
          </a:p>
          <a:p>
            <a:r>
              <a:rPr lang="en-US" dirty="0"/>
              <a:t> Vulnerability mitigation is the process of reducing or eliminating the risk associated with a security vulnerability. </a:t>
            </a:r>
          </a:p>
          <a:p>
            <a:r>
              <a:rPr lang="en-US" dirty="0"/>
              <a:t> Involves implementing measures or controls to reduce the risk and impact of identified vulnerabilities, rather than eliminating them entirely, providing temporary protection until permanent fixes or remediation can be applied.</a:t>
            </a:r>
          </a:p>
          <a:p>
            <a:r>
              <a:rPr lang="en-US" dirty="0"/>
              <a:t>  The primary goal for mitigation is to </a:t>
            </a:r>
            <a:r>
              <a:rPr lang="en-US" b="1" dirty="0"/>
              <a:t>lower the risk levels to an acceptable threshold</a:t>
            </a:r>
            <a:r>
              <a:rPr lang="en-US" dirty="0"/>
              <a:t>, making it tolerable for the organization or Government department. </a:t>
            </a:r>
            <a:endParaRPr lang="LID4096" dirty="0"/>
          </a:p>
        </p:txBody>
      </p:sp>
      <p:sp>
        <p:nvSpPr>
          <p:cNvPr id="4" name="Footer Placeholder 3">
            <a:extLst>
              <a:ext uri="{FF2B5EF4-FFF2-40B4-BE49-F238E27FC236}">
                <a16:creationId xmlns:a16="http://schemas.microsoft.com/office/drawing/2014/main" id="{6A971195-D70B-4E68-A9BB-A46C5AE419E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FEDE538C-88C4-4A6A-9205-91A7F9813F72}"/>
              </a:ext>
            </a:extLst>
          </p:cNvPr>
          <p:cNvSpPr>
            <a:spLocks noGrp="1"/>
          </p:cNvSpPr>
          <p:nvPr>
            <p:ph type="sldNum" sz="quarter" idx="12"/>
          </p:nvPr>
        </p:nvSpPr>
        <p:spPr/>
        <p:txBody>
          <a:bodyPr/>
          <a:lstStyle/>
          <a:p>
            <a:fld id="{76711B12-96E3-4CC6-8596-5FF84CCB8B40}" type="slidenum">
              <a:rPr lang="LID4096" smtClean="0"/>
              <a:t>4</a:t>
            </a:fld>
            <a:endParaRPr lang="LID4096"/>
          </a:p>
        </p:txBody>
      </p:sp>
    </p:spTree>
    <p:extLst>
      <p:ext uri="{BB962C8B-B14F-4D97-AF65-F5344CB8AC3E}">
        <p14:creationId xmlns:p14="http://schemas.microsoft.com/office/powerpoint/2010/main" val="2529651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3F9B5-6A64-41DC-911E-69EBD5DF9F62}"/>
              </a:ext>
            </a:extLst>
          </p:cNvPr>
          <p:cNvSpPr>
            <a:spLocks noGrp="1"/>
          </p:cNvSpPr>
          <p:nvPr>
            <p:ph type="title"/>
          </p:nvPr>
        </p:nvSpPr>
        <p:spPr/>
        <p:txBody>
          <a:bodyPr/>
          <a:lstStyle/>
          <a:p>
            <a:pPr algn="ctr"/>
            <a:r>
              <a:rPr lang="en-GB" b="1" dirty="0"/>
              <a:t>Definitions and basic concepts (continues…) </a:t>
            </a:r>
            <a:endParaRPr lang="LID4096" dirty="0"/>
          </a:p>
        </p:txBody>
      </p:sp>
      <p:sp>
        <p:nvSpPr>
          <p:cNvPr id="3" name="Content Placeholder 2">
            <a:extLst>
              <a:ext uri="{FF2B5EF4-FFF2-40B4-BE49-F238E27FC236}">
                <a16:creationId xmlns:a16="http://schemas.microsoft.com/office/drawing/2014/main" id="{389BDC88-EABF-4734-BDDE-7CD8B6DFA157}"/>
              </a:ext>
            </a:extLst>
          </p:cNvPr>
          <p:cNvSpPr>
            <a:spLocks noGrp="1"/>
          </p:cNvSpPr>
          <p:nvPr>
            <p:ph idx="1"/>
          </p:nvPr>
        </p:nvSpPr>
        <p:spPr/>
        <p:txBody>
          <a:bodyPr>
            <a:normAutofit fontScale="92500" lnSpcReduction="20000"/>
          </a:bodyPr>
          <a:lstStyle/>
          <a:p>
            <a:pPr>
              <a:buFont typeface="Wingdings" panose="05000000000000000000" pitchFamily="2" charset="2"/>
              <a:buChar char="q"/>
            </a:pPr>
            <a:r>
              <a:rPr lang="en-US" dirty="0"/>
              <a:t> </a:t>
            </a:r>
            <a:r>
              <a:rPr lang="en-US" b="1" dirty="0"/>
              <a:t>Remediation</a:t>
            </a:r>
          </a:p>
          <a:p>
            <a:r>
              <a:rPr lang="en-US" dirty="0"/>
              <a:t>  Is the act of correcting an error.</a:t>
            </a:r>
          </a:p>
          <a:p>
            <a:r>
              <a:rPr lang="en-US" dirty="0"/>
              <a:t> Vulnerability remediation is a process of eliminating detected weaknesses in your network.</a:t>
            </a:r>
          </a:p>
          <a:p>
            <a:r>
              <a:rPr lang="en-US" dirty="0"/>
              <a:t> Is the process of addressing and resolving security incidences or vulnerabilities after they have been identified.</a:t>
            </a:r>
          </a:p>
          <a:p>
            <a:r>
              <a:rPr lang="en-US" dirty="0"/>
              <a:t> It is </a:t>
            </a:r>
            <a:r>
              <a:rPr lang="en-US" b="1" dirty="0"/>
              <a:t>reactive</a:t>
            </a:r>
            <a:r>
              <a:rPr lang="en-US" dirty="0"/>
              <a:t> in nature meaning it occurs after a security breach or vulnerability has been detected, focusing on fixing issues and restoring normal operations.</a:t>
            </a:r>
          </a:p>
          <a:p>
            <a:pPr marL="0" indent="0">
              <a:buNone/>
            </a:pPr>
            <a:endParaRPr lang="LID4096" dirty="0"/>
          </a:p>
        </p:txBody>
      </p:sp>
      <p:sp>
        <p:nvSpPr>
          <p:cNvPr id="4" name="Footer Placeholder 3">
            <a:extLst>
              <a:ext uri="{FF2B5EF4-FFF2-40B4-BE49-F238E27FC236}">
                <a16:creationId xmlns:a16="http://schemas.microsoft.com/office/drawing/2014/main" id="{635024DC-DFEB-452A-8388-5CFDE4B7C6D5}"/>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4F1D5A56-8903-4EFD-B282-EDBD926A411F}"/>
              </a:ext>
            </a:extLst>
          </p:cNvPr>
          <p:cNvSpPr>
            <a:spLocks noGrp="1"/>
          </p:cNvSpPr>
          <p:nvPr>
            <p:ph type="sldNum" sz="quarter" idx="12"/>
          </p:nvPr>
        </p:nvSpPr>
        <p:spPr/>
        <p:txBody>
          <a:bodyPr/>
          <a:lstStyle/>
          <a:p>
            <a:fld id="{76711B12-96E3-4CC6-8596-5FF84CCB8B40}" type="slidenum">
              <a:rPr lang="LID4096" smtClean="0"/>
              <a:t>5</a:t>
            </a:fld>
            <a:endParaRPr lang="LID4096"/>
          </a:p>
        </p:txBody>
      </p:sp>
    </p:spTree>
    <p:extLst>
      <p:ext uri="{BB962C8B-B14F-4D97-AF65-F5344CB8AC3E}">
        <p14:creationId xmlns:p14="http://schemas.microsoft.com/office/powerpoint/2010/main" val="555730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6913B-3647-4642-9496-2AC8F2AFA9A1}"/>
              </a:ext>
            </a:extLst>
          </p:cNvPr>
          <p:cNvSpPr>
            <a:spLocks noGrp="1"/>
          </p:cNvSpPr>
          <p:nvPr>
            <p:ph type="title"/>
          </p:nvPr>
        </p:nvSpPr>
        <p:spPr/>
        <p:txBody>
          <a:bodyPr/>
          <a:lstStyle/>
          <a:p>
            <a:pPr algn="ctr"/>
            <a:r>
              <a:rPr lang="en-US" b="1" dirty="0"/>
              <a:t>Definitions and basic concepts (continues…) </a:t>
            </a:r>
            <a:endParaRPr lang="LID4096" b="1" dirty="0"/>
          </a:p>
        </p:txBody>
      </p:sp>
      <p:graphicFrame>
        <p:nvGraphicFramePr>
          <p:cNvPr id="4" name="Table 4">
            <a:extLst>
              <a:ext uri="{FF2B5EF4-FFF2-40B4-BE49-F238E27FC236}">
                <a16:creationId xmlns:a16="http://schemas.microsoft.com/office/drawing/2014/main" id="{A05CF2A4-6185-451F-94D9-C60E0C0402AA}"/>
              </a:ext>
            </a:extLst>
          </p:cNvPr>
          <p:cNvGraphicFramePr>
            <a:graphicFrameLocks noGrp="1"/>
          </p:cNvGraphicFramePr>
          <p:nvPr>
            <p:ph idx="1"/>
            <p:extLst>
              <p:ext uri="{D42A27DB-BD31-4B8C-83A1-F6EECF244321}">
                <p14:modId xmlns:p14="http://schemas.microsoft.com/office/powerpoint/2010/main" val="2737177785"/>
              </p:ext>
            </p:extLst>
          </p:nvPr>
        </p:nvGraphicFramePr>
        <p:xfrm>
          <a:off x="1141413" y="2249488"/>
          <a:ext cx="10679799" cy="3383280"/>
        </p:xfrm>
        <a:graphic>
          <a:graphicData uri="http://schemas.openxmlformats.org/drawingml/2006/table">
            <a:tbl>
              <a:tblPr firstRow="1" bandRow="1">
                <a:tableStyleId>{5C22544A-7EE6-4342-B048-85BDC9FD1C3A}</a:tableStyleId>
              </a:tblPr>
              <a:tblGrid>
                <a:gridCol w="1865738">
                  <a:extLst>
                    <a:ext uri="{9D8B030D-6E8A-4147-A177-3AD203B41FA5}">
                      <a16:colId xmlns:a16="http://schemas.microsoft.com/office/drawing/2014/main" val="3771317729"/>
                    </a:ext>
                  </a:extLst>
                </a:gridCol>
                <a:gridCol w="4053525">
                  <a:extLst>
                    <a:ext uri="{9D8B030D-6E8A-4147-A177-3AD203B41FA5}">
                      <a16:colId xmlns:a16="http://schemas.microsoft.com/office/drawing/2014/main" val="2356480972"/>
                    </a:ext>
                  </a:extLst>
                </a:gridCol>
                <a:gridCol w="4760536">
                  <a:extLst>
                    <a:ext uri="{9D8B030D-6E8A-4147-A177-3AD203B41FA5}">
                      <a16:colId xmlns:a16="http://schemas.microsoft.com/office/drawing/2014/main" val="1954817384"/>
                    </a:ext>
                  </a:extLst>
                </a:gridCol>
              </a:tblGrid>
              <a:tr h="370840">
                <a:tc>
                  <a:txBody>
                    <a:bodyPr/>
                    <a:lstStyle/>
                    <a:p>
                      <a:r>
                        <a:rPr lang="en-GB" sz="2400" dirty="0">
                          <a:solidFill>
                            <a:schemeClr val="tx1"/>
                          </a:solidFill>
                        </a:rPr>
                        <a:t>Aspect</a:t>
                      </a:r>
                      <a:endParaRPr lang="LID4096" sz="2400" dirty="0">
                        <a:solidFill>
                          <a:schemeClr val="tx1"/>
                        </a:solidFill>
                      </a:endParaRPr>
                    </a:p>
                  </a:txBody>
                  <a:tcPr>
                    <a:noFill/>
                  </a:tcPr>
                </a:tc>
                <a:tc>
                  <a:txBody>
                    <a:bodyPr/>
                    <a:lstStyle/>
                    <a:p>
                      <a:r>
                        <a:rPr lang="en-GB" sz="2400" dirty="0">
                          <a:solidFill>
                            <a:schemeClr val="tx1"/>
                          </a:solidFill>
                        </a:rPr>
                        <a:t>Mitigation (Proactive)</a:t>
                      </a:r>
                      <a:endParaRPr lang="LID4096" sz="2400" dirty="0">
                        <a:solidFill>
                          <a:schemeClr val="tx1"/>
                        </a:solidFill>
                      </a:endParaRPr>
                    </a:p>
                  </a:txBody>
                  <a:tcPr>
                    <a:noFill/>
                  </a:tcPr>
                </a:tc>
                <a:tc>
                  <a:txBody>
                    <a:bodyPr/>
                    <a:lstStyle/>
                    <a:p>
                      <a:r>
                        <a:rPr lang="en-GB" sz="2400" dirty="0">
                          <a:solidFill>
                            <a:schemeClr val="tx1"/>
                          </a:solidFill>
                        </a:rPr>
                        <a:t>Remediation (Reactive)</a:t>
                      </a:r>
                      <a:endParaRPr lang="LID4096" sz="2400" dirty="0">
                        <a:solidFill>
                          <a:schemeClr val="tx1"/>
                        </a:solidFill>
                      </a:endParaRPr>
                    </a:p>
                  </a:txBody>
                  <a:tcPr>
                    <a:noFill/>
                  </a:tcPr>
                </a:tc>
                <a:extLst>
                  <a:ext uri="{0D108BD9-81ED-4DB2-BD59-A6C34878D82A}">
                    <a16:rowId xmlns:a16="http://schemas.microsoft.com/office/drawing/2014/main" val="1377766564"/>
                  </a:ext>
                </a:extLst>
              </a:tr>
              <a:tr h="370840">
                <a:tc>
                  <a:txBody>
                    <a:bodyPr/>
                    <a:lstStyle/>
                    <a:p>
                      <a:r>
                        <a:rPr lang="en-GB" sz="2400" dirty="0">
                          <a:solidFill>
                            <a:schemeClr val="tx1"/>
                          </a:solidFill>
                        </a:rPr>
                        <a:t>Approach</a:t>
                      </a:r>
                      <a:endParaRPr lang="LID4096" sz="2400" dirty="0">
                        <a:solidFill>
                          <a:schemeClr val="tx1"/>
                        </a:solidFill>
                      </a:endParaRPr>
                    </a:p>
                  </a:txBody>
                  <a:tcPr>
                    <a:noFill/>
                  </a:tcPr>
                </a:tc>
                <a:tc>
                  <a:txBody>
                    <a:bodyPr/>
                    <a:lstStyle/>
                    <a:p>
                      <a:r>
                        <a:rPr lang="en-US" sz="2400" dirty="0">
                          <a:solidFill>
                            <a:schemeClr val="tx1"/>
                          </a:solidFill>
                        </a:rPr>
                        <a:t>Limits damage but doesn’t fix the issue</a:t>
                      </a:r>
                      <a:endParaRPr lang="LID4096" sz="2400" dirty="0">
                        <a:solidFill>
                          <a:schemeClr val="tx1"/>
                        </a:solidFill>
                      </a:endParaRPr>
                    </a:p>
                  </a:txBody>
                  <a:tcPr>
                    <a:noFill/>
                  </a:tcPr>
                </a:tc>
                <a:tc>
                  <a:txBody>
                    <a:bodyPr/>
                    <a:lstStyle/>
                    <a:p>
                      <a:r>
                        <a:rPr lang="en-US" sz="2400" dirty="0">
                          <a:solidFill>
                            <a:schemeClr val="tx1"/>
                          </a:solidFill>
                        </a:rPr>
                        <a:t>Fixes the root cause to eliminate the issue</a:t>
                      </a:r>
                      <a:endParaRPr lang="LID4096" sz="2400" dirty="0">
                        <a:solidFill>
                          <a:schemeClr val="tx1"/>
                        </a:solidFill>
                      </a:endParaRPr>
                    </a:p>
                  </a:txBody>
                  <a:tcPr>
                    <a:noFill/>
                  </a:tcPr>
                </a:tc>
                <a:extLst>
                  <a:ext uri="{0D108BD9-81ED-4DB2-BD59-A6C34878D82A}">
                    <a16:rowId xmlns:a16="http://schemas.microsoft.com/office/drawing/2014/main" val="8119889"/>
                  </a:ext>
                </a:extLst>
              </a:tr>
              <a:tr h="370840">
                <a:tc>
                  <a:txBody>
                    <a:bodyPr/>
                    <a:lstStyle/>
                    <a:p>
                      <a:r>
                        <a:rPr lang="en-GB" sz="2400" dirty="0">
                          <a:solidFill>
                            <a:schemeClr val="tx1"/>
                          </a:solidFill>
                        </a:rPr>
                        <a:t>Actions Taken</a:t>
                      </a:r>
                      <a:endParaRPr lang="LID4096" sz="2400" dirty="0">
                        <a:solidFill>
                          <a:schemeClr val="tx1"/>
                        </a:solidFill>
                      </a:endParaRPr>
                    </a:p>
                  </a:txBody>
                  <a:tcPr>
                    <a:noFill/>
                  </a:tcPr>
                </a:tc>
                <a:tc>
                  <a:txBody>
                    <a:bodyPr/>
                    <a:lstStyle/>
                    <a:p>
                      <a:r>
                        <a:rPr lang="en-GB" sz="2400" dirty="0">
                          <a:solidFill>
                            <a:schemeClr val="tx1"/>
                          </a:solidFill>
                        </a:rPr>
                        <a:t>Firewalls, access controls</a:t>
                      </a:r>
                      <a:endParaRPr lang="LID4096" sz="2400" dirty="0">
                        <a:solidFill>
                          <a:schemeClr val="tx1"/>
                        </a:solidFill>
                      </a:endParaRPr>
                    </a:p>
                  </a:txBody>
                  <a:tcPr>
                    <a:noFill/>
                  </a:tcPr>
                </a:tc>
                <a:tc>
                  <a:txBody>
                    <a:bodyPr/>
                    <a:lstStyle/>
                    <a:p>
                      <a:r>
                        <a:rPr lang="en-GB" sz="2400" dirty="0">
                          <a:solidFill>
                            <a:schemeClr val="tx1"/>
                          </a:solidFill>
                        </a:rPr>
                        <a:t>Patching, updates, reconfiguration</a:t>
                      </a:r>
                      <a:endParaRPr lang="LID4096" sz="2400" dirty="0">
                        <a:solidFill>
                          <a:schemeClr val="tx1"/>
                        </a:solidFill>
                      </a:endParaRPr>
                    </a:p>
                  </a:txBody>
                  <a:tcPr>
                    <a:noFill/>
                  </a:tcPr>
                </a:tc>
                <a:extLst>
                  <a:ext uri="{0D108BD9-81ED-4DB2-BD59-A6C34878D82A}">
                    <a16:rowId xmlns:a16="http://schemas.microsoft.com/office/drawing/2014/main" val="4149183124"/>
                  </a:ext>
                </a:extLst>
              </a:tr>
              <a:tr h="370840">
                <a:tc>
                  <a:txBody>
                    <a:bodyPr/>
                    <a:lstStyle/>
                    <a:p>
                      <a:r>
                        <a:rPr lang="en-GB" sz="2400" dirty="0">
                          <a:solidFill>
                            <a:schemeClr val="tx1"/>
                          </a:solidFill>
                        </a:rPr>
                        <a:t>Timeframe</a:t>
                      </a:r>
                      <a:endParaRPr lang="LID4096" sz="2400" dirty="0">
                        <a:solidFill>
                          <a:schemeClr val="tx1"/>
                        </a:solidFill>
                      </a:endParaRPr>
                    </a:p>
                  </a:txBody>
                  <a:tcPr>
                    <a:noFill/>
                  </a:tcPr>
                </a:tc>
                <a:tc>
                  <a:txBody>
                    <a:bodyPr/>
                    <a:lstStyle/>
                    <a:p>
                      <a:r>
                        <a:rPr lang="en-GB" sz="2400" dirty="0">
                          <a:solidFill>
                            <a:schemeClr val="tx1"/>
                          </a:solidFill>
                        </a:rPr>
                        <a:t>Short-term or temporary</a:t>
                      </a:r>
                      <a:endParaRPr lang="LID4096" sz="2400" dirty="0">
                        <a:solidFill>
                          <a:schemeClr val="tx1"/>
                        </a:solidFill>
                      </a:endParaRPr>
                    </a:p>
                  </a:txBody>
                  <a:tcPr>
                    <a:noFill/>
                  </a:tcPr>
                </a:tc>
                <a:tc>
                  <a:txBody>
                    <a:bodyPr/>
                    <a:lstStyle/>
                    <a:p>
                      <a:r>
                        <a:rPr lang="en-GB" sz="2400" dirty="0">
                          <a:solidFill>
                            <a:schemeClr val="tx1"/>
                          </a:solidFill>
                        </a:rPr>
                        <a:t>Long-term or permanent</a:t>
                      </a:r>
                      <a:endParaRPr lang="LID4096" sz="2400" dirty="0">
                        <a:solidFill>
                          <a:schemeClr val="tx1"/>
                        </a:solidFill>
                      </a:endParaRPr>
                    </a:p>
                  </a:txBody>
                  <a:tcPr>
                    <a:noFill/>
                  </a:tcPr>
                </a:tc>
                <a:extLst>
                  <a:ext uri="{0D108BD9-81ED-4DB2-BD59-A6C34878D82A}">
                    <a16:rowId xmlns:a16="http://schemas.microsoft.com/office/drawing/2014/main" val="3839110911"/>
                  </a:ext>
                </a:extLst>
              </a:tr>
              <a:tr h="370840">
                <a:tc>
                  <a:txBody>
                    <a:bodyPr/>
                    <a:lstStyle/>
                    <a:p>
                      <a:r>
                        <a:rPr lang="en-GB" sz="2400" dirty="0">
                          <a:solidFill>
                            <a:schemeClr val="tx1"/>
                          </a:solidFill>
                        </a:rPr>
                        <a:t>Cost</a:t>
                      </a:r>
                      <a:endParaRPr lang="LID4096" sz="2400" dirty="0">
                        <a:solidFill>
                          <a:schemeClr val="tx1"/>
                        </a:solidFill>
                      </a:endParaRPr>
                    </a:p>
                  </a:txBody>
                  <a:tcPr>
                    <a:noFill/>
                  </a:tcPr>
                </a:tc>
                <a:tc>
                  <a:txBody>
                    <a:bodyPr/>
                    <a:lstStyle/>
                    <a:p>
                      <a:r>
                        <a:rPr lang="en-US" sz="2400" dirty="0">
                          <a:solidFill>
                            <a:schemeClr val="tx1"/>
                          </a:solidFill>
                        </a:rPr>
                        <a:t>Lower upfront cost but may lead to higher expenses over time</a:t>
                      </a:r>
                      <a:endParaRPr lang="LID4096" sz="2400" dirty="0">
                        <a:solidFill>
                          <a:schemeClr val="tx1"/>
                        </a:solidFill>
                      </a:endParaRPr>
                    </a:p>
                  </a:txBody>
                  <a:tcPr>
                    <a:noFill/>
                  </a:tcPr>
                </a:tc>
                <a:tc>
                  <a:txBody>
                    <a:bodyPr/>
                    <a:lstStyle/>
                    <a:p>
                      <a:r>
                        <a:rPr lang="en-US" sz="2400" dirty="0">
                          <a:solidFill>
                            <a:schemeClr val="tx1"/>
                          </a:solidFill>
                        </a:rPr>
                        <a:t>Higher initial cost but more cost-effective in the long run.</a:t>
                      </a:r>
                      <a:endParaRPr lang="LID4096" sz="2400" dirty="0">
                        <a:solidFill>
                          <a:schemeClr val="tx1"/>
                        </a:solidFill>
                      </a:endParaRPr>
                    </a:p>
                  </a:txBody>
                  <a:tcPr>
                    <a:noFill/>
                  </a:tcPr>
                </a:tc>
                <a:extLst>
                  <a:ext uri="{0D108BD9-81ED-4DB2-BD59-A6C34878D82A}">
                    <a16:rowId xmlns:a16="http://schemas.microsoft.com/office/drawing/2014/main" val="1716226232"/>
                  </a:ext>
                </a:extLst>
              </a:tr>
            </a:tbl>
          </a:graphicData>
        </a:graphic>
      </p:graphicFrame>
      <p:sp>
        <p:nvSpPr>
          <p:cNvPr id="3" name="Footer Placeholder 2">
            <a:extLst>
              <a:ext uri="{FF2B5EF4-FFF2-40B4-BE49-F238E27FC236}">
                <a16:creationId xmlns:a16="http://schemas.microsoft.com/office/drawing/2014/main" id="{7ABBEEED-EA74-43A0-88EC-1B36F9F439EE}"/>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02B34553-87BD-45D9-94FA-C147EF0FEF81}"/>
              </a:ext>
            </a:extLst>
          </p:cNvPr>
          <p:cNvSpPr>
            <a:spLocks noGrp="1"/>
          </p:cNvSpPr>
          <p:nvPr>
            <p:ph type="sldNum" sz="quarter" idx="12"/>
          </p:nvPr>
        </p:nvSpPr>
        <p:spPr/>
        <p:txBody>
          <a:bodyPr/>
          <a:lstStyle/>
          <a:p>
            <a:fld id="{76711B12-96E3-4CC6-8596-5FF84CCB8B40}" type="slidenum">
              <a:rPr lang="LID4096" smtClean="0"/>
              <a:t>6</a:t>
            </a:fld>
            <a:endParaRPr lang="LID4096"/>
          </a:p>
        </p:txBody>
      </p:sp>
    </p:spTree>
    <p:extLst>
      <p:ext uri="{BB962C8B-B14F-4D97-AF65-F5344CB8AC3E}">
        <p14:creationId xmlns:p14="http://schemas.microsoft.com/office/powerpoint/2010/main" val="1777636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26BF-1F89-4DF3-8CCA-5B4F9B0E2384}"/>
              </a:ext>
            </a:extLst>
          </p:cNvPr>
          <p:cNvSpPr>
            <a:spLocks noGrp="1"/>
          </p:cNvSpPr>
          <p:nvPr>
            <p:ph type="title"/>
          </p:nvPr>
        </p:nvSpPr>
        <p:spPr/>
        <p:txBody>
          <a:bodyPr/>
          <a:lstStyle/>
          <a:p>
            <a:pPr algn="ctr"/>
            <a:r>
              <a:rPr lang="en-GB" b="1" dirty="0"/>
              <a:t>Definitions and basic concepts (continues…) </a:t>
            </a:r>
            <a:endParaRPr lang="LID4096" dirty="0"/>
          </a:p>
        </p:txBody>
      </p:sp>
      <p:sp>
        <p:nvSpPr>
          <p:cNvPr id="3" name="Content Placeholder 2">
            <a:extLst>
              <a:ext uri="{FF2B5EF4-FFF2-40B4-BE49-F238E27FC236}">
                <a16:creationId xmlns:a16="http://schemas.microsoft.com/office/drawing/2014/main" id="{52C9ACC2-DD2B-4B0D-9B2E-E507ADEB1507}"/>
              </a:ext>
            </a:extLst>
          </p:cNvPr>
          <p:cNvSpPr>
            <a:spLocks noGrp="1"/>
          </p:cNvSpPr>
          <p:nvPr>
            <p:ph idx="1"/>
          </p:nvPr>
        </p:nvSpPr>
        <p:spPr/>
        <p:txBody>
          <a:bodyPr>
            <a:normAutofit fontScale="85000" lnSpcReduction="10000"/>
          </a:bodyPr>
          <a:lstStyle/>
          <a:p>
            <a:r>
              <a:rPr lang="en-US" dirty="0"/>
              <a:t> A </a:t>
            </a:r>
            <a:r>
              <a:rPr lang="en-US" b="1" dirty="0"/>
              <a:t>vulnerability</a:t>
            </a:r>
            <a:r>
              <a:rPr lang="en-US" dirty="0"/>
              <a:t> is a weakness that can be exploited by cybercriminals to gain unauthorized access to a computer system.</a:t>
            </a:r>
          </a:p>
          <a:p>
            <a:r>
              <a:rPr lang="en-US" dirty="0"/>
              <a:t> </a:t>
            </a:r>
            <a:r>
              <a:rPr lang="en-US" b="1" dirty="0"/>
              <a:t>Vulnerability Management (VM) </a:t>
            </a:r>
            <a:r>
              <a:rPr lang="en-US" dirty="0"/>
              <a:t>is the process of identifying and fixing security weaknesses in software and systems before hackers exploit them.</a:t>
            </a:r>
          </a:p>
          <a:p>
            <a:r>
              <a:rPr lang="en-US" dirty="0"/>
              <a:t> A </a:t>
            </a:r>
            <a:r>
              <a:rPr lang="en-US" b="1" dirty="0"/>
              <a:t>data breach </a:t>
            </a:r>
            <a:r>
              <a:rPr lang="en-US" dirty="0"/>
              <a:t>is any security incident that results in unauthorized access to confidential information.</a:t>
            </a:r>
          </a:p>
          <a:p>
            <a:r>
              <a:rPr lang="en-US" dirty="0"/>
              <a:t> A </a:t>
            </a:r>
            <a:r>
              <a:rPr lang="en-US" b="1" dirty="0"/>
              <a:t>threat </a:t>
            </a:r>
            <a:r>
              <a:rPr lang="en-US" dirty="0"/>
              <a:t>is something that can exploit a vulnerability e.g., SQLi, XSS, and Escalation of Privileges. A threat can also be defined as any potential action or event that could negatively impact an organization, its data, or its systems, aiming to steal, damage, or disrupt them. </a:t>
            </a:r>
            <a:endParaRPr lang="LID4096" dirty="0"/>
          </a:p>
        </p:txBody>
      </p:sp>
      <p:sp>
        <p:nvSpPr>
          <p:cNvPr id="4" name="Footer Placeholder 3">
            <a:extLst>
              <a:ext uri="{FF2B5EF4-FFF2-40B4-BE49-F238E27FC236}">
                <a16:creationId xmlns:a16="http://schemas.microsoft.com/office/drawing/2014/main" id="{B186DDC1-93F7-499A-8FB5-2B6A32A72723}"/>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B52038DC-1428-4214-9FAC-06C0EB6CF8EA}"/>
              </a:ext>
            </a:extLst>
          </p:cNvPr>
          <p:cNvSpPr>
            <a:spLocks noGrp="1"/>
          </p:cNvSpPr>
          <p:nvPr>
            <p:ph type="sldNum" sz="quarter" idx="12"/>
          </p:nvPr>
        </p:nvSpPr>
        <p:spPr/>
        <p:txBody>
          <a:bodyPr/>
          <a:lstStyle/>
          <a:p>
            <a:fld id="{76711B12-96E3-4CC6-8596-5FF84CCB8B40}" type="slidenum">
              <a:rPr lang="LID4096" smtClean="0"/>
              <a:t>7</a:t>
            </a:fld>
            <a:endParaRPr lang="LID4096"/>
          </a:p>
        </p:txBody>
      </p:sp>
    </p:spTree>
    <p:extLst>
      <p:ext uri="{BB962C8B-B14F-4D97-AF65-F5344CB8AC3E}">
        <p14:creationId xmlns:p14="http://schemas.microsoft.com/office/powerpoint/2010/main" val="2478710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83528-8670-411F-9796-53C2798689D6}"/>
              </a:ext>
            </a:extLst>
          </p:cNvPr>
          <p:cNvSpPr>
            <a:spLocks noGrp="1"/>
          </p:cNvSpPr>
          <p:nvPr>
            <p:ph type="title"/>
          </p:nvPr>
        </p:nvSpPr>
        <p:spPr/>
        <p:txBody>
          <a:bodyPr/>
          <a:lstStyle/>
          <a:p>
            <a:pPr algn="ctr"/>
            <a:r>
              <a:rPr lang="en-GB" b="1" dirty="0"/>
              <a:t>Definitions and basic concepts (continues…) </a:t>
            </a:r>
            <a:endParaRPr lang="LID4096" dirty="0"/>
          </a:p>
        </p:txBody>
      </p:sp>
      <p:sp>
        <p:nvSpPr>
          <p:cNvPr id="3" name="Content Placeholder 2">
            <a:extLst>
              <a:ext uri="{FF2B5EF4-FFF2-40B4-BE49-F238E27FC236}">
                <a16:creationId xmlns:a16="http://schemas.microsoft.com/office/drawing/2014/main" id="{94A0896C-88A9-4F4C-AE00-661F5DB3C071}"/>
              </a:ext>
            </a:extLst>
          </p:cNvPr>
          <p:cNvSpPr>
            <a:spLocks noGrp="1"/>
          </p:cNvSpPr>
          <p:nvPr>
            <p:ph idx="1"/>
          </p:nvPr>
        </p:nvSpPr>
        <p:spPr/>
        <p:txBody>
          <a:bodyPr/>
          <a:lstStyle/>
          <a:p>
            <a:r>
              <a:rPr lang="en-US" dirty="0"/>
              <a:t> </a:t>
            </a:r>
            <a:r>
              <a:rPr lang="en-US" b="1" dirty="0"/>
              <a:t>Risk</a:t>
            </a:r>
            <a:r>
              <a:rPr lang="en-US" dirty="0"/>
              <a:t> is the damage caused when a threat exploits a vulnerability or can refer to the potential for loss, damage, or harm to an organization's assets or reputation resulting from threats and vulnerabilities.</a:t>
            </a:r>
          </a:p>
          <a:p>
            <a:r>
              <a:rPr lang="en-US" dirty="0"/>
              <a:t> </a:t>
            </a:r>
            <a:r>
              <a:rPr lang="en-US" b="1" dirty="0"/>
              <a:t>Threat intelligence </a:t>
            </a:r>
            <a:r>
              <a:rPr lang="en-US" dirty="0"/>
              <a:t>involves collecting, analyzing, and sharing data about cyber threats to empower security teams to take proactive measures for detecting, mitigating, and preventing cyberattacks. </a:t>
            </a:r>
            <a:endParaRPr lang="LID4096" dirty="0"/>
          </a:p>
        </p:txBody>
      </p:sp>
      <p:sp>
        <p:nvSpPr>
          <p:cNvPr id="4" name="Footer Placeholder 3">
            <a:extLst>
              <a:ext uri="{FF2B5EF4-FFF2-40B4-BE49-F238E27FC236}">
                <a16:creationId xmlns:a16="http://schemas.microsoft.com/office/drawing/2014/main" id="{C0C9BA99-2B6E-48D9-AD9C-E62373D9ADE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A9BABF6D-D189-4367-BAF4-96CBA3CAE9B1}"/>
              </a:ext>
            </a:extLst>
          </p:cNvPr>
          <p:cNvSpPr>
            <a:spLocks noGrp="1"/>
          </p:cNvSpPr>
          <p:nvPr>
            <p:ph type="sldNum" sz="quarter" idx="12"/>
          </p:nvPr>
        </p:nvSpPr>
        <p:spPr/>
        <p:txBody>
          <a:bodyPr/>
          <a:lstStyle/>
          <a:p>
            <a:fld id="{76711B12-96E3-4CC6-8596-5FF84CCB8B40}" type="slidenum">
              <a:rPr lang="LID4096" smtClean="0"/>
              <a:t>8</a:t>
            </a:fld>
            <a:endParaRPr lang="LID4096"/>
          </a:p>
        </p:txBody>
      </p:sp>
    </p:spTree>
    <p:extLst>
      <p:ext uri="{BB962C8B-B14F-4D97-AF65-F5344CB8AC3E}">
        <p14:creationId xmlns:p14="http://schemas.microsoft.com/office/powerpoint/2010/main" val="3463918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F2F94-8A03-4F0A-A304-02A49ACFBEA5}"/>
              </a:ext>
            </a:extLst>
          </p:cNvPr>
          <p:cNvSpPr>
            <a:spLocks noGrp="1"/>
          </p:cNvSpPr>
          <p:nvPr>
            <p:ph type="title"/>
          </p:nvPr>
        </p:nvSpPr>
        <p:spPr/>
        <p:txBody>
          <a:bodyPr/>
          <a:lstStyle/>
          <a:p>
            <a:pPr algn="ctr"/>
            <a:r>
              <a:rPr lang="en-GB" b="1" dirty="0"/>
              <a:t>Definitions and basic concepts (continues…) </a:t>
            </a:r>
            <a:endParaRPr lang="LID4096" dirty="0"/>
          </a:p>
        </p:txBody>
      </p:sp>
      <p:sp>
        <p:nvSpPr>
          <p:cNvPr id="3" name="Content Placeholder 2">
            <a:extLst>
              <a:ext uri="{FF2B5EF4-FFF2-40B4-BE49-F238E27FC236}">
                <a16:creationId xmlns:a16="http://schemas.microsoft.com/office/drawing/2014/main" id="{9093FC6B-8D8E-4993-AF88-6F97932E0852}"/>
              </a:ext>
            </a:extLst>
          </p:cNvPr>
          <p:cNvSpPr>
            <a:spLocks noGrp="1"/>
          </p:cNvSpPr>
          <p:nvPr>
            <p:ph idx="1"/>
          </p:nvPr>
        </p:nvSpPr>
        <p:spPr/>
        <p:txBody>
          <a:bodyPr>
            <a:normAutofit fontScale="92500" lnSpcReduction="10000"/>
          </a:bodyPr>
          <a:lstStyle/>
          <a:p>
            <a:pPr>
              <a:buFont typeface="Wingdings" panose="05000000000000000000" pitchFamily="2" charset="2"/>
              <a:buChar char="q"/>
            </a:pPr>
            <a:r>
              <a:rPr lang="en-US" dirty="0"/>
              <a:t> </a:t>
            </a:r>
            <a:r>
              <a:rPr lang="en-US" b="1" dirty="0"/>
              <a:t>Common Vulnerability Scoring System (CVSS)</a:t>
            </a:r>
          </a:p>
          <a:p>
            <a:r>
              <a:rPr lang="en-US" dirty="0"/>
              <a:t>Is used to asses and communicate the severity of software vulnerabilities.</a:t>
            </a:r>
          </a:p>
          <a:p>
            <a:endParaRPr lang="en-US" dirty="0"/>
          </a:p>
          <a:p>
            <a:endParaRPr lang="en-US" dirty="0"/>
          </a:p>
          <a:p>
            <a:endParaRPr lang="en-US" dirty="0"/>
          </a:p>
          <a:p>
            <a:r>
              <a:rPr lang="en-US" dirty="0"/>
              <a:t>It provides a numerical score ranging from 0 to 10 to help organizations prioritize their remediation efforts. </a:t>
            </a:r>
          </a:p>
          <a:p>
            <a:pPr marL="0" indent="0">
              <a:buNone/>
            </a:pPr>
            <a:endParaRPr lang="LID4096" dirty="0"/>
          </a:p>
        </p:txBody>
      </p:sp>
      <p:graphicFrame>
        <p:nvGraphicFramePr>
          <p:cNvPr id="4" name="Table 4">
            <a:extLst>
              <a:ext uri="{FF2B5EF4-FFF2-40B4-BE49-F238E27FC236}">
                <a16:creationId xmlns:a16="http://schemas.microsoft.com/office/drawing/2014/main" id="{2C3FD548-B5DE-478D-88A1-EF70EB0E7BC6}"/>
              </a:ext>
            </a:extLst>
          </p:cNvPr>
          <p:cNvGraphicFramePr>
            <a:graphicFrameLocks noGrp="1"/>
          </p:cNvGraphicFramePr>
          <p:nvPr>
            <p:extLst>
              <p:ext uri="{D42A27DB-BD31-4B8C-83A1-F6EECF244321}">
                <p14:modId xmlns:p14="http://schemas.microsoft.com/office/powerpoint/2010/main" val="1540909250"/>
              </p:ext>
            </p:extLst>
          </p:nvPr>
        </p:nvGraphicFramePr>
        <p:xfrm>
          <a:off x="1494673" y="3429000"/>
          <a:ext cx="8752264" cy="1158240"/>
        </p:xfrm>
        <a:graphic>
          <a:graphicData uri="http://schemas.openxmlformats.org/drawingml/2006/table">
            <a:tbl>
              <a:tblPr firstRow="1" bandRow="1">
                <a:tableStyleId>{5C22544A-7EE6-4342-B048-85BDC9FD1C3A}</a:tableStyleId>
              </a:tblPr>
              <a:tblGrid>
                <a:gridCol w="2188066">
                  <a:extLst>
                    <a:ext uri="{9D8B030D-6E8A-4147-A177-3AD203B41FA5}">
                      <a16:colId xmlns:a16="http://schemas.microsoft.com/office/drawing/2014/main" val="2981781247"/>
                    </a:ext>
                  </a:extLst>
                </a:gridCol>
                <a:gridCol w="2188066">
                  <a:extLst>
                    <a:ext uri="{9D8B030D-6E8A-4147-A177-3AD203B41FA5}">
                      <a16:colId xmlns:a16="http://schemas.microsoft.com/office/drawing/2014/main" val="714736885"/>
                    </a:ext>
                  </a:extLst>
                </a:gridCol>
                <a:gridCol w="2188066">
                  <a:extLst>
                    <a:ext uri="{9D8B030D-6E8A-4147-A177-3AD203B41FA5}">
                      <a16:colId xmlns:a16="http://schemas.microsoft.com/office/drawing/2014/main" val="3893466482"/>
                    </a:ext>
                  </a:extLst>
                </a:gridCol>
                <a:gridCol w="2188066">
                  <a:extLst>
                    <a:ext uri="{9D8B030D-6E8A-4147-A177-3AD203B41FA5}">
                      <a16:colId xmlns:a16="http://schemas.microsoft.com/office/drawing/2014/main" val="990819237"/>
                    </a:ext>
                  </a:extLst>
                </a:gridCol>
              </a:tblGrid>
              <a:tr h="370840">
                <a:tc>
                  <a:txBody>
                    <a:bodyPr/>
                    <a:lstStyle/>
                    <a:p>
                      <a:pPr algn="ctr"/>
                      <a:r>
                        <a:rPr lang="en-US" sz="3200" dirty="0">
                          <a:solidFill>
                            <a:schemeClr val="tx1"/>
                          </a:solidFill>
                        </a:rPr>
                        <a:t>Low  </a:t>
                      </a:r>
                      <a:endParaRPr lang="LID4096" sz="3200" dirty="0">
                        <a:solidFill>
                          <a:schemeClr val="tx1"/>
                        </a:solidFill>
                      </a:endParaRPr>
                    </a:p>
                  </a:txBody>
                  <a:tcPr>
                    <a:solidFill>
                      <a:srgbClr val="92D050"/>
                    </a:solidFill>
                  </a:tcPr>
                </a:tc>
                <a:tc>
                  <a:txBody>
                    <a:bodyPr/>
                    <a:lstStyle/>
                    <a:p>
                      <a:pPr algn="ctr"/>
                      <a:r>
                        <a:rPr lang="en-GB" sz="3200" dirty="0">
                          <a:solidFill>
                            <a:schemeClr val="bg1"/>
                          </a:solidFill>
                        </a:rPr>
                        <a:t>Medium</a:t>
                      </a:r>
                      <a:r>
                        <a:rPr lang="en-GB" sz="3200" dirty="0">
                          <a:solidFill>
                            <a:schemeClr val="tx1"/>
                          </a:solidFill>
                        </a:rPr>
                        <a:t> </a:t>
                      </a:r>
                      <a:endParaRPr lang="LID4096" sz="3200" dirty="0">
                        <a:solidFill>
                          <a:schemeClr val="tx1"/>
                        </a:solidFill>
                      </a:endParaRPr>
                    </a:p>
                  </a:txBody>
                  <a:tcPr>
                    <a:solidFill>
                      <a:srgbClr val="FFFF00"/>
                    </a:solidFill>
                  </a:tcPr>
                </a:tc>
                <a:tc>
                  <a:txBody>
                    <a:bodyPr/>
                    <a:lstStyle/>
                    <a:p>
                      <a:pPr algn="ctr"/>
                      <a:r>
                        <a:rPr lang="en-GB" sz="3200" dirty="0">
                          <a:solidFill>
                            <a:schemeClr val="tx1"/>
                          </a:solidFill>
                        </a:rPr>
                        <a:t>High </a:t>
                      </a:r>
                      <a:endParaRPr lang="LID4096" sz="3200" dirty="0">
                        <a:solidFill>
                          <a:schemeClr val="tx1"/>
                        </a:solidFill>
                      </a:endParaRPr>
                    </a:p>
                  </a:txBody>
                  <a:tcPr>
                    <a:solidFill>
                      <a:schemeClr val="accent2"/>
                    </a:solidFill>
                  </a:tcPr>
                </a:tc>
                <a:tc>
                  <a:txBody>
                    <a:bodyPr/>
                    <a:lstStyle/>
                    <a:p>
                      <a:pPr algn="ctr"/>
                      <a:r>
                        <a:rPr lang="en-US" sz="3200" dirty="0">
                          <a:solidFill>
                            <a:schemeClr val="tx1"/>
                          </a:solidFill>
                        </a:rPr>
                        <a:t>Critical</a:t>
                      </a:r>
                      <a:endParaRPr lang="LID4096" sz="3200" dirty="0">
                        <a:solidFill>
                          <a:schemeClr val="tx1"/>
                        </a:solidFill>
                      </a:endParaRPr>
                    </a:p>
                  </a:txBody>
                  <a:tcPr>
                    <a:solidFill>
                      <a:srgbClr val="FF0000"/>
                    </a:solidFill>
                  </a:tcPr>
                </a:tc>
                <a:extLst>
                  <a:ext uri="{0D108BD9-81ED-4DB2-BD59-A6C34878D82A}">
                    <a16:rowId xmlns:a16="http://schemas.microsoft.com/office/drawing/2014/main" val="4151486837"/>
                  </a:ext>
                </a:extLst>
              </a:tr>
              <a:tr h="370840">
                <a:tc>
                  <a:txBody>
                    <a:bodyPr/>
                    <a:lstStyle/>
                    <a:p>
                      <a:pPr algn="ctr"/>
                      <a:r>
                        <a:rPr lang="en-US" sz="3200" dirty="0">
                          <a:solidFill>
                            <a:schemeClr val="tx1"/>
                          </a:solidFill>
                        </a:rPr>
                        <a:t>0.1 – 3.9 </a:t>
                      </a:r>
                      <a:endParaRPr lang="LID4096" sz="3200" dirty="0">
                        <a:solidFill>
                          <a:schemeClr val="tx1"/>
                        </a:solidFill>
                      </a:endParaRPr>
                    </a:p>
                  </a:txBody>
                  <a:tcPr>
                    <a:noFill/>
                  </a:tcPr>
                </a:tc>
                <a:tc>
                  <a:txBody>
                    <a:bodyPr/>
                    <a:lstStyle/>
                    <a:p>
                      <a:pPr algn="ctr"/>
                      <a:r>
                        <a:rPr lang="en-US" sz="3200" dirty="0">
                          <a:solidFill>
                            <a:schemeClr val="tx1"/>
                          </a:solidFill>
                        </a:rPr>
                        <a:t>4.0 – 6.9 </a:t>
                      </a:r>
                      <a:endParaRPr lang="LID4096" sz="3200" dirty="0">
                        <a:solidFill>
                          <a:schemeClr val="tx1"/>
                        </a:solidFill>
                      </a:endParaRPr>
                    </a:p>
                  </a:txBody>
                  <a:tcPr>
                    <a:noFill/>
                  </a:tcPr>
                </a:tc>
                <a:tc>
                  <a:txBody>
                    <a:bodyPr/>
                    <a:lstStyle/>
                    <a:p>
                      <a:pPr algn="ctr"/>
                      <a:r>
                        <a:rPr lang="en-US" sz="3200" dirty="0">
                          <a:solidFill>
                            <a:schemeClr val="tx1"/>
                          </a:solidFill>
                        </a:rPr>
                        <a:t>7.0 – 8.9 </a:t>
                      </a:r>
                      <a:endParaRPr lang="LID4096" sz="3200" dirty="0">
                        <a:solidFill>
                          <a:schemeClr val="tx1"/>
                        </a:solidFill>
                      </a:endParaRPr>
                    </a:p>
                  </a:txBody>
                  <a:tcPr>
                    <a:noFill/>
                  </a:tcPr>
                </a:tc>
                <a:tc>
                  <a:txBody>
                    <a:bodyPr/>
                    <a:lstStyle/>
                    <a:p>
                      <a:pPr algn="ctr"/>
                      <a:r>
                        <a:rPr lang="en-US" sz="3200" dirty="0">
                          <a:solidFill>
                            <a:schemeClr val="tx1"/>
                          </a:solidFill>
                        </a:rPr>
                        <a:t>9.0 – 10.0</a:t>
                      </a:r>
                      <a:endParaRPr lang="LID4096" sz="3200" dirty="0">
                        <a:solidFill>
                          <a:schemeClr val="tx1"/>
                        </a:solidFill>
                      </a:endParaRPr>
                    </a:p>
                  </a:txBody>
                  <a:tcPr>
                    <a:noFill/>
                  </a:tcPr>
                </a:tc>
                <a:extLst>
                  <a:ext uri="{0D108BD9-81ED-4DB2-BD59-A6C34878D82A}">
                    <a16:rowId xmlns:a16="http://schemas.microsoft.com/office/drawing/2014/main" val="692718415"/>
                  </a:ext>
                </a:extLst>
              </a:tr>
            </a:tbl>
          </a:graphicData>
        </a:graphic>
      </p:graphicFrame>
      <p:sp>
        <p:nvSpPr>
          <p:cNvPr id="5" name="Footer Placeholder 4">
            <a:extLst>
              <a:ext uri="{FF2B5EF4-FFF2-40B4-BE49-F238E27FC236}">
                <a16:creationId xmlns:a16="http://schemas.microsoft.com/office/drawing/2014/main" id="{46C248D0-D896-4A49-BB91-D885D8E685C9}"/>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E3517B8E-AA28-4464-AED2-3FAE2DB61742}"/>
              </a:ext>
            </a:extLst>
          </p:cNvPr>
          <p:cNvSpPr>
            <a:spLocks noGrp="1"/>
          </p:cNvSpPr>
          <p:nvPr>
            <p:ph type="sldNum" sz="quarter" idx="12"/>
          </p:nvPr>
        </p:nvSpPr>
        <p:spPr/>
        <p:txBody>
          <a:bodyPr/>
          <a:lstStyle/>
          <a:p>
            <a:fld id="{76711B12-96E3-4CC6-8596-5FF84CCB8B40}" type="slidenum">
              <a:rPr lang="LID4096" smtClean="0"/>
              <a:t>9</a:t>
            </a:fld>
            <a:endParaRPr lang="LID4096"/>
          </a:p>
        </p:txBody>
      </p:sp>
    </p:spTree>
    <p:extLst>
      <p:ext uri="{BB962C8B-B14F-4D97-AF65-F5344CB8AC3E}">
        <p14:creationId xmlns:p14="http://schemas.microsoft.com/office/powerpoint/2010/main" val="3817508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B197-1CB4-45AC-BF86-9279DFA5A074}"/>
              </a:ext>
            </a:extLst>
          </p:cNvPr>
          <p:cNvSpPr>
            <a:spLocks noGrp="1"/>
          </p:cNvSpPr>
          <p:nvPr>
            <p:ph type="title"/>
          </p:nvPr>
        </p:nvSpPr>
        <p:spPr/>
        <p:txBody>
          <a:bodyPr/>
          <a:lstStyle/>
          <a:p>
            <a:pPr algn="ctr"/>
            <a:r>
              <a:rPr lang="en-GB" b="1" dirty="0"/>
              <a:t>Definitions and basic concepts (continues…) </a:t>
            </a:r>
            <a:endParaRPr lang="LID4096" dirty="0"/>
          </a:p>
        </p:txBody>
      </p:sp>
      <p:sp>
        <p:nvSpPr>
          <p:cNvPr id="3" name="Content Placeholder 2">
            <a:extLst>
              <a:ext uri="{FF2B5EF4-FFF2-40B4-BE49-F238E27FC236}">
                <a16:creationId xmlns:a16="http://schemas.microsoft.com/office/drawing/2014/main" id="{6E806DE6-AEF3-423F-B440-F63FE5326557}"/>
              </a:ext>
            </a:extLst>
          </p:cNvPr>
          <p:cNvSpPr>
            <a:spLocks noGrp="1"/>
          </p:cNvSpPr>
          <p:nvPr>
            <p:ph idx="1"/>
          </p:nvPr>
        </p:nvSpPr>
        <p:spPr/>
        <p:txBody>
          <a:bodyPr>
            <a:noAutofit/>
          </a:bodyPr>
          <a:lstStyle/>
          <a:p>
            <a:r>
              <a:rPr lang="en-US" sz="2000" dirty="0"/>
              <a:t> </a:t>
            </a:r>
            <a:r>
              <a:rPr lang="en-US" sz="2000" b="1" dirty="0"/>
              <a:t>Asset inventory </a:t>
            </a:r>
            <a:r>
              <a:rPr lang="en-US" sz="2000" dirty="0"/>
              <a:t>identifies assets to assess or is a comprehensive list, record, and management system of an organization's assets, both physical and digital, including hardware, software, and other resources, to ensure their proper tracking, utilization, and security. </a:t>
            </a:r>
          </a:p>
          <a:p>
            <a:r>
              <a:rPr lang="en-US" sz="2000" dirty="0"/>
              <a:t> </a:t>
            </a:r>
            <a:r>
              <a:rPr lang="en-US" sz="2000" b="1" dirty="0"/>
              <a:t>Risk Prioritization </a:t>
            </a:r>
            <a:r>
              <a:rPr lang="en-US" sz="2000" dirty="0"/>
              <a:t>helps understand business impact and priorities vulnerabilities. </a:t>
            </a:r>
          </a:p>
          <a:p>
            <a:r>
              <a:rPr lang="en-US" sz="2000" b="1" dirty="0"/>
              <a:t>Reporting and Remediation </a:t>
            </a:r>
            <a:r>
              <a:rPr lang="en-US" sz="2000" dirty="0"/>
              <a:t>is develop processes for reporting and addressing vulnerabilities. </a:t>
            </a:r>
          </a:p>
          <a:p>
            <a:r>
              <a:rPr lang="en-US" sz="2000" dirty="0"/>
              <a:t>A </a:t>
            </a:r>
            <a:r>
              <a:rPr lang="en-US" sz="2000" b="1" dirty="0"/>
              <a:t>process</a:t>
            </a:r>
            <a:r>
              <a:rPr lang="en-US" sz="2000" dirty="0"/>
              <a:t> is conducted using automated tools which results in a report detailing vulnerabilities. </a:t>
            </a:r>
          </a:p>
          <a:p>
            <a:r>
              <a:rPr lang="en-US" sz="2000" dirty="0"/>
              <a:t>Software </a:t>
            </a:r>
            <a:r>
              <a:rPr lang="en-US" sz="2000" b="1" dirty="0"/>
              <a:t>patching</a:t>
            </a:r>
            <a:r>
              <a:rPr lang="en-US" sz="2000" dirty="0"/>
              <a:t> is an update released to address specific issues in a program. Issues include bugs, security vulnerabilities or performance enhancements.</a:t>
            </a:r>
            <a:endParaRPr lang="LID4096" sz="2000" dirty="0"/>
          </a:p>
        </p:txBody>
      </p:sp>
      <p:sp>
        <p:nvSpPr>
          <p:cNvPr id="4" name="Footer Placeholder 3">
            <a:extLst>
              <a:ext uri="{FF2B5EF4-FFF2-40B4-BE49-F238E27FC236}">
                <a16:creationId xmlns:a16="http://schemas.microsoft.com/office/drawing/2014/main" id="{C19CB72B-191C-4A34-B39E-829144E358A0}"/>
              </a:ext>
            </a:extLst>
          </p:cNvPr>
          <p:cNvSpPr>
            <a:spLocks noGrp="1"/>
          </p:cNvSpPr>
          <p:nvPr>
            <p:ph type="ftr" sz="quarter" idx="11"/>
          </p:nvPr>
        </p:nvSpPr>
        <p:spPr>
          <a:xfrm>
            <a:off x="1141412" y="6492875"/>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41C64543-5D1C-49AC-8FF4-2A871D08D896}"/>
              </a:ext>
            </a:extLst>
          </p:cNvPr>
          <p:cNvSpPr>
            <a:spLocks noGrp="1"/>
          </p:cNvSpPr>
          <p:nvPr>
            <p:ph type="sldNum" sz="quarter" idx="12"/>
          </p:nvPr>
        </p:nvSpPr>
        <p:spPr/>
        <p:txBody>
          <a:bodyPr/>
          <a:lstStyle/>
          <a:p>
            <a:fld id="{76711B12-96E3-4CC6-8596-5FF84CCB8B40}" type="slidenum">
              <a:rPr lang="LID4096" smtClean="0"/>
              <a:t>10</a:t>
            </a:fld>
            <a:endParaRPr lang="LID4096"/>
          </a:p>
        </p:txBody>
      </p:sp>
    </p:spTree>
    <p:extLst>
      <p:ext uri="{BB962C8B-B14F-4D97-AF65-F5344CB8AC3E}">
        <p14:creationId xmlns:p14="http://schemas.microsoft.com/office/powerpoint/2010/main" val="2301261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92623-C0D3-4EAF-BAEB-C6CE3BDBF0B3}"/>
              </a:ext>
            </a:extLst>
          </p:cNvPr>
          <p:cNvSpPr>
            <a:spLocks noGrp="1"/>
          </p:cNvSpPr>
          <p:nvPr>
            <p:ph type="title"/>
          </p:nvPr>
        </p:nvSpPr>
        <p:spPr/>
        <p:txBody>
          <a:bodyPr/>
          <a:lstStyle/>
          <a:p>
            <a:pPr algn="ctr"/>
            <a:r>
              <a:rPr lang="en-GB" b="1" dirty="0"/>
              <a:t>Types of vulnerabilities </a:t>
            </a:r>
            <a:endParaRPr lang="LID4096" b="1" dirty="0"/>
          </a:p>
        </p:txBody>
      </p:sp>
      <p:sp>
        <p:nvSpPr>
          <p:cNvPr id="3" name="Content Placeholder 2">
            <a:extLst>
              <a:ext uri="{FF2B5EF4-FFF2-40B4-BE49-F238E27FC236}">
                <a16:creationId xmlns:a16="http://schemas.microsoft.com/office/drawing/2014/main" id="{31F340AA-9542-4247-AC40-1E136C1CFC28}"/>
              </a:ext>
            </a:extLst>
          </p:cNvPr>
          <p:cNvSpPr>
            <a:spLocks noGrp="1"/>
          </p:cNvSpPr>
          <p:nvPr>
            <p:ph idx="1"/>
          </p:nvPr>
        </p:nvSpPr>
        <p:spPr/>
        <p:txBody>
          <a:bodyPr/>
          <a:lstStyle/>
          <a:p>
            <a:pPr marL="457200" indent="-457200">
              <a:buFont typeface="+mj-lt"/>
              <a:buAutoNum type="arabicPeriod"/>
            </a:pPr>
            <a:r>
              <a:rPr lang="en-US" dirty="0"/>
              <a:t> </a:t>
            </a:r>
            <a:r>
              <a:rPr lang="en-US" b="1" dirty="0"/>
              <a:t>Application vulnerabilities</a:t>
            </a:r>
          </a:p>
          <a:p>
            <a:r>
              <a:rPr lang="en-US" dirty="0"/>
              <a:t> Are flaws or weaknesses in software code that can be exploited by malicious actors, potentially leading to security breaches and data compromise.</a:t>
            </a:r>
          </a:p>
          <a:p>
            <a:r>
              <a:rPr lang="en-US" dirty="0"/>
              <a:t> Like </a:t>
            </a:r>
            <a:r>
              <a:rPr lang="en-US" b="1" dirty="0"/>
              <a:t>broken access control</a:t>
            </a:r>
            <a:r>
              <a:rPr lang="en-US" dirty="0"/>
              <a:t>, </a:t>
            </a:r>
            <a:r>
              <a:rPr lang="en-US" b="1" dirty="0"/>
              <a:t>SQL injection</a:t>
            </a:r>
            <a:r>
              <a:rPr lang="en-US" dirty="0"/>
              <a:t>, and </a:t>
            </a:r>
            <a:r>
              <a:rPr lang="en-US" b="1" dirty="0"/>
              <a:t>cross-site scripting (XSS), </a:t>
            </a:r>
            <a:r>
              <a:rPr lang="en-US" dirty="0"/>
              <a:t>can lead to unauthorized access, data breaches, and system compromise. </a:t>
            </a:r>
            <a:endParaRPr lang="LID4096" dirty="0"/>
          </a:p>
        </p:txBody>
      </p:sp>
      <p:sp>
        <p:nvSpPr>
          <p:cNvPr id="4" name="Footer Placeholder 3">
            <a:extLst>
              <a:ext uri="{FF2B5EF4-FFF2-40B4-BE49-F238E27FC236}">
                <a16:creationId xmlns:a16="http://schemas.microsoft.com/office/drawing/2014/main" id="{9229D3CE-E1A5-49C1-A8DC-C509730FFBCD}"/>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278E2F5A-1048-4A12-A54D-D50F76DAD9A5}"/>
              </a:ext>
            </a:extLst>
          </p:cNvPr>
          <p:cNvSpPr>
            <a:spLocks noGrp="1"/>
          </p:cNvSpPr>
          <p:nvPr>
            <p:ph type="sldNum" sz="quarter" idx="12"/>
          </p:nvPr>
        </p:nvSpPr>
        <p:spPr/>
        <p:txBody>
          <a:bodyPr/>
          <a:lstStyle/>
          <a:p>
            <a:fld id="{76711B12-96E3-4CC6-8596-5FF84CCB8B40}" type="slidenum">
              <a:rPr lang="LID4096" smtClean="0"/>
              <a:t>11</a:t>
            </a:fld>
            <a:endParaRPr lang="LID4096"/>
          </a:p>
        </p:txBody>
      </p:sp>
    </p:spTree>
    <p:extLst>
      <p:ext uri="{BB962C8B-B14F-4D97-AF65-F5344CB8AC3E}">
        <p14:creationId xmlns:p14="http://schemas.microsoft.com/office/powerpoint/2010/main" val="4036341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13E38-6038-4826-88B8-625FCBC96B16}"/>
              </a:ext>
            </a:extLst>
          </p:cNvPr>
          <p:cNvSpPr>
            <a:spLocks noGrp="1"/>
          </p:cNvSpPr>
          <p:nvPr>
            <p:ph type="title"/>
          </p:nvPr>
        </p:nvSpPr>
        <p:spPr/>
        <p:txBody>
          <a:bodyPr/>
          <a:lstStyle/>
          <a:p>
            <a:pPr algn="ctr"/>
            <a:r>
              <a:rPr lang="en-GB" b="1" dirty="0"/>
              <a:t>Types of vulnerabilities (Continues…)</a:t>
            </a:r>
            <a:endParaRPr lang="LID4096" dirty="0"/>
          </a:p>
        </p:txBody>
      </p:sp>
      <p:sp>
        <p:nvSpPr>
          <p:cNvPr id="3" name="Content Placeholder 2">
            <a:extLst>
              <a:ext uri="{FF2B5EF4-FFF2-40B4-BE49-F238E27FC236}">
                <a16:creationId xmlns:a16="http://schemas.microsoft.com/office/drawing/2014/main" id="{F450CEF8-8001-408A-B164-3A5DDCF3A6C8}"/>
              </a:ext>
            </a:extLst>
          </p:cNvPr>
          <p:cNvSpPr>
            <a:spLocks noGrp="1"/>
          </p:cNvSpPr>
          <p:nvPr>
            <p:ph idx="1"/>
          </p:nvPr>
        </p:nvSpPr>
        <p:spPr/>
        <p:txBody>
          <a:bodyPr/>
          <a:lstStyle/>
          <a:p>
            <a:pPr marL="457200" indent="-457200">
              <a:buAutoNum type="arabicPeriod" startAt="2"/>
            </a:pPr>
            <a:r>
              <a:rPr lang="en-US" dirty="0"/>
              <a:t> </a:t>
            </a:r>
            <a:r>
              <a:rPr lang="en-US" b="1" dirty="0"/>
              <a:t>Configuration Vulnerabilities</a:t>
            </a:r>
          </a:p>
          <a:p>
            <a:r>
              <a:rPr lang="en-US" dirty="0"/>
              <a:t> Are flaws or weaknesses in a system's security settings, arising from improper configuration, that can be exploited by attackers to gain unauthorized access or compromise the system. </a:t>
            </a:r>
          </a:p>
          <a:p>
            <a:r>
              <a:rPr lang="en-US" dirty="0"/>
              <a:t> Examples include leaving </a:t>
            </a:r>
            <a:r>
              <a:rPr lang="en-US" b="1" dirty="0"/>
              <a:t>default credentials</a:t>
            </a:r>
            <a:r>
              <a:rPr lang="en-US" dirty="0"/>
              <a:t>, </a:t>
            </a:r>
            <a:r>
              <a:rPr lang="en-US" b="1" dirty="0"/>
              <a:t>misconfigured firewalls</a:t>
            </a:r>
            <a:r>
              <a:rPr lang="en-US" dirty="0"/>
              <a:t>, or </a:t>
            </a:r>
            <a:r>
              <a:rPr lang="en-US" b="1" dirty="0"/>
              <a:t>open ports</a:t>
            </a:r>
            <a:r>
              <a:rPr lang="en-US" dirty="0"/>
              <a:t>.</a:t>
            </a:r>
          </a:p>
        </p:txBody>
      </p:sp>
      <p:sp>
        <p:nvSpPr>
          <p:cNvPr id="4" name="Footer Placeholder 3">
            <a:extLst>
              <a:ext uri="{FF2B5EF4-FFF2-40B4-BE49-F238E27FC236}">
                <a16:creationId xmlns:a16="http://schemas.microsoft.com/office/drawing/2014/main" id="{F9177614-2DC8-463D-B28E-6C0D358844FC}"/>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FE6CA0B0-7918-40DB-868C-66205AB77DCB}"/>
              </a:ext>
            </a:extLst>
          </p:cNvPr>
          <p:cNvSpPr>
            <a:spLocks noGrp="1"/>
          </p:cNvSpPr>
          <p:nvPr>
            <p:ph type="sldNum" sz="quarter" idx="12"/>
          </p:nvPr>
        </p:nvSpPr>
        <p:spPr/>
        <p:txBody>
          <a:bodyPr/>
          <a:lstStyle/>
          <a:p>
            <a:fld id="{76711B12-96E3-4CC6-8596-5FF84CCB8B40}" type="slidenum">
              <a:rPr lang="LID4096" smtClean="0"/>
              <a:t>12</a:t>
            </a:fld>
            <a:endParaRPr lang="LID4096"/>
          </a:p>
        </p:txBody>
      </p:sp>
    </p:spTree>
    <p:extLst>
      <p:ext uri="{BB962C8B-B14F-4D97-AF65-F5344CB8AC3E}">
        <p14:creationId xmlns:p14="http://schemas.microsoft.com/office/powerpoint/2010/main" val="3799032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B0875-A2BE-4C10-891C-37A348EFD47E}"/>
              </a:ext>
            </a:extLst>
          </p:cNvPr>
          <p:cNvSpPr>
            <a:spLocks noGrp="1"/>
          </p:cNvSpPr>
          <p:nvPr>
            <p:ph type="title"/>
          </p:nvPr>
        </p:nvSpPr>
        <p:spPr/>
        <p:txBody>
          <a:bodyPr/>
          <a:lstStyle/>
          <a:p>
            <a:pPr algn="ctr"/>
            <a:r>
              <a:rPr lang="en-GB" b="1" dirty="0"/>
              <a:t>Types of vulnerabilities (Continues…)</a:t>
            </a:r>
            <a:endParaRPr lang="LID4096" dirty="0"/>
          </a:p>
        </p:txBody>
      </p:sp>
      <p:sp>
        <p:nvSpPr>
          <p:cNvPr id="3" name="Content Placeholder 2">
            <a:extLst>
              <a:ext uri="{FF2B5EF4-FFF2-40B4-BE49-F238E27FC236}">
                <a16:creationId xmlns:a16="http://schemas.microsoft.com/office/drawing/2014/main" id="{13A7F890-EF93-4457-AF8E-9EA9393ABF39}"/>
              </a:ext>
            </a:extLst>
          </p:cNvPr>
          <p:cNvSpPr>
            <a:spLocks noGrp="1"/>
          </p:cNvSpPr>
          <p:nvPr>
            <p:ph idx="1"/>
          </p:nvPr>
        </p:nvSpPr>
        <p:spPr/>
        <p:txBody>
          <a:bodyPr/>
          <a:lstStyle/>
          <a:p>
            <a:pPr marL="457200" indent="-457200">
              <a:buAutoNum type="arabicPeriod" startAt="3"/>
            </a:pPr>
            <a:r>
              <a:rPr lang="en-US" dirty="0"/>
              <a:t> </a:t>
            </a:r>
            <a:r>
              <a:rPr lang="en-US" b="1" dirty="0"/>
              <a:t>Network Vulnerabilities</a:t>
            </a:r>
          </a:p>
          <a:p>
            <a:r>
              <a:rPr lang="en-US" dirty="0"/>
              <a:t> Are weaknesses or flaws in a network's hardware, software, or configuration that can be exploited by attackers to gain unauthorized access to the network.</a:t>
            </a:r>
          </a:p>
          <a:p>
            <a:r>
              <a:rPr lang="en-US" dirty="0"/>
              <a:t> It encompass various weaknesses that can be exploited by attackers, including </a:t>
            </a:r>
            <a:r>
              <a:rPr lang="en-US" b="1" dirty="0"/>
              <a:t>outdated software</a:t>
            </a:r>
            <a:r>
              <a:rPr lang="en-US" dirty="0"/>
              <a:t>, </a:t>
            </a:r>
            <a:r>
              <a:rPr lang="en-US" b="1" dirty="0"/>
              <a:t>misconfigured firewalls</a:t>
            </a:r>
            <a:r>
              <a:rPr lang="en-US" dirty="0"/>
              <a:t>, </a:t>
            </a:r>
            <a:r>
              <a:rPr lang="en-US" b="1" dirty="0"/>
              <a:t>weak passwords</a:t>
            </a:r>
            <a:r>
              <a:rPr lang="en-US" dirty="0"/>
              <a:t>, </a:t>
            </a:r>
            <a:r>
              <a:rPr lang="en-US" b="1" dirty="0"/>
              <a:t>unsecured access points</a:t>
            </a:r>
            <a:r>
              <a:rPr lang="en-US" dirty="0"/>
              <a:t>, </a:t>
            </a:r>
            <a:r>
              <a:rPr lang="en-US" b="1" dirty="0"/>
              <a:t>phishing attacks</a:t>
            </a:r>
            <a:r>
              <a:rPr lang="en-US" dirty="0"/>
              <a:t>, </a:t>
            </a:r>
            <a:r>
              <a:rPr lang="en-US" b="1" dirty="0"/>
              <a:t>insider threats</a:t>
            </a:r>
            <a:r>
              <a:rPr lang="en-US" dirty="0"/>
              <a:t>, and </a:t>
            </a:r>
            <a:r>
              <a:rPr lang="en-US" b="1" dirty="0"/>
              <a:t>malware</a:t>
            </a:r>
            <a:r>
              <a:rPr lang="en-US" dirty="0"/>
              <a:t>. </a:t>
            </a:r>
          </a:p>
        </p:txBody>
      </p:sp>
      <p:sp>
        <p:nvSpPr>
          <p:cNvPr id="4" name="Footer Placeholder 3">
            <a:extLst>
              <a:ext uri="{FF2B5EF4-FFF2-40B4-BE49-F238E27FC236}">
                <a16:creationId xmlns:a16="http://schemas.microsoft.com/office/drawing/2014/main" id="{ED1E076F-D947-4C61-BCEE-265349C25CA3}"/>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7157806A-3BC5-42BA-B1FA-A73AF93A3C08}"/>
              </a:ext>
            </a:extLst>
          </p:cNvPr>
          <p:cNvSpPr>
            <a:spLocks noGrp="1"/>
          </p:cNvSpPr>
          <p:nvPr>
            <p:ph type="sldNum" sz="quarter" idx="12"/>
          </p:nvPr>
        </p:nvSpPr>
        <p:spPr/>
        <p:txBody>
          <a:bodyPr/>
          <a:lstStyle/>
          <a:p>
            <a:fld id="{76711B12-96E3-4CC6-8596-5FF84CCB8B40}" type="slidenum">
              <a:rPr lang="LID4096" smtClean="0"/>
              <a:t>13</a:t>
            </a:fld>
            <a:endParaRPr lang="LID4096"/>
          </a:p>
        </p:txBody>
      </p:sp>
    </p:spTree>
    <p:extLst>
      <p:ext uri="{BB962C8B-B14F-4D97-AF65-F5344CB8AC3E}">
        <p14:creationId xmlns:p14="http://schemas.microsoft.com/office/powerpoint/2010/main" val="3590229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34800-1D30-4A03-83C3-78510940E5DF}"/>
              </a:ext>
            </a:extLst>
          </p:cNvPr>
          <p:cNvSpPr>
            <a:spLocks noGrp="1"/>
          </p:cNvSpPr>
          <p:nvPr>
            <p:ph type="title"/>
          </p:nvPr>
        </p:nvSpPr>
        <p:spPr/>
        <p:txBody>
          <a:bodyPr/>
          <a:lstStyle/>
          <a:p>
            <a:pPr algn="ctr"/>
            <a:r>
              <a:rPr lang="en-GB" b="1" dirty="0"/>
              <a:t>Types of vulnerabilities (Continues…)</a:t>
            </a:r>
            <a:endParaRPr lang="LID4096" dirty="0"/>
          </a:p>
        </p:txBody>
      </p:sp>
      <p:sp>
        <p:nvSpPr>
          <p:cNvPr id="3" name="Content Placeholder 2">
            <a:extLst>
              <a:ext uri="{FF2B5EF4-FFF2-40B4-BE49-F238E27FC236}">
                <a16:creationId xmlns:a16="http://schemas.microsoft.com/office/drawing/2014/main" id="{7FF1A965-11A1-4DDE-9342-BDB94D29DFA7}"/>
              </a:ext>
            </a:extLst>
          </p:cNvPr>
          <p:cNvSpPr>
            <a:spLocks noGrp="1"/>
          </p:cNvSpPr>
          <p:nvPr>
            <p:ph idx="1"/>
          </p:nvPr>
        </p:nvSpPr>
        <p:spPr/>
        <p:txBody>
          <a:bodyPr/>
          <a:lstStyle/>
          <a:p>
            <a:pPr marL="457200" indent="-457200">
              <a:buAutoNum type="arabicPeriod" startAt="4"/>
            </a:pPr>
            <a:r>
              <a:rPr lang="en-US" dirty="0"/>
              <a:t> </a:t>
            </a:r>
            <a:r>
              <a:rPr lang="en-US" b="1" dirty="0"/>
              <a:t>Operating System (OS) Vulnerability </a:t>
            </a:r>
          </a:p>
          <a:p>
            <a:r>
              <a:rPr lang="en-US" dirty="0"/>
              <a:t> Is a loophole or flaw in your operating system that makes it easier for cybercriminals to break in.</a:t>
            </a:r>
          </a:p>
          <a:p>
            <a:r>
              <a:rPr lang="en-US" dirty="0"/>
              <a:t> Examples include </a:t>
            </a:r>
            <a:r>
              <a:rPr lang="en-US" b="1" dirty="0"/>
              <a:t>malware</a:t>
            </a:r>
            <a:r>
              <a:rPr lang="en-US" dirty="0"/>
              <a:t>, </a:t>
            </a:r>
            <a:r>
              <a:rPr lang="en-US" b="1" dirty="0"/>
              <a:t>misconfigurations</a:t>
            </a:r>
            <a:r>
              <a:rPr lang="en-US" dirty="0"/>
              <a:t>, </a:t>
            </a:r>
            <a:r>
              <a:rPr lang="en-US" b="1" dirty="0"/>
              <a:t>broken authentication</a:t>
            </a:r>
            <a:r>
              <a:rPr lang="en-US" dirty="0"/>
              <a:t>, </a:t>
            </a:r>
            <a:r>
              <a:rPr lang="en-US" b="1" dirty="0"/>
              <a:t>injections</a:t>
            </a:r>
            <a:r>
              <a:rPr lang="en-US" dirty="0"/>
              <a:t>, </a:t>
            </a:r>
            <a:r>
              <a:rPr lang="en-US" b="1" dirty="0"/>
              <a:t>buffer overrun, remote code execution</a:t>
            </a:r>
            <a:r>
              <a:rPr lang="en-US" dirty="0"/>
              <a:t>, </a:t>
            </a:r>
            <a:r>
              <a:rPr lang="en-US" b="1" dirty="0"/>
              <a:t>unpatched software</a:t>
            </a:r>
            <a:r>
              <a:rPr lang="en-US" dirty="0"/>
              <a:t>, and </a:t>
            </a:r>
            <a:r>
              <a:rPr lang="en-US" b="1" dirty="0"/>
              <a:t>privilege escalation.</a:t>
            </a:r>
          </a:p>
        </p:txBody>
      </p:sp>
      <p:sp>
        <p:nvSpPr>
          <p:cNvPr id="4" name="Footer Placeholder 3">
            <a:extLst>
              <a:ext uri="{FF2B5EF4-FFF2-40B4-BE49-F238E27FC236}">
                <a16:creationId xmlns:a16="http://schemas.microsoft.com/office/drawing/2014/main" id="{ED700A38-8033-4C7A-A28C-67DAE1A1637B}"/>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10DFFDC-C32F-485E-988B-DE8A323BE0F5}"/>
              </a:ext>
            </a:extLst>
          </p:cNvPr>
          <p:cNvSpPr>
            <a:spLocks noGrp="1"/>
          </p:cNvSpPr>
          <p:nvPr>
            <p:ph type="sldNum" sz="quarter" idx="12"/>
          </p:nvPr>
        </p:nvSpPr>
        <p:spPr/>
        <p:txBody>
          <a:bodyPr/>
          <a:lstStyle/>
          <a:p>
            <a:fld id="{76711B12-96E3-4CC6-8596-5FF84CCB8B40}" type="slidenum">
              <a:rPr lang="LID4096" smtClean="0"/>
              <a:t>14</a:t>
            </a:fld>
            <a:endParaRPr lang="LID4096"/>
          </a:p>
        </p:txBody>
      </p:sp>
    </p:spTree>
    <p:extLst>
      <p:ext uri="{BB962C8B-B14F-4D97-AF65-F5344CB8AC3E}">
        <p14:creationId xmlns:p14="http://schemas.microsoft.com/office/powerpoint/2010/main" val="2382258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B269D-7A58-484F-878C-F278D105A824}"/>
              </a:ext>
            </a:extLst>
          </p:cNvPr>
          <p:cNvSpPr>
            <a:spLocks noGrp="1"/>
          </p:cNvSpPr>
          <p:nvPr>
            <p:ph type="title"/>
          </p:nvPr>
        </p:nvSpPr>
        <p:spPr/>
        <p:txBody>
          <a:bodyPr/>
          <a:lstStyle/>
          <a:p>
            <a:pPr algn="ctr"/>
            <a:r>
              <a:rPr lang="en-GB" b="1" dirty="0"/>
              <a:t>Why security fail</a:t>
            </a:r>
            <a:endParaRPr lang="LID4096" b="1" dirty="0"/>
          </a:p>
        </p:txBody>
      </p:sp>
      <p:sp>
        <p:nvSpPr>
          <p:cNvPr id="3" name="Content Placeholder 2">
            <a:extLst>
              <a:ext uri="{FF2B5EF4-FFF2-40B4-BE49-F238E27FC236}">
                <a16:creationId xmlns:a16="http://schemas.microsoft.com/office/drawing/2014/main" id="{D030866D-2814-4EB6-9600-B0B2A015DE0E}"/>
              </a:ext>
            </a:extLst>
          </p:cNvPr>
          <p:cNvSpPr>
            <a:spLocks noGrp="1"/>
          </p:cNvSpPr>
          <p:nvPr>
            <p:ph idx="1"/>
          </p:nvPr>
        </p:nvSpPr>
        <p:spPr/>
        <p:txBody>
          <a:bodyPr>
            <a:normAutofit fontScale="92500"/>
          </a:bodyPr>
          <a:lstStyle/>
          <a:p>
            <a:pPr marL="457200" indent="-457200">
              <a:buFont typeface="+mj-lt"/>
              <a:buAutoNum type="arabicPeriod"/>
            </a:pPr>
            <a:r>
              <a:rPr lang="en-US" dirty="0"/>
              <a:t> </a:t>
            </a:r>
            <a:r>
              <a:rPr lang="en-US" b="1" dirty="0"/>
              <a:t>Outdated Software and Misconfigurations</a:t>
            </a:r>
          </a:p>
          <a:p>
            <a:pPr marL="514350" indent="-514350">
              <a:buFont typeface="+mj-lt"/>
              <a:buAutoNum type="romanLcPeriod"/>
            </a:pPr>
            <a:r>
              <a:rPr lang="en-US" dirty="0"/>
              <a:t> </a:t>
            </a:r>
            <a:r>
              <a:rPr lang="en-US" b="1" dirty="0"/>
              <a:t>Cloud Misconfigurations </a:t>
            </a:r>
            <a:r>
              <a:rPr lang="en-US" dirty="0"/>
              <a:t>– Default settings, inadequate permissions, insufficient monitoring and unpatched vulnerabilities are all misconfigurations here.</a:t>
            </a:r>
          </a:p>
          <a:p>
            <a:pPr marL="514350" indent="-514350">
              <a:buFont typeface="+mj-lt"/>
              <a:buAutoNum type="romanLcPeriod"/>
            </a:pPr>
            <a:r>
              <a:rPr lang="en-US" dirty="0"/>
              <a:t> </a:t>
            </a:r>
            <a:r>
              <a:rPr lang="en-US" b="1" dirty="0"/>
              <a:t>Improper Access Controls </a:t>
            </a:r>
            <a:r>
              <a:rPr lang="en-US" dirty="0"/>
              <a:t>– Granting excessive permissions increases the risk of unauthorized access. </a:t>
            </a:r>
          </a:p>
          <a:p>
            <a:pPr marL="514350" indent="-514350">
              <a:buFont typeface="+mj-lt"/>
              <a:buAutoNum type="romanLcPeriod"/>
            </a:pPr>
            <a:r>
              <a:rPr lang="en-US" dirty="0"/>
              <a:t> </a:t>
            </a:r>
            <a:r>
              <a:rPr lang="en-US" b="1" dirty="0"/>
              <a:t>Unpatched Systems </a:t>
            </a:r>
            <a:r>
              <a:rPr lang="en-US" dirty="0"/>
              <a:t>– Delayed updates leave known vulnerabilities open to exploitation.</a:t>
            </a:r>
            <a:endParaRPr lang="LID4096" dirty="0"/>
          </a:p>
        </p:txBody>
      </p:sp>
      <p:sp>
        <p:nvSpPr>
          <p:cNvPr id="4" name="Footer Placeholder 3">
            <a:extLst>
              <a:ext uri="{FF2B5EF4-FFF2-40B4-BE49-F238E27FC236}">
                <a16:creationId xmlns:a16="http://schemas.microsoft.com/office/drawing/2014/main" id="{B15AF3D8-85A6-4FE2-80A0-0E6E71C1912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9A3F7A52-BB86-4F50-98B4-66151658649B}"/>
              </a:ext>
            </a:extLst>
          </p:cNvPr>
          <p:cNvSpPr>
            <a:spLocks noGrp="1"/>
          </p:cNvSpPr>
          <p:nvPr>
            <p:ph type="sldNum" sz="quarter" idx="12"/>
          </p:nvPr>
        </p:nvSpPr>
        <p:spPr/>
        <p:txBody>
          <a:bodyPr/>
          <a:lstStyle/>
          <a:p>
            <a:fld id="{76711B12-96E3-4CC6-8596-5FF84CCB8B40}" type="slidenum">
              <a:rPr lang="LID4096" smtClean="0"/>
              <a:t>15</a:t>
            </a:fld>
            <a:endParaRPr lang="LID4096"/>
          </a:p>
        </p:txBody>
      </p:sp>
    </p:spTree>
    <p:extLst>
      <p:ext uri="{BB962C8B-B14F-4D97-AF65-F5344CB8AC3E}">
        <p14:creationId xmlns:p14="http://schemas.microsoft.com/office/powerpoint/2010/main" val="2837613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9FA56-A52A-4F1F-87CB-B7B22DEDBEFD}"/>
              </a:ext>
            </a:extLst>
          </p:cNvPr>
          <p:cNvSpPr>
            <a:spLocks noGrp="1"/>
          </p:cNvSpPr>
          <p:nvPr>
            <p:ph type="title"/>
          </p:nvPr>
        </p:nvSpPr>
        <p:spPr/>
        <p:txBody>
          <a:bodyPr/>
          <a:lstStyle/>
          <a:p>
            <a:pPr algn="ctr"/>
            <a:r>
              <a:rPr lang="en-GB" b="1" dirty="0"/>
              <a:t>Why security fail (continues…)</a:t>
            </a:r>
            <a:endParaRPr lang="LID4096" dirty="0"/>
          </a:p>
        </p:txBody>
      </p:sp>
      <p:sp>
        <p:nvSpPr>
          <p:cNvPr id="3" name="Content Placeholder 2">
            <a:extLst>
              <a:ext uri="{FF2B5EF4-FFF2-40B4-BE49-F238E27FC236}">
                <a16:creationId xmlns:a16="http://schemas.microsoft.com/office/drawing/2014/main" id="{12E1A7D8-8E0F-4DD1-A4D5-76724FF850C3}"/>
              </a:ext>
            </a:extLst>
          </p:cNvPr>
          <p:cNvSpPr>
            <a:spLocks noGrp="1"/>
          </p:cNvSpPr>
          <p:nvPr>
            <p:ph idx="1"/>
          </p:nvPr>
        </p:nvSpPr>
        <p:spPr/>
        <p:txBody>
          <a:bodyPr/>
          <a:lstStyle/>
          <a:p>
            <a:pPr marL="457200" indent="-457200">
              <a:buAutoNum type="arabicPeriod" startAt="2"/>
            </a:pPr>
            <a:r>
              <a:rPr lang="en-US" dirty="0"/>
              <a:t> </a:t>
            </a:r>
            <a:r>
              <a:rPr lang="en-US" b="1" dirty="0"/>
              <a:t>Resource Allocation</a:t>
            </a:r>
          </a:p>
          <a:p>
            <a:r>
              <a:rPr lang="en-US" dirty="0"/>
              <a:t> Prioritization is crucial, this simply means that not all vulnerabilities pose the same risk.</a:t>
            </a:r>
          </a:p>
          <a:p>
            <a:r>
              <a:rPr lang="en-US" dirty="0"/>
              <a:t> Organizations struggle with allocating resources effectively to address critical vulnerabilities first</a:t>
            </a:r>
          </a:p>
        </p:txBody>
      </p:sp>
      <p:sp>
        <p:nvSpPr>
          <p:cNvPr id="4" name="Footer Placeholder 3">
            <a:extLst>
              <a:ext uri="{FF2B5EF4-FFF2-40B4-BE49-F238E27FC236}">
                <a16:creationId xmlns:a16="http://schemas.microsoft.com/office/drawing/2014/main" id="{5E67858C-771E-44B6-9E19-562A88223F3F}"/>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4A4043CE-6B16-4D9C-83C5-5C3D2AA20D0B}"/>
              </a:ext>
            </a:extLst>
          </p:cNvPr>
          <p:cNvSpPr>
            <a:spLocks noGrp="1"/>
          </p:cNvSpPr>
          <p:nvPr>
            <p:ph type="sldNum" sz="quarter" idx="12"/>
          </p:nvPr>
        </p:nvSpPr>
        <p:spPr/>
        <p:txBody>
          <a:bodyPr/>
          <a:lstStyle/>
          <a:p>
            <a:fld id="{76711B12-96E3-4CC6-8596-5FF84CCB8B40}" type="slidenum">
              <a:rPr lang="LID4096" smtClean="0"/>
              <a:t>16</a:t>
            </a:fld>
            <a:endParaRPr lang="LID4096"/>
          </a:p>
        </p:txBody>
      </p:sp>
    </p:spTree>
    <p:extLst>
      <p:ext uri="{BB962C8B-B14F-4D97-AF65-F5344CB8AC3E}">
        <p14:creationId xmlns:p14="http://schemas.microsoft.com/office/powerpoint/2010/main" val="3740989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EFF26-A7BD-4479-85C7-2042F2CF5DEE}"/>
              </a:ext>
            </a:extLst>
          </p:cNvPr>
          <p:cNvSpPr>
            <a:spLocks noGrp="1"/>
          </p:cNvSpPr>
          <p:nvPr>
            <p:ph type="title"/>
          </p:nvPr>
        </p:nvSpPr>
        <p:spPr/>
        <p:txBody>
          <a:bodyPr/>
          <a:lstStyle/>
          <a:p>
            <a:pPr algn="ctr"/>
            <a:r>
              <a:rPr lang="en-GB" b="1" dirty="0"/>
              <a:t>Why security fail (continues…)</a:t>
            </a:r>
            <a:endParaRPr lang="LID4096" dirty="0"/>
          </a:p>
        </p:txBody>
      </p:sp>
      <p:sp>
        <p:nvSpPr>
          <p:cNvPr id="3" name="Content Placeholder 2">
            <a:extLst>
              <a:ext uri="{FF2B5EF4-FFF2-40B4-BE49-F238E27FC236}">
                <a16:creationId xmlns:a16="http://schemas.microsoft.com/office/drawing/2014/main" id="{BD429064-02A8-41C1-9A12-CFBEC7A59F20}"/>
              </a:ext>
            </a:extLst>
          </p:cNvPr>
          <p:cNvSpPr>
            <a:spLocks noGrp="1"/>
          </p:cNvSpPr>
          <p:nvPr>
            <p:ph idx="1"/>
          </p:nvPr>
        </p:nvSpPr>
        <p:spPr/>
        <p:txBody>
          <a:bodyPr>
            <a:normAutofit fontScale="92500" lnSpcReduction="10000"/>
          </a:bodyPr>
          <a:lstStyle/>
          <a:p>
            <a:pPr marL="457200" indent="-457200">
              <a:buAutoNum type="arabicPeriod" startAt="3"/>
            </a:pPr>
            <a:r>
              <a:rPr lang="en-US" dirty="0"/>
              <a:t> </a:t>
            </a:r>
            <a:r>
              <a:rPr lang="en-US" b="1" dirty="0"/>
              <a:t>Human Error and Oversight</a:t>
            </a:r>
          </a:p>
          <a:p>
            <a:r>
              <a:rPr lang="en-US" dirty="0"/>
              <a:t> Missed vulnerabilities due to oversight or misinterpretation can occur.</a:t>
            </a:r>
          </a:p>
          <a:p>
            <a:pPr marL="514350" indent="-514350">
              <a:buFont typeface="+mj-lt"/>
              <a:buAutoNum type="romanLcPeriod"/>
            </a:pPr>
            <a:r>
              <a:rPr lang="en-US" dirty="0"/>
              <a:t> </a:t>
            </a:r>
            <a:r>
              <a:rPr lang="en-US" b="1" dirty="0"/>
              <a:t>Weak Password Practices </a:t>
            </a:r>
            <a:r>
              <a:rPr lang="en-US" dirty="0"/>
              <a:t>– such as default passwords, and reused passwords opens a system to vulnerability to brute force or credential stuffing attacks.</a:t>
            </a:r>
          </a:p>
          <a:p>
            <a:pPr marL="514350" indent="-514350">
              <a:buFont typeface="+mj-lt"/>
              <a:buAutoNum type="romanLcPeriod"/>
            </a:pPr>
            <a:r>
              <a:rPr lang="en-US" dirty="0"/>
              <a:t> </a:t>
            </a:r>
            <a:r>
              <a:rPr lang="en-US" b="1" dirty="0"/>
              <a:t>Phishing and Social Engineering </a:t>
            </a:r>
            <a:r>
              <a:rPr lang="en-US" dirty="0"/>
              <a:t>– Employees falling for phishing emails or scams can expose sensitive credentials or download malware.</a:t>
            </a:r>
          </a:p>
          <a:p>
            <a:pPr marL="514350" indent="-514350">
              <a:buFont typeface="+mj-lt"/>
              <a:buAutoNum type="romanLcPeriod"/>
            </a:pPr>
            <a:r>
              <a:rPr lang="en-US" dirty="0"/>
              <a:t> </a:t>
            </a:r>
            <a:r>
              <a:rPr lang="en-US" b="1" dirty="0"/>
              <a:t>Misplaced Devices </a:t>
            </a:r>
            <a:r>
              <a:rPr lang="en-US" dirty="0"/>
              <a:t>– Losing devices such as laptops or mobile phones with sensitive data can lead to breaches. </a:t>
            </a:r>
          </a:p>
        </p:txBody>
      </p:sp>
      <p:sp>
        <p:nvSpPr>
          <p:cNvPr id="4" name="Footer Placeholder 3">
            <a:extLst>
              <a:ext uri="{FF2B5EF4-FFF2-40B4-BE49-F238E27FC236}">
                <a16:creationId xmlns:a16="http://schemas.microsoft.com/office/drawing/2014/main" id="{2A0019DF-A9D9-4918-BE6D-5A80906A70F4}"/>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202EC1FD-83F3-40FD-8AC0-FF6BB2AF9362}"/>
              </a:ext>
            </a:extLst>
          </p:cNvPr>
          <p:cNvSpPr>
            <a:spLocks noGrp="1"/>
          </p:cNvSpPr>
          <p:nvPr>
            <p:ph type="sldNum" sz="quarter" idx="12"/>
          </p:nvPr>
        </p:nvSpPr>
        <p:spPr/>
        <p:txBody>
          <a:bodyPr/>
          <a:lstStyle/>
          <a:p>
            <a:fld id="{76711B12-96E3-4CC6-8596-5FF84CCB8B40}" type="slidenum">
              <a:rPr lang="LID4096" smtClean="0"/>
              <a:t>17</a:t>
            </a:fld>
            <a:endParaRPr lang="LID4096"/>
          </a:p>
        </p:txBody>
      </p:sp>
    </p:spTree>
    <p:extLst>
      <p:ext uri="{BB962C8B-B14F-4D97-AF65-F5344CB8AC3E}">
        <p14:creationId xmlns:p14="http://schemas.microsoft.com/office/powerpoint/2010/main" val="2594236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FD06A-FF3D-4D86-859C-8AA0B3F6E9BC}"/>
              </a:ext>
            </a:extLst>
          </p:cNvPr>
          <p:cNvSpPr>
            <a:spLocks noGrp="1"/>
          </p:cNvSpPr>
          <p:nvPr>
            <p:ph type="title"/>
          </p:nvPr>
        </p:nvSpPr>
        <p:spPr/>
        <p:txBody>
          <a:bodyPr/>
          <a:lstStyle/>
          <a:p>
            <a:pPr algn="ctr"/>
            <a:r>
              <a:rPr lang="en-GB" b="1" dirty="0"/>
              <a:t>Why security fail (continues…)</a:t>
            </a:r>
            <a:endParaRPr lang="LID4096" dirty="0"/>
          </a:p>
        </p:txBody>
      </p:sp>
      <p:sp>
        <p:nvSpPr>
          <p:cNvPr id="3" name="Content Placeholder 2">
            <a:extLst>
              <a:ext uri="{FF2B5EF4-FFF2-40B4-BE49-F238E27FC236}">
                <a16:creationId xmlns:a16="http://schemas.microsoft.com/office/drawing/2014/main" id="{B1682B1C-457A-4D9E-83D9-D10796DFBDE9}"/>
              </a:ext>
            </a:extLst>
          </p:cNvPr>
          <p:cNvSpPr>
            <a:spLocks noGrp="1"/>
          </p:cNvSpPr>
          <p:nvPr>
            <p:ph idx="1"/>
          </p:nvPr>
        </p:nvSpPr>
        <p:spPr/>
        <p:txBody>
          <a:bodyPr>
            <a:normAutofit fontScale="92500" lnSpcReduction="20000"/>
          </a:bodyPr>
          <a:lstStyle/>
          <a:p>
            <a:pPr marL="457200" indent="-457200">
              <a:buAutoNum type="arabicPeriod" startAt="4"/>
            </a:pPr>
            <a:r>
              <a:rPr lang="en-US" dirty="0"/>
              <a:t> </a:t>
            </a:r>
            <a:r>
              <a:rPr lang="en-US" b="1" dirty="0"/>
              <a:t>Lack of Remediation Plan</a:t>
            </a:r>
          </a:p>
          <a:p>
            <a:r>
              <a:rPr lang="en-US" dirty="0"/>
              <a:t> Organizations need to create properly calculated action plan for remediation.</a:t>
            </a:r>
          </a:p>
          <a:p>
            <a:r>
              <a:rPr lang="en-US" dirty="0"/>
              <a:t> Delayed incidence response could be as a result of not having a remediation plan in the first place. </a:t>
            </a:r>
          </a:p>
          <a:p>
            <a:r>
              <a:rPr lang="en-US" dirty="0"/>
              <a:t> Security issues that are not addressed on time can escalate causing significant</a:t>
            </a:r>
          </a:p>
          <a:p>
            <a:pPr marL="514350" indent="-514350">
              <a:buFont typeface="+mj-lt"/>
              <a:buAutoNum type="romanLcPeriod"/>
            </a:pPr>
            <a:r>
              <a:rPr lang="en-US" dirty="0"/>
              <a:t>disruption to business operations and downtime,</a:t>
            </a:r>
          </a:p>
          <a:p>
            <a:pPr marL="514350" indent="-514350">
              <a:buFont typeface="+mj-lt"/>
              <a:buAutoNum type="romanLcPeriod"/>
            </a:pPr>
            <a:r>
              <a:rPr lang="en-US" dirty="0"/>
              <a:t> loss of productivity, and</a:t>
            </a:r>
          </a:p>
          <a:p>
            <a:pPr marL="514350" indent="-514350">
              <a:buFont typeface="+mj-lt"/>
              <a:buAutoNum type="romanLcPeriod"/>
            </a:pPr>
            <a:r>
              <a:rPr lang="en-US" dirty="0"/>
              <a:t>damage to reputation.</a:t>
            </a:r>
          </a:p>
        </p:txBody>
      </p:sp>
      <p:sp>
        <p:nvSpPr>
          <p:cNvPr id="4" name="Footer Placeholder 3">
            <a:extLst>
              <a:ext uri="{FF2B5EF4-FFF2-40B4-BE49-F238E27FC236}">
                <a16:creationId xmlns:a16="http://schemas.microsoft.com/office/drawing/2014/main" id="{72029161-9EF6-43F6-AE73-4826DA81112E}"/>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698A8BDE-5DA3-4DB2-90F0-655F10FB42F8}"/>
              </a:ext>
            </a:extLst>
          </p:cNvPr>
          <p:cNvSpPr>
            <a:spLocks noGrp="1"/>
          </p:cNvSpPr>
          <p:nvPr>
            <p:ph type="sldNum" sz="quarter" idx="12"/>
          </p:nvPr>
        </p:nvSpPr>
        <p:spPr/>
        <p:txBody>
          <a:bodyPr/>
          <a:lstStyle/>
          <a:p>
            <a:fld id="{76711B12-96E3-4CC6-8596-5FF84CCB8B40}" type="slidenum">
              <a:rPr lang="LID4096" smtClean="0"/>
              <a:t>18</a:t>
            </a:fld>
            <a:endParaRPr lang="LID4096"/>
          </a:p>
        </p:txBody>
      </p:sp>
    </p:spTree>
    <p:extLst>
      <p:ext uri="{BB962C8B-B14F-4D97-AF65-F5344CB8AC3E}">
        <p14:creationId xmlns:p14="http://schemas.microsoft.com/office/powerpoint/2010/main" val="1752910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FCCA2-7CFE-47D2-9EFE-8CF050DFD1D7}"/>
              </a:ext>
            </a:extLst>
          </p:cNvPr>
          <p:cNvSpPr>
            <a:spLocks noGrp="1"/>
          </p:cNvSpPr>
          <p:nvPr>
            <p:ph type="title"/>
          </p:nvPr>
        </p:nvSpPr>
        <p:spPr/>
        <p:txBody>
          <a:bodyPr/>
          <a:lstStyle/>
          <a:p>
            <a:pPr algn="ctr"/>
            <a:r>
              <a:rPr lang="en-GB" b="1" dirty="0"/>
              <a:t>Why security fail (continues…)</a:t>
            </a:r>
            <a:endParaRPr lang="LID4096" dirty="0"/>
          </a:p>
        </p:txBody>
      </p:sp>
      <p:sp>
        <p:nvSpPr>
          <p:cNvPr id="3" name="Content Placeholder 2">
            <a:extLst>
              <a:ext uri="{FF2B5EF4-FFF2-40B4-BE49-F238E27FC236}">
                <a16:creationId xmlns:a16="http://schemas.microsoft.com/office/drawing/2014/main" id="{8C9734FB-DB3E-4590-BFB8-A417A0FB86CC}"/>
              </a:ext>
            </a:extLst>
          </p:cNvPr>
          <p:cNvSpPr>
            <a:spLocks noGrp="1"/>
          </p:cNvSpPr>
          <p:nvPr>
            <p:ph idx="1"/>
          </p:nvPr>
        </p:nvSpPr>
        <p:spPr/>
        <p:txBody>
          <a:bodyPr>
            <a:normAutofit/>
          </a:bodyPr>
          <a:lstStyle/>
          <a:p>
            <a:pPr marL="457200" indent="-457200">
              <a:buAutoNum type="arabicPeriod" startAt="5"/>
            </a:pPr>
            <a:r>
              <a:rPr lang="en-US" dirty="0"/>
              <a:t> </a:t>
            </a:r>
            <a:r>
              <a:rPr lang="en-US" b="1" dirty="0"/>
              <a:t>Compliance Requirements</a:t>
            </a:r>
          </a:p>
          <a:p>
            <a:r>
              <a:rPr lang="en-US" dirty="0"/>
              <a:t> It is a must for all organizations locally and internationally to comply to industry standards.</a:t>
            </a:r>
          </a:p>
          <a:p>
            <a:r>
              <a:rPr lang="en-US" dirty="0"/>
              <a:t> Managing vulnerabilities also helps organizations and Government Departments comply with regulations and standards, such as General Data Protection Regulation (GDPR) by the EU and ZICTA specifically, overseeing all data related compliances in Zambia.</a:t>
            </a:r>
          </a:p>
        </p:txBody>
      </p:sp>
      <p:sp>
        <p:nvSpPr>
          <p:cNvPr id="4" name="Footer Placeholder 3">
            <a:extLst>
              <a:ext uri="{FF2B5EF4-FFF2-40B4-BE49-F238E27FC236}">
                <a16:creationId xmlns:a16="http://schemas.microsoft.com/office/drawing/2014/main" id="{41FCFBE1-5C91-4396-9B85-77B1B47B72BF}"/>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58549F6-9475-48ED-8CF0-8388B0687C03}"/>
              </a:ext>
            </a:extLst>
          </p:cNvPr>
          <p:cNvSpPr>
            <a:spLocks noGrp="1"/>
          </p:cNvSpPr>
          <p:nvPr>
            <p:ph type="sldNum" sz="quarter" idx="12"/>
          </p:nvPr>
        </p:nvSpPr>
        <p:spPr/>
        <p:txBody>
          <a:bodyPr/>
          <a:lstStyle/>
          <a:p>
            <a:fld id="{76711B12-96E3-4CC6-8596-5FF84CCB8B40}" type="slidenum">
              <a:rPr lang="LID4096" smtClean="0"/>
              <a:t>19</a:t>
            </a:fld>
            <a:endParaRPr lang="LID4096"/>
          </a:p>
        </p:txBody>
      </p:sp>
    </p:spTree>
    <p:extLst>
      <p:ext uri="{BB962C8B-B14F-4D97-AF65-F5344CB8AC3E}">
        <p14:creationId xmlns:p14="http://schemas.microsoft.com/office/powerpoint/2010/main" val="1859543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D3270-5896-43C8-AFF9-8639650A934D}"/>
              </a:ext>
            </a:extLst>
          </p:cNvPr>
          <p:cNvSpPr>
            <a:spLocks noGrp="1"/>
          </p:cNvSpPr>
          <p:nvPr>
            <p:ph type="title"/>
          </p:nvPr>
        </p:nvSpPr>
        <p:spPr/>
        <p:txBody>
          <a:bodyPr/>
          <a:lstStyle/>
          <a:p>
            <a:pPr algn="ctr"/>
            <a:r>
              <a:rPr lang="en-GB" b="1" dirty="0"/>
              <a:t>Why security fail (continues…)</a:t>
            </a:r>
            <a:endParaRPr lang="LID4096" dirty="0"/>
          </a:p>
        </p:txBody>
      </p:sp>
      <p:sp>
        <p:nvSpPr>
          <p:cNvPr id="3" name="Content Placeholder 2">
            <a:extLst>
              <a:ext uri="{FF2B5EF4-FFF2-40B4-BE49-F238E27FC236}">
                <a16:creationId xmlns:a16="http://schemas.microsoft.com/office/drawing/2014/main" id="{97908155-7C2A-46A0-B5F3-3D1C580CEBDD}"/>
              </a:ext>
            </a:extLst>
          </p:cNvPr>
          <p:cNvSpPr>
            <a:spLocks noGrp="1"/>
          </p:cNvSpPr>
          <p:nvPr>
            <p:ph idx="1"/>
          </p:nvPr>
        </p:nvSpPr>
        <p:spPr/>
        <p:txBody>
          <a:bodyPr>
            <a:normAutofit/>
          </a:bodyPr>
          <a:lstStyle/>
          <a:p>
            <a:pPr marL="457200" indent="-457200">
              <a:buAutoNum type="arabicPeriod" startAt="6"/>
            </a:pPr>
            <a:r>
              <a:rPr lang="en-US" dirty="0"/>
              <a:t> </a:t>
            </a:r>
            <a:r>
              <a:rPr lang="en-US" b="1" dirty="0"/>
              <a:t>False Positives and False Negatives</a:t>
            </a:r>
          </a:p>
          <a:p>
            <a:pPr marL="514350" indent="-514350">
              <a:buFont typeface="+mj-lt"/>
              <a:buAutoNum type="romanLcPeriod"/>
            </a:pPr>
            <a:r>
              <a:rPr lang="en-US" b="1" dirty="0"/>
              <a:t>False Positives </a:t>
            </a:r>
            <a:r>
              <a:rPr lang="en-US" dirty="0"/>
              <a:t>– occurs when a security system mistakenly identifies a legitimate action (does not pose a threat) or occur when a vulnerability is flagged that doesn’t exist.</a:t>
            </a:r>
          </a:p>
          <a:p>
            <a:pPr marL="514350" indent="-514350">
              <a:buFont typeface="+mj-lt"/>
              <a:buAutoNum type="romanLcPeriod"/>
            </a:pPr>
            <a:r>
              <a:rPr lang="en-US" dirty="0"/>
              <a:t> </a:t>
            </a:r>
            <a:r>
              <a:rPr lang="en-US" b="1" dirty="0"/>
              <a:t>False Negatives </a:t>
            </a:r>
            <a:r>
              <a:rPr lang="en-US" dirty="0"/>
              <a:t>– occur when a real vulnerability is missed or when a security system fails to detect a real threat or malicious activity.</a:t>
            </a:r>
          </a:p>
        </p:txBody>
      </p:sp>
      <p:sp>
        <p:nvSpPr>
          <p:cNvPr id="4" name="Footer Placeholder 3">
            <a:extLst>
              <a:ext uri="{FF2B5EF4-FFF2-40B4-BE49-F238E27FC236}">
                <a16:creationId xmlns:a16="http://schemas.microsoft.com/office/drawing/2014/main" id="{A930274A-FAE9-4E8B-A84C-4A073D87D573}"/>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FA2CF0D-9F55-4DBF-9D1F-949064012DA1}"/>
              </a:ext>
            </a:extLst>
          </p:cNvPr>
          <p:cNvSpPr>
            <a:spLocks noGrp="1"/>
          </p:cNvSpPr>
          <p:nvPr>
            <p:ph type="sldNum" sz="quarter" idx="12"/>
          </p:nvPr>
        </p:nvSpPr>
        <p:spPr/>
        <p:txBody>
          <a:bodyPr/>
          <a:lstStyle/>
          <a:p>
            <a:fld id="{76711B12-96E3-4CC6-8596-5FF84CCB8B40}" type="slidenum">
              <a:rPr lang="LID4096" smtClean="0"/>
              <a:t>20</a:t>
            </a:fld>
            <a:endParaRPr lang="LID4096"/>
          </a:p>
        </p:txBody>
      </p:sp>
    </p:spTree>
    <p:extLst>
      <p:ext uri="{BB962C8B-B14F-4D97-AF65-F5344CB8AC3E}">
        <p14:creationId xmlns:p14="http://schemas.microsoft.com/office/powerpoint/2010/main" val="4194938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75CF0-2289-415B-8026-FEE739527B7B}"/>
              </a:ext>
            </a:extLst>
          </p:cNvPr>
          <p:cNvSpPr>
            <a:spLocks noGrp="1"/>
          </p:cNvSpPr>
          <p:nvPr>
            <p:ph type="title"/>
          </p:nvPr>
        </p:nvSpPr>
        <p:spPr/>
        <p:txBody>
          <a:bodyPr/>
          <a:lstStyle/>
          <a:p>
            <a:pPr algn="ctr"/>
            <a:r>
              <a:rPr lang="en-GB" b="1" dirty="0"/>
              <a:t>Why security fail (continues…)</a:t>
            </a:r>
            <a:endParaRPr lang="LID4096" dirty="0"/>
          </a:p>
        </p:txBody>
      </p:sp>
      <p:sp>
        <p:nvSpPr>
          <p:cNvPr id="3" name="Content Placeholder 2">
            <a:extLst>
              <a:ext uri="{FF2B5EF4-FFF2-40B4-BE49-F238E27FC236}">
                <a16:creationId xmlns:a16="http://schemas.microsoft.com/office/drawing/2014/main" id="{36F9C22F-071A-408A-8B2D-1E7C4EA58A73}"/>
              </a:ext>
            </a:extLst>
          </p:cNvPr>
          <p:cNvSpPr>
            <a:spLocks noGrp="1"/>
          </p:cNvSpPr>
          <p:nvPr>
            <p:ph idx="1"/>
          </p:nvPr>
        </p:nvSpPr>
        <p:spPr/>
        <p:txBody>
          <a:bodyPr>
            <a:normAutofit fontScale="92500"/>
          </a:bodyPr>
          <a:lstStyle/>
          <a:p>
            <a:pPr marL="457200" indent="-457200">
              <a:buAutoNum type="arabicPeriod" startAt="7"/>
            </a:pPr>
            <a:r>
              <a:rPr lang="en-US" dirty="0"/>
              <a:t> </a:t>
            </a:r>
            <a:r>
              <a:rPr lang="en-US" b="1" dirty="0"/>
              <a:t>Lack of Human Resource</a:t>
            </a:r>
          </a:p>
          <a:p>
            <a:r>
              <a:rPr lang="en-US" dirty="0"/>
              <a:t> This means that very few are actually trained in handling cyber security matters in organizations and Government Departments.</a:t>
            </a:r>
          </a:p>
          <a:p>
            <a:r>
              <a:rPr lang="en-US" dirty="0"/>
              <a:t> This may also lead to lack of security awareness by employees in an organization.</a:t>
            </a:r>
          </a:p>
          <a:p>
            <a:r>
              <a:rPr lang="en-US" dirty="0"/>
              <a:t>Employees could make grave mistakes such as clicking on malicious links or mishandling sensitive company data.</a:t>
            </a:r>
          </a:p>
          <a:p>
            <a:r>
              <a:rPr lang="en-US" dirty="0"/>
              <a:t>With adequately trained human resource, vulnerabilities could easily be delt with.</a:t>
            </a:r>
          </a:p>
        </p:txBody>
      </p:sp>
      <p:sp>
        <p:nvSpPr>
          <p:cNvPr id="4" name="Footer Placeholder 3">
            <a:extLst>
              <a:ext uri="{FF2B5EF4-FFF2-40B4-BE49-F238E27FC236}">
                <a16:creationId xmlns:a16="http://schemas.microsoft.com/office/drawing/2014/main" id="{DF0E0348-985E-46D7-A860-A19C694F2157}"/>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856E34E7-73CF-44F6-86CE-897295F7A190}"/>
              </a:ext>
            </a:extLst>
          </p:cNvPr>
          <p:cNvSpPr>
            <a:spLocks noGrp="1"/>
          </p:cNvSpPr>
          <p:nvPr>
            <p:ph type="sldNum" sz="quarter" idx="12"/>
          </p:nvPr>
        </p:nvSpPr>
        <p:spPr/>
        <p:txBody>
          <a:bodyPr/>
          <a:lstStyle/>
          <a:p>
            <a:fld id="{76711B12-96E3-4CC6-8596-5FF84CCB8B40}" type="slidenum">
              <a:rPr lang="LID4096" smtClean="0"/>
              <a:t>21</a:t>
            </a:fld>
            <a:endParaRPr lang="LID4096"/>
          </a:p>
        </p:txBody>
      </p:sp>
    </p:spTree>
    <p:extLst>
      <p:ext uri="{BB962C8B-B14F-4D97-AF65-F5344CB8AC3E}">
        <p14:creationId xmlns:p14="http://schemas.microsoft.com/office/powerpoint/2010/main" val="98754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7B37B-FE30-43BD-8D2D-D12696278001}"/>
              </a:ext>
            </a:extLst>
          </p:cNvPr>
          <p:cNvSpPr>
            <a:spLocks noGrp="1"/>
          </p:cNvSpPr>
          <p:nvPr>
            <p:ph type="title"/>
          </p:nvPr>
        </p:nvSpPr>
        <p:spPr/>
        <p:txBody>
          <a:bodyPr/>
          <a:lstStyle/>
          <a:p>
            <a:pPr algn="ctr"/>
            <a:r>
              <a:rPr lang="en-US" b="1" dirty="0"/>
              <a:t>Difference between VA and VM</a:t>
            </a:r>
            <a:endParaRPr lang="LID4096" b="1" dirty="0"/>
          </a:p>
        </p:txBody>
      </p:sp>
      <p:graphicFrame>
        <p:nvGraphicFramePr>
          <p:cNvPr id="4" name="Table 4">
            <a:extLst>
              <a:ext uri="{FF2B5EF4-FFF2-40B4-BE49-F238E27FC236}">
                <a16:creationId xmlns:a16="http://schemas.microsoft.com/office/drawing/2014/main" id="{16A97E11-4929-4D9A-9FF5-032C20D3BBA1}"/>
              </a:ext>
            </a:extLst>
          </p:cNvPr>
          <p:cNvGraphicFramePr>
            <a:graphicFrameLocks noGrp="1"/>
          </p:cNvGraphicFramePr>
          <p:nvPr>
            <p:ph idx="1"/>
            <p:extLst>
              <p:ext uri="{D42A27DB-BD31-4B8C-83A1-F6EECF244321}">
                <p14:modId xmlns:p14="http://schemas.microsoft.com/office/powerpoint/2010/main" val="76842006"/>
              </p:ext>
            </p:extLst>
          </p:nvPr>
        </p:nvGraphicFramePr>
        <p:xfrm>
          <a:off x="1141413" y="2249488"/>
          <a:ext cx="9906000" cy="3850640"/>
        </p:xfrm>
        <a:graphic>
          <a:graphicData uri="http://schemas.openxmlformats.org/drawingml/2006/table">
            <a:tbl>
              <a:tblPr firstRow="1" bandRow="1">
                <a:tableStyleId>{5C22544A-7EE6-4342-B048-85BDC9FD1C3A}</a:tableStyleId>
              </a:tblPr>
              <a:tblGrid>
                <a:gridCol w="1271849">
                  <a:extLst>
                    <a:ext uri="{9D8B030D-6E8A-4147-A177-3AD203B41FA5}">
                      <a16:colId xmlns:a16="http://schemas.microsoft.com/office/drawing/2014/main" val="1372905239"/>
                    </a:ext>
                  </a:extLst>
                </a:gridCol>
                <a:gridCol w="4204354">
                  <a:extLst>
                    <a:ext uri="{9D8B030D-6E8A-4147-A177-3AD203B41FA5}">
                      <a16:colId xmlns:a16="http://schemas.microsoft.com/office/drawing/2014/main" val="812966588"/>
                    </a:ext>
                  </a:extLst>
                </a:gridCol>
                <a:gridCol w="4429797">
                  <a:extLst>
                    <a:ext uri="{9D8B030D-6E8A-4147-A177-3AD203B41FA5}">
                      <a16:colId xmlns:a16="http://schemas.microsoft.com/office/drawing/2014/main" val="2693067935"/>
                    </a:ext>
                  </a:extLst>
                </a:gridCol>
              </a:tblGrid>
              <a:tr h="370840">
                <a:tc>
                  <a:txBody>
                    <a:bodyPr/>
                    <a:lstStyle/>
                    <a:p>
                      <a:r>
                        <a:rPr lang="en-US" dirty="0">
                          <a:solidFill>
                            <a:schemeClr val="tx1"/>
                          </a:solidFill>
                        </a:rPr>
                        <a:t>Aspect</a:t>
                      </a:r>
                      <a:endParaRPr lang="LID4096" dirty="0">
                        <a:solidFill>
                          <a:schemeClr val="tx1"/>
                        </a:solidFill>
                      </a:endParaRPr>
                    </a:p>
                  </a:txBody>
                  <a:tcPr>
                    <a:noFill/>
                  </a:tcPr>
                </a:tc>
                <a:tc>
                  <a:txBody>
                    <a:bodyPr/>
                    <a:lstStyle/>
                    <a:p>
                      <a:r>
                        <a:rPr lang="en-US" dirty="0">
                          <a:solidFill>
                            <a:schemeClr val="tx1"/>
                          </a:solidFill>
                        </a:rPr>
                        <a:t>Vulnerability Assessment </a:t>
                      </a:r>
                      <a:endParaRPr lang="LID4096" dirty="0">
                        <a:solidFill>
                          <a:schemeClr val="tx1"/>
                        </a:solidFill>
                      </a:endParaRPr>
                    </a:p>
                  </a:txBody>
                  <a:tcPr>
                    <a:noFill/>
                  </a:tcPr>
                </a:tc>
                <a:tc>
                  <a:txBody>
                    <a:bodyPr/>
                    <a:lstStyle/>
                    <a:p>
                      <a:r>
                        <a:rPr lang="en-US" dirty="0">
                          <a:solidFill>
                            <a:schemeClr val="tx1"/>
                          </a:solidFill>
                        </a:rPr>
                        <a:t>Vulnerability Management </a:t>
                      </a:r>
                      <a:endParaRPr lang="LID4096" dirty="0">
                        <a:solidFill>
                          <a:schemeClr val="tx1"/>
                        </a:solidFill>
                      </a:endParaRPr>
                    </a:p>
                  </a:txBody>
                  <a:tcPr>
                    <a:noFill/>
                  </a:tcPr>
                </a:tc>
                <a:extLst>
                  <a:ext uri="{0D108BD9-81ED-4DB2-BD59-A6C34878D82A}">
                    <a16:rowId xmlns:a16="http://schemas.microsoft.com/office/drawing/2014/main" val="2740800043"/>
                  </a:ext>
                </a:extLst>
              </a:tr>
              <a:tr h="370840">
                <a:tc>
                  <a:txBody>
                    <a:bodyPr/>
                    <a:lstStyle/>
                    <a:p>
                      <a:r>
                        <a:rPr lang="en-GB" b="1" dirty="0">
                          <a:solidFill>
                            <a:schemeClr val="tx1"/>
                          </a:solidFill>
                        </a:rPr>
                        <a:t>Definition</a:t>
                      </a:r>
                      <a:endParaRPr lang="LID4096" b="1" dirty="0">
                        <a:solidFill>
                          <a:schemeClr val="tx1"/>
                        </a:solidFill>
                      </a:endParaRPr>
                    </a:p>
                  </a:txBody>
                  <a:tcPr>
                    <a:noFill/>
                  </a:tcPr>
                </a:tc>
                <a:tc>
                  <a:txBody>
                    <a:bodyPr/>
                    <a:lstStyle/>
                    <a:p>
                      <a:r>
                        <a:rPr lang="en-US" dirty="0">
                          <a:solidFill>
                            <a:schemeClr val="tx1"/>
                          </a:solidFill>
                        </a:rPr>
                        <a:t>A </a:t>
                      </a:r>
                      <a:r>
                        <a:rPr lang="en-US" b="1" dirty="0">
                          <a:solidFill>
                            <a:schemeClr val="tx1"/>
                          </a:solidFill>
                        </a:rPr>
                        <a:t>one-time process </a:t>
                      </a:r>
                      <a:r>
                        <a:rPr lang="en-US" dirty="0">
                          <a:solidFill>
                            <a:schemeClr val="tx1"/>
                          </a:solidFill>
                        </a:rPr>
                        <a:t>to identify and evaluate security vulnerabilities in IT systems and networks </a:t>
                      </a:r>
                      <a:endParaRPr lang="LID4096" dirty="0">
                        <a:solidFill>
                          <a:schemeClr val="tx1"/>
                        </a:solidFill>
                      </a:endParaRPr>
                    </a:p>
                  </a:txBody>
                  <a:tcPr>
                    <a:noFill/>
                  </a:tcPr>
                </a:tc>
                <a:tc>
                  <a:txBody>
                    <a:bodyPr/>
                    <a:lstStyle/>
                    <a:p>
                      <a:r>
                        <a:rPr lang="en-US" dirty="0">
                          <a:solidFill>
                            <a:schemeClr val="tx1"/>
                          </a:solidFill>
                        </a:rPr>
                        <a:t>An </a:t>
                      </a:r>
                      <a:r>
                        <a:rPr lang="en-US" b="1" dirty="0">
                          <a:solidFill>
                            <a:schemeClr val="tx1"/>
                          </a:solidFill>
                        </a:rPr>
                        <a:t>ongoing, continuous process </a:t>
                      </a:r>
                      <a:r>
                        <a:rPr lang="en-US" dirty="0">
                          <a:solidFill>
                            <a:schemeClr val="tx1"/>
                          </a:solidFill>
                        </a:rPr>
                        <a:t>to identify, prioritize, remediate, and monitor vulnerabilities</a:t>
                      </a:r>
                      <a:endParaRPr lang="LID4096" dirty="0">
                        <a:solidFill>
                          <a:schemeClr val="tx1"/>
                        </a:solidFill>
                      </a:endParaRPr>
                    </a:p>
                  </a:txBody>
                  <a:tcPr>
                    <a:noFill/>
                  </a:tcPr>
                </a:tc>
                <a:extLst>
                  <a:ext uri="{0D108BD9-81ED-4DB2-BD59-A6C34878D82A}">
                    <a16:rowId xmlns:a16="http://schemas.microsoft.com/office/drawing/2014/main" val="1552173804"/>
                  </a:ext>
                </a:extLst>
              </a:tr>
              <a:tr h="370840">
                <a:tc>
                  <a:txBody>
                    <a:bodyPr/>
                    <a:lstStyle/>
                    <a:p>
                      <a:r>
                        <a:rPr lang="en-GB" b="1" dirty="0">
                          <a:solidFill>
                            <a:schemeClr val="tx1"/>
                          </a:solidFill>
                        </a:rPr>
                        <a:t>Scope </a:t>
                      </a:r>
                      <a:endParaRPr lang="LID4096" b="1" dirty="0">
                        <a:solidFill>
                          <a:schemeClr val="tx1"/>
                        </a:solidFill>
                      </a:endParaRPr>
                    </a:p>
                  </a:txBody>
                  <a:tcPr>
                    <a:noFill/>
                  </a:tcPr>
                </a:tc>
                <a:tc>
                  <a:txBody>
                    <a:bodyPr/>
                    <a:lstStyle/>
                    <a:p>
                      <a:r>
                        <a:rPr lang="en-US" dirty="0">
                          <a:solidFill>
                            <a:schemeClr val="tx1"/>
                          </a:solidFill>
                        </a:rPr>
                        <a:t>Focuses on discovering and reporting </a:t>
                      </a:r>
                    </a:p>
                    <a:p>
                      <a:r>
                        <a:rPr lang="en-US" dirty="0">
                          <a:solidFill>
                            <a:schemeClr val="tx1"/>
                          </a:solidFill>
                        </a:rPr>
                        <a:t>vulnerabilities at a specific point in time </a:t>
                      </a:r>
                      <a:endParaRPr lang="LID4096" dirty="0">
                        <a:solidFill>
                          <a:schemeClr val="tx1"/>
                        </a:solidFill>
                      </a:endParaRPr>
                    </a:p>
                  </a:txBody>
                  <a:tcPr>
                    <a:noFill/>
                  </a:tcPr>
                </a:tc>
                <a:tc>
                  <a:txBody>
                    <a:bodyPr/>
                    <a:lstStyle/>
                    <a:p>
                      <a:r>
                        <a:rPr lang="en-US" dirty="0">
                          <a:solidFill>
                            <a:schemeClr val="tx1"/>
                          </a:solidFill>
                        </a:rPr>
                        <a:t>Encompasses the entire life cycle of </a:t>
                      </a:r>
                    </a:p>
                    <a:p>
                      <a:r>
                        <a:rPr lang="en-US" dirty="0">
                          <a:solidFill>
                            <a:schemeClr val="tx1"/>
                          </a:solidFill>
                        </a:rPr>
                        <a:t>vulnerability handling, including assessments, remediation, and monitoring</a:t>
                      </a:r>
                      <a:endParaRPr lang="LID4096" dirty="0">
                        <a:solidFill>
                          <a:schemeClr val="tx1"/>
                        </a:solidFill>
                      </a:endParaRPr>
                    </a:p>
                  </a:txBody>
                  <a:tcPr>
                    <a:noFill/>
                  </a:tcPr>
                </a:tc>
                <a:extLst>
                  <a:ext uri="{0D108BD9-81ED-4DB2-BD59-A6C34878D82A}">
                    <a16:rowId xmlns:a16="http://schemas.microsoft.com/office/drawing/2014/main" val="1752995326"/>
                  </a:ext>
                </a:extLst>
              </a:tr>
              <a:tr h="370840">
                <a:tc>
                  <a:txBody>
                    <a:bodyPr/>
                    <a:lstStyle/>
                    <a:p>
                      <a:r>
                        <a:rPr lang="en-GB" b="1" dirty="0">
                          <a:solidFill>
                            <a:schemeClr val="tx1"/>
                          </a:solidFill>
                        </a:rPr>
                        <a:t>Frequency</a:t>
                      </a:r>
                      <a:endParaRPr lang="LID4096" b="1" dirty="0">
                        <a:solidFill>
                          <a:schemeClr val="tx1"/>
                        </a:solidFill>
                      </a:endParaRPr>
                    </a:p>
                  </a:txBody>
                  <a:tcPr>
                    <a:noFill/>
                  </a:tcPr>
                </a:tc>
                <a:tc>
                  <a:txBody>
                    <a:bodyPr/>
                    <a:lstStyle/>
                    <a:p>
                      <a:r>
                        <a:rPr lang="en-US" b="1" dirty="0">
                          <a:solidFill>
                            <a:schemeClr val="tx1"/>
                          </a:solidFill>
                        </a:rPr>
                        <a:t>Conducted periodically </a:t>
                      </a:r>
                      <a:r>
                        <a:rPr lang="en-US" dirty="0">
                          <a:solidFill>
                            <a:schemeClr val="tx1"/>
                          </a:solidFill>
                        </a:rPr>
                        <a:t>e.g., quarterly or annually</a:t>
                      </a:r>
                      <a:endParaRPr lang="LID4096" dirty="0">
                        <a:solidFill>
                          <a:schemeClr val="tx1"/>
                        </a:solidFill>
                      </a:endParaRPr>
                    </a:p>
                  </a:txBody>
                  <a:tcPr>
                    <a:noFill/>
                  </a:tcPr>
                </a:tc>
                <a:tc>
                  <a:txBody>
                    <a:bodyPr/>
                    <a:lstStyle/>
                    <a:p>
                      <a:r>
                        <a:rPr lang="en-US" b="1" dirty="0">
                          <a:solidFill>
                            <a:schemeClr val="tx1"/>
                          </a:solidFill>
                        </a:rPr>
                        <a:t>Performed continuously </a:t>
                      </a:r>
                      <a:r>
                        <a:rPr lang="en-US" dirty="0">
                          <a:solidFill>
                            <a:schemeClr val="tx1"/>
                          </a:solidFill>
                        </a:rPr>
                        <a:t>to maintain up </a:t>
                      </a:r>
                    </a:p>
                    <a:p>
                      <a:r>
                        <a:rPr lang="en-US" dirty="0">
                          <a:solidFill>
                            <a:schemeClr val="tx1"/>
                          </a:solidFill>
                        </a:rPr>
                        <a:t>to date security</a:t>
                      </a:r>
                      <a:endParaRPr lang="LID4096" dirty="0">
                        <a:solidFill>
                          <a:schemeClr val="tx1"/>
                        </a:solidFill>
                      </a:endParaRPr>
                    </a:p>
                  </a:txBody>
                  <a:tcPr>
                    <a:noFill/>
                  </a:tcPr>
                </a:tc>
                <a:extLst>
                  <a:ext uri="{0D108BD9-81ED-4DB2-BD59-A6C34878D82A}">
                    <a16:rowId xmlns:a16="http://schemas.microsoft.com/office/drawing/2014/main" val="3894424164"/>
                  </a:ext>
                </a:extLst>
              </a:tr>
              <a:tr h="370840">
                <a:tc>
                  <a:txBody>
                    <a:bodyPr/>
                    <a:lstStyle/>
                    <a:p>
                      <a:r>
                        <a:rPr lang="en-GB" b="1" dirty="0">
                          <a:solidFill>
                            <a:schemeClr val="tx1"/>
                          </a:solidFill>
                        </a:rPr>
                        <a:t>Goal</a:t>
                      </a:r>
                      <a:endParaRPr lang="LID4096" b="1" dirty="0">
                        <a:solidFill>
                          <a:schemeClr val="tx1"/>
                        </a:solidFill>
                      </a:endParaRPr>
                    </a:p>
                  </a:txBody>
                  <a:tcPr>
                    <a:noFill/>
                  </a:tcPr>
                </a:tc>
                <a:tc>
                  <a:txBody>
                    <a:bodyPr/>
                    <a:lstStyle/>
                    <a:p>
                      <a:r>
                        <a:rPr lang="en-US" dirty="0">
                          <a:solidFill>
                            <a:schemeClr val="tx1"/>
                          </a:solidFill>
                        </a:rPr>
                        <a:t>Identifies weaknesses but does not address or fix them</a:t>
                      </a:r>
                      <a:endParaRPr lang="LID4096" dirty="0">
                        <a:solidFill>
                          <a:schemeClr val="tx1"/>
                        </a:solidFill>
                      </a:endParaRPr>
                    </a:p>
                  </a:txBody>
                  <a:tcPr>
                    <a:noFill/>
                  </a:tcPr>
                </a:tc>
                <a:tc>
                  <a:txBody>
                    <a:bodyPr/>
                    <a:lstStyle/>
                    <a:p>
                      <a:r>
                        <a:rPr lang="en-US" dirty="0">
                          <a:solidFill>
                            <a:schemeClr val="tx1"/>
                          </a:solidFill>
                        </a:rPr>
                        <a:t>Aims to reduce the attack surface by </a:t>
                      </a:r>
                    </a:p>
                    <a:p>
                      <a:r>
                        <a:rPr lang="en-US" dirty="0">
                          <a:solidFill>
                            <a:schemeClr val="tx1"/>
                          </a:solidFill>
                        </a:rPr>
                        <a:t>addressing vulnerabilities systematically</a:t>
                      </a:r>
                      <a:endParaRPr lang="LID4096" dirty="0">
                        <a:solidFill>
                          <a:schemeClr val="tx1"/>
                        </a:solidFill>
                      </a:endParaRPr>
                    </a:p>
                  </a:txBody>
                  <a:tcPr>
                    <a:noFill/>
                  </a:tcPr>
                </a:tc>
                <a:extLst>
                  <a:ext uri="{0D108BD9-81ED-4DB2-BD59-A6C34878D82A}">
                    <a16:rowId xmlns:a16="http://schemas.microsoft.com/office/drawing/2014/main" val="2321154036"/>
                  </a:ext>
                </a:extLst>
              </a:tr>
              <a:tr h="370840">
                <a:tc>
                  <a:txBody>
                    <a:bodyPr/>
                    <a:lstStyle/>
                    <a:p>
                      <a:r>
                        <a:rPr lang="en-GB" b="1" dirty="0">
                          <a:solidFill>
                            <a:schemeClr val="tx1"/>
                          </a:solidFill>
                        </a:rPr>
                        <a:t>Tools used</a:t>
                      </a:r>
                      <a:endParaRPr lang="LID4096" b="1" dirty="0">
                        <a:solidFill>
                          <a:schemeClr val="tx1"/>
                        </a:solidFill>
                      </a:endParaRPr>
                    </a:p>
                  </a:txBody>
                  <a:tcPr>
                    <a:noFill/>
                  </a:tcPr>
                </a:tc>
                <a:tc>
                  <a:txBody>
                    <a:bodyPr/>
                    <a:lstStyle/>
                    <a:p>
                      <a:r>
                        <a:rPr lang="en-GB" dirty="0">
                          <a:solidFill>
                            <a:schemeClr val="tx1"/>
                          </a:solidFill>
                        </a:rPr>
                        <a:t>Nessus or OpenVAS</a:t>
                      </a:r>
                      <a:endParaRPr lang="LID4096" dirty="0">
                        <a:solidFill>
                          <a:schemeClr val="tx1"/>
                        </a:solidFill>
                      </a:endParaRPr>
                    </a:p>
                  </a:txBody>
                  <a:tcPr>
                    <a:noFill/>
                  </a:tcPr>
                </a:tc>
                <a:tc>
                  <a:txBody>
                    <a:bodyPr/>
                    <a:lstStyle/>
                    <a:p>
                      <a:r>
                        <a:rPr lang="en-GB" dirty="0">
                          <a:solidFill>
                            <a:schemeClr val="tx1"/>
                          </a:solidFill>
                        </a:rPr>
                        <a:t>Qualys or Rapid7</a:t>
                      </a:r>
                      <a:endParaRPr lang="LID4096" dirty="0">
                        <a:solidFill>
                          <a:schemeClr val="tx1"/>
                        </a:solidFill>
                      </a:endParaRPr>
                    </a:p>
                  </a:txBody>
                  <a:tcPr>
                    <a:noFill/>
                  </a:tcPr>
                </a:tc>
                <a:extLst>
                  <a:ext uri="{0D108BD9-81ED-4DB2-BD59-A6C34878D82A}">
                    <a16:rowId xmlns:a16="http://schemas.microsoft.com/office/drawing/2014/main" val="2916234961"/>
                  </a:ext>
                </a:extLst>
              </a:tr>
            </a:tbl>
          </a:graphicData>
        </a:graphic>
      </p:graphicFrame>
      <p:sp>
        <p:nvSpPr>
          <p:cNvPr id="3" name="Footer Placeholder 2">
            <a:extLst>
              <a:ext uri="{FF2B5EF4-FFF2-40B4-BE49-F238E27FC236}">
                <a16:creationId xmlns:a16="http://schemas.microsoft.com/office/drawing/2014/main" id="{F211925F-074D-4518-BAB9-41B1441A3ECE}"/>
              </a:ext>
            </a:extLst>
          </p:cNvPr>
          <p:cNvSpPr>
            <a:spLocks noGrp="1"/>
          </p:cNvSpPr>
          <p:nvPr>
            <p:ph type="ftr" sz="quarter" idx="11"/>
          </p:nvPr>
        </p:nvSpPr>
        <p:spPr>
          <a:xfrm>
            <a:off x="1141413" y="6239482"/>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74493D6E-1079-454F-B118-B8765B831B4F}"/>
              </a:ext>
            </a:extLst>
          </p:cNvPr>
          <p:cNvSpPr>
            <a:spLocks noGrp="1"/>
          </p:cNvSpPr>
          <p:nvPr>
            <p:ph type="sldNum" sz="quarter" idx="12"/>
          </p:nvPr>
        </p:nvSpPr>
        <p:spPr>
          <a:xfrm>
            <a:off x="10276322" y="6252528"/>
            <a:ext cx="771089" cy="365125"/>
          </a:xfrm>
        </p:spPr>
        <p:txBody>
          <a:bodyPr/>
          <a:lstStyle/>
          <a:p>
            <a:fld id="{76711B12-96E3-4CC6-8596-5FF84CCB8B40}" type="slidenum">
              <a:rPr lang="LID4096" smtClean="0"/>
              <a:t>22</a:t>
            </a:fld>
            <a:endParaRPr lang="LID4096" dirty="0"/>
          </a:p>
        </p:txBody>
      </p:sp>
    </p:spTree>
    <p:extLst>
      <p:ext uri="{BB962C8B-B14F-4D97-AF65-F5344CB8AC3E}">
        <p14:creationId xmlns:p14="http://schemas.microsoft.com/office/powerpoint/2010/main" val="11816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B0854-EBA5-4CB4-AC5E-DA46ADDD0B42}"/>
              </a:ext>
            </a:extLst>
          </p:cNvPr>
          <p:cNvSpPr>
            <a:spLocks noGrp="1"/>
          </p:cNvSpPr>
          <p:nvPr>
            <p:ph type="title"/>
          </p:nvPr>
        </p:nvSpPr>
        <p:spPr/>
        <p:txBody>
          <a:bodyPr>
            <a:normAutofit fontScale="90000"/>
          </a:bodyPr>
          <a:lstStyle/>
          <a:p>
            <a:pPr algn="ctr"/>
            <a:r>
              <a:rPr lang="en-US" b="1" dirty="0"/>
              <a:t>Need (Importance) of Vulnerability Assessment (VA) and vulnerability management (vm)</a:t>
            </a:r>
            <a:endParaRPr lang="LID4096" b="1" dirty="0"/>
          </a:p>
        </p:txBody>
      </p:sp>
      <p:sp>
        <p:nvSpPr>
          <p:cNvPr id="3" name="Content Placeholder 2">
            <a:extLst>
              <a:ext uri="{FF2B5EF4-FFF2-40B4-BE49-F238E27FC236}">
                <a16:creationId xmlns:a16="http://schemas.microsoft.com/office/drawing/2014/main" id="{85DD23FF-31AD-49DB-A870-6AD04D3F94B3}"/>
              </a:ext>
            </a:extLst>
          </p:cNvPr>
          <p:cNvSpPr>
            <a:spLocks noGrp="1"/>
          </p:cNvSpPr>
          <p:nvPr>
            <p:ph idx="1"/>
          </p:nvPr>
        </p:nvSpPr>
        <p:spPr/>
        <p:txBody>
          <a:bodyPr>
            <a:normAutofit/>
          </a:bodyPr>
          <a:lstStyle/>
          <a:p>
            <a:pPr marL="457200" indent="-457200">
              <a:buFont typeface="+mj-lt"/>
              <a:buAutoNum type="arabicPeriod"/>
            </a:pPr>
            <a:r>
              <a:rPr lang="en-US" dirty="0"/>
              <a:t> Identification of Security Weaknesses</a:t>
            </a:r>
          </a:p>
          <a:p>
            <a:pPr marL="457200" indent="-457200">
              <a:buFont typeface="+mj-lt"/>
              <a:buAutoNum type="arabicPeriod"/>
            </a:pPr>
            <a:r>
              <a:rPr lang="en-US" dirty="0"/>
              <a:t> Prioritization of Threats (Assessing Risk Levels)</a:t>
            </a:r>
          </a:p>
          <a:p>
            <a:pPr marL="457200" indent="-457200">
              <a:buFont typeface="+mj-lt"/>
              <a:buAutoNum type="arabicPeriod"/>
            </a:pPr>
            <a:r>
              <a:rPr lang="en-US" dirty="0"/>
              <a:t> </a:t>
            </a:r>
            <a:r>
              <a:rPr lang="en-US" b="1" dirty="0"/>
              <a:t>Compliance with Regulations</a:t>
            </a:r>
          </a:p>
          <a:p>
            <a:pPr marL="457200" indent="-457200">
              <a:buFont typeface="+mj-lt"/>
              <a:buAutoNum type="arabicPeriod"/>
            </a:pPr>
            <a:r>
              <a:rPr lang="en-US" dirty="0"/>
              <a:t> Minimizing Internal and External Attacks</a:t>
            </a:r>
          </a:p>
          <a:p>
            <a:pPr marL="457200" indent="-457200">
              <a:buFont typeface="+mj-lt"/>
              <a:buAutoNum type="arabicPeriod"/>
            </a:pPr>
            <a:r>
              <a:rPr lang="en-US" dirty="0"/>
              <a:t> Faster Remediation of Vulnerabilities</a:t>
            </a:r>
          </a:p>
          <a:p>
            <a:pPr marL="457200" indent="-457200">
              <a:buFont typeface="+mj-lt"/>
              <a:buAutoNum type="arabicPeriod"/>
            </a:pPr>
            <a:r>
              <a:rPr lang="en-US" dirty="0"/>
              <a:t> Enhanced Security Posture</a:t>
            </a:r>
          </a:p>
        </p:txBody>
      </p:sp>
      <p:sp>
        <p:nvSpPr>
          <p:cNvPr id="4" name="Footer Placeholder 3">
            <a:extLst>
              <a:ext uri="{FF2B5EF4-FFF2-40B4-BE49-F238E27FC236}">
                <a16:creationId xmlns:a16="http://schemas.microsoft.com/office/drawing/2014/main" id="{DBC675C8-5E8F-4C11-988D-017CCAEA22D1}"/>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90441B4C-8325-4A1F-9E66-5707F2217D69}"/>
              </a:ext>
            </a:extLst>
          </p:cNvPr>
          <p:cNvSpPr>
            <a:spLocks noGrp="1"/>
          </p:cNvSpPr>
          <p:nvPr>
            <p:ph type="sldNum" sz="quarter" idx="12"/>
          </p:nvPr>
        </p:nvSpPr>
        <p:spPr/>
        <p:txBody>
          <a:bodyPr/>
          <a:lstStyle/>
          <a:p>
            <a:fld id="{76711B12-96E3-4CC6-8596-5FF84CCB8B40}" type="slidenum">
              <a:rPr lang="LID4096" smtClean="0"/>
              <a:t>23</a:t>
            </a:fld>
            <a:endParaRPr lang="LID4096"/>
          </a:p>
        </p:txBody>
      </p:sp>
    </p:spTree>
    <p:extLst>
      <p:ext uri="{BB962C8B-B14F-4D97-AF65-F5344CB8AC3E}">
        <p14:creationId xmlns:p14="http://schemas.microsoft.com/office/powerpoint/2010/main" val="2194472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ADBE2-1659-4336-9F9C-FED813C759F3}"/>
              </a:ext>
            </a:extLst>
          </p:cNvPr>
          <p:cNvSpPr>
            <a:spLocks noGrp="1"/>
          </p:cNvSpPr>
          <p:nvPr>
            <p:ph type="title"/>
          </p:nvPr>
        </p:nvSpPr>
        <p:spPr/>
        <p:txBody>
          <a:bodyPr>
            <a:normAutofit fontScale="90000"/>
          </a:bodyPr>
          <a:lstStyle/>
          <a:p>
            <a:pPr algn="ctr"/>
            <a:r>
              <a:rPr lang="en-US" b="1" dirty="0"/>
              <a:t>Need (Importance) of Vulnerability Assessment (VA) and vulnerability management (vm)</a:t>
            </a:r>
            <a:endParaRPr lang="LID4096" dirty="0"/>
          </a:p>
        </p:txBody>
      </p:sp>
      <p:sp>
        <p:nvSpPr>
          <p:cNvPr id="3" name="Content Placeholder 2">
            <a:extLst>
              <a:ext uri="{FF2B5EF4-FFF2-40B4-BE49-F238E27FC236}">
                <a16:creationId xmlns:a16="http://schemas.microsoft.com/office/drawing/2014/main" id="{8B5ED0C0-E9CE-4D7D-A030-FDCFD38D77BE}"/>
              </a:ext>
            </a:extLst>
          </p:cNvPr>
          <p:cNvSpPr>
            <a:spLocks noGrp="1"/>
          </p:cNvSpPr>
          <p:nvPr>
            <p:ph idx="1"/>
          </p:nvPr>
        </p:nvSpPr>
        <p:spPr/>
        <p:txBody>
          <a:bodyPr>
            <a:normAutofit fontScale="92500" lnSpcReduction="10000"/>
          </a:bodyPr>
          <a:lstStyle/>
          <a:p>
            <a:pPr marL="457200" indent="-457200">
              <a:buAutoNum type="arabicPeriod" startAt="7"/>
            </a:pPr>
            <a:r>
              <a:rPr lang="en-US" dirty="0"/>
              <a:t> </a:t>
            </a:r>
            <a:r>
              <a:rPr lang="en-US" b="1" dirty="0"/>
              <a:t>Maintaining Customer Trust</a:t>
            </a:r>
          </a:p>
          <a:p>
            <a:pPr marL="457200" indent="-457200">
              <a:buAutoNum type="arabicPeriod" startAt="7"/>
            </a:pPr>
            <a:r>
              <a:rPr lang="en-US" dirty="0"/>
              <a:t> </a:t>
            </a:r>
            <a:r>
              <a:rPr lang="en-US" b="1" dirty="0"/>
              <a:t>Cost Savings from Reduced Data Breaches </a:t>
            </a:r>
          </a:p>
          <a:p>
            <a:pPr marL="457200" indent="-457200">
              <a:buAutoNum type="arabicPeriod" startAt="7"/>
            </a:pPr>
            <a:endParaRPr lang="en-US" b="1" dirty="0"/>
          </a:p>
          <a:p>
            <a:pPr marL="0" indent="0">
              <a:buNone/>
            </a:pPr>
            <a:r>
              <a:rPr lang="en-US" b="1" dirty="0"/>
              <a:t>Other Importance (need) for VM</a:t>
            </a:r>
          </a:p>
          <a:p>
            <a:pPr marL="457200" indent="-457200">
              <a:buFont typeface="+mj-lt"/>
              <a:buAutoNum type="arabicPeriod"/>
            </a:pPr>
            <a:r>
              <a:rPr lang="en-US" b="1" dirty="0"/>
              <a:t> </a:t>
            </a:r>
            <a:r>
              <a:rPr lang="en-US" dirty="0"/>
              <a:t>Proactive Risk Reduction </a:t>
            </a:r>
          </a:p>
          <a:p>
            <a:pPr marL="457200" indent="-457200">
              <a:buFont typeface="+mj-lt"/>
              <a:buAutoNum type="arabicPeriod"/>
            </a:pPr>
            <a:r>
              <a:rPr lang="en-US" dirty="0"/>
              <a:t> Asset Protection</a:t>
            </a:r>
          </a:p>
          <a:p>
            <a:pPr marL="457200" indent="-457200">
              <a:buFont typeface="+mj-lt"/>
              <a:buAutoNum type="arabicPeriod"/>
            </a:pPr>
            <a:r>
              <a:rPr lang="en-US" dirty="0"/>
              <a:t> Business Continuity</a:t>
            </a:r>
          </a:p>
        </p:txBody>
      </p:sp>
      <p:sp>
        <p:nvSpPr>
          <p:cNvPr id="4" name="Footer Placeholder 3">
            <a:extLst>
              <a:ext uri="{FF2B5EF4-FFF2-40B4-BE49-F238E27FC236}">
                <a16:creationId xmlns:a16="http://schemas.microsoft.com/office/drawing/2014/main" id="{33D80BA1-84A1-4B63-A024-55F19168EA99}"/>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0AD73F18-1CA4-41F8-A122-A41B36E9EB49}"/>
              </a:ext>
            </a:extLst>
          </p:cNvPr>
          <p:cNvSpPr>
            <a:spLocks noGrp="1"/>
          </p:cNvSpPr>
          <p:nvPr>
            <p:ph type="sldNum" sz="quarter" idx="12"/>
          </p:nvPr>
        </p:nvSpPr>
        <p:spPr/>
        <p:txBody>
          <a:bodyPr/>
          <a:lstStyle/>
          <a:p>
            <a:fld id="{76711B12-96E3-4CC6-8596-5FF84CCB8B40}" type="slidenum">
              <a:rPr lang="LID4096" smtClean="0"/>
              <a:t>24</a:t>
            </a:fld>
            <a:endParaRPr lang="LID4096"/>
          </a:p>
        </p:txBody>
      </p:sp>
    </p:spTree>
    <p:extLst>
      <p:ext uri="{BB962C8B-B14F-4D97-AF65-F5344CB8AC3E}">
        <p14:creationId xmlns:p14="http://schemas.microsoft.com/office/powerpoint/2010/main" val="2915150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943E-045A-48ED-83A7-C4D176D459EE}"/>
              </a:ext>
            </a:extLst>
          </p:cNvPr>
          <p:cNvSpPr>
            <a:spLocks noGrp="1"/>
          </p:cNvSpPr>
          <p:nvPr>
            <p:ph type="title"/>
          </p:nvPr>
        </p:nvSpPr>
        <p:spPr/>
        <p:txBody>
          <a:bodyPr/>
          <a:lstStyle/>
          <a:p>
            <a:pPr algn="ctr"/>
            <a:r>
              <a:rPr lang="en-GB" b="1" dirty="0"/>
              <a:t>Types of vulnerability Assessments</a:t>
            </a:r>
            <a:endParaRPr lang="LID4096" b="1" dirty="0"/>
          </a:p>
        </p:txBody>
      </p:sp>
      <p:sp>
        <p:nvSpPr>
          <p:cNvPr id="3" name="Content Placeholder 2">
            <a:extLst>
              <a:ext uri="{FF2B5EF4-FFF2-40B4-BE49-F238E27FC236}">
                <a16:creationId xmlns:a16="http://schemas.microsoft.com/office/drawing/2014/main" id="{A5412A2B-329E-4325-A69D-E7EAAE48EED4}"/>
              </a:ext>
            </a:extLst>
          </p:cNvPr>
          <p:cNvSpPr>
            <a:spLocks noGrp="1"/>
          </p:cNvSpPr>
          <p:nvPr>
            <p:ph idx="1"/>
          </p:nvPr>
        </p:nvSpPr>
        <p:spPr/>
        <p:txBody>
          <a:bodyPr>
            <a:normAutofit fontScale="85000" lnSpcReduction="10000"/>
          </a:bodyPr>
          <a:lstStyle/>
          <a:p>
            <a:pPr marL="457200" indent="-457200">
              <a:buFont typeface="+mj-lt"/>
              <a:buAutoNum type="arabicPeriod"/>
            </a:pPr>
            <a:r>
              <a:rPr lang="en-US" dirty="0"/>
              <a:t> </a:t>
            </a:r>
            <a:r>
              <a:rPr lang="en-US" b="1" dirty="0"/>
              <a:t>Host Based – Scan</a:t>
            </a:r>
          </a:p>
          <a:p>
            <a:r>
              <a:rPr lang="en-US" dirty="0"/>
              <a:t> This type of assessment, locates and identifies vulnerabilities in individual systems such as </a:t>
            </a:r>
            <a:r>
              <a:rPr lang="en-US" b="1" dirty="0"/>
              <a:t>servers</a:t>
            </a:r>
            <a:r>
              <a:rPr lang="en-US" dirty="0"/>
              <a:t>, </a:t>
            </a:r>
            <a:r>
              <a:rPr lang="en-US" b="1" dirty="0"/>
              <a:t>workstations</a:t>
            </a:r>
            <a:r>
              <a:rPr lang="en-US" dirty="0"/>
              <a:t>, and other network hosts.</a:t>
            </a:r>
          </a:p>
          <a:p>
            <a:r>
              <a:rPr lang="en-US" dirty="0"/>
              <a:t> The focus is on critical servers which maybe vulnerable to attacks. The server scan include:</a:t>
            </a:r>
          </a:p>
          <a:p>
            <a:pPr marL="514350" indent="-514350">
              <a:buFont typeface="+mj-lt"/>
              <a:buAutoNum type="romanLcPeriod"/>
            </a:pPr>
            <a:r>
              <a:rPr lang="en-US" dirty="0"/>
              <a:t> Open ports</a:t>
            </a:r>
          </a:p>
          <a:p>
            <a:pPr marL="514350" indent="-514350">
              <a:buFont typeface="+mj-lt"/>
              <a:buAutoNum type="romanLcPeriod"/>
            </a:pPr>
            <a:r>
              <a:rPr lang="en-US" dirty="0"/>
              <a:t> Patches</a:t>
            </a:r>
          </a:p>
          <a:p>
            <a:pPr marL="514350" indent="-514350">
              <a:buFont typeface="+mj-lt"/>
              <a:buAutoNum type="romanLcPeriod"/>
            </a:pPr>
            <a:r>
              <a:rPr lang="en-US" dirty="0"/>
              <a:t> Updates </a:t>
            </a:r>
          </a:p>
          <a:p>
            <a:pPr marL="514350" indent="-514350">
              <a:buFont typeface="+mj-lt"/>
              <a:buAutoNum type="romanLcPeriod"/>
            </a:pPr>
            <a:r>
              <a:rPr lang="en-US" dirty="0"/>
              <a:t> Configurations </a:t>
            </a:r>
            <a:endParaRPr lang="LID4096" dirty="0"/>
          </a:p>
        </p:txBody>
      </p:sp>
      <p:sp>
        <p:nvSpPr>
          <p:cNvPr id="4" name="Footer Placeholder 3">
            <a:extLst>
              <a:ext uri="{FF2B5EF4-FFF2-40B4-BE49-F238E27FC236}">
                <a16:creationId xmlns:a16="http://schemas.microsoft.com/office/drawing/2014/main" id="{64D9DF77-4EE0-41DC-9A77-1829B529A1E6}"/>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895BDD05-18EB-4A02-8E43-EA614E4CE2A1}"/>
              </a:ext>
            </a:extLst>
          </p:cNvPr>
          <p:cNvSpPr>
            <a:spLocks noGrp="1"/>
          </p:cNvSpPr>
          <p:nvPr>
            <p:ph type="sldNum" sz="quarter" idx="12"/>
          </p:nvPr>
        </p:nvSpPr>
        <p:spPr/>
        <p:txBody>
          <a:bodyPr/>
          <a:lstStyle/>
          <a:p>
            <a:fld id="{76711B12-96E3-4CC6-8596-5FF84CCB8B40}" type="slidenum">
              <a:rPr lang="LID4096" smtClean="0"/>
              <a:t>25</a:t>
            </a:fld>
            <a:endParaRPr lang="LID4096"/>
          </a:p>
        </p:txBody>
      </p:sp>
    </p:spTree>
    <p:extLst>
      <p:ext uri="{BB962C8B-B14F-4D97-AF65-F5344CB8AC3E}">
        <p14:creationId xmlns:p14="http://schemas.microsoft.com/office/powerpoint/2010/main" val="4108161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29078-C879-4867-B332-B9996CB6682F}"/>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D7E959E2-A34C-47FA-81B6-13E51CEAE5AD}"/>
              </a:ext>
            </a:extLst>
          </p:cNvPr>
          <p:cNvSpPr>
            <a:spLocks noGrp="1"/>
          </p:cNvSpPr>
          <p:nvPr>
            <p:ph idx="1"/>
          </p:nvPr>
        </p:nvSpPr>
        <p:spPr/>
        <p:txBody>
          <a:bodyPr>
            <a:normAutofit fontScale="85000" lnSpcReduction="20000"/>
          </a:bodyPr>
          <a:lstStyle/>
          <a:p>
            <a:pPr>
              <a:buFont typeface="Wingdings" panose="05000000000000000000" pitchFamily="2" charset="2"/>
              <a:buChar char="q"/>
            </a:pPr>
            <a:r>
              <a:rPr lang="en-US" dirty="0"/>
              <a:t> </a:t>
            </a:r>
            <a:r>
              <a:rPr lang="en-US" b="1" dirty="0"/>
              <a:t>Host Based – Scan Mitigation Plan</a:t>
            </a:r>
          </a:p>
          <a:p>
            <a:pPr marL="514350" indent="-514350">
              <a:buFont typeface="+mj-lt"/>
              <a:buAutoNum type="romanLcPeriod"/>
            </a:pPr>
            <a:r>
              <a:rPr lang="en-US" b="1" dirty="0"/>
              <a:t> Adopt a Zero-Trust Security Model – </a:t>
            </a:r>
            <a:r>
              <a:rPr lang="en-US" dirty="0"/>
              <a:t>by treating every access request as untrusted, requiring verification of user identification and device health before granting access especially in complex environments where resources are accessed from various locations to protect middleware attacks.</a:t>
            </a:r>
          </a:p>
          <a:p>
            <a:pPr marL="514350" indent="-514350">
              <a:buFont typeface="+mj-lt"/>
              <a:buAutoNum type="romanLcPeriod"/>
            </a:pPr>
            <a:r>
              <a:rPr lang="en-US" dirty="0"/>
              <a:t> </a:t>
            </a:r>
            <a:r>
              <a:rPr lang="en-US" b="1" dirty="0"/>
              <a:t>Use Web Application Firewalls (WAFs) </a:t>
            </a:r>
            <a:r>
              <a:rPr lang="en-US" dirty="0"/>
              <a:t>– to monitor and filter HTTP traffic between a web application and the internet in order to provide an additional layer of security against common web exploits.</a:t>
            </a:r>
          </a:p>
          <a:p>
            <a:pPr marL="514350" indent="-514350">
              <a:buFont typeface="+mj-lt"/>
              <a:buAutoNum type="romanLcPeriod"/>
            </a:pPr>
            <a:r>
              <a:rPr lang="en-US" dirty="0"/>
              <a:t> </a:t>
            </a:r>
            <a:r>
              <a:rPr lang="en-US" b="1" dirty="0"/>
              <a:t>Firmware Integrity Checks </a:t>
            </a:r>
            <a:r>
              <a:rPr lang="en-US" dirty="0"/>
              <a:t>–  such as </a:t>
            </a:r>
            <a:r>
              <a:rPr lang="en-US" b="1" dirty="0"/>
              <a:t>hashing techniques </a:t>
            </a:r>
            <a:r>
              <a:rPr lang="en-US" dirty="0"/>
              <a:t>to verify that the firmware has not been altered or tampered with during storage or transmission.</a:t>
            </a:r>
            <a:endParaRPr lang="LID4096" dirty="0"/>
          </a:p>
        </p:txBody>
      </p:sp>
      <p:sp>
        <p:nvSpPr>
          <p:cNvPr id="4" name="Footer Placeholder 3">
            <a:extLst>
              <a:ext uri="{FF2B5EF4-FFF2-40B4-BE49-F238E27FC236}">
                <a16:creationId xmlns:a16="http://schemas.microsoft.com/office/drawing/2014/main" id="{E7B3FC12-6F59-444D-AF36-76421311A515}"/>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F962F6D7-8157-4E70-BD9C-511C0F6D4B3E}"/>
              </a:ext>
            </a:extLst>
          </p:cNvPr>
          <p:cNvSpPr>
            <a:spLocks noGrp="1"/>
          </p:cNvSpPr>
          <p:nvPr>
            <p:ph type="sldNum" sz="quarter" idx="12"/>
          </p:nvPr>
        </p:nvSpPr>
        <p:spPr/>
        <p:txBody>
          <a:bodyPr/>
          <a:lstStyle/>
          <a:p>
            <a:fld id="{76711B12-96E3-4CC6-8596-5FF84CCB8B40}" type="slidenum">
              <a:rPr lang="LID4096" smtClean="0"/>
              <a:t>26</a:t>
            </a:fld>
            <a:endParaRPr lang="LID4096"/>
          </a:p>
        </p:txBody>
      </p:sp>
    </p:spTree>
    <p:extLst>
      <p:ext uri="{BB962C8B-B14F-4D97-AF65-F5344CB8AC3E}">
        <p14:creationId xmlns:p14="http://schemas.microsoft.com/office/powerpoint/2010/main" val="2044086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B419E-A287-4BE6-BC19-0BCC68E363E8}"/>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BD5D3AF9-F71C-4F9B-A7D3-B4603779042F}"/>
              </a:ext>
            </a:extLst>
          </p:cNvPr>
          <p:cNvSpPr>
            <a:spLocks noGrp="1"/>
          </p:cNvSpPr>
          <p:nvPr>
            <p:ph idx="1"/>
          </p:nvPr>
        </p:nvSpPr>
        <p:spPr/>
        <p:txBody>
          <a:bodyPr>
            <a:normAutofit fontScale="92500" lnSpcReduction="20000"/>
          </a:bodyPr>
          <a:lstStyle/>
          <a:p>
            <a:pPr>
              <a:buFont typeface="Wingdings" panose="05000000000000000000" pitchFamily="2" charset="2"/>
              <a:buChar char="q"/>
            </a:pPr>
            <a:r>
              <a:rPr lang="en-US" dirty="0"/>
              <a:t> </a:t>
            </a:r>
            <a:r>
              <a:rPr lang="en-US" b="1" dirty="0"/>
              <a:t>Host Based – Scan Mitigation Plan (Continues…)</a:t>
            </a:r>
          </a:p>
          <a:p>
            <a:pPr marL="514350" indent="-514350">
              <a:buAutoNum type="romanLcPeriod" startAt="4"/>
            </a:pPr>
            <a:r>
              <a:rPr lang="en-US" b="1" dirty="0"/>
              <a:t>Encryption</a:t>
            </a:r>
          </a:p>
          <a:p>
            <a:pPr marL="514350" indent="-514350">
              <a:buAutoNum type="romanLcPeriod" startAt="4"/>
            </a:pPr>
            <a:r>
              <a:rPr lang="en-US" b="1" dirty="0"/>
              <a:t>Secure Firmware Updates by Digital Signatures </a:t>
            </a:r>
            <a:r>
              <a:rPr lang="en-US" dirty="0"/>
              <a:t>– to prevent unauthorized modification during transmission.</a:t>
            </a:r>
          </a:p>
          <a:p>
            <a:pPr marL="514350" indent="-514350">
              <a:buAutoNum type="romanLcPeriod" startAt="4"/>
            </a:pPr>
            <a:r>
              <a:rPr lang="en-US" b="1" dirty="0"/>
              <a:t>Buffer and Stuck Overflow Protection </a:t>
            </a:r>
            <a:r>
              <a:rPr lang="en-US" dirty="0"/>
              <a:t>– to protect firmware.</a:t>
            </a:r>
          </a:p>
          <a:p>
            <a:pPr marL="514350" indent="-514350">
              <a:buAutoNum type="romanLcPeriod" startAt="4"/>
            </a:pPr>
            <a:r>
              <a:rPr lang="en-US" dirty="0"/>
              <a:t> </a:t>
            </a:r>
            <a:r>
              <a:rPr lang="en-US" b="1" dirty="0"/>
              <a:t>Access Control Management (Least Privilege Principle) </a:t>
            </a:r>
            <a:r>
              <a:rPr lang="en-US" dirty="0"/>
              <a:t>– Use </a:t>
            </a:r>
            <a:r>
              <a:rPr lang="en-US" b="1" dirty="0"/>
              <a:t>Security Descriptor Definition Language (SDDL)</a:t>
            </a:r>
            <a:r>
              <a:rPr lang="en-US" dirty="0"/>
              <a:t> strings to control access to device objects, ensuring that only authorized users can interact with them.</a:t>
            </a:r>
          </a:p>
          <a:p>
            <a:pPr marL="0" indent="0">
              <a:buNone/>
            </a:pPr>
            <a:endParaRPr lang="en-US" b="1" dirty="0"/>
          </a:p>
        </p:txBody>
      </p:sp>
      <p:sp>
        <p:nvSpPr>
          <p:cNvPr id="4" name="Footer Placeholder 3">
            <a:extLst>
              <a:ext uri="{FF2B5EF4-FFF2-40B4-BE49-F238E27FC236}">
                <a16:creationId xmlns:a16="http://schemas.microsoft.com/office/drawing/2014/main" id="{08B22FB9-8B16-4EFF-8519-08472BFBC04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0E4637D8-A96C-4541-9382-2884720D4CF6}"/>
              </a:ext>
            </a:extLst>
          </p:cNvPr>
          <p:cNvSpPr>
            <a:spLocks noGrp="1"/>
          </p:cNvSpPr>
          <p:nvPr>
            <p:ph type="sldNum" sz="quarter" idx="12"/>
          </p:nvPr>
        </p:nvSpPr>
        <p:spPr/>
        <p:txBody>
          <a:bodyPr/>
          <a:lstStyle/>
          <a:p>
            <a:fld id="{76711B12-96E3-4CC6-8596-5FF84CCB8B40}" type="slidenum">
              <a:rPr lang="LID4096" smtClean="0"/>
              <a:t>27</a:t>
            </a:fld>
            <a:endParaRPr lang="LID4096"/>
          </a:p>
        </p:txBody>
      </p:sp>
    </p:spTree>
    <p:extLst>
      <p:ext uri="{BB962C8B-B14F-4D97-AF65-F5344CB8AC3E}">
        <p14:creationId xmlns:p14="http://schemas.microsoft.com/office/powerpoint/2010/main" val="976428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EB11B-1036-4988-83B1-82FFA5B9B7CA}"/>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9835DF25-67B4-4BEA-B79C-8B89900B60E1}"/>
              </a:ext>
            </a:extLst>
          </p:cNvPr>
          <p:cNvSpPr>
            <a:spLocks noGrp="1"/>
          </p:cNvSpPr>
          <p:nvPr>
            <p:ph idx="1"/>
          </p:nvPr>
        </p:nvSpPr>
        <p:spPr/>
        <p:txBody>
          <a:bodyPr>
            <a:noAutofit/>
          </a:bodyPr>
          <a:lstStyle/>
          <a:p>
            <a:pPr>
              <a:buFont typeface="Wingdings" panose="05000000000000000000" pitchFamily="2" charset="2"/>
              <a:buChar char="q"/>
            </a:pPr>
            <a:r>
              <a:rPr lang="en-US" b="1" dirty="0"/>
              <a:t> </a:t>
            </a:r>
            <a:r>
              <a:rPr lang="en-US" sz="3200" b="1" dirty="0"/>
              <a:t>Security Descriptor Definition Language (SDDL)</a:t>
            </a:r>
          </a:p>
          <a:p>
            <a:pPr marL="0" indent="0">
              <a:buNone/>
            </a:pPr>
            <a:r>
              <a:rPr lang="en-GB" b="1" dirty="0"/>
              <a:t>0:</a:t>
            </a:r>
            <a:r>
              <a:rPr lang="en-GB" b="1" dirty="0">
                <a:solidFill>
                  <a:schemeClr val="accent2">
                    <a:lumMod val="75000"/>
                  </a:schemeClr>
                </a:solidFill>
              </a:rPr>
              <a:t>BA</a:t>
            </a:r>
            <a:r>
              <a:rPr lang="en-GB" b="1" dirty="0"/>
              <a:t>G:</a:t>
            </a:r>
            <a:r>
              <a:rPr lang="en-GB" b="1" dirty="0">
                <a:solidFill>
                  <a:srgbClr val="FFFF00"/>
                </a:solidFill>
              </a:rPr>
              <a:t>SYD</a:t>
            </a:r>
            <a:r>
              <a:rPr lang="en-GB" b="1" dirty="0"/>
              <a:t>: = </a:t>
            </a:r>
            <a:r>
              <a:rPr lang="en-US" b="1" dirty="0">
                <a:solidFill>
                  <a:srgbClr val="FFFF00"/>
                </a:solidFill>
              </a:rPr>
              <a:t>user or group and </a:t>
            </a:r>
            <a:r>
              <a:rPr lang="en-US" b="1" dirty="0">
                <a:solidFill>
                  <a:srgbClr val="7030A0"/>
                </a:solidFill>
              </a:rPr>
              <a:t> </a:t>
            </a:r>
            <a:r>
              <a:rPr lang="en-US" b="1" dirty="0">
                <a:solidFill>
                  <a:schemeClr val="accent2">
                    <a:lumMod val="75000"/>
                  </a:schemeClr>
                </a:solidFill>
              </a:rPr>
              <a:t>Built-in Administrators</a:t>
            </a:r>
            <a:endParaRPr lang="en-GB" b="1" dirty="0"/>
          </a:p>
          <a:p>
            <a:pPr marL="0" indent="0">
              <a:buNone/>
            </a:pPr>
            <a:r>
              <a:rPr lang="en-GB" b="1" dirty="0"/>
              <a:t>(</a:t>
            </a:r>
            <a:r>
              <a:rPr lang="en-GB" b="1" dirty="0">
                <a:solidFill>
                  <a:srgbClr val="FF0000"/>
                </a:solidFill>
              </a:rPr>
              <a:t>A</a:t>
            </a:r>
            <a:r>
              <a:rPr lang="en-GB" b="1" dirty="0"/>
              <a:t>;;</a:t>
            </a:r>
            <a:r>
              <a:rPr lang="en-GB" b="1" dirty="0">
                <a:solidFill>
                  <a:schemeClr val="bg1"/>
                </a:solidFill>
              </a:rPr>
              <a:t>CCLCSWRPWPDTLOCRRC</a:t>
            </a:r>
            <a:r>
              <a:rPr lang="en-GB" b="1" dirty="0"/>
              <a:t>;;;</a:t>
            </a:r>
            <a:r>
              <a:rPr lang="en-GB" b="1" dirty="0">
                <a:solidFill>
                  <a:srgbClr val="7030A0"/>
                </a:solidFill>
              </a:rPr>
              <a:t>SY</a:t>
            </a:r>
            <a:r>
              <a:rPr lang="en-GB" b="1" dirty="0"/>
              <a:t>) </a:t>
            </a:r>
            <a:r>
              <a:rPr lang="en-US" b="1" dirty="0">
                <a:solidFill>
                  <a:srgbClr val="7030A0"/>
                </a:solidFill>
              </a:rPr>
              <a:t>Security Identifier for Local system </a:t>
            </a:r>
            <a:endParaRPr lang="en-GB" b="1" dirty="0"/>
          </a:p>
          <a:p>
            <a:pPr marL="0" indent="0">
              <a:buNone/>
            </a:pPr>
            <a:r>
              <a:rPr lang="en-GB" b="1" dirty="0"/>
              <a:t>(</a:t>
            </a:r>
            <a:r>
              <a:rPr lang="en-GB" b="1" dirty="0">
                <a:solidFill>
                  <a:srgbClr val="FF0000"/>
                </a:solidFill>
              </a:rPr>
              <a:t>A</a:t>
            </a:r>
            <a:r>
              <a:rPr lang="en-GB" b="1" dirty="0"/>
              <a:t>;;</a:t>
            </a:r>
            <a:r>
              <a:rPr lang="en-GB" b="1" dirty="0">
                <a:solidFill>
                  <a:schemeClr val="bg1"/>
                </a:solidFill>
              </a:rPr>
              <a:t>CCDCLCSWRPWPDTLOCRDRC</a:t>
            </a:r>
            <a:r>
              <a:rPr lang="en-GB" b="1" dirty="0"/>
              <a:t>;;;</a:t>
            </a:r>
            <a:r>
              <a:rPr lang="en-GB" b="1" dirty="0">
                <a:solidFill>
                  <a:schemeClr val="accent2">
                    <a:lumMod val="75000"/>
                  </a:schemeClr>
                </a:solidFill>
              </a:rPr>
              <a:t>BA</a:t>
            </a:r>
            <a:r>
              <a:rPr lang="en-GB" b="1" dirty="0"/>
              <a:t>) = </a:t>
            </a:r>
            <a:r>
              <a:rPr lang="en-US" b="1" dirty="0">
                <a:solidFill>
                  <a:srgbClr val="FF0000"/>
                </a:solidFill>
              </a:rPr>
              <a:t>Allow </a:t>
            </a:r>
            <a:r>
              <a:rPr lang="en-US" b="1" dirty="0"/>
              <a:t>and</a:t>
            </a:r>
            <a:r>
              <a:rPr lang="en-US" b="1" dirty="0">
                <a:solidFill>
                  <a:srgbClr val="FF0000"/>
                </a:solidFill>
              </a:rPr>
              <a:t> </a:t>
            </a:r>
            <a:r>
              <a:rPr lang="en-US" b="1" dirty="0">
                <a:solidFill>
                  <a:schemeClr val="bg1"/>
                </a:solidFill>
              </a:rPr>
              <a:t>Permission Granted </a:t>
            </a:r>
            <a:endParaRPr lang="en-GB" b="1" dirty="0">
              <a:solidFill>
                <a:schemeClr val="bg1"/>
              </a:solidFill>
            </a:endParaRPr>
          </a:p>
          <a:p>
            <a:pPr marL="0" indent="0">
              <a:buNone/>
            </a:pPr>
            <a:r>
              <a:rPr lang="en-GB" b="1" dirty="0"/>
              <a:t>(</a:t>
            </a:r>
            <a:r>
              <a:rPr lang="en-GB" b="1" dirty="0">
                <a:solidFill>
                  <a:srgbClr val="FF0000"/>
                </a:solidFill>
              </a:rPr>
              <a:t>A</a:t>
            </a:r>
            <a:r>
              <a:rPr lang="en-GB" b="1" dirty="0"/>
              <a:t>;;</a:t>
            </a:r>
            <a:r>
              <a:rPr lang="en-GB" b="1" dirty="0">
                <a:solidFill>
                  <a:schemeClr val="bg1"/>
                </a:solidFill>
              </a:rPr>
              <a:t>CCLCSWLOCRRC</a:t>
            </a:r>
            <a:r>
              <a:rPr lang="en-GB" b="1" dirty="0"/>
              <a:t>;;;IU) = </a:t>
            </a:r>
            <a:r>
              <a:rPr lang="en-US" b="1" dirty="0">
                <a:solidFill>
                  <a:schemeClr val="bg1"/>
                </a:solidFill>
              </a:rPr>
              <a:t>Discretionary Access Control List (DACL) </a:t>
            </a:r>
            <a:endParaRPr lang="en-GB" b="1" dirty="0"/>
          </a:p>
          <a:p>
            <a:pPr marL="0" indent="0">
              <a:buNone/>
            </a:pPr>
            <a:r>
              <a:rPr lang="en-GB" b="1" dirty="0"/>
              <a:t>(</a:t>
            </a:r>
            <a:r>
              <a:rPr lang="en-GB" b="1" dirty="0">
                <a:solidFill>
                  <a:srgbClr val="FF0000"/>
                </a:solidFill>
              </a:rPr>
              <a:t>A</a:t>
            </a:r>
            <a:r>
              <a:rPr lang="en-GB" b="1" dirty="0"/>
              <a:t>;;</a:t>
            </a:r>
            <a:r>
              <a:rPr lang="en-GB" b="1" dirty="0">
                <a:solidFill>
                  <a:schemeClr val="bg1"/>
                </a:solidFill>
              </a:rPr>
              <a:t>CCLCSWLOCRRC</a:t>
            </a:r>
            <a:r>
              <a:rPr lang="en-GB" b="1" dirty="0"/>
              <a:t>;;;</a:t>
            </a:r>
            <a:r>
              <a:rPr lang="en-GB" b="1" dirty="0">
                <a:solidFill>
                  <a:srgbClr val="00B0F0"/>
                </a:solidFill>
              </a:rPr>
              <a:t>SU</a:t>
            </a:r>
            <a:r>
              <a:rPr lang="en-GB" b="1" dirty="0"/>
              <a:t>)</a:t>
            </a:r>
            <a:r>
              <a:rPr lang="en-GB" b="1" dirty="0">
                <a:solidFill>
                  <a:schemeClr val="tx2"/>
                </a:solidFill>
              </a:rPr>
              <a:t>S = </a:t>
            </a:r>
            <a:r>
              <a:rPr lang="en-US" b="1" dirty="0">
                <a:solidFill>
                  <a:srgbClr val="00B0F0"/>
                </a:solidFill>
              </a:rPr>
              <a:t>Service Users and </a:t>
            </a:r>
            <a:r>
              <a:rPr lang="en-US" b="1" dirty="0">
                <a:solidFill>
                  <a:schemeClr val="tx2"/>
                </a:solidFill>
              </a:rPr>
              <a:t>System Access</a:t>
            </a:r>
            <a:endParaRPr lang="en-GB" b="1" dirty="0">
              <a:solidFill>
                <a:schemeClr val="tx2"/>
              </a:solidFill>
            </a:endParaRPr>
          </a:p>
          <a:p>
            <a:pPr marL="0" indent="0">
              <a:buNone/>
            </a:pPr>
            <a:r>
              <a:rPr lang="en-GB" b="1" dirty="0"/>
              <a:t>(</a:t>
            </a:r>
            <a:r>
              <a:rPr lang="en-GB" b="1" dirty="0">
                <a:solidFill>
                  <a:schemeClr val="accent1"/>
                </a:solidFill>
              </a:rPr>
              <a:t>AU</a:t>
            </a:r>
            <a:r>
              <a:rPr lang="en-GB" b="1" dirty="0"/>
              <a:t>;;</a:t>
            </a:r>
            <a:r>
              <a:rPr lang="en-GB" b="1" dirty="0">
                <a:solidFill>
                  <a:schemeClr val="accent3">
                    <a:lumMod val="40000"/>
                    <a:lumOff val="60000"/>
                  </a:schemeClr>
                </a:solidFill>
              </a:rPr>
              <a:t>FA</a:t>
            </a:r>
            <a:r>
              <a:rPr lang="en-GB" b="1" dirty="0"/>
              <a:t>;</a:t>
            </a:r>
            <a:r>
              <a:rPr lang="en-GB" b="1" dirty="0">
                <a:solidFill>
                  <a:schemeClr val="bg1"/>
                </a:solidFill>
              </a:rPr>
              <a:t>CCDCLCSWRPWPDTLOCRSDRC</a:t>
            </a:r>
            <a:r>
              <a:rPr lang="en-GB" b="1" dirty="0"/>
              <a:t>;;;</a:t>
            </a:r>
            <a:r>
              <a:rPr lang="en-GB" b="1" dirty="0">
                <a:solidFill>
                  <a:schemeClr val="accent3">
                    <a:lumMod val="75000"/>
                  </a:schemeClr>
                </a:solidFill>
              </a:rPr>
              <a:t>WD</a:t>
            </a:r>
            <a:r>
              <a:rPr lang="en-GB" b="1" dirty="0"/>
              <a:t>) = </a:t>
            </a:r>
            <a:r>
              <a:rPr lang="en-US" b="1" dirty="0">
                <a:solidFill>
                  <a:schemeClr val="accent1"/>
                </a:solidFill>
              </a:rPr>
              <a:t>Audit, </a:t>
            </a:r>
            <a:r>
              <a:rPr lang="en-US" b="1" dirty="0">
                <a:solidFill>
                  <a:schemeClr val="accent3">
                    <a:lumMod val="75000"/>
                  </a:schemeClr>
                </a:solidFill>
              </a:rPr>
              <a:t>Everyone</a:t>
            </a:r>
            <a:r>
              <a:rPr lang="en-US" b="1" dirty="0">
                <a:solidFill>
                  <a:schemeClr val="accent1"/>
                </a:solidFill>
              </a:rPr>
              <a:t> </a:t>
            </a:r>
            <a:r>
              <a:rPr lang="en-US" b="1" dirty="0">
                <a:solidFill>
                  <a:schemeClr val="accent3">
                    <a:lumMod val="40000"/>
                    <a:lumOff val="60000"/>
                  </a:schemeClr>
                </a:solidFill>
              </a:rPr>
              <a:t>Full Access</a:t>
            </a:r>
          </a:p>
        </p:txBody>
      </p:sp>
      <p:sp>
        <p:nvSpPr>
          <p:cNvPr id="4" name="Footer Placeholder 3">
            <a:extLst>
              <a:ext uri="{FF2B5EF4-FFF2-40B4-BE49-F238E27FC236}">
                <a16:creationId xmlns:a16="http://schemas.microsoft.com/office/drawing/2014/main" id="{AB4B7DFA-B209-4537-9421-53635622D4F9}"/>
              </a:ext>
            </a:extLst>
          </p:cNvPr>
          <p:cNvSpPr>
            <a:spLocks noGrp="1"/>
          </p:cNvSpPr>
          <p:nvPr>
            <p:ph type="ftr" sz="quarter" idx="11"/>
          </p:nvPr>
        </p:nvSpPr>
        <p:spPr>
          <a:xfrm>
            <a:off x="1141412" y="6364042"/>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D49CDC54-86AD-4ABE-AB0F-02A64A06BF33}"/>
              </a:ext>
            </a:extLst>
          </p:cNvPr>
          <p:cNvSpPr>
            <a:spLocks noGrp="1"/>
          </p:cNvSpPr>
          <p:nvPr>
            <p:ph type="sldNum" sz="quarter" idx="12"/>
          </p:nvPr>
        </p:nvSpPr>
        <p:spPr>
          <a:xfrm>
            <a:off x="10351735" y="6357922"/>
            <a:ext cx="771089" cy="365125"/>
          </a:xfrm>
        </p:spPr>
        <p:txBody>
          <a:bodyPr/>
          <a:lstStyle/>
          <a:p>
            <a:fld id="{76711B12-96E3-4CC6-8596-5FF84CCB8B40}" type="slidenum">
              <a:rPr lang="LID4096" smtClean="0"/>
              <a:t>28</a:t>
            </a:fld>
            <a:endParaRPr lang="LID4096" dirty="0"/>
          </a:p>
        </p:txBody>
      </p:sp>
    </p:spTree>
    <p:extLst>
      <p:ext uri="{BB962C8B-B14F-4D97-AF65-F5344CB8AC3E}">
        <p14:creationId xmlns:p14="http://schemas.microsoft.com/office/powerpoint/2010/main" val="2968126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F85B2-0F98-4528-9DA8-3AA917B64EEA}"/>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85BDD61E-9BD5-4705-B047-BCE69FA7555C}"/>
              </a:ext>
            </a:extLst>
          </p:cNvPr>
          <p:cNvSpPr>
            <a:spLocks noGrp="1"/>
          </p:cNvSpPr>
          <p:nvPr>
            <p:ph idx="1"/>
          </p:nvPr>
        </p:nvSpPr>
        <p:spPr/>
        <p:txBody>
          <a:bodyPr/>
          <a:lstStyle/>
          <a:p>
            <a:pPr marL="457200" indent="-457200">
              <a:buAutoNum type="arabicPeriod" startAt="2"/>
            </a:pPr>
            <a:r>
              <a:rPr lang="en-US" dirty="0"/>
              <a:t> </a:t>
            </a:r>
            <a:r>
              <a:rPr lang="en-US" b="1" dirty="0"/>
              <a:t>Network – Based Scan</a:t>
            </a:r>
          </a:p>
          <a:p>
            <a:r>
              <a:rPr lang="en-US" dirty="0"/>
              <a:t> It focuses on identifying vulnerabilities in wired and wireless networks.</a:t>
            </a:r>
          </a:p>
          <a:p>
            <a:r>
              <a:rPr lang="en-US" dirty="0"/>
              <a:t> They help detect vulnerability systems within an organization's network infrastructure.</a:t>
            </a:r>
          </a:p>
        </p:txBody>
      </p:sp>
      <p:sp>
        <p:nvSpPr>
          <p:cNvPr id="4" name="Footer Placeholder 3">
            <a:extLst>
              <a:ext uri="{FF2B5EF4-FFF2-40B4-BE49-F238E27FC236}">
                <a16:creationId xmlns:a16="http://schemas.microsoft.com/office/drawing/2014/main" id="{B7B77C4D-1452-4FE9-AEAF-7E8E8BE17BA0}"/>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1E0AD4FC-2FA3-4AD1-AE5B-9364D86C1FCE}"/>
              </a:ext>
            </a:extLst>
          </p:cNvPr>
          <p:cNvSpPr>
            <a:spLocks noGrp="1"/>
          </p:cNvSpPr>
          <p:nvPr>
            <p:ph type="sldNum" sz="quarter" idx="12"/>
          </p:nvPr>
        </p:nvSpPr>
        <p:spPr/>
        <p:txBody>
          <a:bodyPr/>
          <a:lstStyle/>
          <a:p>
            <a:fld id="{76711B12-96E3-4CC6-8596-5FF84CCB8B40}" type="slidenum">
              <a:rPr lang="LID4096" smtClean="0"/>
              <a:t>29</a:t>
            </a:fld>
            <a:endParaRPr lang="LID4096"/>
          </a:p>
        </p:txBody>
      </p:sp>
    </p:spTree>
    <p:extLst>
      <p:ext uri="{BB962C8B-B14F-4D97-AF65-F5344CB8AC3E}">
        <p14:creationId xmlns:p14="http://schemas.microsoft.com/office/powerpoint/2010/main" val="100382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45CC-06FE-48BE-953D-6FD5A8EC8E90}"/>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789B36BD-9CC0-42EC-8284-77A561507835}"/>
              </a:ext>
            </a:extLst>
          </p:cNvPr>
          <p:cNvSpPr>
            <a:spLocks noGrp="1"/>
          </p:cNvSpPr>
          <p:nvPr>
            <p:ph idx="1"/>
          </p:nvPr>
        </p:nvSpPr>
        <p:spPr/>
        <p:txBody>
          <a:bodyPr>
            <a:noAutofit/>
          </a:bodyPr>
          <a:lstStyle/>
          <a:p>
            <a:pPr marL="457200" indent="-457200">
              <a:buAutoNum type="arabicPeriod" startAt="3"/>
            </a:pPr>
            <a:r>
              <a:rPr lang="en-US" dirty="0"/>
              <a:t> </a:t>
            </a:r>
            <a:r>
              <a:rPr lang="en-US" b="1" dirty="0"/>
              <a:t>Application Based – Scan</a:t>
            </a:r>
          </a:p>
          <a:p>
            <a:r>
              <a:rPr lang="en-US" dirty="0"/>
              <a:t>Here, we identify the vulnerabilities in </a:t>
            </a:r>
            <a:r>
              <a:rPr lang="en-US" b="1" dirty="0"/>
              <a:t>web applications </a:t>
            </a:r>
            <a:r>
              <a:rPr lang="en-US" dirty="0"/>
              <a:t>and their </a:t>
            </a:r>
            <a:r>
              <a:rPr lang="en-US" b="1" dirty="0"/>
              <a:t>source code</a:t>
            </a:r>
            <a:r>
              <a:rPr lang="en-US" dirty="0"/>
              <a:t> and </a:t>
            </a:r>
            <a:r>
              <a:rPr lang="en-US" b="1" dirty="0"/>
              <a:t>configurations</a:t>
            </a:r>
            <a:r>
              <a:rPr lang="en-US" dirty="0"/>
              <a:t>. </a:t>
            </a:r>
          </a:p>
          <a:p>
            <a:r>
              <a:rPr lang="en-US" dirty="0"/>
              <a:t>In this type we test the code to make sure that there are no vulnerabilities. </a:t>
            </a:r>
          </a:p>
          <a:p>
            <a:r>
              <a:rPr lang="en-US" dirty="0"/>
              <a:t>Tests can be done to make sure that application is safe.</a:t>
            </a:r>
          </a:p>
        </p:txBody>
      </p:sp>
      <p:sp>
        <p:nvSpPr>
          <p:cNvPr id="4" name="Footer Placeholder 3">
            <a:extLst>
              <a:ext uri="{FF2B5EF4-FFF2-40B4-BE49-F238E27FC236}">
                <a16:creationId xmlns:a16="http://schemas.microsoft.com/office/drawing/2014/main" id="{F6E28A0C-F126-4280-A276-940FDE95117C}"/>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D632E306-07F3-484C-81CD-F1C561BE1583}"/>
              </a:ext>
            </a:extLst>
          </p:cNvPr>
          <p:cNvSpPr>
            <a:spLocks noGrp="1"/>
          </p:cNvSpPr>
          <p:nvPr>
            <p:ph type="sldNum" sz="quarter" idx="12"/>
          </p:nvPr>
        </p:nvSpPr>
        <p:spPr/>
        <p:txBody>
          <a:bodyPr/>
          <a:lstStyle/>
          <a:p>
            <a:fld id="{76711B12-96E3-4CC6-8596-5FF84CCB8B40}" type="slidenum">
              <a:rPr lang="LID4096" smtClean="0"/>
              <a:t>30</a:t>
            </a:fld>
            <a:endParaRPr lang="LID4096"/>
          </a:p>
        </p:txBody>
      </p:sp>
    </p:spTree>
    <p:extLst>
      <p:ext uri="{BB962C8B-B14F-4D97-AF65-F5344CB8AC3E}">
        <p14:creationId xmlns:p14="http://schemas.microsoft.com/office/powerpoint/2010/main" val="3499083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9BF18-11AB-4CFA-B67B-E505A11D3F8E}"/>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24A2AA36-0921-48F6-B243-4F1CB62C2FE1}"/>
              </a:ext>
            </a:extLst>
          </p:cNvPr>
          <p:cNvSpPr>
            <a:spLocks noGrp="1"/>
          </p:cNvSpPr>
          <p:nvPr>
            <p:ph idx="1"/>
          </p:nvPr>
        </p:nvSpPr>
        <p:spPr/>
        <p:txBody>
          <a:bodyPr>
            <a:normAutofit fontScale="92500" lnSpcReduction="10000"/>
          </a:bodyPr>
          <a:lstStyle/>
          <a:p>
            <a:pPr>
              <a:buFont typeface="Wingdings" panose="05000000000000000000" pitchFamily="2" charset="2"/>
              <a:buChar char="q"/>
            </a:pPr>
            <a:r>
              <a:rPr lang="en-US" dirty="0"/>
              <a:t> </a:t>
            </a:r>
            <a:r>
              <a:rPr lang="en-US" b="1" dirty="0"/>
              <a:t>Application Based – Scan (Continues…)</a:t>
            </a:r>
          </a:p>
          <a:p>
            <a:r>
              <a:rPr lang="en-US" dirty="0"/>
              <a:t> Scan for outdated libraries and insecure coding practices. It can be both </a:t>
            </a:r>
            <a:r>
              <a:rPr lang="en-US" b="1" dirty="0"/>
              <a:t>static</a:t>
            </a:r>
            <a:r>
              <a:rPr lang="en-US" dirty="0"/>
              <a:t> and </a:t>
            </a:r>
            <a:r>
              <a:rPr lang="en-US" b="1" dirty="0"/>
              <a:t>dynamic</a:t>
            </a:r>
            <a:r>
              <a:rPr lang="en-US" dirty="0"/>
              <a:t> analysis . </a:t>
            </a:r>
          </a:p>
          <a:p>
            <a:r>
              <a:rPr lang="en-US" b="1" dirty="0"/>
              <a:t>SAST</a:t>
            </a:r>
            <a:r>
              <a:rPr lang="en-US" dirty="0"/>
              <a:t> analyses the source code or binaries of an application without executing it. It helps identify vulnerabilities early in the development process. </a:t>
            </a:r>
          </a:p>
          <a:p>
            <a:r>
              <a:rPr lang="en-US" b="1" dirty="0"/>
              <a:t>DAST</a:t>
            </a:r>
            <a:r>
              <a:rPr lang="en-US" dirty="0"/>
              <a:t> tests the application in a running state to identify vulnerabilities that manifest during execution, such as input validation errors and session management issues. </a:t>
            </a:r>
          </a:p>
          <a:p>
            <a:r>
              <a:rPr lang="en-US" dirty="0"/>
              <a:t> We can also conduct a </a:t>
            </a:r>
            <a:r>
              <a:rPr lang="en-US" b="1" dirty="0"/>
              <a:t>configuration review </a:t>
            </a:r>
            <a:r>
              <a:rPr lang="en-US" dirty="0"/>
              <a:t>and </a:t>
            </a:r>
            <a:r>
              <a:rPr lang="en-US" b="1" dirty="0"/>
              <a:t>Penetration Testing</a:t>
            </a:r>
            <a:r>
              <a:rPr lang="en-US" dirty="0"/>
              <a:t>.</a:t>
            </a:r>
          </a:p>
        </p:txBody>
      </p:sp>
      <p:sp>
        <p:nvSpPr>
          <p:cNvPr id="4" name="Footer Placeholder 3">
            <a:extLst>
              <a:ext uri="{FF2B5EF4-FFF2-40B4-BE49-F238E27FC236}">
                <a16:creationId xmlns:a16="http://schemas.microsoft.com/office/drawing/2014/main" id="{5323148C-67B0-4D10-B9F2-7B4C5E81AA30}"/>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E02A76A-DEFB-491D-9BF6-636C2E5EBB86}"/>
              </a:ext>
            </a:extLst>
          </p:cNvPr>
          <p:cNvSpPr>
            <a:spLocks noGrp="1"/>
          </p:cNvSpPr>
          <p:nvPr>
            <p:ph type="sldNum" sz="quarter" idx="12"/>
          </p:nvPr>
        </p:nvSpPr>
        <p:spPr/>
        <p:txBody>
          <a:bodyPr/>
          <a:lstStyle/>
          <a:p>
            <a:fld id="{76711B12-96E3-4CC6-8596-5FF84CCB8B40}" type="slidenum">
              <a:rPr lang="LID4096" smtClean="0"/>
              <a:t>31</a:t>
            </a:fld>
            <a:endParaRPr lang="LID4096"/>
          </a:p>
        </p:txBody>
      </p:sp>
    </p:spTree>
    <p:extLst>
      <p:ext uri="{BB962C8B-B14F-4D97-AF65-F5344CB8AC3E}">
        <p14:creationId xmlns:p14="http://schemas.microsoft.com/office/powerpoint/2010/main" val="25561879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117A1-0AE2-4883-9408-D8C1E3ABB0D2}"/>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A73D21CA-EC8D-4E0E-81F0-9343990BB0CC}"/>
              </a:ext>
            </a:extLst>
          </p:cNvPr>
          <p:cNvSpPr>
            <a:spLocks noGrp="1"/>
          </p:cNvSpPr>
          <p:nvPr>
            <p:ph idx="1"/>
          </p:nvPr>
        </p:nvSpPr>
        <p:spPr/>
        <p:txBody>
          <a:bodyPr>
            <a:normAutofit fontScale="85000" lnSpcReduction="10000"/>
          </a:bodyPr>
          <a:lstStyle/>
          <a:p>
            <a:pPr marL="457200" indent="-457200">
              <a:buAutoNum type="arabicPeriod" startAt="4"/>
            </a:pPr>
            <a:r>
              <a:rPr lang="en-US" dirty="0"/>
              <a:t> </a:t>
            </a:r>
            <a:r>
              <a:rPr lang="en-US" b="1" dirty="0"/>
              <a:t>Application Programming Interface (API) Vulnerability Based – Scan</a:t>
            </a:r>
          </a:p>
          <a:p>
            <a:r>
              <a:rPr lang="en-US" dirty="0"/>
              <a:t> An </a:t>
            </a:r>
            <a:r>
              <a:rPr lang="en-US" b="1" dirty="0"/>
              <a:t>API (Application Programming Interface) </a:t>
            </a:r>
            <a:r>
              <a:rPr lang="en-US" dirty="0"/>
              <a:t>is a set of rules and protocols that allows different software applications to communicate with each other.</a:t>
            </a:r>
          </a:p>
          <a:p>
            <a:pPr marL="514350" indent="-514350">
              <a:buFont typeface="+mj-lt"/>
              <a:buAutoNum type="romanLcPeriod"/>
            </a:pPr>
            <a:r>
              <a:rPr lang="en-US" b="1" dirty="0"/>
              <a:t>Web APIs </a:t>
            </a:r>
            <a:r>
              <a:rPr lang="en-US" dirty="0"/>
              <a:t>– Used for web-based communication (e.g., RESTful APIs, GraphQL, SOAP).</a:t>
            </a:r>
          </a:p>
          <a:p>
            <a:pPr marL="514350" indent="-514350">
              <a:buFont typeface="+mj-lt"/>
              <a:buAutoNum type="romanLcPeriod"/>
            </a:pPr>
            <a:r>
              <a:rPr lang="en-US" b="1" dirty="0"/>
              <a:t>Library APIs </a:t>
            </a:r>
            <a:r>
              <a:rPr lang="en-US" dirty="0"/>
              <a:t>– Provide functions within a programming library (e.g., SFML for C++).</a:t>
            </a:r>
          </a:p>
          <a:p>
            <a:pPr marL="514350" indent="-514350">
              <a:buFont typeface="+mj-lt"/>
              <a:buAutoNum type="romanLcPeriod"/>
            </a:pPr>
            <a:r>
              <a:rPr lang="en-US" b="1" dirty="0"/>
              <a:t>Operating System APIs </a:t>
            </a:r>
            <a:r>
              <a:rPr lang="en-US" dirty="0"/>
              <a:t>– Allow software to interact with OS features (e.g., Windows API).</a:t>
            </a:r>
          </a:p>
          <a:p>
            <a:pPr marL="514350" indent="-514350">
              <a:buFont typeface="+mj-lt"/>
              <a:buAutoNum type="romanLcPeriod"/>
            </a:pPr>
            <a:r>
              <a:rPr lang="en-US" b="1" dirty="0"/>
              <a:t>Hardware APIs </a:t>
            </a:r>
            <a:r>
              <a:rPr lang="en-US" dirty="0"/>
              <a:t>– Enable software to interact with hardware (e.g., DirectX for graphics).</a:t>
            </a:r>
          </a:p>
        </p:txBody>
      </p:sp>
      <p:sp>
        <p:nvSpPr>
          <p:cNvPr id="4" name="Footer Placeholder 3">
            <a:extLst>
              <a:ext uri="{FF2B5EF4-FFF2-40B4-BE49-F238E27FC236}">
                <a16:creationId xmlns:a16="http://schemas.microsoft.com/office/drawing/2014/main" id="{DFBAF535-9D9A-4227-AFBC-3937F94A89C1}"/>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0CA914C7-DD4A-465D-9E89-0201E064BED4}"/>
              </a:ext>
            </a:extLst>
          </p:cNvPr>
          <p:cNvSpPr>
            <a:spLocks noGrp="1"/>
          </p:cNvSpPr>
          <p:nvPr>
            <p:ph type="sldNum" sz="quarter" idx="12"/>
          </p:nvPr>
        </p:nvSpPr>
        <p:spPr/>
        <p:txBody>
          <a:bodyPr/>
          <a:lstStyle/>
          <a:p>
            <a:fld id="{76711B12-96E3-4CC6-8596-5FF84CCB8B40}" type="slidenum">
              <a:rPr lang="LID4096" smtClean="0"/>
              <a:t>32</a:t>
            </a:fld>
            <a:endParaRPr lang="LID4096"/>
          </a:p>
        </p:txBody>
      </p:sp>
    </p:spTree>
    <p:extLst>
      <p:ext uri="{BB962C8B-B14F-4D97-AF65-F5344CB8AC3E}">
        <p14:creationId xmlns:p14="http://schemas.microsoft.com/office/powerpoint/2010/main" val="2219009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A719C-01D8-4A31-8129-AF2E4AFFBF06}"/>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A003D244-2471-4B40-B1A7-93AC7E7CAF00}"/>
              </a:ext>
            </a:extLst>
          </p:cNvPr>
          <p:cNvSpPr>
            <a:spLocks noGrp="1"/>
          </p:cNvSpPr>
          <p:nvPr>
            <p:ph idx="1"/>
          </p:nvPr>
        </p:nvSpPr>
        <p:spPr/>
        <p:txBody>
          <a:bodyPr/>
          <a:lstStyle/>
          <a:p>
            <a:pPr marL="0" indent="0">
              <a:buNone/>
            </a:pPr>
            <a:r>
              <a:rPr lang="en-US" b="1" dirty="0"/>
              <a:t>How APIs Work</a:t>
            </a:r>
          </a:p>
          <a:p>
            <a:pPr marL="514350" indent="-514350">
              <a:buFont typeface="+mj-lt"/>
              <a:buAutoNum type="romanLcPeriod"/>
            </a:pPr>
            <a:r>
              <a:rPr lang="en-US" dirty="0"/>
              <a:t>A client (e.g., a web app or program) sends a </a:t>
            </a:r>
            <a:r>
              <a:rPr lang="en-US" b="1" dirty="0"/>
              <a:t>request</a:t>
            </a:r>
            <a:r>
              <a:rPr lang="en-US" dirty="0"/>
              <a:t> to the API.</a:t>
            </a:r>
          </a:p>
          <a:p>
            <a:pPr marL="514350" indent="-514350">
              <a:buFont typeface="+mj-lt"/>
              <a:buAutoNum type="romanLcPeriod"/>
            </a:pPr>
            <a:r>
              <a:rPr lang="en-US" dirty="0"/>
              <a:t>The API processes the request, interacts with the database or external service, and sends back a </a:t>
            </a:r>
            <a:r>
              <a:rPr lang="en-US" b="1" dirty="0"/>
              <a:t>response</a:t>
            </a:r>
            <a:r>
              <a:rPr lang="en-US" dirty="0"/>
              <a:t>.</a:t>
            </a:r>
          </a:p>
          <a:p>
            <a:pPr marL="514350" indent="-514350">
              <a:buFont typeface="+mj-lt"/>
              <a:buAutoNum type="romanLcPeriod"/>
            </a:pPr>
            <a:r>
              <a:rPr lang="en-US" dirty="0"/>
              <a:t>The client receives and processes the response.</a:t>
            </a:r>
            <a:endParaRPr lang="LID4096" dirty="0"/>
          </a:p>
        </p:txBody>
      </p:sp>
      <p:sp>
        <p:nvSpPr>
          <p:cNvPr id="4" name="Footer Placeholder 3">
            <a:extLst>
              <a:ext uri="{FF2B5EF4-FFF2-40B4-BE49-F238E27FC236}">
                <a16:creationId xmlns:a16="http://schemas.microsoft.com/office/drawing/2014/main" id="{CEE5F637-5E05-4239-BFC3-12577A072FD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E2FA68AA-F585-40E9-BD54-44D1590066EC}"/>
              </a:ext>
            </a:extLst>
          </p:cNvPr>
          <p:cNvSpPr>
            <a:spLocks noGrp="1"/>
          </p:cNvSpPr>
          <p:nvPr>
            <p:ph type="sldNum" sz="quarter" idx="12"/>
          </p:nvPr>
        </p:nvSpPr>
        <p:spPr/>
        <p:txBody>
          <a:bodyPr/>
          <a:lstStyle/>
          <a:p>
            <a:fld id="{76711B12-96E3-4CC6-8596-5FF84CCB8B40}" type="slidenum">
              <a:rPr lang="LID4096" smtClean="0"/>
              <a:t>33</a:t>
            </a:fld>
            <a:endParaRPr lang="LID4096"/>
          </a:p>
        </p:txBody>
      </p:sp>
    </p:spTree>
    <p:extLst>
      <p:ext uri="{BB962C8B-B14F-4D97-AF65-F5344CB8AC3E}">
        <p14:creationId xmlns:p14="http://schemas.microsoft.com/office/powerpoint/2010/main" val="1281777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ED95E-8F81-46E4-855E-0E967A8F205C}"/>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1C75F0F7-4922-4ADE-A1B3-5BD78526ED13}"/>
              </a:ext>
            </a:extLst>
          </p:cNvPr>
          <p:cNvSpPr>
            <a:spLocks noGrp="1"/>
          </p:cNvSpPr>
          <p:nvPr>
            <p:ph idx="1"/>
          </p:nvPr>
        </p:nvSpPr>
        <p:spPr/>
        <p:txBody>
          <a:bodyPr>
            <a:normAutofit/>
          </a:bodyPr>
          <a:lstStyle/>
          <a:p>
            <a:pPr marL="0" indent="0">
              <a:buNone/>
            </a:pPr>
            <a:r>
              <a:rPr lang="en-US" b="1" dirty="0"/>
              <a:t>API Vulnerabilities in Mobile Money Services</a:t>
            </a:r>
          </a:p>
          <a:p>
            <a:pPr marL="514350" indent="-514350">
              <a:buFont typeface="+mj-lt"/>
              <a:buAutoNum type="romanLcPeriod"/>
            </a:pPr>
            <a:r>
              <a:rPr lang="en-US" b="1" dirty="0"/>
              <a:t>Weak Authentication &amp; Authorization </a:t>
            </a:r>
            <a:r>
              <a:rPr lang="en-US" dirty="0"/>
              <a:t>– If an API only requires a simple 4-digit PIN without additional verification, an attacker can brute-force it to access a user's account.</a:t>
            </a:r>
          </a:p>
          <a:p>
            <a:pPr marL="514350" indent="-514350">
              <a:buFont typeface="+mj-lt"/>
              <a:buAutoNum type="romanLcPeriod"/>
            </a:pPr>
            <a:r>
              <a:rPr lang="en-US" b="1" dirty="0"/>
              <a:t>Insecure API Endpoints </a:t>
            </a:r>
            <a:r>
              <a:rPr lang="en-US" dirty="0"/>
              <a:t>– APIs that </a:t>
            </a:r>
            <a:r>
              <a:rPr lang="en-US" b="1" dirty="0"/>
              <a:t>expose sensitive user data </a:t>
            </a:r>
            <a:r>
              <a:rPr lang="en-US" dirty="0"/>
              <a:t>(e.g., </a:t>
            </a:r>
            <a:r>
              <a:rPr lang="en-US" b="1" dirty="0"/>
              <a:t>account details</a:t>
            </a:r>
            <a:r>
              <a:rPr lang="en-US" dirty="0"/>
              <a:t>, transaction history) without proper access control.</a:t>
            </a:r>
          </a:p>
        </p:txBody>
      </p:sp>
      <p:sp>
        <p:nvSpPr>
          <p:cNvPr id="4" name="Footer Placeholder 3">
            <a:extLst>
              <a:ext uri="{FF2B5EF4-FFF2-40B4-BE49-F238E27FC236}">
                <a16:creationId xmlns:a16="http://schemas.microsoft.com/office/drawing/2014/main" id="{8093D336-1C15-42D5-AA61-DB88869DCC29}"/>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A16EE60-D45C-4CDF-92A7-742561A1E27E}"/>
              </a:ext>
            </a:extLst>
          </p:cNvPr>
          <p:cNvSpPr>
            <a:spLocks noGrp="1"/>
          </p:cNvSpPr>
          <p:nvPr>
            <p:ph type="sldNum" sz="quarter" idx="12"/>
          </p:nvPr>
        </p:nvSpPr>
        <p:spPr/>
        <p:txBody>
          <a:bodyPr/>
          <a:lstStyle/>
          <a:p>
            <a:fld id="{76711B12-96E3-4CC6-8596-5FF84CCB8B40}" type="slidenum">
              <a:rPr lang="LID4096" smtClean="0"/>
              <a:t>34</a:t>
            </a:fld>
            <a:endParaRPr lang="LID4096"/>
          </a:p>
        </p:txBody>
      </p:sp>
    </p:spTree>
    <p:extLst>
      <p:ext uri="{BB962C8B-B14F-4D97-AF65-F5344CB8AC3E}">
        <p14:creationId xmlns:p14="http://schemas.microsoft.com/office/powerpoint/2010/main" val="20904302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60882-D18B-4008-8200-E505A50BC1BC}"/>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61A66DCE-ACFB-46A4-BBCE-E77BB87B0E27}"/>
              </a:ext>
            </a:extLst>
          </p:cNvPr>
          <p:cNvSpPr>
            <a:spLocks noGrp="1"/>
          </p:cNvSpPr>
          <p:nvPr>
            <p:ph idx="1"/>
          </p:nvPr>
        </p:nvSpPr>
        <p:spPr/>
        <p:txBody>
          <a:bodyPr>
            <a:normAutofit fontScale="92500" lnSpcReduction="20000"/>
          </a:bodyPr>
          <a:lstStyle/>
          <a:p>
            <a:pPr marL="514350" indent="-514350">
              <a:buAutoNum type="romanLcPeriod" startAt="3"/>
            </a:pPr>
            <a:r>
              <a:rPr lang="en-US" b="1" dirty="0"/>
              <a:t>Lack of Rate Limiting </a:t>
            </a:r>
            <a:r>
              <a:rPr lang="en-US" dirty="0"/>
              <a:t>– APIs without request limits allow brute-force attacks and Denial-of-Service (DoS) attacks. For example, a bot sends thousands of login attempts per second, guessing user PINs and overwhelming the system.</a:t>
            </a:r>
          </a:p>
          <a:p>
            <a:pPr marL="514350" indent="-514350">
              <a:buAutoNum type="romanLcPeriod" startAt="3"/>
            </a:pPr>
            <a:r>
              <a:rPr lang="en-US" b="1" dirty="0"/>
              <a:t>Man-in-the-Middle (MITM) Attacks </a:t>
            </a:r>
            <a:r>
              <a:rPr lang="en-US" dirty="0"/>
              <a:t>– Weak encryption lets attackers intercept and modify financial transactions. For example, if an API transmits sensitive data over HTTP instead of HTTPS, an attacker on the same network can capture login credentials.</a:t>
            </a:r>
          </a:p>
          <a:p>
            <a:pPr marL="514350" indent="-514350">
              <a:buAutoNum type="romanLcPeriod" startAt="3"/>
            </a:pPr>
            <a:r>
              <a:rPr lang="en-US" b="1" dirty="0"/>
              <a:t>Injection Attacks </a:t>
            </a:r>
            <a:r>
              <a:rPr lang="en-US" dirty="0"/>
              <a:t>– Poor input validation allows SQL or command injections to steal or alter data</a:t>
            </a:r>
          </a:p>
        </p:txBody>
      </p:sp>
      <p:sp>
        <p:nvSpPr>
          <p:cNvPr id="4" name="Footer Placeholder 3">
            <a:extLst>
              <a:ext uri="{FF2B5EF4-FFF2-40B4-BE49-F238E27FC236}">
                <a16:creationId xmlns:a16="http://schemas.microsoft.com/office/drawing/2014/main" id="{2F607D18-D630-431D-8147-34ABC0FBDC93}"/>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2AD2C8CE-146F-4EAE-8D9A-3C809BD48BC0}"/>
              </a:ext>
            </a:extLst>
          </p:cNvPr>
          <p:cNvSpPr>
            <a:spLocks noGrp="1"/>
          </p:cNvSpPr>
          <p:nvPr>
            <p:ph type="sldNum" sz="quarter" idx="12"/>
          </p:nvPr>
        </p:nvSpPr>
        <p:spPr/>
        <p:txBody>
          <a:bodyPr/>
          <a:lstStyle/>
          <a:p>
            <a:fld id="{76711B12-96E3-4CC6-8596-5FF84CCB8B40}" type="slidenum">
              <a:rPr lang="LID4096" smtClean="0"/>
              <a:t>35</a:t>
            </a:fld>
            <a:endParaRPr lang="LID4096"/>
          </a:p>
        </p:txBody>
      </p:sp>
    </p:spTree>
    <p:extLst>
      <p:ext uri="{BB962C8B-B14F-4D97-AF65-F5344CB8AC3E}">
        <p14:creationId xmlns:p14="http://schemas.microsoft.com/office/powerpoint/2010/main" val="3356091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FF85C-A289-4305-B1E2-42AC793B20C5}"/>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DF482562-3C84-43B5-A4AC-6A5819C3D6D4}"/>
              </a:ext>
            </a:extLst>
          </p:cNvPr>
          <p:cNvSpPr>
            <a:spLocks noGrp="1"/>
          </p:cNvSpPr>
          <p:nvPr>
            <p:ph idx="1"/>
          </p:nvPr>
        </p:nvSpPr>
        <p:spPr/>
        <p:txBody>
          <a:bodyPr/>
          <a:lstStyle/>
          <a:p>
            <a:pPr marL="0" indent="0">
              <a:buNone/>
            </a:pPr>
            <a:r>
              <a:rPr lang="en-US" b="1" dirty="0"/>
              <a:t>Implications of API Vulnerabilities in Mobile Money Services</a:t>
            </a:r>
          </a:p>
          <a:p>
            <a:pPr marL="514350" indent="-514350">
              <a:buFont typeface="+mj-lt"/>
              <a:buAutoNum type="romanLcPeriod"/>
            </a:pPr>
            <a:r>
              <a:rPr lang="en-US" dirty="0"/>
              <a:t>Financial Loss</a:t>
            </a:r>
          </a:p>
          <a:p>
            <a:pPr marL="514350" indent="-514350">
              <a:buFont typeface="+mj-lt"/>
              <a:buAutoNum type="romanLcPeriod"/>
            </a:pPr>
            <a:r>
              <a:rPr lang="en-US" dirty="0"/>
              <a:t>Data Breaches</a:t>
            </a:r>
          </a:p>
          <a:p>
            <a:pPr marL="514350" indent="-514350">
              <a:buFont typeface="+mj-lt"/>
              <a:buAutoNum type="romanLcPeriod"/>
            </a:pPr>
            <a:r>
              <a:rPr lang="en-US" dirty="0"/>
              <a:t>Service Disruptions</a:t>
            </a:r>
          </a:p>
          <a:p>
            <a:pPr marL="514350" indent="-514350">
              <a:buFont typeface="+mj-lt"/>
              <a:buAutoNum type="romanLcPeriod"/>
            </a:pPr>
            <a:r>
              <a:rPr lang="en-US" dirty="0"/>
              <a:t>Legal Consequences</a:t>
            </a:r>
          </a:p>
          <a:p>
            <a:pPr marL="514350" indent="-514350">
              <a:buFont typeface="+mj-lt"/>
              <a:buAutoNum type="romanLcPeriod"/>
            </a:pPr>
            <a:r>
              <a:rPr lang="en-US" dirty="0"/>
              <a:t>Reputation Damage</a:t>
            </a:r>
            <a:endParaRPr lang="LID4096" dirty="0"/>
          </a:p>
        </p:txBody>
      </p:sp>
      <p:sp>
        <p:nvSpPr>
          <p:cNvPr id="4" name="Footer Placeholder 3">
            <a:extLst>
              <a:ext uri="{FF2B5EF4-FFF2-40B4-BE49-F238E27FC236}">
                <a16:creationId xmlns:a16="http://schemas.microsoft.com/office/drawing/2014/main" id="{EDE88223-A04C-4C0A-9C37-87DC5EF08F84}"/>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1B0EB86B-AC58-4BA1-A170-2CE93751B742}"/>
              </a:ext>
            </a:extLst>
          </p:cNvPr>
          <p:cNvSpPr>
            <a:spLocks noGrp="1"/>
          </p:cNvSpPr>
          <p:nvPr>
            <p:ph type="sldNum" sz="quarter" idx="12"/>
          </p:nvPr>
        </p:nvSpPr>
        <p:spPr/>
        <p:txBody>
          <a:bodyPr/>
          <a:lstStyle/>
          <a:p>
            <a:fld id="{76711B12-96E3-4CC6-8596-5FF84CCB8B40}" type="slidenum">
              <a:rPr lang="LID4096" smtClean="0"/>
              <a:t>36</a:t>
            </a:fld>
            <a:endParaRPr lang="LID4096"/>
          </a:p>
        </p:txBody>
      </p:sp>
    </p:spTree>
    <p:extLst>
      <p:ext uri="{BB962C8B-B14F-4D97-AF65-F5344CB8AC3E}">
        <p14:creationId xmlns:p14="http://schemas.microsoft.com/office/powerpoint/2010/main" val="16812328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C943F-B39F-4707-8279-B639B743AD5C}"/>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59086188-8185-4D6E-8381-D6DD0EA3BE39}"/>
              </a:ext>
            </a:extLst>
          </p:cNvPr>
          <p:cNvSpPr>
            <a:spLocks noGrp="1"/>
          </p:cNvSpPr>
          <p:nvPr>
            <p:ph sz="half" idx="1"/>
          </p:nvPr>
        </p:nvSpPr>
        <p:spPr/>
        <p:txBody>
          <a:bodyPr>
            <a:normAutofit fontScale="92500" lnSpcReduction="10000"/>
          </a:bodyPr>
          <a:lstStyle/>
          <a:p>
            <a:pPr marL="0" indent="0">
              <a:buNone/>
            </a:pPr>
            <a:r>
              <a:rPr lang="en-GB" b="1" dirty="0"/>
              <a:t>Mitigation Strategies for API Security in Mobile Money Services</a:t>
            </a:r>
          </a:p>
          <a:p>
            <a:pPr marL="514350" indent="-514350">
              <a:buFont typeface="+mj-lt"/>
              <a:buAutoNum type="romanLcPeriod"/>
            </a:pPr>
            <a:r>
              <a:rPr lang="en-GB" dirty="0"/>
              <a:t>Implement Multi-Factor Authentication (MFA)</a:t>
            </a:r>
          </a:p>
          <a:p>
            <a:pPr marL="514350" indent="-514350">
              <a:buFont typeface="+mj-lt"/>
              <a:buAutoNum type="romanLcPeriod"/>
            </a:pPr>
            <a:r>
              <a:rPr lang="en-GB" dirty="0"/>
              <a:t>Enforce strong password and PIN policies</a:t>
            </a:r>
          </a:p>
          <a:p>
            <a:pPr marL="514350" indent="-514350">
              <a:buFont typeface="+mj-lt"/>
              <a:buAutoNum type="romanLcPeriod"/>
            </a:pPr>
            <a:r>
              <a:rPr lang="en-GB" dirty="0"/>
              <a:t>Apply Role-Based Access Control (RBAC)</a:t>
            </a:r>
          </a:p>
          <a:p>
            <a:pPr marL="0" indent="0">
              <a:buNone/>
            </a:pPr>
            <a:endParaRPr lang="en-GB" dirty="0"/>
          </a:p>
        </p:txBody>
      </p:sp>
      <p:sp>
        <p:nvSpPr>
          <p:cNvPr id="4" name="Content Placeholder 3">
            <a:extLst>
              <a:ext uri="{FF2B5EF4-FFF2-40B4-BE49-F238E27FC236}">
                <a16:creationId xmlns:a16="http://schemas.microsoft.com/office/drawing/2014/main" id="{F01A791C-F8A5-4673-84F7-5C29C958A092}"/>
              </a:ext>
            </a:extLst>
          </p:cNvPr>
          <p:cNvSpPr>
            <a:spLocks noGrp="1"/>
          </p:cNvSpPr>
          <p:nvPr>
            <p:ph sz="half" idx="2"/>
          </p:nvPr>
        </p:nvSpPr>
        <p:spPr/>
        <p:txBody>
          <a:bodyPr>
            <a:normAutofit fontScale="92500" lnSpcReduction="10000"/>
          </a:bodyPr>
          <a:lstStyle/>
          <a:p>
            <a:pPr marL="514350" indent="-514350">
              <a:buAutoNum type="romanLcPeriod" startAt="4"/>
            </a:pPr>
            <a:r>
              <a:rPr lang="en-US" dirty="0"/>
              <a:t> Encrypt sensitive data with TLS 1.2</a:t>
            </a:r>
          </a:p>
          <a:p>
            <a:pPr marL="514350" indent="-514350">
              <a:buAutoNum type="romanLcPeriod" startAt="4"/>
            </a:pPr>
            <a:r>
              <a:rPr lang="en-US" dirty="0"/>
              <a:t>Implement rate limiting </a:t>
            </a:r>
          </a:p>
          <a:p>
            <a:pPr marL="514350" indent="-514350">
              <a:buAutoNum type="romanLcPeriod" startAt="4"/>
            </a:pPr>
            <a:r>
              <a:rPr lang="en-US" dirty="0"/>
              <a:t>Use Web Application Firewalls (WAF)</a:t>
            </a:r>
          </a:p>
          <a:p>
            <a:pPr marL="514350" indent="-514350">
              <a:buAutoNum type="romanLcPeriod" startAt="4"/>
            </a:pPr>
            <a:r>
              <a:rPr lang="en-US" dirty="0"/>
              <a:t>Apply CAPTCHA for repeated login attempts</a:t>
            </a:r>
          </a:p>
          <a:p>
            <a:pPr marL="514350" indent="-514350">
              <a:buAutoNum type="romanLcPeriod" startAt="4"/>
            </a:pPr>
            <a:r>
              <a:rPr lang="en-US" dirty="0"/>
              <a:t>Validate and sanitize user inputs</a:t>
            </a:r>
          </a:p>
        </p:txBody>
      </p:sp>
      <p:sp>
        <p:nvSpPr>
          <p:cNvPr id="5" name="Footer Placeholder 4">
            <a:extLst>
              <a:ext uri="{FF2B5EF4-FFF2-40B4-BE49-F238E27FC236}">
                <a16:creationId xmlns:a16="http://schemas.microsoft.com/office/drawing/2014/main" id="{DE4F1EC4-055F-4AB8-AF1B-6674C871FA7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66144D39-475F-4E04-827D-AD42F0550B60}"/>
              </a:ext>
            </a:extLst>
          </p:cNvPr>
          <p:cNvSpPr>
            <a:spLocks noGrp="1"/>
          </p:cNvSpPr>
          <p:nvPr>
            <p:ph type="sldNum" sz="quarter" idx="12"/>
          </p:nvPr>
        </p:nvSpPr>
        <p:spPr/>
        <p:txBody>
          <a:bodyPr/>
          <a:lstStyle/>
          <a:p>
            <a:fld id="{76711B12-96E3-4CC6-8596-5FF84CCB8B40}" type="slidenum">
              <a:rPr lang="LID4096" smtClean="0"/>
              <a:t>37</a:t>
            </a:fld>
            <a:endParaRPr lang="LID4096"/>
          </a:p>
        </p:txBody>
      </p:sp>
    </p:spTree>
    <p:extLst>
      <p:ext uri="{BB962C8B-B14F-4D97-AF65-F5344CB8AC3E}">
        <p14:creationId xmlns:p14="http://schemas.microsoft.com/office/powerpoint/2010/main" val="1233866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943CD-79B8-4570-92E7-6745E9522832}"/>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F946E477-A95D-4616-A820-DAF00206DE49}"/>
              </a:ext>
            </a:extLst>
          </p:cNvPr>
          <p:cNvSpPr>
            <a:spLocks noGrp="1"/>
          </p:cNvSpPr>
          <p:nvPr>
            <p:ph idx="1"/>
          </p:nvPr>
        </p:nvSpPr>
        <p:spPr/>
        <p:txBody>
          <a:bodyPr/>
          <a:lstStyle/>
          <a:p>
            <a:pPr marL="0" indent="0">
              <a:buNone/>
            </a:pPr>
            <a:r>
              <a:rPr lang="en-US" b="1" dirty="0"/>
              <a:t>Remediation Plans for API Security in Mobile Money Services</a:t>
            </a:r>
          </a:p>
          <a:p>
            <a:pPr marL="514350" indent="-514350">
              <a:buFont typeface="+mj-lt"/>
              <a:buAutoNum type="romanLcPeriod"/>
            </a:pPr>
            <a:r>
              <a:rPr lang="en-US" dirty="0"/>
              <a:t> Patching </a:t>
            </a:r>
          </a:p>
          <a:p>
            <a:pPr marL="514350" indent="-514350">
              <a:buFont typeface="+mj-lt"/>
              <a:buAutoNum type="romanLcPeriod"/>
            </a:pPr>
            <a:r>
              <a:rPr lang="en-US" dirty="0"/>
              <a:t> Awareness and Training </a:t>
            </a:r>
          </a:p>
          <a:p>
            <a:pPr marL="514350" indent="-514350">
              <a:buFont typeface="+mj-lt"/>
              <a:buAutoNum type="romanLcPeriod"/>
            </a:pPr>
            <a:r>
              <a:rPr lang="en-US" dirty="0"/>
              <a:t> Finding the root cause (Vulnerability Assessment)</a:t>
            </a:r>
            <a:endParaRPr lang="LID4096" dirty="0"/>
          </a:p>
        </p:txBody>
      </p:sp>
      <p:sp>
        <p:nvSpPr>
          <p:cNvPr id="4" name="Footer Placeholder 3">
            <a:extLst>
              <a:ext uri="{FF2B5EF4-FFF2-40B4-BE49-F238E27FC236}">
                <a16:creationId xmlns:a16="http://schemas.microsoft.com/office/drawing/2014/main" id="{F050BC93-937E-412D-9C25-4D91C1CD5339}"/>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6F342A58-CF52-461A-A1D0-168746889109}"/>
              </a:ext>
            </a:extLst>
          </p:cNvPr>
          <p:cNvSpPr>
            <a:spLocks noGrp="1"/>
          </p:cNvSpPr>
          <p:nvPr>
            <p:ph type="sldNum" sz="quarter" idx="12"/>
          </p:nvPr>
        </p:nvSpPr>
        <p:spPr/>
        <p:txBody>
          <a:bodyPr/>
          <a:lstStyle/>
          <a:p>
            <a:fld id="{76711B12-96E3-4CC6-8596-5FF84CCB8B40}" type="slidenum">
              <a:rPr lang="LID4096" smtClean="0"/>
              <a:t>38</a:t>
            </a:fld>
            <a:endParaRPr lang="LID4096"/>
          </a:p>
        </p:txBody>
      </p:sp>
    </p:spTree>
    <p:extLst>
      <p:ext uri="{BB962C8B-B14F-4D97-AF65-F5344CB8AC3E}">
        <p14:creationId xmlns:p14="http://schemas.microsoft.com/office/powerpoint/2010/main" val="4064041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09066-8FC9-4333-B659-808F3C9200D9}"/>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95FB9D58-A3C2-4E3B-BAF2-2E87E4BAD995}"/>
              </a:ext>
            </a:extLst>
          </p:cNvPr>
          <p:cNvSpPr>
            <a:spLocks noGrp="1"/>
          </p:cNvSpPr>
          <p:nvPr>
            <p:ph idx="1"/>
          </p:nvPr>
        </p:nvSpPr>
        <p:spPr/>
        <p:txBody>
          <a:bodyPr>
            <a:normAutofit/>
          </a:bodyPr>
          <a:lstStyle/>
          <a:p>
            <a:pPr marL="457200" indent="-457200">
              <a:buAutoNum type="arabicPeriod" startAt="5"/>
            </a:pPr>
            <a:r>
              <a:rPr lang="en-US" dirty="0"/>
              <a:t> </a:t>
            </a:r>
            <a:r>
              <a:rPr lang="en-US" b="1" dirty="0"/>
              <a:t>Cloud – Based Scan</a:t>
            </a:r>
          </a:p>
          <a:p>
            <a:r>
              <a:rPr lang="en-US" dirty="0"/>
              <a:t> The cloud refers to servers that are accessed over the Internet, and the software and databases that run on those servers.</a:t>
            </a:r>
          </a:p>
          <a:p>
            <a:r>
              <a:rPr lang="en-US" dirty="0"/>
              <a:t>All resources in the infrastructure such as </a:t>
            </a:r>
            <a:r>
              <a:rPr lang="en-US" b="1" dirty="0"/>
              <a:t>applications</a:t>
            </a:r>
            <a:r>
              <a:rPr lang="en-US" dirty="0"/>
              <a:t>, </a:t>
            </a:r>
            <a:r>
              <a:rPr lang="en-US" b="1" dirty="0"/>
              <a:t>servers</a:t>
            </a:r>
            <a:r>
              <a:rPr lang="en-US" dirty="0"/>
              <a:t>, </a:t>
            </a:r>
            <a:r>
              <a:rPr lang="en-US" b="1" dirty="0"/>
              <a:t>databases</a:t>
            </a:r>
            <a:r>
              <a:rPr lang="en-US" dirty="0"/>
              <a:t> and </a:t>
            </a:r>
            <a:r>
              <a:rPr lang="en-US" b="1" dirty="0"/>
              <a:t>network</a:t>
            </a:r>
            <a:r>
              <a:rPr lang="en-US" dirty="0"/>
              <a:t> configurations, should be scanned to detect security weaknesses such as outdated software.</a:t>
            </a:r>
          </a:p>
        </p:txBody>
      </p:sp>
      <p:sp>
        <p:nvSpPr>
          <p:cNvPr id="4" name="Footer Placeholder 3">
            <a:extLst>
              <a:ext uri="{FF2B5EF4-FFF2-40B4-BE49-F238E27FC236}">
                <a16:creationId xmlns:a16="http://schemas.microsoft.com/office/drawing/2014/main" id="{97D4F83A-EB51-43FA-84FA-5D835291ED14}"/>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DA7D0124-1A22-4365-8044-C280D41DFCC7}"/>
              </a:ext>
            </a:extLst>
          </p:cNvPr>
          <p:cNvSpPr>
            <a:spLocks noGrp="1"/>
          </p:cNvSpPr>
          <p:nvPr>
            <p:ph type="sldNum" sz="quarter" idx="12"/>
          </p:nvPr>
        </p:nvSpPr>
        <p:spPr/>
        <p:txBody>
          <a:bodyPr/>
          <a:lstStyle/>
          <a:p>
            <a:fld id="{76711B12-96E3-4CC6-8596-5FF84CCB8B40}" type="slidenum">
              <a:rPr lang="LID4096" smtClean="0"/>
              <a:t>39</a:t>
            </a:fld>
            <a:endParaRPr lang="LID4096"/>
          </a:p>
        </p:txBody>
      </p:sp>
    </p:spTree>
    <p:extLst>
      <p:ext uri="{BB962C8B-B14F-4D97-AF65-F5344CB8AC3E}">
        <p14:creationId xmlns:p14="http://schemas.microsoft.com/office/powerpoint/2010/main" val="1834397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01C2E-7212-4401-9A1C-203A266881EA}"/>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BB81576E-89F2-414E-AA27-16C8A6DCAA3D}"/>
              </a:ext>
            </a:extLst>
          </p:cNvPr>
          <p:cNvSpPr>
            <a:spLocks noGrp="1"/>
          </p:cNvSpPr>
          <p:nvPr>
            <p:ph idx="1"/>
          </p:nvPr>
        </p:nvSpPr>
        <p:spPr/>
        <p:txBody>
          <a:bodyPr>
            <a:noAutofit/>
          </a:bodyPr>
          <a:lstStyle/>
          <a:p>
            <a:pPr marL="0" indent="0">
              <a:buNone/>
            </a:pPr>
            <a:r>
              <a:rPr lang="en-GB" sz="3200" b="1" dirty="0"/>
              <a:t>Cloud Services </a:t>
            </a:r>
          </a:p>
          <a:p>
            <a:pPr marL="514350" indent="-514350">
              <a:buFont typeface="+mj-lt"/>
              <a:buAutoNum type="romanLcPeriod"/>
            </a:pPr>
            <a:r>
              <a:rPr lang="en-GB" sz="3200" dirty="0"/>
              <a:t>Infrastructure as a Service (IaaS)</a:t>
            </a:r>
          </a:p>
          <a:p>
            <a:pPr marL="514350" indent="-514350">
              <a:buFont typeface="+mj-lt"/>
              <a:buAutoNum type="romanLcPeriod"/>
            </a:pPr>
            <a:r>
              <a:rPr lang="en-GB" sz="3200" dirty="0"/>
              <a:t>Platform as a Service (PaaS)</a:t>
            </a:r>
          </a:p>
          <a:p>
            <a:pPr marL="514350" indent="-514350">
              <a:buFont typeface="+mj-lt"/>
              <a:buAutoNum type="romanLcPeriod"/>
            </a:pPr>
            <a:r>
              <a:rPr lang="en-GB" sz="3200" dirty="0"/>
              <a:t>Software as a Service (SaaS)</a:t>
            </a:r>
          </a:p>
          <a:p>
            <a:pPr marL="514350" indent="-514350">
              <a:buFont typeface="+mj-lt"/>
              <a:buAutoNum type="romanLcPeriod"/>
            </a:pPr>
            <a:r>
              <a:rPr lang="en-GB" sz="3200" dirty="0"/>
              <a:t>Containers as a Service (CaaS)</a:t>
            </a:r>
          </a:p>
          <a:p>
            <a:pPr marL="514350" indent="-514350">
              <a:buFont typeface="+mj-lt"/>
              <a:buAutoNum type="romanLcPeriod"/>
            </a:pPr>
            <a:r>
              <a:rPr lang="en-GB" sz="3200" dirty="0"/>
              <a:t>Functions as a Service (FaaS)</a:t>
            </a:r>
            <a:endParaRPr lang="LID4096" sz="3200" dirty="0"/>
          </a:p>
        </p:txBody>
      </p:sp>
      <p:sp>
        <p:nvSpPr>
          <p:cNvPr id="4" name="Footer Placeholder 3">
            <a:extLst>
              <a:ext uri="{FF2B5EF4-FFF2-40B4-BE49-F238E27FC236}">
                <a16:creationId xmlns:a16="http://schemas.microsoft.com/office/drawing/2014/main" id="{AADE4A2E-4466-425B-92D7-80CD647263E7}"/>
              </a:ext>
            </a:extLst>
          </p:cNvPr>
          <p:cNvSpPr>
            <a:spLocks noGrp="1"/>
          </p:cNvSpPr>
          <p:nvPr>
            <p:ph type="ftr" sz="quarter" idx="11"/>
          </p:nvPr>
        </p:nvSpPr>
        <p:spPr>
          <a:xfrm>
            <a:off x="1047143" y="6420603"/>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9D772994-5222-4282-B265-1E43E384A21C}"/>
              </a:ext>
            </a:extLst>
          </p:cNvPr>
          <p:cNvSpPr>
            <a:spLocks noGrp="1"/>
          </p:cNvSpPr>
          <p:nvPr>
            <p:ph type="sldNum" sz="quarter" idx="12"/>
          </p:nvPr>
        </p:nvSpPr>
        <p:spPr>
          <a:xfrm>
            <a:off x="10276322" y="6238040"/>
            <a:ext cx="771089" cy="365125"/>
          </a:xfrm>
        </p:spPr>
        <p:txBody>
          <a:bodyPr/>
          <a:lstStyle/>
          <a:p>
            <a:fld id="{76711B12-96E3-4CC6-8596-5FF84CCB8B40}" type="slidenum">
              <a:rPr lang="LID4096" smtClean="0"/>
              <a:t>40</a:t>
            </a:fld>
            <a:endParaRPr lang="LID4096" dirty="0"/>
          </a:p>
        </p:txBody>
      </p:sp>
    </p:spTree>
    <p:extLst>
      <p:ext uri="{BB962C8B-B14F-4D97-AF65-F5344CB8AC3E}">
        <p14:creationId xmlns:p14="http://schemas.microsoft.com/office/powerpoint/2010/main" val="3911404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443A0-B36F-4048-ABC4-667FC01452D3}"/>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89ACA82D-EF84-4EB9-9F70-C637E0B0E560}"/>
              </a:ext>
            </a:extLst>
          </p:cNvPr>
          <p:cNvSpPr>
            <a:spLocks noGrp="1"/>
          </p:cNvSpPr>
          <p:nvPr>
            <p:ph sz="half" idx="1"/>
          </p:nvPr>
        </p:nvSpPr>
        <p:spPr/>
        <p:txBody>
          <a:bodyPr>
            <a:noAutofit/>
          </a:bodyPr>
          <a:lstStyle/>
          <a:p>
            <a:pPr marL="0" indent="0">
              <a:buNone/>
            </a:pPr>
            <a:r>
              <a:rPr lang="en-US" sz="4400" b="1" dirty="0"/>
              <a:t>Types of Clouds </a:t>
            </a:r>
          </a:p>
          <a:p>
            <a:pPr marL="514350" indent="-514350">
              <a:buFont typeface="+mj-lt"/>
              <a:buAutoNum type="romanLcPeriod"/>
            </a:pPr>
            <a:r>
              <a:rPr lang="en-US" sz="4400" dirty="0"/>
              <a:t> Private</a:t>
            </a:r>
          </a:p>
          <a:p>
            <a:pPr marL="514350" indent="-514350">
              <a:buFont typeface="+mj-lt"/>
              <a:buAutoNum type="romanLcPeriod"/>
            </a:pPr>
            <a:r>
              <a:rPr lang="en-US" sz="4400" dirty="0"/>
              <a:t> Public</a:t>
            </a:r>
          </a:p>
          <a:p>
            <a:pPr marL="514350" indent="-514350">
              <a:buFont typeface="+mj-lt"/>
              <a:buAutoNum type="romanLcPeriod"/>
            </a:pPr>
            <a:r>
              <a:rPr lang="en-US" sz="4400" dirty="0"/>
              <a:t> Hybrid </a:t>
            </a:r>
            <a:endParaRPr lang="LID4096" sz="4400" dirty="0"/>
          </a:p>
        </p:txBody>
      </p:sp>
      <p:sp>
        <p:nvSpPr>
          <p:cNvPr id="4" name="Content Placeholder 3">
            <a:extLst>
              <a:ext uri="{FF2B5EF4-FFF2-40B4-BE49-F238E27FC236}">
                <a16:creationId xmlns:a16="http://schemas.microsoft.com/office/drawing/2014/main" id="{0A4B0D06-844D-40B2-8D26-734E42AAD512}"/>
              </a:ext>
            </a:extLst>
          </p:cNvPr>
          <p:cNvSpPr>
            <a:spLocks noGrp="1"/>
          </p:cNvSpPr>
          <p:nvPr>
            <p:ph sz="half" idx="2"/>
          </p:nvPr>
        </p:nvSpPr>
        <p:spPr/>
        <p:txBody>
          <a:bodyPr>
            <a:normAutofit/>
          </a:bodyPr>
          <a:lstStyle/>
          <a:p>
            <a:pPr>
              <a:buFont typeface="Wingdings" panose="05000000000000000000" pitchFamily="2" charset="2"/>
              <a:buChar char="q"/>
            </a:pPr>
            <a:r>
              <a:rPr lang="en-US" sz="3600" dirty="0"/>
              <a:t> Amazon (2006)</a:t>
            </a:r>
          </a:p>
          <a:p>
            <a:pPr>
              <a:buFont typeface="Wingdings" panose="05000000000000000000" pitchFamily="2" charset="2"/>
              <a:buChar char="q"/>
            </a:pPr>
            <a:r>
              <a:rPr lang="en-US" sz="3600" dirty="0"/>
              <a:t> Azure (2010)</a:t>
            </a:r>
          </a:p>
          <a:p>
            <a:pPr>
              <a:buFont typeface="Wingdings" panose="05000000000000000000" pitchFamily="2" charset="2"/>
              <a:buChar char="q"/>
            </a:pPr>
            <a:r>
              <a:rPr lang="en-US" sz="3600" dirty="0"/>
              <a:t> Google cloud (2013)</a:t>
            </a:r>
            <a:endParaRPr lang="LID4096" sz="3600" dirty="0"/>
          </a:p>
        </p:txBody>
      </p:sp>
      <p:sp>
        <p:nvSpPr>
          <p:cNvPr id="5" name="Footer Placeholder 4">
            <a:extLst>
              <a:ext uri="{FF2B5EF4-FFF2-40B4-BE49-F238E27FC236}">
                <a16:creationId xmlns:a16="http://schemas.microsoft.com/office/drawing/2014/main" id="{A74BE3FD-1E1C-4EC0-AA97-5C2AAD9E5593}"/>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B0364C94-1C19-49E9-B7C2-36365F1BF6F9}"/>
              </a:ext>
            </a:extLst>
          </p:cNvPr>
          <p:cNvSpPr>
            <a:spLocks noGrp="1"/>
          </p:cNvSpPr>
          <p:nvPr>
            <p:ph type="sldNum" sz="quarter" idx="12"/>
          </p:nvPr>
        </p:nvSpPr>
        <p:spPr/>
        <p:txBody>
          <a:bodyPr/>
          <a:lstStyle/>
          <a:p>
            <a:fld id="{76711B12-96E3-4CC6-8596-5FF84CCB8B40}" type="slidenum">
              <a:rPr lang="LID4096" smtClean="0"/>
              <a:t>41</a:t>
            </a:fld>
            <a:endParaRPr lang="LID4096"/>
          </a:p>
        </p:txBody>
      </p:sp>
    </p:spTree>
    <p:extLst>
      <p:ext uri="{BB962C8B-B14F-4D97-AF65-F5344CB8AC3E}">
        <p14:creationId xmlns:p14="http://schemas.microsoft.com/office/powerpoint/2010/main" val="22402858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77A36-11AC-40B7-A85C-DA829D223860}"/>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3" name="Content Placeholder 2">
            <a:extLst>
              <a:ext uri="{FF2B5EF4-FFF2-40B4-BE49-F238E27FC236}">
                <a16:creationId xmlns:a16="http://schemas.microsoft.com/office/drawing/2014/main" id="{24B6B1AA-8AA2-4BF1-8373-68CCE85DF740}"/>
              </a:ext>
            </a:extLst>
          </p:cNvPr>
          <p:cNvSpPr>
            <a:spLocks noGrp="1"/>
          </p:cNvSpPr>
          <p:nvPr>
            <p:ph sz="half" idx="1"/>
          </p:nvPr>
        </p:nvSpPr>
        <p:spPr/>
        <p:txBody>
          <a:bodyPr>
            <a:noAutofit/>
          </a:bodyPr>
          <a:lstStyle/>
          <a:p>
            <a:r>
              <a:rPr lang="en-US" sz="3200" dirty="0"/>
              <a:t> Every time, we need a new business app, we end up buying a new physical server.</a:t>
            </a:r>
          </a:p>
          <a:p>
            <a:r>
              <a:rPr lang="en-US" sz="3200" dirty="0"/>
              <a:t> With </a:t>
            </a:r>
            <a:r>
              <a:rPr lang="en-US" sz="3200" b="1" dirty="0"/>
              <a:t>virtualization</a:t>
            </a:r>
            <a:r>
              <a:rPr lang="en-US" sz="3200" dirty="0"/>
              <a:t>, this problem as been delt with.</a:t>
            </a:r>
          </a:p>
        </p:txBody>
      </p:sp>
      <p:sp>
        <p:nvSpPr>
          <p:cNvPr id="4" name="Content Placeholder 3">
            <a:extLst>
              <a:ext uri="{FF2B5EF4-FFF2-40B4-BE49-F238E27FC236}">
                <a16:creationId xmlns:a16="http://schemas.microsoft.com/office/drawing/2014/main" id="{B9685FAA-F640-4C9B-B5E0-106F2AE595CE}"/>
              </a:ext>
            </a:extLst>
          </p:cNvPr>
          <p:cNvSpPr>
            <a:spLocks noGrp="1"/>
          </p:cNvSpPr>
          <p:nvPr>
            <p:ph sz="half" idx="2"/>
          </p:nvPr>
        </p:nvSpPr>
        <p:spPr/>
        <p:txBody>
          <a:bodyPr>
            <a:noAutofit/>
          </a:bodyPr>
          <a:lstStyle/>
          <a:p>
            <a:r>
              <a:rPr lang="en-US" sz="3200" dirty="0"/>
              <a:t> A </a:t>
            </a:r>
            <a:r>
              <a:rPr lang="en-US" sz="3200" b="1" dirty="0"/>
              <a:t>hypervisor</a:t>
            </a:r>
            <a:r>
              <a:rPr lang="en-US" sz="3200" dirty="0"/>
              <a:t> is software or firmware that creates and manages </a:t>
            </a:r>
            <a:r>
              <a:rPr lang="en-US" sz="3200" b="1" dirty="0"/>
              <a:t>Virtual Machines (VMs) </a:t>
            </a:r>
            <a:r>
              <a:rPr lang="en-US" sz="3200" dirty="0"/>
              <a:t>by allowing multiple operating systems to run on a single physical machine.</a:t>
            </a:r>
            <a:endParaRPr lang="LID4096" sz="3200" dirty="0"/>
          </a:p>
        </p:txBody>
      </p:sp>
      <p:sp>
        <p:nvSpPr>
          <p:cNvPr id="5" name="Footer Placeholder 4">
            <a:extLst>
              <a:ext uri="{FF2B5EF4-FFF2-40B4-BE49-F238E27FC236}">
                <a16:creationId xmlns:a16="http://schemas.microsoft.com/office/drawing/2014/main" id="{0C39B97C-2960-4CA1-A6F0-A83D73DE4F23}"/>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505DDBA5-FBB4-4BBA-AF57-132366E794E5}"/>
              </a:ext>
            </a:extLst>
          </p:cNvPr>
          <p:cNvSpPr>
            <a:spLocks noGrp="1"/>
          </p:cNvSpPr>
          <p:nvPr>
            <p:ph type="sldNum" sz="quarter" idx="12"/>
          </p:nvPr>
        </p:nvSpPr>
        <p:spPr/>
        <p:txBody>
          <a:bodyPr/>
          <a:lstStyle/>
          <a:p>
            <a:fld id="{76711B12-96E3-4CC6-8596-5FF84CCB8B40}" type="slidenum">
              <a:rPr lang="LID4096" smtClean="0"/>
              <a:t>42</a:t>
            </a:fld>
            <a:endParaRPr lang="LID4096"/>
          </a:p>
        </p:txBody>
      </p:sp>
    </p:spTree>
    <p:extLst>
      <p:ext uri="{BB962C8B-B14F-4D97-AF65-F5344CB8AC3E}">
        <p14:creationId xmlns:p14="http://schemas.microsoft.com/office/powerpoint/2010/main" val="1524273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16389-1B48-4000-9EDC-56CFB59D7301}"/>
              </a:ext>
            </a:extLst>
          </p:cNvPr>
          <p:cNvSpPr>
            <a:spLocks noGrp="1"/>
          </p:cNvSpPr>
          <p:nvPr>
            <p:ph type="title"/>
          </p:nvPr>
        </p:nvSpPr>
        <p:spPr/>
        <p:txBody>
          <a:bodyPr/>
          <a:lstStyle/>
          <a:p>
            <a:pPr algn="ctr"/>
            <a:r>
              <a:rPr lang="en-GB" b="1" dirty="0"/>
              <a:t>Types of vulnerability Assessments (continues…)</a:t>
            </a:r>
            <a:endParaRPr lang="LID4096" dirty="0"/>
          </a:p>
        </p:txBody>
      </p:sp>
      <p:sp>
        <p:nvSpPr>
          <p:cNvPr id="5" name="Content Placeholder 4">
            <a:extLst>
              <a:ext uri="{FF2B5EF4-FFF2-40B4-BE49-F238E27FC236}">
                <a16:creationId xmlns:a16="http://schemas.microsoft.com/office/drawing/2014/main" id="{5F72D763-400D-497F-BB4F-33CA4FBEA9A0}"/>
              </a:ext>
            </a:extLst>
          </p:cNvPr>
          <p:cNvSpPr>
            <a:spLocks noGrp="1"/>
          </p:cNvSpPr>
          <p:nvPr>
            <p:ph idx="1"/>
          </p:nvPr>
        </p:nvSpPr>
        <p:spPr/>
        <p:txBody>
          <a:bodyPr>
            <a:noAutofit/>
          </a:bodyPr>
          <a:lstStyle/>
          <a:p>
            <a:pPr marL="0" indent="0">
              <a:buNone/>
            </a:pPr>
            <a:r>
              <a:rPr lang="en-GB" sz="3200" b="1" dirty="0"/>
              <a:t>Types of Hypervisors</a:t>
            </a:r>
          </a:p>
          <a:p>
            <a:pPr marL="514350" indent="-514350">
              <a:buFont typeface="+mj-lt"/>
              <a:buAutoNum type="romanLcPeriod"/>
            </a:pPr>
            <a:r>
              <a:rPr lang="en-GB" sz="3200" b="1" dirty="0"/>
              <a:t>Type 1 (Bare-Metal Hypervisor) </a:t>
            </a:r>
            <a:r>
              <a:rPr lang="en-GB" sz="3200" dirty="0"/>
              <a:t>– Runs directly on the hardware without an underlying operating system. For example, VMware ESXi, </a:t>
            </a:r>
            <a:r>
              <a:rPr lang="en-GB" sz="3200" b="1" dirty="0"/>
              <a:t>Microsoft Hyper-V</a:t>
            </a:r>
            <a:r>
              <a:rPr lang="en-GB" sz="3200" dirty="0"/>
              <a:t>, and KVM.</a:t>
            </a:r>
          </a:p>
          <a:p>
            <a:pPr marL="514350" indent="-514350">
              <a:buFont typeface="+mj-lt"/>
              <a:buAutoNum type="romanLcPeriod"/>
            </a:pPr>
            <a:r>
              <a:rPr lang="en-GB" sz="3200" b="1" dirty="0"/>
              <a:t>Type 2 (Hosted Hypervisor) </a:t>
            </a:r>
            <a:r>
              <a:rPr lang="en-GB" sz="3200" dirty="0"/>
              <a:t>– Runs on top of an existing operating system. For example, </a:t>
            </a:r>
            <a:r>
              <a:rPr lang="en-GB" sz="3200" b="1" dirty="0"/>
              <a:t>VirtualBox</a:t>
            </a:r>
            <a:r>
              <a:rPr lang="en-GB" sz="3200" dirty="0"/>
              <a:t>, </a:t>
            </a:r>
            <a:r>
              <a:rPr lang="en-GB" sz="3200" b="1" dirty="0"/>
              <a:t>VMware Workstation</a:t>
            </a:r>
            <a:r>
              <a:rPr lang="en-GB" sz="3200" dirty="0"/>
              <a:t>.</a:t>
            </a:r>
            <a:endParaRPr lang="LID4096" sz="3200" dirty="0"/>
          </a:p>
        </p:txBody>
      </p:sp>
      <p:sp>
        <p:nvSpPr>
          <p:cNvPr id="3" name="Footer Placeholder 2">
            <a:extLst>
              <a:ext uri="{FF2B5EF4-FFF2-40B4-BE49-F238E27FC236}">
                <a16:creationId xmlns:a16="http://schemas.microsoft.com/office/drawing/2014/main" id="{B71A8264-BA59-4CC2-8F33-D779A73CFA9B}"/>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4" name="Slide Number Placeholder 3">
            <a:extLst>
              <a:ext uri="{FF2B5EF4-FFF2-40B4-BE49-F238E27FC236}">
                <a16:creationId xmlns:a16="http://schemas.microsoft.com/office/drawing/2014/main" id="{CE1F2016-7AB8-413B-BB04-68FBB94F0A70}"/>
              </a:ext>
            </a:extLst>
          </p:cNvPr>
          <p:cNvSpPr>
            <a:spLocks noGrp="1"/>
          </p:cNvSpPr>
          <p:nvPr>
            <p:ph type="sldNum" sz="quarter" idx="12"/>
          </p:nvPr>
        </p:nvSpPr>
        <p:spPr/>
        <p:txBody>
          <a:bodyPr/>
          <a:lstStyle/>
          <a:p>
            <a:fld id="{76711B12-96E3-4CC6-8596-5FF84CCB8B40}" type="slidenum">
              <a:rPr lang="LID4096" smtClean="0"/>
              <a:t>43</a:t>
            </a:fld>
            <a:endParaRPr lang="LID4096"/>
          </a:p>
        </p:txBody>
      </p:sp>
    </p:spTree>
    <p:extLst>
      <p:ext uri="{BB962C8B-B14F-4D97-AF65-F5344CB8AC3E}">
        <p14:creationId xmlns:p14="http://schemas.microsoft.com/office/powerpoint/2010/main" val="1654193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3E9D6-EBDA-453C-89B0-7B104B277886}"/>
              </a:ext>
            </a:extLst>
          </p:cNvPr>
          <p:cNvSpPr>
            <a:spLocks noGrp="1"/>
          </p:cNvSpPr>
          <p:nvPr>
            <p:ph type="title"/>
          </p:nvPr>
        </p:nvSpPr>
        <p:spPr/>
        <p:txBody>
          <a:bodyPr/>
          <a:lstStyle/>
          <a:p>
            <a:pPr algn="ctr"/>
            <a:r>
              <a:rPr lang="en-GB" b="1" dirty="0"/>
              <a:t>Vulnerability Assessment Process</a:t>
            </a:r>
            <a:endParaRPr lang="LID4096" b="1" dirty="0"/>
          </a:p>
        </p:txBody>
      </p:sp>
      <p:sp>
        <p:nvSpPr>
          <p:cNvPr id="3" name="Content Placeholder 2">
            <a:extLst>
              <a:ext uri="{FF2B5EF4-FFF2-40B4-BE49-F238E27FC236}">
                <a16:creationId xmlns:a16="http://schemas.microsoft.com/office/drawing/2014/main" id="{FCC85B15-FA52-4021-9BBB-0FEF1FC6C005}"/>
              </a:ext>
            </a:extLst>
          </p:cNvPr>
          <p:cNvSpPr>
            <a:spLocks noGrp="1"/>
          </p:cNvSpPr>
          <p:nvPr>
            <p:ph idx="1"/>
          </p:nvPr>
        </p:nvSpPr>
        <p:spPr/>
        <p:txBody>
          <a:bodyPr/>
          <a:lstStyle/>
          <a:p>
            <a:pPr marL="457200" indent="-457200">
              <a:buFont typeface="+mj-lt"/>
              <a:buAutoNum type="arabicPeriod"/>
            </a:pPr>
            <a:r>
              <a:rPr lang="en-US" dirty="0"/>
              <a:t> </a:t>
            </a:r>
            <a:r>
              <a:rPr lang="en-US" b="1" dirty="0"/>
              <a:t>Vulnerability Identification (Testing)</a:t>
            </a:r>
          </a:p>
          <a:p>
            <a:r>
              <a:rPr lang="en-US" dirty="0"/>
              <a:t> In this step, creation of a list (using inventory) of vulnerabilities are identified in the system by using scanning tools. </a:t>
            </a:r>
          </a:p>
          <a:p>
            <a:r>
              <a:rPr lang="en-US" dirty="0"/>
              <a:t> Furthermore, vulnerabilities are related to their threats e. g, unpatched Windows server.</a:t>
            </a:r>
            <a:endParaRPr lang="LID4096" dirty="0"/>
          </a:p>
        </p:txBody>
      </p:sp>
      <p:sp>
        <p:nvSpPr>
          <p:cNvPr id="4" name="Footer Placeholder 3">
            <a:extLst>
              <a:ext uri="{FF2B5EF4-FFF2-40B4-BE49-F238E27FC236}">
                <a16:creationId xmlns:a16="http://schemas.microsoft.com/office/drawing/2014/main" id="{4082309A-824E-43DD-B921-BB2963E835F9}"/>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5C6B559-59E7-4E5F-AC95-AEC332E51050}"/>
              </a:ext>
            </a:extLst>
          </p:cNvPr>
          <p:cNvSpPr>
            <a:spLocks noGrp="1"/>
          </p:cNvSpPr>
          <p:nvPr>
            <p:ph type="sldNum" sz="quarter" idx="12"/>
          </p:nvPr>
        </p:nvSpPr>
        <p:spPr/>
        <p:txBody>
          <a:bodyPr/>
          <a:lstStyle/>
          <a:p>
            <a:fld id="{76711B12-96E3-4CC6-8596-5FF84CCB8B40}" type="slidenum">
              <a:rPr lang="LID4096" smtClean="0"/>
              <a:t>44</a:t>
            </a:fld>
            <a:endParaRPr lang="LID4096"/>
          </a:p>
        </p:txBody>
      </p:sp>
    </p:spTree>
    <p:extLst>
      <p:ext uri="{BB962C8B-B14F-4D97-AF65-F5344CB8AC3E}">
        <p14:creationId xmlns:p14="http://schemas.microsoft.com/office/powerpoint/2010/main" val="3132011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9D024-1372-40A3-AA60-3B6F5D32238A}"/>
              </a:ext>
            </a:extLst>
          </p:cNvPr>
          <p:cNvSpPr>
            <a:spLocks noGrp="1"/>
          </p:cNvSpPr>
          <p:nvPr>
            <p:ph type="title"/>
          </p:nvPr>
        </p:nvSpPr>
        <p:spPr/>
        <p:txBody>
          <a:bodyPr/>
          <a:lstStyle/>
          <a:p>
            <a:pPr algn="ctr"/>
            <a:r>
              <a:rPr lang="en-GB" b="1" dirty="0"/>
              <a:t>Vulnerability Assessment Process (Continues…)</a:t>
            </a:r>
            <a:endParaRPr lang="LID4096" dirty="0"/>
          </a:p>
        </p:txBody>
      </p:sp>
      <p:sp>
        <p:nvSpPr>
          <p:cNvPr id="3" name="Content Placeholder 2">
            <a:extLst>
              <a:ext uri="{FF2B5EF4-FFF2-40B4-BE49-F238E27FC236}">
                <a16:creationId xmlns:a16="http://schemas.microsoft.com/office/drawing/2014/main" id="{4F80F2B8-4EDE-4333-BAA6-10CDB8E93124}"/>
              </a:ext>
            </a:extLst>
          </p:cNvPr>
          <p:cNvSpPr>
            <a:spLocks noGrp="1"/>
          </p:cNvSpPr>
          <p:nvPr>
            <p:ph idx="1"/>
          </p:nvPr>
        </p:nvSpPr>
        <p:spPr/>
        <p:txBody>
          <a:bodyPr/>
          <a:lstStyle/>
          <a:p>
            <a:pPr marL="457200" indent="-457200">
              <a:buAutoNum type="arabicPeriod" startAt="2"/>
            </a:pPr>
            <a:r>
              <a:rPr lang="en-US" dirty="0"/>
              <a:t> </a:t>
            </a:r>
            <a:r>
              <a:rPr lang="en-US" b="1" dirty="0"/>
              <a:t>Vulnerability Analysis</a:t>
            </a:r>
          </a:p>
          <a:p>
            <a:r>
              <a:rPr lang="en-US" dirty="0"/>
              <a:t> The primary objective of this step is to identify the source and root cause of the vulnerabilities identified earlier. </a:t>
            </a:r>
          </a:p>
        </p:txBody>
      </p:sp>
      <p:sp>
        <p:nvSpPr>
          <p:cNvPr id="4" name="Footer Placeholder 3">
            <a:extLst>
              <a:ext uri="{FF2B5EF4-FFF2-40B4-BE49-F238E27FC236}">
                <a16:creationId xmlns:a16="http://schemas.microsoft.com/office/drawing/2014/main" id="{134D517C-C46B-41DB-A92E-3E30EC9C4265}"/>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86EB8AFA-B823-4266-9177-7914A524CAD2}"/>
              </a:ext>
            </a:extLst>
          </p:cNvPr>
          <p:cNvSpPr>
            <a:spLocks noGrp="1"/>
          </p:cNvSpPr>
          <p:nvPr>
            <p:ph type="sldNum" sz="quarter" idx="12"/>
          </p:nvPr>
        </p:nvSpPr>
        <p:spPr/>
        <p:txBody>
          <a:bodyPr/>
          <a:lstStyle/>
          <a:p>
            <a:fld id="{76711B12-96E3-4CC6-8596-5FF84CCB8B40}" type="slidenum">
              <a:rPr lang="LID4096" smtClean="0"/>
              <a:t>45</a:t>
            </a:fld>
            <a:endParaRPr lang="LID4096"/>
          </a:p>
        </p:txBody>
      </p:sp>
    </p:spTree>
    <p:extLst>
      <p:ext uri="{BB962C8B-B14F-4D97-AF65-F5344CB8AC3E}">
        <p14:creationId xmlns:p14="http://schemas.microsoft.com/office/powerpoint/2010/main" val="31923368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3EEDF-6366-4E10-A280-8DEB444639D4}"/>
              </a:ext>
            </a:extLst>
          </p:cNvPr>
          <p:cNvSpPr>
            <a:spLocks noGrp="1"/>
          </p:cNvSpPr>
          <p:nvPr>
            <p:ph type="title"/>
          </p:nvPr>
        </p:nvSpPr>
        <p:spPr/>
        <p:txBody>
          <a:bodyPr/>
          <a:lstStyle/>
          <a:p>
            <a:pPr algn="ctr"/>
            <a:r>
              <a:rPr lang="en-GB" b="1" dirty="0"/>
              <a:t>Vulnerability Assessment Process (Continues…)</a:t>
            </a:r>
            <a:endParaRPr lang="LID4096" dirty="0"/>
          </a:p>
        </p:txBody>
      </p:sp>
      <p:sp>
        <p:nvSpPr>
          <p:cNvPr id="3" name="Content Placeholder 2">
            <a:extLst>
              <a:ext uri="{FF2B5EF4-FFF2-40B4-BE49-F238E27FC236}">
                <a16:creationId xmlns:a16="http://schemas.microsoft.com/office/drawing/2014/main" id="{45FAFFE8-7E8A-40C5-B153-BA279586DE62}"/>
              </a:ext>
            </a:extLst>
          </p:cNvPr>
          <p:cNvSpPr>
            <a:spLocks noGrp="1"/>
          </p:cNvSpPr>
          <p:nvPr>
            <p:ph idx="1"/>
          </p:nvPr>
        </p:nvSpPr>
        <p:spPr/>
        <p:txBody>
          <a:bodyPr/>
          <a:lstStyle/>
          <a:p>
            <a:pPr marL="457200" indent="-457200">
              <a:buAutoNum type="arabicPeriod" startAt="3"/>
            </a:pPr>
            <a:r>
              <a:rPr lang="en-US" dirty="0"/>
              <a:t> </a:t>
            </a:r>
            <a:r>
              <a:rPr lang="en-US" b="1" dirty="0"/>
              <a:t>Risk Assessment</a:t>
            </a:r>
          </a:p>
          <a:p>
            <a:r>
              <a:rPr lang="en-US" dirty="0"/>
              <a:t> Here, </a:t>
            </a:r>
            <a:r>
              <a:rPr lang="en-US" b="1" dirty="0"/>
              <a:t>prioritization</a:t>
            </a:r>
            <a:r>
              <a:rPr lang="en-US" dirty="0"/>
              <a:t> of vulnerabilities takes place by ranking them and assign a severity scope to each vulnerability.</a:t>
            </a:r>
          </a:p>
          <a:p>
            <a:r>
              <a:rPr lang="en-US" dirty="0"/>
              <a:t> Visit </a:t>
            </a:r>
            <a:r>
              <a:rPr lang="en-US" b="1" dirty="0">
                <a:hlinkClick r:id="rId2" action="ppaction://hlinksldjump">
                  <a:extLst>
                    <a:ext uri="{A12FA001-AC4F-418D-AE19-62706E023703}">
                      <ahyp:hlinkClr xmlns:ahyp="http://schemas.microsoft.com/office/drawing/2018/hyperlinkcolor" val="tx"/>
                    </a:ext>
                  </a:extLst>
                </a:hlinkClick>
              </a:rPr>
              <a:t>slide 9</a:t>
            </a:r>
            <a:r>
              <a:rPr lang="en-US" b="1" dirty="0"/>
              <a:t> </a:t>
            </a:r>
            <a:r>
              <a:rPr lang="en-US" dirty="0"/>
              <a:t>to understand the severity levels using the CVSS.</a:t>
            </a:r>
          </a:p>
        </p:txBody>
      </p:sp>
      <p:sp>
        <p:nvSpPr>
          <p:cNvPr id="4" name="Footer Placeholder 3">
            <a:extLst>
              <a:ext uri="{FF2B5EF4-FFF2-40B4-BE49-F238E27FC236}">
                <a16:creationId xmlns:a16="http://schemas.microsoft.com/office/drawing/2014/main" id="{A92D0757-DBE3-4309-8F5E-197422E154BD}"/>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65E38572-A1BB-4EB5-8972-C8A6EB08CB9D}"/>
              </a:ext>
            </a:extLst>
          </p:cNvPr>
          <p:cNvSpPr>
            <a:spLocks noGrp="1"/>
          </p:cNvSpPr>
          <p:nvPr>
            <p:ph type="sldNum" sz="quarter" idx="12"/>
          </p:nvPr>
        </p:nvSpPr>
        <p:spPr/>
        <p:txBody>
          <a:bodyPr/>
          <a:lstStyle/>
          <a:p>
            <a:fld id="{76711B12-96E3-4CC6-8596-5FF84CCB8B40}" type="slidenum">
              <a:rPr lang="LID4096" smtClean="0"/>
              <a:t>46</a:t>
            </a:fld>
            <a:endParaRPr lang="LID4096"/>
          </a:p>
        </p:txBody>
      </p:sp>
    </p:spTree>
    <p:extLst>
      <p:ext uri="{BB962C8B-B14F-4D97-AF65-F5344CB8AC3E}">
        <p14:creationId xmlns:p14="http://schemas.microsoft.com/office/powerpoint/2010/main" val="35733333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69233-60F9-4BDD-B6D3-FD1AAE6BDBFB}"/>
              </a:ext>
            </a:extLst>
          </p:cNvPr>
          <p:cNvSpPr>
            <a:spLocks noGrp="1"/>
          </p:cNvSpPr>
          <p:nvPr>
            <p:ph type="title"/>
          </p:nvPr>
        </p:nvSpPr>
        <p:spPr/>
        <p:txBody>
          <a:bodyPr/>
          <a:lstStyle/>
          <a:p>
            <a:pPr algn="ctr"/>
            <a:r>
              <a:rPr lang="en-GB" b="1" dirty="0"/>
              <a:t>Vulnerability Assessment Process (Continues…)</a:t>
            </a:r>
            <a:endParaRPr lang="LID4096" dirty="0"/>
          </a:p>
        </p:txBody>
      </p:sp>
      <p:sp>
        <p:nvSpPr>
          <p:cNvPr id="3" name="Content Placeholder 2">
            <a:extLst>
              <a:ext uri="{FF2B5EF4-FFF2-40B4-BE49-F238E27FC236}">
                <a16:creationId xmlns:a16="http://schemas.microsoft.com/office/drawing/2014/main" id="{525FABE9-01A7-4EE4-BE03-5D9DCFF5B260}"/>
              </a:ext>
            </a:extLst>
          </p:cNvPr>
          <p:cNvSpPr>
            <a:spLocks noGrp="1"/>
          </p:cNvSpPr>
          <p:nvPr>
            <p:ph idx="1"/>
          </p:nvPr>
        </p:nvSpPr>
        <p:spPr/>
        <p:txBody>
          <a:bodyPr/>
          <a:lstStyle/>
          <a:p>
            <a:pPr marL="457200" indent="-457200">
              <a:buAutoNum type="arabicPeriod" startAt="4"/>
            </a:pPr>
            <a:r>
              <a:rPr lang="en-US" dirty="0"/>
              <a:t> </a:t>
            </a:r>
            <a:r>
              <a:rPr lang="en-US" b="1" dirty="0"/>
              <a:t>Remediation</a:t>
            </a:r>
          </a:p>
          <a:p>
            <a:pPr marL="514350" indent="-514350">
              <a:buFont typeface="+mj-lt"/>
              <a:buAutoNum type="romanLcPeriod"/>
            </a:pPr>
            <a:r>
              <a:rPr lang="en-US" dirty="0"/>
              <a:t> Implementing </a:t>
            </a:r>
            <a:r>
              <a:rPr lang="en-US" b="1" dirty="0"/>
              <a:t>strong passwords policies </a:t>
            </a:r>
            <a:r>
              <a:rPr lang="en-US" dirty="0"/>
              <a:t>and </a:t>
            </a:r>
            <a:r>
              <a:rPr lang="en-US" b="1" dirty="0"/>
              <a:t>multi-factor authentication</a:t>
            </a:r>
          </a:p>
          <a:p>
            <a:pPr marL="514350" indent="-514350">
              <a:buFont typeface="+mj-lt"/>
              <a:buAutoNum type="romanLcPeriod"/>
            </a:pPr>
            <a:r>
              <a:rPr lang="en-US" b="1" dirty="0"/>
              <a:t> Updating </a:t>
            </a:r>
            <a:r>
              <a:rPr lang="en-US" dirty="0"/>
              <a:t>or</a:t>
            </a:r>
            <a:r>
              <a:rPr lang="en-US" b="1" dirty="0"/>
              <a:t> changing configurations </a:t>
            </a:r>
            <a:r>
              <a:rPr lang="en-US" dirty="0"/>
              <a:t>of systems</a:t>
            </a:r>
          </a:p>
          <a:p>
            <a:pPr marL="514350" indent="-514350">
              <a:buFont typeface="+mj-lt"/>
              <a:buAutoNum type="romanLcPeriod"/>
            </a:pPr>
            <a:r>
              <a:rPr lang="en-US" dirty="0"/>
              <a:t> Apply new security systems such as </a:t>
            </a:r>
            <a:r>
              <a:rPr lang="en-US" b="1" dirty="0"/>
              <a:t>firewalls</a:t>
            </a:r>
          </a:p>
          <a:p>
            <a:pPr marL="514350" indent="-514350">
              <a:buFont typeface="+mj-lt"/>
              <a:buAutoNum type="romanLcPeriod"/>
            </a:pPr>
            <a:r>
              <a:rPr lang="en-US" b="1" dirty="0"/>
              <a:t> Train employees </a:t>
            </a:r>
            <a:r>
              <a:rPr lang="en-US" dirty="0"/>
              <a:t>on recognizing phishing and social engineering attacks.</a:t>
            </a:r>
          </a:p>
          <a:p>
            <a:pPr marL="514350" indent="-514350">
              <a:buFont typeface="+mj-lt"/>
              <a:buAutoNum type="romanLcPeriod"/>
            </a:pPr>
            <a:r>
              <a:rPr lang="en-US" dirty="0"/>
              <a:t> Conduct </a:t>
            </a:r>
            <a:r>
              <a:rPr lang="en-US" b="1" dirty="0"/>
              <a:t>regular security audits </a:t>
            </a:r>
            <a:r>
              <a:rPr lang="en-US" dirty="0"/>
              <a:t>and </a:t>
            </a:r>
            <a:r>
              <a:rPr lang="en-US" b="1" dirty="0"/>
              <a:t>vulnerability assessments</a:t>
            </a:r>
          </a:p>
        </p:txBody>
      </p:sp>
      <p:sp>
        <p:nvSpPr>
          <p:cNvPr id="4" name="Footer Placeholder 3">
            <a:extLst>
              <a:ext uri="{FF2B5EF4-FFF2-40B4-BE49-F238E27FC236}">
                <a16:creationId xmlns:a16="http://schemas.microsoft.com/office/drawing/2014/main" id="{4B744A80-1313-4109-82DF-D4B4A973CCF3}"/>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BC8A0CB-CE4F-4E05-A96B-052F9E15E5A6}"/>
              </a:ext>
            </a:extLst>
          </p:cNvPr>
          <p:cNvSpPr>
            <a:spLocks noGrp="1"/>
          </p:cNvSpPr>
          <p:nvPr>
            <p:ph type="sldNum" sz="quarter" idx="12"/>
          </p:nvPr>
        </p:nvSpPr>
        <p:spPr/>
        <p:txBody>
          <a:bodyPr/>
          <a:lstStyle/>
          <a:p>
            <a:fld id="{76711B12-96E3-4CC6-8596-5FF84CCB8B40}" type="slidenum">
              <a:rPr lang="LID4096" smtClean="0"/>
              <a:t>47</a:t>
            </a:fld>
            <a:endParaRPr lang="LID4096"/>
          </a:p>
        </p:txBody>
      </p:sp>
    </p:spTree>
    <p:extLst>
      <p:ext uri="{BB962C8B-B14F-4D97-AF65-F5344CB8AC3E}">
        <p14:creationId xmlns:p14="http://schemas.microsoft.com/office/powerpoint/2010/main" val="2511555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7F27E-D499-4C5E-89DF-7D52B91652C3}"/>
              </a:ext>
            </a:extLst>
          </p:cNvPr>
          <p:cNvSpPr>
            <a:spLocks noGrp="1"/>
          </p:cNvSpPr>
          <p:nvPr>
            <p:ph type="title"/>
          </p:nvPr>
        </p:nvSpPr>
        <p:spPr/>
        <p:txBody>
          <a:bodyPr/>
          <a:lstStyle/>
          <a:p>
            <a:pPr algn="ctr"/>
            <a:r>
              <a:rPr lang="en-GB" b="1" dirty="0"/>
              <a:t>Vulnerability Assessment Methodology</a:t>
            </a:r>
            <a:endParaRPr lang="LID4096" b="1" dirty="0"/>
          </a:p>
        </p:txBody>
      </p:sp>
      <p:sp>
        <p:nvSpPr>
          <p:cNvPr id="3" name="Content Placeholder 2">
            <a:extLst>
              <a:ext uri="{FF2B5EF4-FFF2-40B4-BE49-F238E27FC236}">
                <a16:creationId xmlns:a16="http://schemas.microsoft.com/office/drawing/2014/main" id="{2FC1A5EA-54ED-4057-8285-5A4C85B10046}"/>
              </a:ext>
            </a:extLst>
          </p:cNvPr>
          <p:cNvSpPr>
            <a:spLocks noGrp="1"/>
          </p:cNvSpPr>
          <p:nvPr>
            <p:ph idx="1"/>
          </p:nvPr>
        </p:nvSpPr>
        <p:spPr/>
        <p:txBody>
          <a:bodyPr>
            <a:normAutofit/>
          </a:bodyPr>
          <a:lstStyle/>
          <a:p>
            <a:pPr marL="457200" indent="-457200">
              <a:buFont typeface="+mj-lt"/>
              <a:buAutoNum type="arabicPeriod"/>
            </a:pPr>
            <a:r>
              <a:rPr lang="en-US" dirty="0"/>
              <a:t> </a:t>
            </a:r>
            <a:r>
              <a:rPr lang="en-US" b="1" dirty="0"/>
              <a:t>Breadth of Assessment</a:t>
            </a:r>
          </a:p>
          <a:p>
            <a:r>
              <a:rPr lang="en-US" dirty="0"/>
              <a:t> Simply means the </a:t>
            </a:r>
            <a:r>
              <a:rPr lang="en-US" b="1" dirty="0"/>
              <a:t>scope</a:t>
            </a:r>
            <a:r>
              <a:rPr lang="en-US" dirty="0"/>
              <a:t> of and extend of the assessment. </a:t>
            </a:r>
          </a:p>
          <a:p>
            <a:r>
              <a:rPr lang="en-US" dirty="0"/>
              <a:t> It involves deciding which networks, systems, applications, and digital assets will be included in the assessment.</a:t>
            </a:r>
          </a:p>
          <a:p>
            <a:r>
              <a:rPr lang="en-US" dirty="0"/>
              <a:t> Examples include Network, Application, API, Host, Cloud – Based Assessment etc.. </a:t>
            </a:r>
          </a:p>
        </p:txBody>
      </p:sp>
      <p:sp>
        <p:nvSpPr>
          <p:cNvPr id="4" name="Footer Placeholder 3">
            <a:extLst>
              <a:ext uri="{FF2B5EF4-FFF2-40B4-BE49-F238E27FC236}">
                <a16:creationId xmlns:a16="http://schemas.microsoft.com/office/drawing/2014/main" id="{803D9FD8-918C-4DD4-901F-7F3CA5F5CB74}"/>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1E6AC671-9D91-4A88-B1C7-DE4A83483895}"/>
              </a:ext>
            </a:extLst>
          </p:cNvPr>
          <p:cNvSpPr>
            <a:spLocks noGrp="1"/>
          </p:cNvSpPr>
          <p:nvPr>
            <p:ph type="sldNum" sz="quarter" idx="12"/>
          </p:nvPr>
        </p:nvSpPr>
        <p:spPr/>
        <p:txBody>
          <a:bodyPr/>
          <a:lstStyle/>
          <a:p>
            <a:fld id="{76711B12-96E3-4CC6-8596-5FF84CCB8B40}" type="slidenum">
              <a:rPr lang="LID4096" smtClean="0"/>
              <a:t>48</a:t>
            </a:fld>
            <a:endParaRPr lang="LID4096"/>
          </a:p>
        </p:txBody>
      </p:sp>
    </p:spTree>
    <p:extLst>
      <p:ext uri="{BB962C8B-B14F-4D97-AF65-F5344CB8AC3E}">
        <p14:creationId xmlns:p14="http://schemas.microsoft.com/office/powerpoint/2010/main" val="3943505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2DC79-7CE5-4CC1-80F8-EB89590B2953}"/>
              </a:ext>
            </a:extLst>
          </p:cNvPr>
          <p:cNvSpPr>
            <a:spLocks noGrp="1"/>
          </p:cNvSpPr>
          <p:nvPr>
            <p:ph type="title"/>
          </p:nvPr>
        </p:nvSpPr>
        <p:spPr/>
        <p:txBody>
          <a:bodyPr/>
          <a:lstStyle/>
          <a:p>
            <a:pPr algn="ctr"/>
            <a:r>
              <a:rPr lang="en-GB" b="1" dirty="0"/>
              <a:t>Vulnerability Assessment Methodology (Continues…)</a:t>
            </a:r>
            <a:endParaRPr lang="LID4096" dirty="0"/>
          </a:p>
        </p:txBody>
      </p:sp>
      <p:sp>
        <p:nvSpPr>
          <p:cNvPr id="3" name="Content Placeholder 2">
            <a:extLst>
              <a:ext uri="{FF2B5EF4-FFF2-40B4-BE49-F238E27FC236}">
                <a16:creationId xmlns:a16="http://schemas.microsoft.com/office/drawing/2014/main" id="{02971D68-431D-4F1E-90AD-45F2F81DFB34}"/>
              </a:ext>
            </a:extLst>
          </p:cNvPr>
          <p:cNvSpPr>
            <a:spLocks noGrp="1"/>
          </p:cNvSpPr>
          <p:nvPr>
            <p:ph idx="1"/>
          </p:nvPr>
        </p:nvSpPr>
        <p:spPr/>
        <p:txBody>
          <a:bodyPr>
            <a:normAutofit fontScale="92500" lnSpcReduction="10000"/>
          </a:bodyPr>
          <a:lstStyle/>
          <a:p>
            <a:pPr marL="457200" indent="-457200">
              <a:buAutoNum type="arabicPeriod" startAt="2"/>
            </a:pPr>
            <a:r>
              <a:rPr lang="en-US" dirty="0"/>
              <a:t> </a:t>
            </a:r>
            <a:r>
              <a:rPr lang="en-US" b="1" dirty="0"/>
              <a:t>Depth of The Vulnerability Assessment</a:t>
            </a:r>
          </a:p>
          <a:p>
            <a:r>
              <a:rPr lang="en-US" dirty="0"/>
              <a:t> This pertains to the </a:t>
            </a:r>
            <a:r>
              <a:rPr lang="en-US" b="1" dirty="0"/>
              <a:t>granularity</a:t>
            </a:r>
            <a:r>
              <a:rPr lang="en-US" dirty="0"/>
              <a:t> (</a:t>
            </a:r>
            <a:r>
              <a:rPr lang="en-US" b="1" dirty="0"/>
              <a:t>details</a:t>
            </a:r>
            <a:r>
              <a:rPr lang="en-US" dirty="0"/>
              <a:t> of the context of vulnerability assessments) of the examination conducted on each asset. </a:t>
            </a:r>
          </a:p>
          <a:p>
            <a:r>
              <a:rPr lang="en-US" dirty="0"/>
              <a:t> Depth Assessment Tools include;</a:t>
            </a:r>
          </a:p>
          <a:p>
            <a:pPr marL="514350" indent="-514350">
              <a:buFont typeface="+mj-lt"/>
              <a:buAutoNum type="romanLcPeriod"/>
            </a:pPr>
            <a:r>
              <a:rPr lang="en-US" dirty="0"/>
              <a:t> </a:t>
            </a:r>
            <a:r>
              <a:rPr lang="en-US" b="1" dirty="0"/>
              <a:t>Fuzzers</a:t>
            </a:r>
            <a:r>
              <a:rPr lang="en-US" dirty="0"/>
              <a:t> – is an automated software testing technique used to identify bugs and security vulnerabilities by feeding a program with invalid, unexpected or random inputs. </a:t>
            </a:r>
            <a:r>
              <a:rPr lang="en-US" b="1" dirty="0"/>
              <a:t>Random fuzzing</a:t>
            </a:r>
            <a:r>
              <a:rPr lang="en-US" dirty="0"/>
              <a:t>, </a:t>
            </a:r>
            <a:r>
              <a:rPr lang="en-US" b="1" dirty="0"/>
              <a:t>Template evolution fuzzing </a:t>
            </a:r>
            <a:r>
              <a:rPr lang="en-US" dirty="0"/>
              <a:t>and </a:t>
            </a:r>
            <a:r>
              <a:rPr lang="en-US" b="1" dirty="0"/>
              <a:t>geratioanel fuzzing </a:t>
            </a:r>
            <a:r>
              <a:rPr lang="en-US" dirty="0"/>
              <a:t>are the common fuzzing.</a:t>
            </a:r>
          </a:p>
        </p:txBody>
      </p:sp>
      <p:sp>
        <p:nvSpPr>
          <p:cNvPr id="4" name="Footer Placeholder 3">
            <a:extLst>
              <a:ext uri="{FF2B5EF4-FFF2-40B4-BE49-F238E27FC236}">
                <a16:creationId xmlns:a16="http://schemas.microsoft.com/office/drawing/2014/main" id="{8AE64535-8FF1-4621-8FED-4DE4DE33C5A1}"/>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86B92A4B-79B2-45F3-8029-B35A52EF32B8}"/>
              </a:ext>
            </a:extLst>
          </p:cNvPr>
          <p:cNvSpPr>
            <a:spLocks noGrp="1"/>
          </p:cNvSpPr>
          <p:nvPr>
            <p:ph type="sldNum" sz="quarter" idx="12"/>
          </p:nvPr>
        </p:nvSpPr>
        <p:spPr/>
        <p:txBody>
          <a:bodyPr/>
          <a:lstStyle/>
          <a:p>
            <a:fld id="{76711B12-96E3-4CC6-8596-5FF84CCB8B40}" type="slidenum">
              <a:rPr lang="LID4096" smtClean="0"/>
              <a:t>49</a:t>
            </a:fld>
            <a:endParaRPr lang="LID4096"/>
          </a:p>
        </p:txBody>
      </p:sp>
    </p:spTree>
    <p:extLst>
      <p:ext uri="{BB962C8B-B14F-4D97-AF65-F5344CB8AC3E}">
        <p14:creationId xmlns:p14="http://schemas.microsoft.com/office/powerpoint/2010/main" val="36296012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29E3E-BE39-4F4E-910B-1EDCA2CA3AC8}"/>
              </a:ext>
            </a:extLst>
          </p:cNvPr>
          <p:cNvSpPr>
            <a:spLocks noGrp="1"/>
          </p:cNvSpPr>
          <p:nvPr>
            <p:ph type="title"/>
          </p:nvPr>
        </p:nvSpPr>
        <p:spPr/>
        <p:txBody>
          <a:bodyPr/>
          <a:lstStyle/>
          <a:p>
            <a:pPr algn="ctr"/>
            <a:r>
              <a:rPr lang="en-GB" b="1" dirty="0"/>
              <a:t>Vulnerability Assessment Methodology (Continues…)</a:t>
            </a:r>
            <a:endParaRPr lang="LID4096" dirty="0"/>
          </a:p>
        </p:txBody>
      </p:sp>
      <p:sp>
        <p:nvSpPr>
          <p:cNvPr id="3" name="Content Placeholder 2">
            <a:extLst>
              <a:ext uri="{FF2B5EF4-FFF2-40B4-BE49-F238E27FC236}">
                <a16:creationId xmlns:a16="http://schemas.microsoft.com/office/drawing/2014/main" id="{544C20AD-7586-4950-9826-18E1D53D2D81}"/>
              </a:ext>
            </a:extLst>
          </p:cNvPr>
          <p:cNvSpPr>
            <a:spLocks noGrp="1"/>
          </p:cNvSpPr>
          <p:nvPr>
            <p:ph idx="1"/>
          </p:nvPr>
        </p:nvSpPr>
        <p:spPr/>
        <p:txBody>
          <a:bodyPr/>
          <a:lstStyle/>
          <a:p>
            <a:pPr marL="457200" indent="-457200">
              <a:buAutoNum type="arabicPeriod" startAt="3"/>
            </a:pPr>
            <a:r>
              <a:rPr lang="en-US" dirty="0"/>
              <a:t> </a:t>
            </a:r>
            <a:r>
              <a:rPr lang="en-US" b="1" dirty="0"/>
              <a:t>Frequency of Assessment</a:t>
            </a:r>
          </a:p>
          <a:p>
            <a:r>
              <a:rPr lang="en-US" dirty="0"/>
              <a:t> The interval between each test or check can vary by the type of asset being tested.</a:t>
            </a:r>
          </a:p>
        </p:txBody>
      </p:sp>
      <p:sp>
        <p:nvSpPr>
          <p:cNvPr id="4" name="Footer Placeholder 3">
            <a:extLst>
              <a:ext uri="{FF2B5EF4-FFF2-40B4-BE49-F238E27FC236}">
                <a16:creationId xmlns:a16="http://schemas.microsoft.com/office/drawing/2014/main" id="{54EA945B-D766-44E9-9263-F013F1CBFF69}"/>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4BA2C2CA-5443-4661-A71B-C94130653DED}"/>
              </a:ext>
            </a:extLst>
          </p:cNvPr>
          <p:cNvSpPr>
            <a:spLocks noGrp="1"/>
          </p:cNvSpPr>
          <p:nvPr>
            <p:ph type="sldNum" sz="quarter" idx="12"/>
          </p:nvPr>
        </p:nvSpPr>
        <p:spPr/>
        <p:txBody>
          <a:bodyPr/>
          <a:lstStyle/>
          <a:p>
            <a:fld id="{76711B12-96E3-4CC6-8596-5FF84CCB8B40}" type="slidenum">
              <a:rPr lang="LID4096" smtClean="0"/>
              <a:t>50</a:t>
            </a:fld>
            <a:endParaRPr lang="LID4096"/>
          </a:p>
        </p:txBody>
      </p:sp>
    </p:spTree>
    <p:extLst>
      <p:ext uri="{BB962C8B-B14F-4D97-AF65-F5344CB8AC3E}">
        <p14:creationId xmlns:p14="http://schemas.microsoft.com/office/powerpoint/2010/main" val="40925761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E280-6EC1-43D6-97E0-1AEF878975AA}"/>
              </a:ext>
            </a:extLst>
          </p:cNvPr>
          <p:cNvSpPr>
            <a:spLocks noGrp="1"/>
          </p:cNvSpPr>
          <p:nvPr>
            <p:ph type="title"/>
          </p:nvPr>
        </p:nvSpPr>
        <p:spPr/>
        <p:txBody>
          <a:bodyPr/>
          <a:lstStyle/>
          <a:p>
            <a:pPr algn="ctr"/>
            <a:r>
              <a:rPr lang="en-GB" b="1" dirty="0"/>
              <a:t>Vulnerability Assessment Team</a:t>
            </a:r>
            <a:endParaRPr lang="LID4096" b="1" dirty="0"/>
          </a:p>
        </p:txBody>
      </p:sp>
      <p:sp>
        <p:nvSpPr>
          <p:cNvPr id="3" name="Content Placeholder 2">
            <a:extLst>
              <a:ext uri="{FF2B5EF4-FFF2-40B4-BE49-F238E27FC236}">
                <a16:creationId xmlns:a16="http://schemas.microsoft.com/office/drawing/2014/main" id="{CE069C63-D3B3-4FF8-9152-781360DF4BE3}"/>
              </a:ext>
            </a:extLst>
          </p:cNvPr>
          <p:cNvSpPr>
            <a:spLocks noGrp="1"/>
          </p:cNvSpPr>
          <p:nvPr>
            <p:ph sz="half" idx="1"/>
          </p:nvPr>
        </p:nvSpPr>
        <p:spPr/>
        <p:txBody>
          <a:bodyPr>
            <a:normAutofit fontScale="92500" lnSpcReduction="10000"/>
          </a:bodyPr>
          <a:lstStyle/>
          <a:p>
            <a:pPr marL="457200" indent="-457200">
              <a:buFont typeface="+mj-lt"/>
              <a:buAutoNum type="arabicPeriod"/>
            </a:pPr>
            <a:r>
              <a:rPr lang="en-US" sz="4000" dirty="0"/>
              <a:t> </a:t>
            </a:r>
            <a:r>
              <a:rPr lang="en-US" sz="4000" b="1" dirty="0"/>
              <a:t>Leadership</a:t>
            </a:r>
          </a:p>
          <a:p>
            <a:pPr marL="514350" indent="-514350">
              <a:buFont typeface="+mj-lt"/>
              <a:buAutoNum type="romanLcPeriod"/>
            </a:pPr>
            <a:r>
              <a:rPr lang="en-US" sz="4000" dirty="0"/>
              <a:t> Project Managers</a:t>
            </a:r>
          </a:p>
          <a:p>
            <a:pPr marL="514350" indent="-514350">
              <a:buFont typeface="+mj-lt"/>
              <a:buAutoNum type="romanLcPeriod"/>
            </a:pPr>
            <a:r>
              <a:rPr lang="en-US" sz="4000" dirty="0"/>
              <a:t> Policy and Strategy</a:t>
            </a:r>
          </a:p>
          <a:p>
            <a:pPr marL="514350" indent="-514350">
              <a:buFont typeface="+mj-lt"/>
              <a:buAutoNum type="romanLcPeriod"/>
            </a:pPr>
            <a:r>
              <a:rPr lang="en-US" sz="4000" dirty="0"/>
              <a:t> IT Security Officer</a:t>
            </a:r>
          </a:p>
        </p:txBody>
      </p:sp>
      <p:sp>
        <p:nvSpPr>
          <p:cNvPr id="4" name="Content Placeholder 3">
            <a:extLst>
              <a:ext uri="{FF2B5EF4-FFF2-40B4-BE49-F238E27FC236}">
                <a16:creationId xmlns:a16="http://schemas.microsoft.com/office/drawing/2014/main" id="{312CE9C8-2948-44FE-85A3-B7DEE839E65F}"/>
              </a:ext>
            </a:extLst>
          </p:cNvPr>
          <p:cNvSpPr>
            <a:spLocks noGrp="1"/>
          </p:cNvSpPr>
          <p:nvPr>
            <p:ph sz="half" idx="2"/>
          </p:nvPr>
        </p:nvSpPr>
        <p:spPr/>
        <p:txBody>
          <a:bodyPr>
            <a:normAutofit fontScale="92500" lnSpcReduction="10000"/>
          </a:bodyPr>
          <a:lstStyle/>
          <a:p>
            <a:pPr marL="457200" indent="-457200">
              <a:buAutoNum type="arabicPeriod" startAt="2"/>
            </a:pPr>
            <a:r>
              <a:rPr lang="en-US" dirty="0"/>
              <a:t>  </a:t>
            </a:r>
            <a:r>
              <a:rPr lang="en-US" b="1" dirty="0"/>
              <a:t>Technical Teams</a:t>
            </a:r>
          </a:p>
          <a:p>
            <a:pPr marL="514350" indent="-514350">
              <a:buFont typeface="+mj-lt"/>
              <a:buAutoNum type="romanLcPeriod"/>
            </a:pPr>
            <a:r>
              <a:rPr lang="en-US" dirty="0"/>
              <a:t>Vulnerability Assessment Analysts</a:t>
            </a:r>
          </a:p>
          <a:p>
            <a:pPr marL="514350" indent="-514350">
              <a:buFont typeface="+mj-lt"/>
              <a:buAutoNum type="romanLcPeriod"/>
            </a:pPr>
            <a:r>
              <a:rPr lang="en-US" dirty="0"/>
              <a:t>Penetration Testers</a:t>
            </a:r>
          </a:p>
          <a:p>
            <a:pPr marL="514350" indent="-514350">
              <a:buFont typeface="+mj-lt"/>
              <a:buAutoNum type="romanLcPeriod"/>
            </a:pPr>
            <a:r>
              <a:rPr lang="en-US" dirty="0"/>
              <a:t>Red Team</a:t>
            </a:r>
          </a:p>
          <a:p>
            <a:pPr marL="514350" indent="-514350">
              <a:buFont typeface="+mj-lt"/>
              <a:buAutoNum type="romanLcPeriod"/>
            </a:pPr>
            <a:r>
              <a:rPr lang="en-US" dirty="0"/>
              <a:t>Blue Team</a:t>
            </a:r>
          </a:p>
          <a:p>
            <a:pPr marL="514350" indent="-514350">
              <a:buFont typeface="+mj-lt"/>
              <a:buAutoNum type="romanLcPeriod"/>
            </a:pPr>
            <a:r>
              <a:rPr lang="en-US" dirty="0"/>
              <a:t>Incident Response</a:t>
            </a:r>
          </a:p>
          <a:p>
            <a:pPr marL="514350" indent="-514350">
              <a:buFont typeface="+mj-lt"/>
              <a:buAutoNum type="romanLcPeriod"/>
            </a:pPr>
            <a:r>
              <a:rPr lang="en-US" dirty="0"/>
              <a:t> Vulnerability management</a:t>
            </a:r>
          </a:p>
        </p:txBody>
      </p:sp>
      <p:sp>
        <p:nvSpPr>
          <p:cNvPr id="5" name="Footer Placeholder 4">
            <a:extLst>
              <a:ext uri="{FF2B5EF4-FFF2-40B4-BE49-F238E27FC236}">
                <a16:creationId xmlns:a16="http://schemas.microsoft.com/office/drawing/2014/main" id="{DE51EE36-ACA0-43CE-8016-BA8F5C78D91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2D556BBC-24A4-4465-A03D-6070BE2603A2}"/>
              </a:ext>
            </a:extLst>
          </p:cNvPr>
          <p:cNvSpPr>
            <a:spLocks noGrp="1"/>
          </p:cNvSpPr>
          <p:nvPr>
            <p:ph type="sldNum" sz="quarter" idx="12"/>
          </p:nvPr>
        </p:nvSpPr>
        <p:spPr/>
        <p:txBody>
          <a:bodyPr/>
          <a:lstStyle/>
          <a:p>
            <a:fld id="{76711B12-96E3-4CC6-8596-5FF84CCB8B40}" type="slidenum">
              <a:rPr lang="LID4096" smtClean="0"/>
              <a:t>51</a:t>
            </a:fld>
            <a:endParaRPr lang="LID4096"/>
          </a:p>
        </p:txBody>
      </p:sp>
    </p:spTree>
    <p:extLst>
      <p:ext uri="{BB962C8B-B14F-4D97-AF65-F5344CB8AC3E}">
        <p14:creationId xmlns:p14="http://schemas.microsoft.com/office/powerpoint/2010/main" val="18464963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521B2-A5A7-40FE-ABC0-2B22FB976C48}"/>
              </a:ext>
            </a:extLst>
          </p:cNvPr>
          <p:cNvSpPr>
            <a:spLocks noGrp="1"/>
          </p:cNvSpPr>
          <p:nvPr>
            <p:ph type="title"/>
          </p:nvPr>
        </p:nvSpPr>
        <p:spPr/>
        <p:txBody>
          <a:bodyPr/>
          <a:lstStyle/>
          <a:p>
            <a:pPr algn="ctr"/>
            <a:r>
              <a:rPr lang="en-GB" b="1" dirty="0"/>
              <a:t>Vulnerability Assessment Team (continues…)</a:t>
            </a:r>
            <a:endParaRPr lang="LID4096" b="1" dirty="0"/>
          </a:p>
        </p:txBody>
      </p:sp>
      <p:sp>
        <p:nvSpPr>
          <p:cNvPr id="3" name="Content Placeholder 2">
            <a:extLst>
              <a:ext uri="{FF2B5EF4-FFF2-40B4-BE49-F238E27FC236}">
                <a16:creationId xmlns:a16="http://schemas.microsoft.com/office/drawing/2014/main" id="{F63DCC0B-1C1A-4ED3-A763-67F312D3163B}"/>
              </a:ext>
            </a:extLst>
          </p:cNvPr>
          <p:cNvSpPr>
            <a:spLocks noGrp="1"/>
          </p:cNvSpPr>
          <p:nvPr>
            <p:ph sz="half" idx="1"/>
          </p:nvPr>
        </p:nvSpPr>
        <p:spPr/>
        <p:txBody>
          <a:bodyPr/>
          <a:lstStyle/>
          <a:p>
            <a:pPr marL="457200" indent="-457200">
              <a:buAutoNum type="arabicPeriod" startAt="3"/>
            </a:pPr>
            <a:r>
              <a:rPr lang="en-US" dirty="0"/>
              <a:t> </a:t>
            </a:r>
            <a:r>
              <a:rPr lang="en-US" b="1" dirty="0"/>
              <a:t>Support Functions</a:t>
            </a:r>
          </a:p>
          <a:p>
            <a:pPr marL="514350" indent="-514350">
              <a:buFont typeface="+mj-lt"/>
              <a:buAutoNum type="romanLcPeriod"/>
            </a:pPr>
            <a:r>
              <a:rPr lang="en-US" dirty="0"/>
              <a:t> Documentation and Reporting</a:t>
            </a:r>
          </a:p>
          <a:p>
            <a:pPr marL="514350" indent="-514350">
              <a:buFont typeface="+mj-lt"/>
              <a:buAutoNum type="romanLcPeriod"/>
            </a:pPr>
            <a:r>
              <a:rPr lang="en-US" dirty="0"/>
              <a:t> Training and Awareness</a:t>
            </a:r>
          </a:p>
          <a:p>
            <a:pPr marL="514350" indent="-514350">
              <a:buFont typeface="+mj-lt"/>
              <a:buAutoNum type="romanLcPeriod"/>
            </a:pPr>
            <a:r>
              <a:rPr lang="en-US" dirty="0"/>
              <a:t> Quality Assurance</a:t>
            </a:r>
          </a:p>
          <a:p>
            <a:pPr marL="514350" indent="-514350">
              <a:buFont typeface="+mj-lt"/>
              <a:buAutoNum type="romanLcPeriod"/>
            </a:pPr>
            <a:r>
              <a:rPr lang="en-US" dirty="0"/>
              <a:t> Communication and Coordination</a:t>
            </a:r>
          </a:p>
        </p:txBody>
      </p:sp>
      <p:sp>
        <p:nvSpPr>
          <p:cNvPr id="4" name="Content Placeholder 3">
            <a:extLst>
              <a:ext uri="{FF2B5EF4-FFF2-40B4-BE49-F238E27FC236}">
                <a16:creationId xmlns:a16="http://schemas.microsoft.com/office/drawing/2014/main" id="{8B0CF5CE-E668-4B5B-8160-1C46BF7C2201}"/>
              </a:ext>
            </a:extLst>
          </p:cNvPr>
          <p:cNvSpPr>
            <a:spLocks noGrp="1"/>
          </p:cNvSpPr>
          <p:nvPr>
            <p:ph sz="half" idx="2"/>
          </p:nvPr>
        </p:nvSpPr>
        <p:spPr/>
        <p:txBody>
          <a:bodyPr/>
          <a:lstStyle/>
          <a:p>
            <a:pPr marL="457200" indent="-457200">
              <a:buAutoNum type="arabicPeriod" startAt="4"/>
            </a:pPr>
            <a:r>
              <a:rPr lang="en-US" dirty="0"/>
              <a:t> </a:t>
            </a:r>
            <a:r>
              <a:rPr lang="en-US" b="1" dirty="0"/>
              <a:t>Collaboration with other Departments</a:t>
            </a:r>
          </a:p>
          <a:p>
            <a:pPr marL="514350" indent="-514350">
              <a:buFont typeface="+mj-lt"/>
              <a:buAutoNum type="romanLcPeriod"/>
            </a:pPr>
            <a:r>
              <a:rPr lang="en-US" dirty="0"/>
              <a:t> Compliance and Legal</a:t>
            </a:r>
          </a:p>
          <a:p>
            <a:pPr marL="0" indent="0">
              <a:buNone/>
            </a:pPr>
            <a:endParaRPr lang="en-US" dirty="0"/>
          </a:p>
          <a:p>
            <a:pPr marL="457200" indent="-457200">
              <a:buAutoNum type="arabicPeriod" startAt="5"/>
            </a:pPr>
            <a:r>
              <a:rPr lang="en-US" dirty="0"/>
              <a:t> </a:t>
            </a:r>
            <a:r>
              <a:rPr lang="en-US" b="1" dirty="0"/>
              <a:t>Continuous Improvement and Research</a:t>
            </a:r>
          </a:p>
        </p:txBody>
      </p:sp>
      <p:sp>
        <p:nvSpPr>
          <p:cNvPr id="5" name="Footer Placeholder 4">
            <a:extLst>
              <a:ext uri="{FF2B5EF4-FFF2-40B4-BE49-F238E27FC236}">
                <a16:creationId xmlns:a16="http://schemas.microsoft.com/office/drawing/2014/main" id="{CCF8E686-D728-477A-9634-9D9B8915F4B9}"/>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9D40E729-AB4A-468E-BC6F-D95C4F3C923F}"/>
              </a:ext>
            </a:extLst>
          </p:cNvPr>
          <p:cNvSpPr>
            <a:spLocks noGrp="1"/>
          </p:cNvSpPr>
          <p:nvPr>
            <p:ph type="sldNum" sz="quarter" idx="12"/>
          </p:nvPr>
        </p:nvSpPr>
        <p:spPr/>
        <p:txBody>
          <a:bodyPr/>
          <a:lstStyle/>
          <a:p>
            <a:fld id="{76711B12-96E3-4CC6-8596-5FF84CCB8B40}" type="slidenum">
              <a:rPr lang="LID4096" smtClean="0"/>
              <a:t>52</a:t>
            </a:fld>
            <a:endParaRPr lang="LID4096"/>
          </a:p>
        </p:txBody>
      </p:sp>
    </p:spTree>
    <p:extLst>
      <p:ext uri="{BB962C8B-B14F-4D97-AF65-F5344CB8AC3E}">
        <p14:creationId xmlns:p14="http://schemas.microsoft.com/office/powerpoint/2010/main" val="15595031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F1FD01-75D7-4233-B3E6-356667EE18BF}"/>
              </a:ext>
            </a:extLst>
          </p:cNvPr>
          <p:cNvSpPr>
            <a:spLocks noGrp="1"/>
          </p:cNvSpPr>
          <p:nvPr>
            <p:ph type="ctrTitle"/>
          </p:nvPr>
        </p:nvSpPr>
        <p:spPr/>
        <p:txBody>
          <a:bodyPr/>
          <a:lstStyle/>
          <a:p>
            <a:pPr algn="ctr"/>
            <a:r>
              <a:rPr lang="en-US" b="1" dirty="0"/>
              <a:t>OPERATING SYSTEM </a:t>
            </a:r>
            <a:endParaRPr lang="LID4096" b="1" dirty="0"/>
          </a:p>
        </p:txBody>
      </p:sp>
      <p:sp>
        <p:nvSpPr>
          <p:cNvPr id="5" name="Subtitle 4">
            <a:extLst>
              <a:ext uri="{FF2B5EF4-FFF2-40B4-BE49-F238E27FC236}">
                <a16:creationId xmlns:a16="http://schemas.microsoft.com/office/drawing/2014/main" id="{3182BB3E-A2B4-4640-95B3-8447C845F710}"/>
              </a:ext>
            </a:extLst>
          </p:cNvPr>
          <p:cNvSpPr>
            <a:spLocks noGrp="1"/>
          </p:cNvSpPr>
          <p:nvPr>
            <p:ph type="subTitle" idx="1"/>
          </p:nvPr>
        </p:nvSpPr>
        <p:spPr/>
        <p:txBody>
          <a:bodyPr/>
          <a:lstStyle/>
          <a:p>
            <a:pPr algn="ctr"/>
            <a:r>
              <a:rPr lang="en-US" b="1" dirty="0"/>
              <a:t>SCHEDULING ALGORITHMS </a:t>
            </a:r>
            <a:endParaRPr lang="LID4096" b="1" dirty="0"/>
          </a:p>
        </p:txBody>
      </p:sp>
    </p:spTree>
    <p:extLst>
      <p:ext uri="{BB962C8B-B14F-4D97-AF65-F5344CB8AC3E}">
        <p14:creationId xmlns:p14="http://schemas.microsoft.com/office/powerpoint/2010/main" val="41363644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A8297-C4AA-465F-8118-80810D694FF8}"/>
              </a:ext>
            </a:extLst>
          </p:cNvPr>
          <p:cNvSpPr>
            <a:spLocks noGrp="1"/>
          </p:cNvSpPr>
          <p:nvPr>
            <p:ph type="title"/>
          </p:nvPr>
        </p:nvSpPr>
        <p:spPr/>
        <p:txBody>
          <a:bodyPr/>
          <a:lstStyle/>
          <a:p>
            <a:pPr algn="ctr"/>
            <a:r>
              <a:rPr lang="en-GB" b="1" dirty="0"/>
              <a:t>Hardware Trojans (HT)</a:t>
            </a:r>
            <a:endParaRPr lang="LID4096" b="1" dirty="0"/>
          </a:p>
        </p:txBody>
      </p:sp>
      <p:sp>
        <p:nvSpPr>
          <p:cNvPr id="3" name="Content Placeholder 2">
            <a:extLst>
              <a:ext uri="{FF2B5EF4-FFF2-40B4-BE49-F238E27FC236}">
                <a16:creationId xmlns:a16="http://schemas.microsoft.com/office/drawing/2014/main" id="{59B83A82-3D8A-46DA-8F45-8725DB0B67C6}"/>
              </a:ext>
            </a:extLst>
          </p:cNvPr>
          <p:cNvSpPr>
            <a:spLocks noGrp="1"/>
          </p:cNvSpPr>
          <p:nvPr>
            <p:ph idx="1"/>
          </p:nvPr>
        </p:nvSpPr>
        <p:spPr/>
        <p:txBody>
          <a:bodyPr/>
          <a:lstStyle/>
          <a:p>
            <a:r>
              <a:rPr lang="en-US" dirty="0"/>
              <a:t> A </a:t>
            </a:r>
            <a:r>
              <a:rPr lang="en-US" b="1" dirty="0"/>
              <a:t>hardware trojan </a:t>
            </a:r>
            <a:r>
              <a:rPr lang="en-US" dirty="0"/>
              <a:t>is a malicious modification of an integrated circuit’s circuitry, designed to disrupt operations, steal data, or cause physical harm or death.</a:t>
            </a:r>
          </a:p>
          <a:p>
            <a:r>
              <a:rPr lang="en-US" dirty="0"/>
              <a:t> These modifications can be inserted during the design or manufacturing stages, often through untrust third-party components or intellectual property cores.</a:t>
            </a:r>
            <a:endParaRPr lang="LID4096" dirty="0"/>
          </a:p>
        </p:txBody>
      </p:sp>
      <p:sp>
        <p:nvSpPr>
          <p:cNvPr id="4" name="Footer Placeholder 3">
            <a:extLst>
              <a:ext uri="{FF2B5EF4-FFF2-40B4-BE49-F238E27FC236}">
                <a16:creationId xmlns:a16="http://schemas.microsoft.com/office/drawing/2014/main" id="{9D9663F3-5C42-4D42-A064-6701EAC4AB71}"/>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1D9F1A83-DC44-4171-BF3D-63790BB9FD41}"/>
              </a:ext>
            </a:extLst>
          </p:cNvPr>
          <p:cNvSpPr>
            <a:spLocks noGrp="1"/>
          </p:cNvSpPr>
          <p:nvPr>
            <p:ph type="sldNum" sz="quarter" idx="12"/>
          </p:nvPr>
        </p:nvSpPr>
        <p:spPr/>
        <p:txBody>
          <a:bodyPr/>
          <a:lstStyle/>
          <a:p>
            <a:fld id="{76711B12-96E3-4CC6-8596-5FF84CCB8B40}" type="slidenum">
              <a:rPr lang="LID4096" smtClean="0"/>
              <a:t>54</a:t>
            </a:fld>
            <a:endParaRPr lang="LID4096"/>
          </a:p>
        </p:txBody>
      </p:sp>
    </p:spTree>
    <p:extLst>
      <p:ext uri="{BB962C8B-B14F-4D97-AF65-F5344CB8AC3E}">
        <p14:creationId xmlns:p14="http://schemas.microsoft.com/office/powerpoint/2010/main" val="5814878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2769B-B609-4B4F-BE6C-E1068E5833FA}"/>
              </a:ext>
            </a:extLst>
          </p:cNvPr>
          <p:cNvSpPr>
            <a:spLocks noGrp="1"/>
          </p:cNvSpPr>
          <p:nvPr>
            <p:ph type="title"/>
          </p:nvPr>
        </p:nvSpPr>
        <p:spPr/>
        <p:txBody>
          <a:bodyPr/>
          <a:lstStyle/>
          <a:p>
            <a:pPr algn="ctr"/>
            <a:r>
              <a:rPr lang="en-GB" b="1" dirty="0"/>
              <a:t>Characteristics of Hardware Trojans</a:t>
            </a:r>
            <a:endParaRPr lang="LID4096" b="1" dirty="0"/>
          </a:p>
        </p:txBody>
      </p:sp>
      <p:sp>
        <p:nvSpPr>
          <p:cNvPr id="3" name="Content Placeholder 2">
            <a:extLst>
              <a:ext uri="{FF2B5EF4-FFF2-40B4-BE49-F238E27FC236}">
                <a16:creationId xmlns:a16="http://schemas.microsoft.com/office/drawing/2014/main" id="{4B1140B1-1ACA-4CAA-9ED5-7A72679B08BC}"/>
              </a:ext>
            </a:extLst>
          </p:cNvPr>
          <p:cNvSpPr>
            <a:spLocks noGrp="1"/>
          </p:cNvSpPr>
          <p:nvPr>
            <p:ph idx="1"/>
          </p:nvPr>
        </p:nvSpPr>
        <p:spPr/>
        <p:txBody>
          <a:bodyPr>
            <a:normAutofit/>
          </a:bodyPr>
          <a:lstStyle/>
          <a:p>
            <a:pPr marL="457200" indent="-457200">
              <a:buFont typeface="+mj-lt"/>
              <a:buAutoNum type="arabicPeriod"/>
            </a:pPr>
            <a:r>
              <a:rPr lang="en-US" dirty="0"/>
              <a:t> </a:t>
            </a:r>
            <a:r>
              <a:rPr lang="en-US" b="1" dirty="0"/>
              <a:t>Size</a:t>
            </a:r>
            <a:r>
              <a:rPr lang="en-US" dirty="0"/>
              <a:t> – This refers to the number of components added or modified. Trojans can range from </a:t>
            </a:r>
            <a:r>
              <a:rPr lang="en-US" b="1" dirty="0"/>
              <a:t>small transistors </a:t>
            </a:r>
            <a:r>
              <a:rPr lang="en-US" dirty="0"/>
              <a:t>to </a:t>
            </a:r>
            <a:r>
              <a:rPr lang="en-US" b="1" dirty="0"/>
              <a:t>large circuits</a:t>
            </a:r>
            <a:r>
              <a:rPr lang="en-US" dirty="0"/>
              <a:t>.</a:t>
            </a:r>
          </a:p>
          <a:p>
            <a:pPr marL="457200" indent="-457200">
              <a:buFont typeface="+mj-lt"/>
              <a:buAutoNum type="arabicPeriod"/>
            </a:pPr>
            <a:r>
              <a:rPr lang="en-US" dirty="0"/>
              <a:t> </a:t>
            </a:r>
            <a:r>
              <a:rPr lang="en-US" b="1" dirty="0"/>
              <a:t>Distribution</a:t>
            </a:r>
          </a:p>
          <a:p>
            <a:pPr marL="514350" indent="-514350">
              <a:buFont typeface="+mj-lt"/>
              <a:buAutoNum type="romanLcPeriod"/>
            </a:pPr>
            <a:r>
              <a:rPr lang="en-US" b="1" dirty="0"/>
              <a:t>Tight Distribution </a:t>
            </a:r>
            <a:r>
              <a:rPr lang="en-US" dirty="0"/>
              <a:t>– Trojan components are located close together in the layout. </a:t>
            </a:r>
          </a:p>
          <a:p>
            <a:pPr marL="514350" indent="-514350">
              <a:buFont typeface="+mj-lt"/>
              <a:buAutoNum type="romanLcPeriod"/>
            </a:pPr>
            <a:r>
              <a:rPr lang="en-US" b="1" dirty="0"/>
              <a:t>Loose Distribution </a:t>
            </a:r>
            <a:r>
              <a:rPr lang="en-US" dirty="0"/>
              <a:t>– Components are dispersed across the chip making detection harder </a:t>
            </a:r>
            <a:endParaRPr lang="LID4096" dirty="0"/>
          </a:p>
        </p:txBody>
      </p:sp>
      <p:sp>
        <p:nvSpPr>
          <p:cNvPr id="4" name="Footer Placeholder 3">
            <a:extLst>
              <a:ext uri="{FF2B5EF4-FFF2-40B4-BE49-F238E27FC236}">
                <a16:creationId xmlns:a16="http://schemas.microsoft.com/office/drawing/2014/main" id="{897924D6-38EC-4CE9-B698-C0B65CF08FA4}"/>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EA1B73A6-DC37-43FD-8C7B-C353CC64D2BB}"/>
              </a:ext>
            </a:extLst>
          </p:cNvPr>
          <p:cNvSpPr>
            <a:spLocks noGrp="1"/>
          </p:cNvSpPr>
          <p:nvPr>
            <p:ph type="sldNum" sz="quarter" idx="12"/>
          </p:nvPr>
        </p:nvSpPr>
        <p:spPr/>
        <p:txBody>
          <a:bodyPr/>
          <a:lstStyle/>
          <a:p>
            <a:fld id="{76711B12-96E3-4CC6-8596-5FF84CCB8B40}" type="slidenum">
              <a:rPr lang="LID4096" smtClean="0"/>
              <a:t>55</a:t>
            </a:fld>
            <a:endParaRPr lang="LID4096"/>
          </a:p>
        </p:txBody>
      </p:sp>
    </p:spTree>
    <p:extLst>
      <p:ext uri="{BB962C8B-B14F-4D97-AF65-F5344CB8AC3E}">
        <p14:creationId xmlns:p14="http://schemas.microsoft.com/office/powerpoint/2010/main" val="28868845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418F8-79A1-4947-B2B5-7C846704776D}"/>
              </a:ext>
            </a:extLst>
          </p:cNvPr>
          <p:cNvSpPr>
            <a:spLocks noGrp="1"/>
          </p:cNvSpPr>
          <p:nvPr>
            <p:ph type="title"/>
          </p:nvPr>
        </p:nvSpPr>
        <p:spPr/>
        <p:txBody>
          <a:bodyPr/>
          <a:lstStyle/>
          <a:p>
            <a:pPr algn="ctr"/>
            <a:r>
              <a:rPr lang="en-GB" b="1" dirty="0"/>
              <a:t>Characteristics of Hardware Trojans (continues…)</a:t>
            </a:r>
            <a:endParaRPr lang="LID4096" dirty="0"/>
          </a:p>
        </p:txBody>
      </p:sp>
      <p:sp>
        <p:nvSpPr>
          <p:cNvPr id="3" name="Content Placeholder 2">
            <a:extLst>
              <a:ext uri="{FF2B5EF4-FFF2-40B4-BE49-F238E27FC236}">
                <a16:creationId xmlns:a16="http://schemas.microsoft.com/office/drawing/2014/main" id="{58DB9291-2F5B-47E7-A7DF-A9C40C4606DA}"/>
              </a:ext>
            </a:extLst>
          </p:cNvPr>
          <p:cNvSpPr>
            <a:spLocks noGrp="1"/>
          </p:cNvSpPr>
          <p:nvPr>
            <p:ph idx="1"/>
          </p:nvPr>
        </p:nvSpPr>
        <p:spPr/>
        <p:txBody>
          <a:bodyPr>
            <a:normAutofit fontScale="92500"/>
          </a:bodyPr>
          <a:lstStyle/>
          <a:p>
            <a:pPr marL="457200" indent="-457200">
              <a:buAutoNum type="arabicPeriod" startAt="3"/>
            </a:pPr>
            <a:r>
              <a:rPr lang="en-US" dirty="0"/>
              <a:t> </a:t>
            </a:r>
            <a:r>
              <a:rPr lang="en-US" b="1" dirty="0"/>
              <a:t>Structure </a:t>
            </a:r>
            <a:r>
              <a:rPr lang="en-US" dirty="0"/>
              <a:t>– Changes in the physical layout can alter the chips (IC) dimensions or component placement.</a:t>
            </a:r>
          </a:p>
          <a:p>
            <a:pPr marL="457200" indent="-457200">
              <a:buAutoNum type="arabicPeriod" startAt="3"/>
            </a:pPr>
            <a:r>
              <a:rPr lang="en-US" dirty="0"/>
              <a:t> </a:t>
            </a:r>
            <a:r>
              <a:rPr lang="en-US" b="1" dirty="0"/>
              <a:t>Type</a:t>
            </a:r>
          </a:p>
          <a:p>
            <a:pPr marL="514350" indent="-514350">
              <a:buFont typeface="+mj-lt"/>
              <a:buAutoNum type="romanLcPeriod"/>
            </a:pPr>
            <a:r>
              <a:rPr lang="en-US" b="1" dirty="0"/>
              <a:t>Functional Trojans – </a:t>
            </a:r>
            <a:r>
              <a:rPr lang="en-US" dirty="0"/>
              <a:t>These involve adding or deleting components such as transistors or logic gates to modify chip’s functionality.</a:t>
            </a:r>
          </a:p>
          <a:p>
            <a:pPr marL="514350" indent="-514350">
              <a:buFont typeface="+mj-lt"/>
              <a:buAutoNum type="romanLcPeriod"/>
            </a:pPr>
            <a:r>
              <a:rPr lang="en-US" b="1" dirty="0"/>
              <a:t>Parametric Trojans </a:t>
            </a:r>
            <a:r>
              <a:rPr lang="en-US" dirty="0"/>
              <a:t>– These involve modifying existing components such as thinning wires or weakening transistors, to affect the chip’s reliability or performance.</a:t>
            </a:r>
          </a:p>
        </p:txBody>
      </p:sp>
      <p:sp>
        <p:nvSpPr>
          <p:cNvPr id="4" name="Footer Placeholder 3">
            <a:extLst>
              <a:ext uri="{FF2B5EF4-FFF2-40B4-BE49-F238E27FC236}">
                <a16:creationId xmlns:a16="http://schemas.microsoft.com/office/drawing/2014/main" id="{189F72DB-139E-49E4-8F57-A27096C93DC4}"/>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41D9F97-C6E0-4A72-9F10-E97EDAB83A61}"/>
              </a:ext>
            </a:extLst>
          </p:cNvPr>
          <p:cNvSpPr>
            <a:spLocks noGrp="1"/>
          </p:cNvSpPr>
          <p:nvPr>
            <p:ph type="sldNum" sz="quarter" idx="12"/>
          </p:nvPr>
        </p:nvSpPr>
        <p:spPr/>
        <p:txBody>
          <a:bodyPr/>
          <a:lstStyle/>
          <a:p>
            <a:fld id="{76711B12-96E3-4CC6-8596-5FF84CCB8B40}" type="slidenum">
              <a:rPr lang="LID4096" smtClean="0"/>
              <a:t>56</a:t>
            </a:fld>
            <a:endParaRPr lang="LID4096"/>
          </a:p>
        </p:txBody>
      </p:sp>
    </p:spTree>
    <p:extLst>
      <p:ext uri="{BB962C8B-B14F-4D97-AF65-F5344CB8AC3E}">
        <p14:creationId xmlns:p14="http://schemas.microsoft.com/office/powerpoint/2010/main" val="34759936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BAB1-4161-4DE7-87C8-C503C7C555C1}"/>
              </a:ext>
            </a:extLst>
          </p:cNvPr>
          <p:cNvSpPr>
            <a:spLocks noGrp="1"/>
          </p:cNvSpPr>
          <p:nvPr>
            <p:ph type="title"/>
          </p:nvPr>
        </p:nvSpPr>
        <p:spPr/>
        <p:txBody>
          <a:bodyPr/>
          <a:lstStyle/>
          <a:p>
            <a:pPr algn="ctr"/>
            <a:r>
              <a:rPr lang="en-GB" b="1" dirty="0"/>
              <a:t>Impact of Hardware Trojans </a:t>
            </a:r>
            <a:endParaRPr lang="LID4096" b="1" dirty="0"/>
          </a:p>
        </p:txBody>
      </p:sp>
      <p:sp>
        <p:nvSpPr>
          <p:cNvPr id="3" name="Content Placeholder 2">
            <a:extLst>
              <a:ext uri="{FF2B5EF4-FFF2-40B4-BE49-F238E27FC236}">
                <a16:creationId xmlns:a16="http://schemas.microsoft.com/office/drawing/2014/main" id="{A412BBBF-F694-46AB-8AC8-5BB66550B611}"/>
              </a:ext>
            </a:extLst>
          </p:cNvPr>
          <p:cNvSpPr>
            <a:spLocks noGrp="1"/>
          </p:cNvSpPr>
          <p:nvPr>
            <p:ph idx="1"/>
          </p:nvPr>
        </p:nvSpPr>
        <p:spPr/>
        <p:txBody>
          <a:bodyPr/>
          <a:lstStyle/>
          <a:p>
            <a:pPr marL="457200" indent="-457200">
              <a:buFont typeface="+mj-lt"/>
              <a:buAutoNum type="arabicPeriod"/>
            </a:pPr>
            <a:r>
              <a:rPr lang="en-US" dirty="0"/>
              <a:t> Data Breaches and Intellectual Property Theft</a:t>
            </a:r>
          </a:p>
          <a:p>
            <a:pPr marL="457200" indent="-457200">
              <a:buFont typeface="+mj-lt"/>
              <a:buAutoNum type="arabicPeriod"/>
            </a:pPr>
            <a:r>
              <a:rPr lang="en-US" dirty="0"/>
              <a:t> System Malfunction</a:t>
            </a:r>
          </a:p>
          <a:p>
            <a:pPr marL="457200" indent="-457200">
              <a:buFont typeface="+mj-lt"/>
              <a:buAutoNum type="arabicPeriod"/>
            </a:pPr>
            <a:r>
              <a:rPr lang="en-US" dirty="0"/>
              <a:t> Performance Degradation</a:t>
            </a:r>
          </a:p>
          <a:p>
            <a:pPr marL="457200" indent="-457200">
              <a:buFont typeface="+mj-lt"/>
              <a:buAutoNum type="arabicPeriod"/>
            </a:pPr>
            <a:r>
              <a:rPr lang="en-US" dirty="0"/>
              <a:t> Reputational Damage and Financial Costs</a:t>
            </a:r>
          </a:p>
          <a:p>
            <a:pPr marL="457200" indent="-457200">
              <a:buFont typeface="+mj-lt"/>
              <a:buAutoNum type="arabicPeriod"/>
            </a:pPr>
            <a:r>
              <a:rPr lang="en-US" dirty="0"/>
              <a:t> Denial – of – service (DoS) Attacks</a:t>
            </a:r>
            <a:endParaRPr lang="LID4096" dirty="0"/>
          </a:p>
        </p:txBody>
      </p:sp>
      <p:sp>
        <p:nvSpPr>
          <p:cNvPr id="4" name="Footer Placeholder 3">
            <a:extLst>
              <a:ext uri="{FF2B5EF4-FFF2-40B4-BE49-F238E27FC236}">
                <a16:creationId xmlns:a16="http://schemas.microsoft.com/office/drawing/2014/main" id="{F12C0762-3680-4E2B-8FE7-ED2A9C2F86A0}"/>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837A9946-35A4-4425-80BF-167BCC909456}"/>
              </a:ext>
            </a:extLst>
          </p:cNvPr>
          <p:cNvSpPr>
            <a:spLocks noGrp="1"/>
          </p:cNvSpPr>
          <p:nvPr>
            <p:ph type="sldNum" sz="quarter" idx="12"/>
          </p:nvPr>
        </p:nvSpPr>
        <p:spPr/>
        <p:txBody>
          <a:bodyPr/>
          <a:lstStyle/>
          <a:p>
            <a:fld id="{76711B12-96E3-4CC6-8596-5FF84CCB8B40}" type="slidenum">
              <a:rPr lang="LID4096" smtClean="0"/>
              <a:t>57</a:t>
            </a:fld>
            <a:endParaRPr lang="LID4096"/>
          </a:p>
        </p:txBody>
      </p:sp>
    </p:spTree>
    <p:extLst>
      <p:ext uri="{BB962C8B-B14F-4D97-AF65-F5344CB8AC3E}">
        <p14:creationId xmlns:p14="http://schemas.microsoft.com/office/powerpoint/2010/main" val="6688060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0F63-2478-4760-898E-7236387CE81E}"/>
              </a:ext>
            </a:extLst>
          </p:cNvPr>
          <p:cNvSpPr>
            <a:spLocks noGrp="1"/>
          </p:cNvSpPr>
          <p:nvPr>
            <p:ph type="title"/>
          </p:nvPr>
        </p:nvSpPr>
        <p:spPr/>
        <p:txBody>
          <a:bodyPr/>
          <a:lstStyle/>
          <a:p>
            <a:pPr algn="ctr"/>
            <a:r>
              <a:rPr lang="en-US" b="1" dirty="0"/>
              <a:t>Mitigation and Remediation techniques of HT</a:t>
            </a:r>
            <a:endParaRPr lang="LID4096" b="1" dirty="0"/>
          </a:p>
        </p:txBody>
      </p:sp>
      <p:sp>
        <p:nvSpPr>
          <p:cNvPr id="3" name="Content Placeholder 2">
            <a:extLst>
              <a:ext uri="{FF2B5EF4-FFF2-40B4-BE49-F238E27FC236}">
                <a16:creationId xmlns:a16="http://schemas.microsoft.com/office/drawing/2014/main" id="{8873D571-9372-480D-8779-4FB58132CF86}"/>
              </a:ext>
            </a:extLst>
          </p:cNvPr>
          <p:cNvSpPr>
            <a:spLocks noGrp="1"/>
          </p:cNvSpPr>
          <p:nvPr>
            <p:ph idx="1"/>
          </p:nvPr>
        </p:nvSpPr>
        <p:spPr/>
        <p:txBody>
          <a:bodyPr/>
          <a:lstStyle/>
          <a:p>
            <a:pPr marL="457200" indent="-457200">
              <a:buFont typeface="+mj-lt"/>
              <a:buAutoNum type="arabicPeriod"/>
            </a:pPr>
            <a:r>
              <a:rPr lang="en-US" dirty="0"/>
              <a:t> Detection Techniques</a:t>
            </a:r>
          </a:p>
          <a:p>
            <a:pPr marL="457200" indent="-457200">
              <a:buFont typeface="+mj-lt"/>
              <a:buAutoNum type="arabicPeriod"/>
            </a:pPr>
            <a:r>
              <a:rPr lang="en-US" dirty="0"/>
              <a:t> Collaborative Methods</a:t>
            </a:r>
          </a:p>
          <a:p>
            <a:pPr marL="457200" indent="-457200">
              <a:buFont typeface="+mj-lt"/>
              <a:buAutoNum type="arabicPeriod"/>
            </a:pPr>
            <a:r>
              <a:rPr lang="en-US" dirty="0"/>
              <a:t> Message Authentication Codes (MACs)</a:t>
            </a:r>
            <a:endParaRPr lang="LID4096" dirty="0"/>
          </a:p>
        </p:txBody>
      </p:sp>
      <p:sp>
        <p:nvSpPr>
          <p:cNvPr id="4" name="Footer Placeholder 3">
            <a:extLst>
              <a:ext uri="{FF2B5EF4-FFF2-40B4-BE49-F238E27FC236}">
                <a16:creationId xmlns:a16="http://schemas.microsoft.com/office/drawing/2014/main" id="{9BF8896F-1868-4552-A32C-E783BE9DBD17}"/>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2D8AE637-BFB8-474B-A8FA-D59502E54D05}"/>
              </a:ext>
            </a:extLst>
          </p:cNvPr>
          <p:cNvSpPr>
            <a:spLocks noGrp="1"/>
          </p:cNvSpPr>
          <p:nvPr>
            <p:ph type="sldNum" sz="quarter" idx="12"/>
          </p:nvPr>
        </p:nvSpPr>
        <p:spPr/>
        <p:txBody>
          <a:bodyPr/>
          <a:lstStyle/>
          <a:p>
            <a:fld id="{76711B12-96E3-4CC6-8596-5FF84CCB8B40}" type="slidenum">
              <a:rPr lang="LID4096" smtClean="0"/>
              <a:t>58</a:t>
            </a:fld>
            <a:endParaRPr lang="LID4096"/>
          </a:p>
        </p:txBody>
      </p:sp>
    </p:spTree>
    <p:extLst>
      <p:ext uri="{BB962C8B-B14F-4D97-AF65-F5344CB8AC3E}">
        <p14:creationId xmlns:p14="http://schemas.microsoft.com/office/powerpoint/2010/main" val="14775243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A4D8-80D6-4191-AB5C-A933BFA64EA0}"/>
              </a:ext>
            </a:extLst>
          </p:cNvPr>
          <p:cNvSpPr>
            <a:spLocks noGrp="1"/>
          </p:cNvSpPr>
          <p:nvPr>
            <p:ph type="title"/>
          </p:nvPr>
        </p:nvSpPr>
        <p:spPr/>
        <p:txBody>
          <a:bodyPr/>
          <a:lstStyle/>
          <a:p>
            <a:pPr algn="ctr"/>
            <a:r>
              <a:rPr lang="en-US" b="1" dirty="0"/>
              <a:t>Logic Gates</a:t>
            </a:r>
            <a:endParaRPr lang="LID4096" b="1" dirty="0"/>
          </a:p>
        </p:txBody>
      </p:sp>
      <p:sp>
        <p:nvSpPr>
          <p:cNvPr id="3" name="Content Placeholder 2">
            <a:extLst>
              <a:ext uri="{FF2B5EF4-FFF2-40B4-BE49-F238E27FC236}">
                <a16:creationId xmlns:a16="http://schemas.microsoft.com/office/drawing/2014/main" id="{98EB1245-ECF1-4F8D-9621-38B3EC7666D7}"/>
              </a:ext>
            </a:extLst>
          </p:cNvPr>
          <p:cNvSpPr>
            <a:spLocks noGrp="1"/>
          </p:cNvSpPr>
          <p:nvPr>
            <p:ph sz="half" idx="1"/>
          </p:nvPr>
        </p:nvSpPr>
        <p:spPr/>
        <p:txBody>
          <a:bodyPr/>
          <a:lstStyle/>
          <a:p>
            <a:pPr marL="457200" indent="-457200">
              <a:buFont typeface="+mj-lt"/>
              <a:buAutoNum type="arabicPeriod"/>
            </a:pPr>
            <a:r>
              <a:rPr lang="en-US" b="1" dirty="0"/>
              <a:t>NOT</a:t>
            </a:r>
          </a:p>
          <a:p>
            <a:pPr marL="0" indent="0">
              <a:buNone/>
            </a:pPr>
            <a:endParaRPr lang="LID4096" dirty="0"/>
          </a:p>
        </p:txBody>
      </p:sp>
      <p:sp>
        <p:nvSpPr>
          <p:cNvPr id="6" name="Content Placeholder 5">
            <a:extLst>
              <a:ext uri="{FF2B5EF4-FFF2-40B4-BE49-F238E27FC236}">
                <a16:creationId xmlns:a16="http://schemas.microsoft.com/office/drawing/2014/main" id="{093E78DB-CB0C-424B-B794-BC9ABC121530}"/>
              </a:ext>
            </a:extLst>
          </p:cNvPr>
          <p:cNvSpPr>
            <a:spLocks noGrp="1"/>
          </p:cNvSpPr>
          <p:nvPr>
            <p:ph sz="half" idx="2"/>
          </p:nvPr>
        </p:nvSpPr>
        <p:spPr/>
        <p:txBody>
          <a:bodyPr/>
          <a:lstStyle/>
          <a:p>
            <a:pPr marL="0" indent="0" algn="ctr">
              <a:buNone/>
            </a:pPr>
            <a:r>
              <a:rPr lang="en-US" b="1" dirty="0"/>
              <a:t>TRUTH TABLE</a:t>
            </a:r>
          </a:p>
          <a:p>
            <a:pPr marL="0" indent="0">
              <a:buNone/>
            </a:pPr>
            <a:endParaRPr lang="LID4096" dirty="0"/>
          </a:p>
        </p:txBody>
      </p:sp>
      <p:sp>
        <p:nvSpPr>
          <p:cNvPr id="4" name="Footer Placeholder 3">
            <a:extLst>
              <a:ext uri="{FF2B5EF4-FFF2-40B4-BE49-F238E27FC236}">
                <a16:creationId xmlns:a16="http://schemas.microsoft.com/office/drawing/2014/main" id="{91FCB432-DCE8-4BD6-90FF-D4A12FE0E4D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4F6B5346-142D-4427-AB52-DA6D59BED773}"/>
              </a:ext>
            </a:extLst>
          </p:cNvPr>
          <p:cNvSpPr>
            <a:spLocks noGrp="1"/>
          </p:cNvSpPr>
          <p:nvPr>
            <p:ph type="sldNum" sz="quarter" idx="12"/>
          </p:nvPr>
        </p:nvSpPr>
        <p:spPr/>
        <p:txBody>
          <a:bodyPr/>
          <a:lstStyle/>
          <a:p>
            <a:fld id="{76711B12-96E3-4CC6-8596-5FF84CCB8B40}" type="slidenum">
              <a:rPr lang="LID4096" smtClean="0"/>
              <a:t>59</a:t>
            </a:fld>
            <a:endParaRPr lang="LID4096"/>
          </a:p>
        </p:txBody>
      </p:sp>
      <p:sp>
        <p:nvSpPr>
          <p:cNvPr id="7" name="Isosceles Triangle 6">
            <a:extLst>
              <a:ext uri="{FF2B5EF4-FFF2-40B4-BE49-F238E27FC236}">
                <a16:creationId xmlns:a16="http://schemas.microsoft.com/office/drawing/2014/main" id="{665CF4A2-AC26-42CF-ABB3-8E03C6AA313F}"/>
              </a:ext>
            </a:extLst>
          </p:cNvPr>
          <p:cNvSpPr/>
          <p:nvPr/>
        </p:nvSpPr>
        <p:spPr>
          <a:xfrm rot="5400000">
            <a:off x="3091992" y="3572759"/>
            <a:ext cx="612742" cy="641022"/>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Oval 7">
            <a:extLst>
              <a:ext uri="{FF2B5EF4-FFF2-40B4-BE49-F238E27FC236}">
                <a16:creationId xmlns:a16="http://schemas.microsoft.com/office/drawing/2014/main" id="{B13BA8E2-D17F-40C6-BD0D-3D0931C20005}"/>
              </a:ext>
            </a:extLst>
          </p:cNvPr>
          <p:cNvSpPr/>
          <p:nvPr/>
        </p:nvSpPr>
        <p:spPr>
          <a:xfrm>
            <a:off x="3718874" y="3801360"/>
            <a:ext cx="249811" cy="2073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0" name="Straight Connector 9">
            <a:extLst>
              <a:ext uri="{FF2B5EF4-FFF2-40B4-BE49-F238E27FC236}">
                <a16:creationId xmlns:a16="http://schemas.microsoft.com/office/drawing/2014/main" id="{FBFCC175-DE4F-4583-8716-18A19EBCCBBD}"/>
              </a:ext>
            </a:extLst>
          </p:cNvPr>
          <p:cNvCxnSpPr>
            <a:stCxn id="8" idx="6"/>
          </p:cNvCxnSpPr>
          <p:nvPr/>
        </p:nvCxnSpPr>
        <p:spPr>
          <a:xfrm flipV="1">
            <a:off x="3968685" y="3905054"/>
            <a:ext cx="98038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F165220-55EA-48BF-A133-71FC506115B8}"/>
              </a:ext>
            </a:extLst>
          </p:cNvPr>
          <p:cNvCxnSpPr>
            <a:stCxn id="7" idx="3"/>
          </p:cNvCxnSpPr>
          <p:nvPr/>
        </p:nvCxnSpPr>
        <p:spPr>
          <a:xfrm flipH="1">
            <a:off x="2055043" y="3893270"/>
            <a:ext cx="1022809" cy="117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3" name="Table 13">
            <a:extLst>
              <a:ext uri="{FF2B5EF4-FFF2-40B4-BE49-F238E27FC236}">
                <a16:creationId xmlns:a16="http://schemas.microsoft.com/office/drawing/2014/main" id="{962EC228-24D6-4D81-B357-BBE190B24801}"/>
              </a:ext>
            </a:extLst>
          </p:cNvPr>
          <p:cNvGraphicFramePr>
            <a:graphicFrameLocks noGrp="1"/>
          </p:cNvGraphicFramePr>
          <p:nvPr>
            <p:extLst>
              <p:ext uri="{D42A27DB-BD31-4B8C-83A1-F6EECF244321}">
                <p14:modId xmlns:p14="http://schemas.microsoft.com/office/powerpoint/2010/main" val="1299777688"/>
              </p:ext>
            </p:extLst>
          </p:nvPr>
        </p:nvGraphicFramePr>
        <p:xfrm>
          <a:off x="6340050" y="3087121"/>
          <a:ext cx="4783579" cy="1112520"/>
        </p:xfrm>
        <a:graphic>
          <a:graphicData uri="http://schemas.openxmlformats.org/drawingml/2006/table">
            <a:tbl>
              <a:tblPr firstRow="1" bandRow="1">
                <a:tableStyleId>{5C22544A-7EE6-4342-B048-85BDC9FD1C3A}</a:tableStyleId>
              </a:tblPr>
              <a:tblGrid>
                <a:gridCol w="2379744">
                  <a:extLst>
                    <a:ext uri="{9D8B030D-6E8A-4147-A177-3AD203B41FA5}">
                      <a16:colId xmlns:a16="http://schemas.microsoft.com/office/drawing/2014/main" val="3444165849"/>
                    </a:ext>
                  </a:extLst>
                </a:gridCol>
                <a:gridCol w="2403835">
                  <a:extLst>
                    <a:ext uri="{9D8B030D-6E8A-4147-A177-3AD203B41FA5}">
                      <a16:colId xmlns:a16="http://schemas.microsoft.com/office/drawing/2014/main" val="3993028749"/>
                    </a:ext>
                  </a:extLst>
                </a:gridCol>
              </a:tblGrid>
              <a:tr h="370840">
                <a:tc>
                  <a:txBody>
                    <a:bodyPr/>
                    <a:lstStyle/>
                    <a:p>
                      <a:r>
                        <a:rPr lang="en-US" dirty="0">
                          <a:solidFill>
                            <a:schemeClr val="tx1"/>
                          </a:solidFill>
                        </a:rPr>
                        <a:t>INPUT (a)</a:t>
                      </a:r>
                      <a:endParaRPr lang="LID4096" dirty="0">
                        <a:solidFill>
                          <a:schemeClr val="tx1"/>
                        </a:solidFill>
                      </a:endParaRPr>
                    </a:p>
                  </a:txBody>
                  <a:tcPr>
                    <a:noFill/>
                  </a:tcPr>
                </a:tc>
                <a:tc>
                  <a:txBody>
                    <a:bodyPr/>
                    <a:lstStyle/>
                    <a:p>
                      <a:r>
                        <a:rPr lang="en-US" dirty="0">
                          <a:solidFill>
                            <a:schemeClr val="tx1"/>
                          </a:solidFill>
                        </a:rPr>
                        <a:t>OUTPUT (a`)</a:t>
                      </a:r>
                      <a:endParaRPr lang="LID4096" dirty="0">
                        <a:solidFill>
                          <a:schemeClr val="tx1"/>
                        </a:solidFill>
                      </a:endParaRPr>
                    </a:p>
                  </a:txBody>
                  <a:tcPr>
                    <a:noFill/>
                  </a:tcPr>
                </a:tc>
                <a:extLst>
                  <a:ext uri="{0D108BD9-81ED-4DB2-BD59-A6C34878D82A}">
                    <a16:rowId xmlns:a16="http://schemas.microsoft.com/office/drawing/2014/main" val="2727148298"/>
                  </a:ext>
                </a:extLst>
              </a:tr>
              <a:tr h="370840">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296912691"/>
                  </a:ext>
                </a:extLst>
              </a:tr>
              <a:tr h="370840">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1630666207"/>
                  </a:ext>
                </a:extLst>
              </a:tr>
            </a:tbl>
          </a:graphicData>
        </a:graphic>
      </p:graphicFrame>
      <p:sp>
        <p:nvSpPr>
          <p:cNvPr id="14" name="Rectangle 13">
            <a:extLst>
              <a:ext uri="{FF2B5EF4-FFF2-40B4-BE49-F238E27FC236}">
                <a16:creationId xmlns:a16="http://schemas.microsoft.com/office/drawing/2014/main" id="{00BBB36B-2D7E-48B6-BF6D-2ACB9408CD6B}"/>
              </a:ext>
            </a:extLst>
          </p:cNvPr>
          <p:cNvSpPr/>
          <p:nvPr/>
        </p:nvSpPr>
        <p:spPr>
          <a:xfrm>
            <a:off x="2349288" y="3429000"/>
            <a:ext cx="383438"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a</a:t>
            </a:r>
          </a:p>
        </p:txBody>
      </p:sp>
      <p:sp>
        <p:nvSpPr>
          <p:cNvPr id="15" name="Rectangle 14">
            <a:extLst>
              <a:ext uri="{FF2B5EF4-FFF2-40B4-BE49-F238E27FC236}">
                <a16:creationId xmlns:a16="http://schemas.microsoft.com/office/drawing/2014/main" id="{5E26517D-0D0A-48BF-BC4F-9822A3EEEDB2}"/>
              </a:ext>
            </a:extLst>
          </p:cNvPr>
          <p:cNvSpPr/>
          <p:nvPr/>
        </p:nvSpPr>
        <p:spPr>
          <a:xfrm>
            <a:off x="4213007" y="3370049"/>
            <a:ext cx="503664"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a`</a:t>
            </a:r>
          </a:p>
        </p:txBody>
      </p:sp>
    </p:spTree>
    <p:extLst>
      <p:ext uri="{BB962C8B-B14F-4D97-AF65-F5344CB8AC3E}">
        <p14:creationId xmlns:p14="http://schemas.microsoft.com/office/powerpoint/2010/main" val="1863547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A4D8-80D6-4191-AB5C-A933BFA64EA0}"/>
              </a:ext>
            </a:extLst>
          </p:cNvPr>
          <p:cNvSpPr>
            <a:spLocks noGrp="1"/>
          </p:cNvSpPr>
          <p:nvPr>
            <p:ph type="title"/>
          </p:nvPr>
        </p:nvSpPr>
        <p:spPr/>
        <p:txBody>
          <a:bodyPr/>
          <a:lstStyle/>
          <a:p>
            <a:pPr algn="ctr"/>
            <a:r>
              <a:rPr lang="en-US" b="1" dirty="0"/>
              <a:t>Logic Gates (Continues…)</a:t>
            </a:r>
            <a:endParaRPr lang="LID4096" b="1" dirty="0"/>
          </a:p>
        </p:txBody>
      </p:sp>
      <p:sp>
        <p:nvSpPr>
          <p:cNvPr id="3" name="Content Placeholder 2">
            <a:extLst>
              <a:ext uri="{FF2B5EF4-FFF2-40B4-BE49-F238E27FC236}">
                <a16:creationId xmlns:a16="http://schemas.microsoft.com/office/drawing/2014/main" id="{98EB1245-ECF1-4F8D-9621-38B3EC7666D7}"/>
              </a:ext>
            </a:extLst>
          </p:cNvPr>
          <p:cNvSpPr>
            <a:spLocks noGrp="1"/>
          </p:cNvSpPr>
          <p:nvPr>
            <p:ph sz="half" idx="1"/>
          </p:nvPr>
        </p:nvSpPr>
        <p:spPr/>
        <p:txBody>
          <a:bodyPr/>
          <a:lstStyle/>
          <a:p>
            <a:pPr marL="457200" indent="-457200">
              <a:buAutoNum type="arabicPeriod" startAt="2"/>
            </a:pPr>
            <a:r>
              <a:rPr lang="en-US" b="1" dirty="0"/>
              <a:t>AND</a:t>
            </a:r>
          </a:p>
          <a:p>
            <a:pPr marL="0" indent="0">
              <a:buNone/>
            </a:pPr>
            <a:endParaRPr lang="LID4096" dirty="0"/>
          </a:p>
        </p:txBody>
      </p:sp>
      <p:sp>
        <p:nvSpPr>
          <p:cNvPr id="6" name="Content Placeholder 5">
            <a:extLst>
              <a:ext uri="{FF2B5EF4-FFF2-40B4-BE49-F238E27FC236}">
                <a16:creationId xmlns:a16="http://schemas.microsoft.com/office/drawing/2014/main" id="{093E78DB-CB0C-424B-B794-BC9ABC121530}"/>
              </a:ext>
            </a:extLst>
          </p:cNvPr>
          <p:cNvSpPr>
            <a:spLocks noGrp="1"/>
          </p:cNvSpPr>
          <p:nvPr>
            <p:ph sz="half" idx="2"/>
          </p:nvPr>
        </p:nvSpPr>
        <p:spPr/>
        <p:txBody>
          <a:bodyPr/>
          <a:lstStyle/>
          <a:p>
            <a:pPr marL="0" indent="0" algn="ctr">
              <a:buNone/>
            </a:pPr>
            <a:r>
              <a:rPr lang="en-US" b="1" dirty="0"/>
              <a:t>TRUTH TABLE</a:t>
            </a:r>
          </a:p>
          <a:p>
            <a:pPr marL="0" indent="0">
              <a:buNone/>
            </a:pPr>
            <a:endParaRPr lang="LID4096" dirty="0"/>
          </a:p>
        </p:txBody>
      </p:sp>
      <p:sp>
        <p:nvSpPr>
          <p:cNvPr id="4" name="Footer Placeholder 3">
            <a:extLst>
              <a:ext uri="{FF2B5EF4-FFF2-40B4-BE49-F238E27FC236}">
                <a16:creationId xmlns:a16="http://schemas.microsoft.com/office/drawing/2014/main" id="{91FCB432-DCE8-4BD6-90FF-D4A12FE0E4D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4F6B5346-142D-4427-AB52-DA6D59BED773}"/>
              </a:ext>
            </a:extLst>
          </p:cNvPr>
          <p:cNvSpPr>
            <a:spLocks noGrp="1"/>
          </p:cNvSpPr>
          <p:nvPr>
            <p:ph type="sldNum" sz="quarter" idx="12"/>
          </p:nvPr>
        </p:nvSpPr>
        <p:spPr/>
        <p:txBody>
          <a:bodyPr/>
          <a:lstStyle/>
          <a:p>
            <a:fld id="{76711B12-96E3-4CC6-8596-5FF84CCB8B40}" type="slidenum">
              <a:rPr lang="LID4096" smtClean="0"/>
              <a:t>60</a:t>
            </a:fld>
            <a:endParaRPr lang="LID4096"/>
          </a:p>
        </p:txBody>
      </p:sp>
      <p:graphicFrame>
        <p:nvGraphicFramePr>
          <p:cNvPr id="13" name="Table 13">
            <a:extLst>
              <a:ext uri="{FF2B5EF4-FFF2-40B4-BE49-F238E27FC236}">
                <a16:creationId xmlns:a16="http://schemas.microsoft.com/office/drawing/2014/main" id="{962EC228-24D6-4D81-B357-BBE190B24801}"/>
              </a:ext>
            </a:extLst>
          </p:cNvPr>
          <p:cNvGraphicFramePr>
            <a:graphicFrameLocks noGrp="1"/>
          </p:cNvGraphicFramePr>
          <p:nvPr>
            <p:extLst>
              <p:ext uri="{D42A27DB-BD31-4B8C-83A1-F6EECF244321}">
                <p14:modId xmlns:p14="http://schemas.microsoft.com/office/powerpoint/2010/main" val="3122715805"/>
              </p:ext>
            </p:extLst>
          </p:nvPr>
        </p:nvGraphicFramePr>
        <p:xfrm>
          <a:off x="6340050" y="3087121"/>
          <a:ext cx="4783579" cy="1854200"/>
        </p:xfrm>
        <a:graphic>
          <a:graphicData uri="http://schemas.openxmlformats.org/drawingml/2006/table">
            <a:tbl>
              <a:tblPr firstRow="1" bandRow="1">
                <a:tableStyleId>{5C22544A-7EE6-4342-B048-85BDC9FD1C3A}</a:tableStyleId>
              </a:tblPr>
              <a:tblGrid>
                <a:gridCol w="1589164">
                  <a:extLst>
                    <a:ext uri="{9D8B030D-6E8A-4147-A177-3AD203B41FA5}">
                      <a16:colId xmlns:a16="http://schemas.microsoft.com/office/drawing/2014/main" val="3444165849"/>
                    </a:ext>
                  </a:extLst>
                </a:gridCol>
                <a:gridCol w="1589164">
                  <a:extLst>
                    <a:ext uri="{9D8B030D-6E8A-4147-A177-3AD203B41FA5}">
                      <a16:colId xmlns:a16="http://schemas.microsoft.com/office/drawing/2014/main" val="289634769"/>
                    </a:ext>
                  </a:extLst>
                </a:gridCol>
                <a:gridCol w="1605251">
                  <a:extLst>
                    <a:ext uri="{9D8B030D-6E8A-4147-A177-3AD203B41FA5}">
                      <a16:colId xmlns:a16="http://schemas.microsoft.com/office/drawing/2014/main" val="3993028749"/>
                    </a:ext>
                  </a:extLst>
                </a:gridCol>
              </a:tblGrid>
              <a:tr h="370840">
                <a:tc>
                  <a:txBody>
                    <a:bodyPr/>
                    <a:lstStyle/>
                    <a:p>
                      <a:r>
                        <a:rPr lang="en-US" dirty="0">
                          <a:solidFill>
                            <a:schemeClr val="tx1"/>
                          </a:solidFill>
                        </a:rPr>
                        <a:t>INPUT (a)</a:t>
                      </a:r>
                      <a:endParaRPr lang="LID4096" dirty="0">
                        <a:solidFill>
                          <a:schemeClr val="tx1"/>
                        </a:solidFill>
                      </a:endParaRPr>
                    </a:p>
                  </a:txBody>
                  <a:tcPr>
                    <a:noFill/>
                  </a:tcPr>
                </a:tc>
                <a:tc>
                  <a:txBody>
                    <a:bodyPr/>
                    <a:lstStyle/>
                    <a:p>
                      <a:r>
                        <a:rPr lang="en-US" dirty="0">
                          <a:solidFill>
                            <a:schemeClr val="tx1"/>
                          </a:solidFill>
                        </a:rPr>
                        <a:t>INPUT (b)</a:t>
                      </a:r>
                      <a:endParaRPr lang="LID4096" dirty="0">
                        <a:solidFill>
                          <a:schemeClr val="tx1"/>
                        </a:solidFill>
                      </a:endParaRPr>
                    </a:p>
                  </a:txBody>
                  <a:tcPr>
                    <a:noFill/>
                  </a:tcPr>
                </a:tc>
                <a:tc>
                  <a:txBody>
                    <a:bodyPr/>
                    <a:lstStyle/>
                    <a:p>
                      <a:r>
                        <a:rPr lang="en-US" dirty="0">
                          <a:solidFill>
                            <a:schemeClr val="tx1"/>
                          </a:solidFill>
                        </a:rPr>
                        <a:t>OUTPUT (ab)</a:t>
                      </a:r>
                      <a:endParaRPr lang="LID4096" dirty="0">
                        <a:solidFill>
                          <a:schemeClr val="tx1"/>
                        </a:solidFill>
                      </a:endParaRPr>
                    </a:p>
                  </a:txBody>
                  <a:tcPr>
                    <a:noFill/>
                  </a:tcPr>
                </a:tc>
                <a:extLst>
                  <a:ext uri="{0D108BD9-81ED-4DB2-BD59-A6C34878D82A}">
                    <a16:rowId xmlns:a16="http://schemas.microsoft.com/office/drawing/2014/main" val="2727148298"/>
                  </a:ext>
                </a:extLst>
              </a:tr>
              <a:tr h="370840">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296912691"/>
                  </a:ext>
                </a:extLst>
              </a:tr>
              <a:tr h="370840">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1630666207"/>
                  </a:ext>
                </a:extLst>
              </a:tr>
              <a:tr h="370840">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246435855"/>
                  </a:ext>
                </a:extLst>
              </a:tr>
              <a:tr h="370840">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3668205656"/>
                  </a:ext>
                </a:extLst>
              </a:tr>
            </a:tbl>
          </a:graphicData>
        </a:graphic>
      </p:graphicFrame>
      <p:sp>
        <p:nvSpPr>
          <p:cNvPr id="9" name="Flowchart: Delay 8">
            <a:extLst>
              <a:ext uri="{FF2B5EF4-FFF2-40B4-BE49-F238E27FC236}">
                <a16:creationId xmlns:a16="http://schemas.microsoft.com/office/drawing/2014/main" id="{C5A6C877-82D5-4524-A480-7BA26FCC2442}"/>
              </a:ext>
            </a:extLst>
          </p:cNvPr>
          <p:cNvSpPr/>
          <p:nvPr/>
        </p:nvSpPr>
        <p:spPr>
          <a:xfrm>
            <a:off x="2366128" y="3621461"/>
            <a:ext cx="1432874" cy="702297"/>
          </a:xfrm>
          <a:prstGeom prst="flowChartDelay">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6" name="Straight Connector 15">
            <a:extLst>
              <a:ext uri="{FF2B5EF4-FFF2-40B4-BE49-F238E27FC236}">
                <a16:creationId xmlns:a16="http://schemas.microsoft.com/office/drawing/2014/main" id="{39EEF4FD-BB6D-4E04-A076-6E82AAEAA391}"/>
              </a:ext>
            </a:extLst>
          </p:cNvPr>
          <p:cNvCxnSpPr/>
          <p:nvPr/>
        </p:nvCxnSpPr>
        <p:spPr>
          <a:xfrm flipH="1">
            <a:off x="1291472" y="3789575"/>
            <a:ext cx="10746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52A6643-9E78-424C-BE5E-28018143464A}"/>
              </a:ext>
            </a:extLst>
          </p:cNvPr>
          <p:cNvCxnSpPr/>
          <p:nvPr/>
        </p:nvCxnSpPr>
        <p:spPr>
          <a:xfrm flipH="1">
            <a:off x="1274190" y="4111657"/>
            <a:ext cx="10746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A5EF957-AC2A-4D3F-8C55-210BDA72F8BF}"/>
              </a:ext>
            </a:extLst>
          </p:cNvPr>
          <p:cNvCxnSpPr>
            <a:stCxn id="9" idx="3"/>
          </p:cNvCxnSpPr>
          <p:nvPr/>
        </p:nvCxnSpPr>
        <p:spPr>
          <a:xfrm flipV="1">
            <a:off x="3799002" y="3972609"/>
            <a:ext cx="98981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14024A8-A19A-4360-A797-D28917330795}"/>
              </a:ext>
            </a:extLst>
          </p:cNvPr>
          <p:cNvSpPr/>
          <p:nvPr/>
        </p:nvSpPr>
        <p:spPr>
          <a:xfrm>
            <a:off x="989009" y="3491001"/>
            <a:ext cx="383438"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a</a:t>
            </a:r>
          </a:p>
        </p:txBody>
      </p:sp>
      <p:sp>
        <p:nvSpPr>
          <p:cNvPr id="21" name="Rectangle 20">
            <a:extLst>
              <a:ext uri="{FF2B5EF4-FFF2-40B4-BE49-F238E27FC236}">
                <a16:creationId xmlns:a16="http://schemas.microsoft.com/office/drawing/2014/main" id="{AA645A9F-1574-4E5A-9049-9EA724FB01F1}"/>
              </a:ext>
            </a:extLst>
          </p:cNvPr>
          <p:cNvSpPr/>
          <p:nvPr/>
        </p:nvSpPr>
        <p:spPr>
          <a:xfrm>
            <a:off x="989008" y="3826540"/>
            <a:ext cx="383439" cy="523220"/>
          </a:xfrm>
          <a:prstGeom prst="rect">
            <a:avLst/>
          </a:prstGeom>
          <a:noFill/>
        </p:spPr>
        <p:txBody>
          <a:bodyPr wrap="none" lIns="91440" tIns="45720" rIns="91440" bIns="45720">
            <a:spAutoFit/>
          </a:bodyPr>
          <a:lstStyle/>
          <a:p>
            <a:pPr algn="ctr"/>
            <a:r>
              <a:rPr lang="en-US" sz="2800" dirty="0">
                <a:ln w="0"/>
                <a:effectLst>
                  <a:outerShdw blurRad="38100" dist="19050" dir="2700000" algn="tl" rotWithShape="0">
                    <a:schemeClr val="dk1">
                      <a:alpha val="40000"/>
                    </a:schemeClr>
                  </a:outerShdw>
                </a:effectLst>
              </a:rPr>
              <a:t>b</a:t>
            </a:r>
            <a:endParaRPr lang="en-US" sz="2800" b="0" cap="none" spc="0" dirty="0">
              <a:ln w="0"/>
              <a:solidFill>
                <a:schemeClr val="tx1"/>
              </a:solidFill>
              <a:effectLst>
                <a:outerShdw blurRad="38100" dist="19050" dir="2700000" algn="tl" rotWithShape="0">
                  <a:schemeClr val="dk1">
                    <a:alpha val="40000"/>
                  </a:schemeClr>
                </a:outerShdw>
              </a:effectLst>
            </a:endParaRPr>
          </a:p>
        </p:txBody>
      </p:sp>
      <p:sp>
        <p:nvSpPr>
          <p:cNvPr id="22" name="Rectangle 21">
            <a:extLst>
              <a:ext uri="{FF2B5EF4-FFF2-40B4-BE49-F238E27FC236}">
                <a16:creationId xmlns:a16="http://schemas.microsoft.com/office/drawing/2014/main" id="{080CFE1C-90B8-41FC-83B9-2E629A855FFF}"/>
              </a:ext>
            </a:extLst>
          </p:cNvPr>
          <p:cNvSpPr/>
          <p:nvPr/>
        </p:nvSpPr>
        <p:spPr>
          <a:xfrm>
            <a:off x="3953607" y="3466961"/>
            <a:ext cx="582212"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ab</a:t>
            </a:r>
          </a:p>
        </p:txBody>
      </p:sp>
    </p:spTree>
    <p:extLst>
      <p:ext uri="{BB962C8B-B14F-4D97-AF65-F5344CB8AC3E}">
        <p14:creationId xmlns:p14="http://schemas.microsoft.com/office/powerpoint/2010/main" val="26884138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A4D8-80D6-4191-AB5C-A933BFA64EA0}"/>
              </a:ext>
            </a:extLst>
          </p:cNvPr>
          <p:cNvSpPr>
            <a:spLocks noGrp="1"/>
          </p:cNvSpPr>
          <p:nvPr>
            <p:ph type="title"/>
          </p:nvPr>
        </p:nvSpPr>
        <p:spPr/>
        <p:txBody>
          <a:bodyPr/>
          <a:lstStyle/>
          <a:p>
            <a:pPr algn="ctr"/>
            <a:r>
              <a:rPr lang="en-US" b="1" dirty="0"/>
              <a:t>Logic Gates (Continues…)</a:t>
            </a:r>
            <a:endParaRPr lang="LID4096" b="1" dirty="0"/>
          </a:p>
        </p:txBody>
      </p:sp>
      <p:sp>
        <p:nvSpPr>
          <p:cNvPr id="3" name="Content Placeholder 2">
            <a:extLst>
              <a:ext uri="{FF2B5EF4-FFF2-40B4-BE49-F238E27FC236}">
                <a16:creationId xmlns:a16="http://schemas.microsoft.com/office/drawing/2014/main" id="{98EB1245-ECF1-4F8D-9621-38B3EC7666D7}"/>
              </a:ext>
            </a:extLst>
          </p:cNvPr>
          <p:cNvSpPr>
            <a:spLocks noGrp="1"/>
          </p:cNvSpPr>
          <p:nvPr>
            <p:ph sz="half" idx="1"/>
          </p:nvPr>
        </p:nvSpPr>
        <p:spPr/>
        <p:txBody>
          <a:bodyPr/>
          <a:lstStyle/>
          <a:p>
            <a:pPr marL="457200" indent="-457200">
              <a:buAutoNum type="arabicPeriod" startAt="3"/>
            </a:pPr>
            <a:r>
              <a:rPr lang="en-US" b="1" dirty="0"/>
              <a:t>OR</a:t>
            </a:r>
          </a:p>
          <a:p>
            <a:pPr marL="0" indent="0">
              <a:buNone/>
            </a:pPr>
            <a:endParaRPr lang="LID4096" dirty="0"/>
          </a:p>
        </p:txBody>
      </p:sp>
      <p:sp>
        <p:nvSpPr>
          <p:cNvPr id="6" name="Content Placeholder 5">
            <a:extLst>
              <a:ext uri="{FF2B5EF4-FFF2-40B4-BE49-F238E27FC236}">
                <a16:creationId xmlns:a16="http://schemas.microsoft.com/office/drawing/2014/main" id="{093E78DB-CB0C-424B-B794-BC9ABC121530}"/>
              </a:ext>
            </a:extLst>
          </p:cNvPr>
          <p:cNvSpPr>
            <a:spLocks noGrp="1"/>
          </p:cNvSpPr>
          <p:nvPr>
            <p:ph sz="half" idx="2"/>
          </p:nvPr>
        </p:nvSpPr>
        <p:spPr/>
        <p:txBody>
          <a:bodyPr/>
          <a:lstStyle/>
          <a:p>
            <a:pPr marL="0" indent="0" algn="ctr">
              <a:buNone/>
            </a:pPr>
            <a:r>
              <a:rPr lang="en-US" b="1" dirty="0"/>
              <a:t>TRUTH TABLE</a:t>
            </a:r>
          </a:p>
          <a:p>
            <a:pPr marL="0" indent="0">
              <a:buNone/>
            </a:pPr>
            <a:endParaRPr lang="LID4096" dirty="0"/>
          </a:p>
        </p:txBody>
      </p:sp>
      <p:sp>
        <p:nvSpPr>
          <p:cNvPr id="4" name="Footer Placeholder 3">
            <a:extLst>
              <a:ext uri="{FF2B5EF4-FFF2-40B4-BE49-F238E27FC236}">
                <a16:creationId xmlns:a16="http://schemas.microsoft.com/office/drawing/2014/main" id="{91FCB432-DCE8-4BD6-90FF-D4A12FE0E4D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4F6B5346-142D-4427-AB52-DA6D59BED773}"/>
              </a:ext>
            </a:extLst>
          </p:cNvPr>
          <p:cNvSpPr>
            <a:spLocks noGrp="1"/>
          </p:cNvSpPr>
          <p:nvPr>
            <p:ph type="sldNum" sz="quarter" idx="12"/>
          </p:nvPr>
        </p:nvSpPr>
        <p:spPr/>
        <p:txBody>
          <a:bodyPr/>
          <a:lstStyle/>
          <a:p>
            <a:fld id="{76711B12-96E3-4CC6-8596-5FF84CCB8B40}" type="slidenum">
              <a:rPr lang="LID4096" smtClean="0"/>
              <a:t>61</a:t>
            </a:fld>
            <a:endParaRPr lang="LID4096"/>
          </a:p>
        </p:txBody>
      </p:sp>
      <p:graphicFrame>
        <p:nvGraphicFramePr>
          <p:cNvPr id="13" name="Table 13">
            <a:extLst>
              <a:ext uri="{FF2B5EF4-FFF2-40B4-BE49-F238E27FC236}">
                <a16:creationId xmlns:a16="http://schemas.microsoft.com/office/drawing/2014/main" id="{962EC228-24D6-4D81-B357-BBE190B24801}"/>
              </a:ext>
            </a:extLst>
          </p:cNvPr>
          <p:cNvGraphicFramePr>
            <a:graphicFrameLocks noGrp="1"/>
          </p:cNvGraphicFramePr>
          <p:nvPr>
            <p:extLst>
              <p:ext uri="{D42A27DB-BD31-4B8C-83A1-F6EECF244321}">
                <p14:modId xmlns:p14="http://schemas.microsoft.com/office/powerpoint/2010/main" val="2880009984"/>
              </p:ext>
            </p:extLst>
          </p:nvPr>
        </p:nvGraphicFramePr>
        <p:xfrm>
          <a:off x="6340050" y="3087121"/>
          <a:ext cx="4953261" cy="1854200"/>
        </p:xfrm>
        <a:graphic>
          <a:graphicData uri="http://schemas.openxmlformats.org/drawingml/2006/table">
            <a:tbl>
              <a:tblPr firstRow="1" bandRow="1">
                <a:tableStyleId>{5C22544A-7EE6-4342-B048-85BDC9FD1C3A}</a:tableStyleId>
              </a:tblPr>
              <a:tblGrid>
                <a:gridCol w="1589164">
                  <a:extLst>
                    <a:ext uri="{9D8B030D-6E8A-4147-A177-3AD203B41FA5}">
                      <a16:colId xmlns:a16="http://schemas.microsoft.com/office/drawing/2014/main" val="3444165849"/>
                    </a:ext>
                  </a:extLst>
                </a:gridCol>
                <a:gridCol w="1589164">
                  <a:extLst>
                    <a:ext uri="{9D8B030D-6E8A-4147-A177-3AD203B41FA5}">
                      <a16:colId xmlns:a16="http://schemas.microsoft.com/office/drawing/2014/main" val="289634769"/>
                    </a:ext>
                  </a:extLst>
                </a:gridCol>
                <a:gridCol w="1774933">
                  <a:extLst>
                    <a:ext uri="{9D8B030D-6E8A-4147-A177-3AD203B41FA5}">
                      <a16:colId xmlns:a16="http://schemas.microsoft.com/office/drawing/2014/main" val="3993028749"/>
                    </a:ext>
                  </a:extLst>
                </a:gridCol>
              </a:tblGrid>
              <a:tr h="370840">
                <a:tc>
                  <a:txBody>
                    <a:bodyPr/>
                    <a:lstStyle/>
                    <a:p>
                      <a:r>
                        <a:rPr lang="en-US" dirty="0">
                          <a:solidFill>
                            <a:schemeClr val="tx1"/>
                          </a:solidFill>
                        </a:rPr>
                        <a:t>INPUT (a)</a:t>
                      </a:r>
                      <a:endParaRPr lang="LID4096" dirty="0">
                        <a:solidFill>
                          <a:schemeClr val="tx1"/>
                        </a:solidFill>
                      </a:endParaRPr>
                    </a:p>
                  </a:txBody>
                  <a:tcPr>
                    <a:noFill/>
                  </a:tcPr>
                </a:tc>
                <a:tc>
                  <a:txBody>
                    <a:bodyPr/>
                    <a:lstStyle/>
                    <a:p>
                      <a:r>
                        <a:rPr lang="en-US" dirty="0">
                          <a:solidFill>
                            <a:schemeClr val="tx1"/>
                          </a:solidFill>
                        </a:rPr>
                        <a:t>INPUT (b)</a:t>
                      </a:r>
                      <a:endParaRPr lang="LID4096" dirty="0">
                        <a:solidFill>
                          <a:schemeClr val="tx1"/>
                        </a:solidFill>
                      </a:endParaRPr>
                    </a:p>
                  </a:txBody>
                  <a:tcPr>
                    <a:noFill/>
                  </a:tcPr>
                </a:tc>
                <a:tc>
                  <a:txBody>
                    <a:bodyPr/>
                    <a:lstStyle/>
                    <a:p>
                      <a:r>
                        <a:rPr lang="en-US" dirty="0">
                          <a:solidFill>
                            <a:schemeClr val="tx1"/>
                          </a:solidFill>
                        </a:rPr>
                        <a:t>OUTPUT (a + b)</a:t>
                      </a:r>
                      <a:endParaRPr lang="LID4096" dirty="0">
                        <a:solidFill>
                          <a:schemeClr val="tx1"/>
                        </a:solidFill>
                      </a:endParaRPr>
                    </a:p>
                  </a:txBody>
                  <a:tcPr>
                    <a:noFill/>
                  </a:tcPr>
                </a:tc>
                <a:extLst>
                  <a:ext uri="{0D108BD9-81ED-4DB2-BD59-A6C34878D82A}">
                    <a16:rowId xmlns:a16="http://schemas.microsoft.com/office/drawing/2014/main" val="2727148298"/>
                  </a:ext>
                </a:extLst>
              </a:tr>
              <a:tr h="370840">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296912691"/>
                  </a:ext>
                </a:extLst>
              </a:tr>
              <a:tr h="370840">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1630666207"/>
                  </a:ext>
                </a:extLst>
              </a:tr>
              <a:tr h="370840">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3246435855"/>
                  </a:ext>
                </a:extLst>
              </a:tr>
              <a:tr h="370840">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3668205656"/>
                  </a:ext>
                </a:extLst>
              </a:tr>
            </a:tbl>
          </a:graphicData>
        </a:graphic>
      </p:graphicFrame>
      <p:sp>
        <p:nvSpPr>
          <p:cNvPr id="9" name="Flowchart: Delay 8">
            <a:extLst>
              <a:ext uri="{FF2B5EF4-FFF2-40B4-BE49-F238E27FC236}">
                <a16:creationId xmlns:a16="http://schemas.microsoft.com/office/drawing/2014/main" id="{C5A6C877-82D5-4524-A480-7BA26FCC2442}"/>
              </a:ext>
            </a:extLst>
          </p:cNvPr>
          <p:cNvSpPr/>
          <p:nvPr/>
        </p:nvSpPr>
        <p:spPr>
          <a:xfrm>
            <a:off x="2366128" y="3621461"/>
            <a:ext cx="1432874" cy="702297"/>
          </a:xfrm>
          <a:prstGeom prst="flowChartDelay">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6" name="Straight Connector 15">
            <a:extLst>
              <a:ext uri="{FF2B5EF4-FFF2-40B4-BE49-F238E27FC236}">
                <a16:creationId xmlns:a16="http://schemas.microsoft.com/office/drawing/2014/main" id="{39EEF4FD-BB6D-4E04-A076-6E82AAEAA391}"/>
              </a:ext>
            </a:extLst>
          </p:cNvPr>
          <p:cNvCxnSpPr/>
          <p:nvPr/>
        </p:nvCxnSpPr>
        <p:spPr>
          <a:xfrm flipH="1">
            <a:off x="1291472" y="3789575"/>
            <a:ext cx="10746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52A6643-9E78-424C-BE5E-28018143464A}"/>
              </a:ext>
            </a:extLst>
          </p:cNvPr>
          <p:cNvCxnSpPr/>
          <p:nvPr/>
        </p:nvCxnSpPr>
        <p:spPr>
          <a:xfrm flipH="1">
            <a:off x="1274190" y="4111657"/>
            <a:ext cx="10746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A5EF957-AC2A-4D3F-8C55-210BDA72F8BF}"/>
              </a:ext>
            </a:extLst>
          </p:cNvPr>
          <p:cNvCxnSpPr>
            <a:stCxn id="9" idx="3"/>
          </p:cNvCxnSpPr>
          <p:nvPr/>
        </p:nvCxnSpPr>
        <p:spPr>
          <a:xfrm flipV="1">
            <a:off x="3799002" y="3972609"/>
            <a:ext cx="98981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14024A8-A19A-4360-A797-D28917330795}"/>
              </a:ext>
            </a:extLst>
          </p:cNvPr>
          <p:cNvSpPr/>
          <p:nvPr/>
        </p:nvSpPr>
        <p:spPr>
          <a:xfrm>
            <a:off x="989009" y="3491001"/>
            <a:ext cx="383438"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a</a:t>
            </a:r>
          </a:p>
        </p:txBody>
      </p:sp>
      <p:sp>
        <p:nvSpPr>
          <p:cNvPr id="21" name="Rectangle 20">
            <a:extLst>
              <a:ext uri="{FF2B5EF4-FFF2-40B4-BE49-F238E27FC236}">
                <a16:creationId xmlns:a16="http://schemas.microsoft.com/office/drawing/2014/main" id="{AA645A9F-1574-4E5A-9049-9EA724FB01F1}"/>
              </a:ext>
            </a:extLst>
          </p:cNvPr>
          <p:cNvSpPr/>
          <p:nvPr/>
        </p:nvSpPr>
        <p:spPr>
          <a:xfrm>
            <a:off x="989008" y="3826540"/>
            <a:ext cx="383439" cy="523220"/>
          </a:xfrm>
          <a:prstGeom prst="rect">
            <a:avLst/>
          </a:prstGeom>
          <a:noFill/>
        </p:spPr>
        <p:txBody>
          <a:bodyPr wrap="none" lIns="91440" tIns="45720" rIns="91440" bIns="45720">
            <a:spAutoFit/>
          </a:bodyPr>
          <a:lstStyle/>
          <a:p>
            <a:pPr algn="ctr"/>
            <a:r>
              <a:rPr lang="en-US" sz="2800" dirty="0">
                <a:ln w="0"/>
                <a:effectLst>
                  <a:outerShdw blurRad="38100" dist="19050" dir="2700000" algn="tl" rotWithShape="0">
                    <a:schemeClr val="dk1">
                      <a:alpha val="40000"/>
                    </a:schemeClr>
                  </a:outerShdw>
                </a:effectLst>
              </a:rPr>
              <a:t>b</a:t>
            </a:r>
            <a:endParaRPr lang="en-US" sz="2800" b="0" cap="none" spc="0" dirty="0">
              <a:ln w="0"/>
              <a:solidFill>
                <a:schemeClr val="tx1"/>
              </a:solidFill>
              <a:effectLst>
                <a:outerShdw blurRad="38100" dist="19050" dir="2700000" algn="tl" rotWithShape="0">
                  <a:schemeClr val="dk1">
                    <a:alpha val="40000"/>
                  </a:schemeClr>
                </a:outerShdw>
              </a:effectLst>
            </a:endParaRPr>
          </a:p>
        </p:txBody>
      </p:sp>
      <p:sp>
        <p:nvSpPr>
          <p:cNvPr id="22" name="Rectangle 21">
            <a:extLst>
              <a:ext uri="{FF2B5EF4-FFF2-40B4-BE49-F238E27FC236}">
                <a16:creationId xmlns:a16="http://schemas.microsoft.com/office/drawing/2014/main" id="{080CFE1C-90B8-41FC-83B9-2E629A855FFF}"/>
              </a:ext>
            </a:extLst>
          </p:cNvPr>
          <p:cNvSpPr/>
          <p:nvPr/>
        </p:nvSpPr>
        <p:spPr>
          <a:xfrm>
            <a:off x="3734798" y="3466961"/>
            <a:ext cx="1019831" cy="523220"/>
          </a:xfrm>
          <a:prstGeom prst="rect">
            <a:avLst/>
          </a:prstGeom>
          <a:noFill/>
        </p:spPr>
        <p:txBody>
          <a:bodyPr wrap="none" lIns="91440" tIns="45720" rIns="91440" bIns="45720">
            <a:spAutoFit/>
          </a:bodyPr>
          <a:lstStyle/>
          <a:p>
            <a:pPr algn="ctr"/>
            <a:r>
              <a:rPr lang="en-US" sz="2800" dirty="0">
                <a:ln w="0"/>
                <a:effectLst>
                  <a:outerShdw blurRad="38100" dist="19050" dir="2700000" algn="tl" rotWithShape="0">
                    <a:schemeClr val="dk1">
                      <a:alpha val="40000"/>
                    </a:schemeClr>
                  </a:outerShdw>
                </a:effectLst>
              </a:rPr>
              <a:t>a</a:t>
            </a:r>
            <a:r>
              <a:rPr lang="en-US" sz="2800" b="0" cap="none" spc="0" dirty="0">
                <a:ln w="0"/>
                <a:solidFill>
                  <a:schemeClr val="tx1"/>
                </a:solidFill>
                <a:effectLst>
                  <a:outerShdw blurRad="38100" dist="19050" dir="2700000" algn="tl" rotWithShape="0">
                    <a:schemeClr val="dk1">
                      <a:alpha val="40000"/>
                    </a:schemeClr>
                  </a:outerShdw>
                </a:effectLst>
              </a:rPr>
              <a:t> + b</a:t>
            </a:r>
          </a:p>
        </p:txBody>
      </p:sp>
    </p:spTree>
    <p:extLst>
      <p:ext uri="{BB962C8B-B14F-4D97-AF65-F5344CB8AC3E}">
        <p14:creationId xmlns:p14="http://schemas.microsoft.com/office/powerpoint/2010/main" val="31536657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4E196-ECAA-47FB-9E3F-B1C37A70E716}"/>
              </a:ext>
            </a:extLst>
          </p:cNvPr>
          <p:cNvSpPr>
            <a:spLocks noGrp="1"/>
          </p:cNvSpPr>
          <p:nvPr>
            <p:ph type="title"/>
          </p:nvPr>
        </p:nvSpPr>
        <p:spPr/>
        <p:txBody>
          <a:bodyPr/>
          <a:lstStyle/>
          <a:p>
            <a:pPr algn="ctr"/>
            <a:r>
              <a:rPr lang="en-US" b="1" dirty="0"/>
              <a:t>QUESTION </a:t>
            </a:r>
            <a:endParaRPr lang="LID4096" b="1" dirty="0"/>
          </a:p>
        </p:txBody>
      </p:sp>
      <p:sp>
        <p:nvSpPr>
          <p:cNvPr id="3" name="Content Placeholder 2">
            <a:extLst>
              <a:ext uri="{FF2B5EF4-FFF2-40B4-BE49-F238E27FC236}">
                <a16:creationId xmlns:a16="http://schemas.microsoft.com/office/drawing/2014/main" id="{2FCB585D-F751-4BA0-9A96-9AE55F849B03}"/>
              </a:ext>
            </a:extLst>
          </p:cNvPr>
          <p:cNvSpPr>
            <a:spLocks noGrp="1"/>
          </p:cNvSpPr>
          <p:nvPr>
            <p:ph idx="1"/>
          </p:nvPr>
        </p:nvSpPr>
        <p:spPr/>
        <p:txBody>
          <a:bodyPr>
            <a:normAutofit/>
          </a:bodyPr>
          <a:lstStyle/>
          <a:p>
            <a:pPr marL="0" indent="0">
              <a:buNone/>
            </a:pPr>
            <a:r>
              <a:rPr lang="en-US" dirty="0"/>
              <a:t>Calculate the average waiting time and average turnaround time. For:</a:t>
            </a:r>
          </a:p>
          <a:p>
            <a:pPr marL="457200" indent="-457200">
              <a:buFont typeface="+mj-lt"/>
              <a:buAutoNum type="arabicPeriod"/>
            </a:pPr>
            <a:r>
              <a:rPr lang="en-US" dirty="0"/>
              <a:t> First Come First Serve (FCFS) Scheduling Algorithm </a:t>
            </a:r>
            <a:endParaRPr lang="LID4096" dirty="0"/>
          </a:p>
          <a:p>
            <a:pPr marL="0" indent="0">
              <a:buNone/>
            </a:pPr>
            <a:endParaRPr lang="LID4096" dirty="0"/>
          </a:p>
        </p:txBody>
      </p:sp>
      <p:sp>
        <p:nvSpPr>
          <p:cNvPr id="4" name="Footer Placeholder 3">
            <a:extLst>
              <a:ext uri="{FF2B5EF4-FFF2-40B4-BE49-F238E27FC236}">
                <a16:creationId xmlns:a16="http://schemas.microsoft.com/office/drawing/2014/main" id="{FB0648CC-9C85-48D5-A0D3-65AA68F9AF63}"/>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B4350F89-7097-4DD0-9ED3-FFDF0467CEB5}"/>
              </a:ext>
            </a:extLst>
          </p:cNvPr>
          <p:cNvSpPr>
            <a:spLocks noGrp="1"/>
          </p:cNvSpPr>
          <p:nvPr>
            <p:ph type="sldNum" sz="quarter" idx="12"/>
          </p:nvPr>
        </p:nvSpPr>
        <p:spPr/>
        <p:txBody>
          <a:bodyPr/>
          <a:lstStyle/>
          <a:p>
            <a:fld id="{76711B12-96E3-4CC6-8596-5FF84CCB8B40}" type="slidenum">
              <a:rPr lang="LID4096" smtClean="0"/>
              <a:t>62</a:t>
            </a:fld>
            <a:endParaRPr lang="LID4096"/>
          </a:p>
        </p:txBody>
      </p:sp>
    </p:spTree>
    <p:extLst>
      <p:ext uri="{BB962C8B-B14F-4D97-AF65-F5344CB8AC3E}">
        <p14:creationId xmlns:p14="http://schemas.microsoft.com/office/powerpoint/2010/main" val="27393407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8FFD-8752-463D-B069-192DCB671774}"/>
              </a:ext>
            </a:extLst>
          </p:cNvPr>
          <p:cNvSpPr>
            <a:spLocks noGrp="1"/>
          </p:cNvSpPr>
          <p:nvPr>
            <p:ph type="title"/>
          </p:nvPr>
        </p:nvSpPr>
        <p:spPr/>
        <p:txBody>
          <a:bodyPr/>
          <a:lstStyle/>
          <a:p>
            <a:pPr algn="ctr"/>
            <a:r>
              <a:rPr lang="en-GB" b="1" dirty="0">
                <a:hlinkClick r:id="rId2">
                  <a:extLst>
                    <a:ext uri="{A12FA001-AC4F-418D-AE19-62706E023703}">
                      <ahyp:hlinkClr xmlns:ahyp="http://schemas.microsoft.com/office/drawing/2018/hyperlinkcolor" val="tx"/>
                    </a:ext>
                  </a:extLst>
                </a:hlinkClick>
              </a:rPr>
              <a:t>FIRST COME FIRST SERVED SCHEDULING </a:t>
            </a:r>
            <a:endParaRPr lang="LID4096" b="1" dirty="0"/>
          </a:p>
        </p:txBody>
      </p:sp>
      <p:graphicFrame>
        <p:nvGraphicFramePr>
          <p:cNvPr id="4" name="Table 4">
            <a:extLst>
              <a:ext uri="{FF2B5EF4-FFF2-40B4-BE49-F238E27FC236}">
                <a16:creationId xmlns:a16="http://schemas.microsoft.com/office/drawing/2014/main" id="{B85ADF66-C7F7-417A-953D-93D7D07BBE72}"/>
              </a:ext>
            </a:extLst>
          </p:cNvPr>
          <p:cNvGraphicFramePr>
            <a:graphicFrameLocks noGrp="1"/>
          </p:cNvGraphicFramePr>
          <p:nvPr>
            <p:ph idx="1"/>
            <p:extLst>
              <p:ext uri="{D42A27DB-BD31-4B8C-83A1-F6EECF244321}">
                <p14:modId xmlns:p14="http://schemas.microsoft.com/office/powerpoint/2010/main" val="1478721115"/>
              </p:ext>
            </p:extLst>
          </p:nvPr>
        </p:nvGraphicFramePr>
        <p:xfrm>
          <a:off x="1141413" y="2249488"/>
          <a:ext cx="4920022" cy="2225040"/>
        </p:xfrm>
        <a:graphic>
          <a:graphicData uri="http://schemas.openxmlformats.org/drawingml/2006/table">
            <a:tbl>
              <a:tblPr firstRow="1" bandRow="1">
                <a:tableStyleId>{5C22544A-7EE6-4342-B048-85BDC9FD1C3A}</a:tableStyleId>
              </a:tblPr>
              <a:tblGrid>
                <a:gridCol w="1894018">
                  <a:extLst>
                    <a:ext uri="{9D8B030D-6E8A-4147-A177-3AD203B41FA5}">
                      <a16:colId xmlns:a16="http://schemas.microsoft.com/office/drawing/2014/main" val="3259569738"/>
                    </a:ext>
                  </a:extLst>
                </a:gridCol>
                <a:gridCol w="1649691">
                  <a:extLst>
                    <a:ext uri="{9D8B030D-6E8A-4147-A177-3AD203B41FA5}">
                      <a16:colId xmlns:a16="http://schemas.microsoft.com/office/drawing/2014/main" val="3735439937"/>
                    </a:ext>
                  </a:extLst>
                </a:gridCol>
                <a:gridCol w="1376313">
                  <a:extLst>
                    <a:ext uri="{9D8B030D-6E8A-4147-A177-3AD203B41FA5}">
                      <a16:colId xmlns:a16="http://schemas.microsoft.com/office/drawing/2014/main" val="849490048"/>
                    </a:ext>
                  </a:extLst>
                </a:gridCol>
              </a:tblGrid>
              <a:tr h="370840">
                <a:tc>
                  <a:txBody>
                    <a:bodyPr/>
                    <a:lstStyle/>
                    <a:p>
                      <a:pPr algn="ctr"/>
                      <a:r>
                        <a:rPr lang="en-GB" dirty="0">
                          <a:solidFill>
                            <a:schemeClr val="tx1"/>
                          </a:solidFill>
                        </a:rPr>
                        <a:t>PROCESS ID (PID)</a:t>
                      </a:r>
                      <a:endParaRPr lang="LID4096" dirty="0">
                        <a:solidFill>
                          <a:schemeClr val="tx1"/>
                        </a:solidFill>
                      </a:endParaRPr>
                    </a:p>
                  </a:txBody>
                  <a:tcPr>
                    <a:noFill/>
                  </a:tcPr>
                </a:tc>
                <a:tc>
                  <a:txBody>
                    <a:bodyPr/>
                    <a:lstStyle/>
                    <a:p>
                      <a:pPr algn="ctr"/>
                      <a:r>
                        <a:rPr lang="en-GB" dirty="0">
                          <a:solidFill>
                            <a:schemeClr val="tx1"/>
                          </a:solidFill>
                        </a:rPr>
                        <a:t>ARRIVAL TIME</a:t>
                      </a:r>
                      <a:endParaRPr lang="LID4096" dirty="0">
                        <a:solidFill>
                          <a:schemeClr val="tx1"/>
                        </a:solidFill>
                      </a:endParaRPr>
                    </a:p>
                  </a:txBody>
                  <a:tcPr>
                    <a:noFill/>
                  </a:tcPr>
                </a:tc>
                <a:tc>
                  <a:txBody>
                    <a:bodyPr/>
                    <a:lstStyle/>
                    <a:p>
                      <a:pPr algn="ctr"/>
                      <a:r>
                        <a:rPr lang="en-GB" dirty="0">
                          <a:solidFill>
                            <a:schemeClr val="tx1"/>
                          </a:solidFill>
                        </a:rPr>
                        <a:t>BURST TIME</a:t>
                      </a:r>
                    </a:p>
                  </a:txBody>
                  <a:tcPr>
                    <a:noFill/>
                  </a:tcPr>
                </a:tc>
                <a:extLst>
                  <a:ext uri="{0D108BD9-81ED-4DB2-BD59-A6C34878D82A}">
                    <a16:rowId xmlns:a16="http://schemas.microsoft.com/office/drawing/2014/main" val="2946757989"/>
                  </a:ext>
                </a:extLst>
              </a:tr>
              <a:tr h="370840">
                <a:tc>
                  <a:txBody>
                    <a:bodyPr/>
                    <a:lstStyle/>
                    <a:p>
                      <a:pPr algn="ctr"/>
                      <a:r>
                        <a:rPr lang="en-US" b="1" dirty="0">
                          <a:solidFill>
                            <a:srgbClr val="FF0000"/>
                          </a:solidFill>
                        </a:rPr>
                        <a:t>1</a:t>
                      </a:r>
                      <a:endParaRPr lang="LID4096" b="1" dirty="0">
                        <a:solidFill>
                          <a:srgbClr val="FF0000"/>
                        </a:solidFill>
                      </a:endParaRPr>
                    </a:p>
                  </a:txBody>
                  <a:tcPr>
                    <a:noFill/>
                  </a:tcPr>
                </a:tc>
                <a:tc>
                  <a:txBody>
                    <a:bodyPr/>
                    <a:lstStyle/>
                    <a:p>
                      <a:pPr algn="ctr"/>
                      <a:r>
                        <a:rPr lang="en-US" b="1" dirty="0">
                          <a:solidFill>
                            <a:srgbClr val="FF0000"/>
                          </a:solidFill>
                        </a:rPr>
                        <a:t>4</a:t>
                      </a:r>
                      <a:endParaRPr lang="LID4096" b="1" dirty="0">
                        <a:solidFill>
                          <a:srgbClr val="FF0000"/>
                        </a:solidFill>
                      </a:endParaRPr>
                    </a:p>
                  </a:txBody>
                  <a:tcPr>
                    <a:noFill/>
                  </a:tcPr>
                </a:tc>
                <a:tc>
                  <a:txBody>
                    <a:bodyPr/>
                    <a:lstStyle/>
                    <a:p>
                      <a:pPr algn="ctr"/>
                      <a:r>
                        <a:rPr lang="en-US" b="1" dirty="0">
                          <a:solidFill>
                            <a:srgbClr val="FF0000"/>
                          </a:solidFill>
                        </a:rPr>
                        <a:t>5</a:t>
                      </a:r>
                      <a:endParaRPr lang="LID4096" b="1" dirty="0">
                        <a:solidFill>
                          <a:srgbClr val="FF0000"/>
                        </a:solidFill>
                      </a:endParaRPr>
                    </a:p>
                  </a:txBody>
                  <a:tcPr>
                    <a:noFill/>
                  </a:tcPr>
                </a:tc>
                <a:extLst>
                  <a:ext uri="{0D108BD9-81ED-4DB2-BD59-A6C34878D82A}">
                    <a16:rowId xmlns:a16="http://schemas.microsoft.com/office/drawing/2014/main" val="3283166758"/>
                  </a:ext>
                </a:extLst>
              </a:tr>
              <a:tr h="370840">
                <a:tc>
                  <a:txBody>
                    <a:bodyPr/>
                    <a:lstStyle/>
                    <a:p>
                      <a:pPr algn="ctr"/>
                      <a:r>
                        <a:rPr lang="en-US" b="1" dirty="0">
                          <a:solidFill>
                            <a:srgbClr val="00B050"/>
                          </a:solidFill>
                        </a:rPr>
                        <a:t>2</a:t>
                      </a:r>
                      <a:endParaRPr lang="LID4096" b="1" dirty="0">
                        <a:solidFill>
                          <a:srgbClr val="00B050"/>
                        </a:solidFill>
                      </a:endParaRPr>
                    </a:p>
                  </a:txBody>
                  <a:tcPr>
                    <a:noFill/>
                  </a:tcPr>
                </a:tc>
                <a:tc>
                  <a:txBody>
                    <a:bodyPr/>
                    <a:lstStyle/>
                    <a:p>
                      <a:pPr algn="ctr"/>
                      <a:r>
                        <a:rPr lang="en-US" b="1" dirty="0">
                          <a:solidFill>
                            <a:srgbClr val="00B050"/>
                          </a:solidFill>
                        </a:rPr>
                        <a:t>6</a:t>
                      </a:r>
                      <a:endParaRPr lang="LID4096" b="1" dirty="0">
                        <a:solidFill>
                          <a:srgbClr val="00B050"/>
                        </a:solidFill>
                      </a:endParaRPr>
                    </a:p>
                  </a:txBody>
                  <a:tcPr>
                    <a:noFill/>
                  </a:tcPr>
                </a:tc>
                <a:tc>
                  <a:txBody>
                    <a:bodyPr/>
                    <a:lstStyle/>
                    <a:p>
                      <a:pPr algn="ctr"/>
                      <a:r>
                        <a:rPr lang="en-US" b="1" dirty="0">
                          <a:solidFill>
                            <a:srgbClr val="00B050"/>
                          </a:solidFill>
                        </a:rPr>
                        <a:t>4</a:t>
                      </a:r>
                      <a:endParaRPr lang="LID4096" b="1" dirty="0">
                        <a:solidFill>
                          <a:srgbClr val="00B050"/>
                        </a:solidFill>
                      </a:endParaRPr>
                    </a:p>
                  </a:txBody>
                  <a:tcPr>
                    <a:noFill/>
                  </a:tcPr>
                </a:tc>
                <a:extLst>
                  <a:ext uri="{0D108BD9-81ED-4DB2-BD59-A6C34878D82A}">
                    <a16:rowId xmlns:a16="http://schemas.microsoft.com/office/drawing/2014/main" val="1485052230"/>
                  </a:ext>
                </a:extLst>
              </a:tr>
              <a:tr h="370840">
                <a:tc>
                  <a:txBody>
                    <a:bodyPr/>
                    <a:lstStyle/>
                    <a:p>
                      <a:pPr algn="ctr"/>
                      <a:r>
                        <a:rPr lang="en-US" b="1" dirty="0">
                          <a:solidFill>
                            <a:srgbClr val="FFC000"/>
                          </a:solidFill>
                        </a:rPr>
                        <a:t>3</a:t>
                      </a:r>
                      <a:endParaRPr lang="LID4096" b="1" dirty="0">
                        <a:solidFill>
                          <a:srgbClr val="FFC000"/>
                        </a:solidFill>
                      </a:endParaRPr>
                    </a:p>
                  </a:txBody>
                  <a:tcPr>
                    <a:noFill/>
                  </a:tcPr>
                </a:tc>
                <a:tc>
                  <a:txBody>
                    <a:bodyPr/>
                    <a:lstStyle/>
                    <a:p>
                      <a:pPr algn="ctr"/>
                      <a:r>
                        <a:rPr lang="en-US" b="1" dirty="0">
                          <a:solidFill>
                            <a:srgbClr val="FFC000"/>
                          </a:solidFill>
                        </a:rPr>
                        <a:t>0</a:t>
                      </a:r>
                      <a:endParaRPr lang="LID4096" b="1" dirty="0">
                        <a:solidFill>
                          <a:srgbClr val="FFC000"/>
                        </a:solidFill>
                      </a:endParaRPr>
                    </a:p>
                  </a:txBody>
                  <a:tcPr>
                    <a:noFill/>
                  </a:tcPr>
                </a:tc>
                <a:tc>
                  <a:txBody>
                    <a:bodyPr/>
                    <a:lstStyle/>
                    <a:p>
                      <a:pPr algn="ctr"/>
                      <a:r>
                        <a:rPr lang="en-US" b="1" dirty="0">
                          <a:solidFill>
                            <a:srgbClr val="FFC000"/>
                          </a:solidFill>
                        </a:rPr>
                        <a:t>3</a:t>
                      </a:r>
                      <a:endParaRPr lang="LID4096" b="1" dirty="0">
                        <a:solidFill>
                          <a:srgbClr val="FFC000"/>
                        </a:solidFill>
                      </a:endParaRPr>
                    </a:p>
                  </a:txBody>
                  <a:tcPr>
                    <a:noFill/>
                  </a:tcPr>
                </a:tc>
                <a:extLst>
                  <a:ext uri="{0D108BD9-81ED-4DB2-BD59-A6C34878D82A}">
                    <a16:rowId xmlns:a16="http://schemas.microsoft.com/office/drawing/2014/main" val="420878322"/>
                  </a:ext>
                </a:extLst>
              </a:tr>
              <a:tr h="370840">
                <a:tc>
                  <a:txBody>
                    <a:bodyPr/>
                    <a:lstStyle/>
                    <a:p>
                      <a:pPr algn="ctr"/>
                      <a:r>
                        <a:rPr lang="en-US" b="1" dirty="0">
                          <a:solidFill>
                            <a:srgbClr val="FFFF00"/>
                          </a:solidFill>
                        </a:rPr>
                        <a:t>4</a:t>
                      </a:r>
                      <a:endParaRPr lang="LID4096" b="1" dirty="0">
                        <a:solidFill>
                          <a:srgbClr val="FFFF00"/>
                        </a:solidFill>
                      </a:endParaRPr>
                    </a:p>
                  </a:txBody>
                  <a:tcPr>
                    <a:noFill/>
                  </a:tcPr>
                </a:tc>
                <a:tc>
                  <a:txBody>
                    <a:bodyPr/>
                    <a:lstStyle/>
                    <a:p>
                      <a:pPr algn="ctr"/>
                      <a:r>
                        <a:rPr lang="en-US" b="1" dirty="0">
                          <a:solidFill>
                            <a:srgbClr val="FFFF00"/>
                          </a:solidFill>
                        </a:rPr>
                        <a:t>6</a:t>
                      </a:r>
                      <a:endParaRPr lang="LID4096" b="1" dirty="0">
                        <a:solidFill>
                          <a:srgbClr val="FFFF00"/>
                        </a:solidFill>
                      </a:endParaRPr>
                    </a:p>
                  </a:txBody>
                  <a:tcPr>
                    <a:noFill/>
                  </a:tcPr>
                </a:tc>
                <a:tc>
                  <a:txBody>
                    <a:bodyPr/>
                    <a:lstStyle/>
                    <a:p>
                      <a:pPr algn="ctr"/>
                      <a:r>
                        <a:rPr lang="en-US" b="1" dirty="0">
                          <a:solidFill>
                            <a:srgbClr val="FFFF00"/>
                          </a:solidFill>
                        </a:rPr>
                        <a:t>2</a:t>
                      </a:r>
                      <a:endParaRPr lang="LID4096" b="1" dirty="0">
                        <a:solidFill>
                          <a:srgbClr val="FFFF00"/>
                        </a:solidFill>
                      </a:endParaRPr>
                    </a:p>
                  </a:txBody>
                  <a:tcPr>
                    <a:noFill/>
                  </a:tcPr>
                </a:tc>
                <a:extLst>
                  <a:ext uri="{0D108BD9-81ED-4DB2-BD59-A6C34878D82A}">
                    <a16:rowId xmlns:a16="http://schemas.microsoft.com/office/drawing/2014/main" val="3857688198"/>
                  </a:ext>
                </a:extLst>
              </a:tr>
              <a:tr h="370840">
                <a:tc>
                  <a:txBody>
                    <a:bodyPr/>
                    <a:lstStyle/>
                    <a:p>
                      <a:pPr algn="ctr"/>
                      <a:r>
                        <a:rPr lang="en-US" b="1" dirty="0">
                          <a:solidFill>
                            <a:srgbClr val="0070C0"/>
                          </a:solidFill>
                        </a:rPr>
                        <a:t>5</a:t>
                      </a:r>
                      <a:endParaRPr lang="LID4096" b="1" dirty="0">
                        <a:solidFill>
                          <a:srgbClr val="0070C0"/>
                        </a:solidFill>
                      </a:endParaRPr>
                    </a:p>
                  </a:txBody>
                  <a:tcPr>
                    <a:noFill/>
                  </a:tcPr>
                </a:tc>
                <a:tc>
                  <a:txBody>
                    <a:bodyPr/>
                    <a:lstStyle/>
                    <a:p>
                      <a:pPr algn="ctr"/>
                      <a:r>
                        <a:rPr lang="en-US" b="1" dirty="0">
                          <a:solidFill>
                            <a:srgbClr val="0070C0"/>
                          </a:solidFill>
                        </a:rPr>
                        <a:t>5</a:t>
                      </a:r>
                      <a:endParaRPr lang="LID4096" b="1" dirty="0">
                        <a:solidFill>
                          <a:srgbClr val="0070C0"/>
                        </a:solidFill>
                      </a:endParaRPr>
                    </a:p>
                  </a:txBody>
                  <a:tcPr>
                    <a:noFill/>
                  </a:tcPr>
                </a:tc>
                <a:tc>
                  <a:txBody>
                    <a:bodyPr/>
                    <a:lstStyle/>
                    <a:p>
                      <a:pPr algn="ctr"/>
                      <a:r>
                        <a:rPr lang="en-US" b="1" dirty="0">
                          <a:solidFill>
                            <a:srgbClr val="0070C0"/>
                          </a:solidFill>
                        </a:rPr>
                        <a:t>4</a:t>
                      </a:r>
                      <a:endParaRPr lang="LID4096" b="1" dirty="0">
                        <a:solidFill>
                          <a:srgbClr val="0070C0"/>
                        </a:solidFill>
                      </a:endParaRPr>
                    </a:p>
                  </a:txBody>
                  <a:tcPr>
                    <a:noFill/>
                  </a:tcPr>
                </a:tc>
                <a:extLst>
                  <a:ext uri="{0D108BD9-81ED-4DB2-BD59-A6C34878D82A}">
                    <a16:rowId xmlns:a16="http://schemas.microsoft.com/office/drawing/2014/main" val="1329588860"/>
                  </a:ext>
                </a:extLst>
              </a:tr>
            </a:tbl>
          </a:graphicData>
        </a:graphic>
      </p:graphicFrame>
      <p:graphicFrame>
        <p:nvGraphicFramePr>
          <p:cNvPr id="5" name="Table 5">
            <a:extLst>
              <a:ext uri="{FF2B5EF4-FFF2-40B4-BE49-F238E27FC236}">
                <a16:creationId xmlns:a16="http://schemas.microsoft.com/office/drawing/2014/main" id="{E67BA528-E0CF-4954-A452-109479C1BED2}"/>
              </a:ext>
            </a:extLst>
          </p:cNvPr>
          <p:cNvGraphicFramePr>
            <a:graphicFrameLocks noGrp="1"/>
          </p:cNvGraphicFramePr>
          <p:nvPr>
            <p:extLst>
              <p:ext uri="{D42A27DB-BD31-4B8C-83A1-F6EECF244321}">
                <p14:modId xmlns:p14="http://schemas.microsoft.com/office/powerpoint/2010/main" val="4287556949"/>
              </p:ext>
            </p:extLst>
          </p:nvPr>
        </p:nvGraphicFramePr>
        <p:xfrm>
          <a:off x="1141413" y="5335948"/>
          <a:ext cx="6966861" cy="741680"/>
        </p:xfrm>
        <a:graphic>
          <a:graphicData uri="http://schemas.openxmlformats.org/drawingml/2006/table">
            <a:tbl>
              <a:tblPr firstRow="1" bandRow="1">
                <a:tableStyleId>{5C22544A-7EE6-4342-B048-85BDC9FD1C3A}</a:tableStyleId>
              </a:tblPr>
              <a:tblGrid>
                <a:gridCol w="800509">
                  <a:extLst>
                    <a:ext uri="{9D8B030D-6E8A-4147-A177-3AD203B41FA5}">
                      <a16:colId xmlns:a16="http://schemas.microsoft.com/office/drawing/2014/main" val="3992945678"/>
                    </a:ext>
                  </a:extLst>
                </a:gridCol>
                <a:gridCol w="466193">
                  <a:extLst>
                    <a:ext uri="{9D8B030D-6E8A-4147-A177-3AD203B41FA5}">
                      <a16:colId xmlns:a16="http://schemas.microsoft.com/office/drawing/2014/main" val="106958232"/>
                    </a:ext>
                  </a:extLst>
                </a:gridCol>
                <a:gridCol w="633351">
                  <a:extLst>
                    <a:ext uri="{9D8B030D-6E8A-4147-A177-3AD203B41FA5}">
                      <a16:colId xmlns:a16="http://schemas.microsoft.com/office/drawing/2014/main" val="1264120263"/>
                    </a:ext>
                  </a:extLst>
                </a:gridCol>
                <a:gridCol w="633351">
                  <a:extLst>
                    <a:ext uri="{9D8B030D-6E8A-4147-A177-3AD203B41FA5}">
                      <a16:colId xmlns:a16="http://schemas.microsoft.com/office/drawing/2014/main" val="3272547500"/>
                    </a:ext>
                  </a:extLst>
                </a:gridCol>
                <a:gridCol w="633351">
                  <a:extLst>
                    <a:ext uri="{9D8B030D-6E8A-4147-A177-3AD203B41FA5}">
                      <a16:colId xmlns:a16="http://schemas.microsoft.com/office/drawing/2014/main" val="2153086451"/>
                    </a:ext>
                  </a:extLst>
                </a:gridCol>
                <a:gridCol w="633351">
                  <a:extLst>
                    <a:ext uri="{9D8B030D-6E8A-4147-A177-3AD203B41FA5}">
                      <a16:colId xmlns:a16="http://schemas.microsoft.com/office/drawing/2014/main" val="603620903"/>
                    </a:ext>
                  </a:extLst>
                </a:gridCol>
                <a:gridCol w="633351">
                  <a:extLst>
                    <a:ext uri="{9D8B030D-6E8A-4147-A177-3AD203B41FA5}">
                      <a16:colId xmlns:a16="http://schemas.microsoft.com/office/drawing/2014/main" val="2076616152"/>
                    </a:ext>
                  </a:extLst>
                </a:gridCol>
                <a:gridCol w="633351">
                  <a:extLst>
                    <a:ext uri="{9D8B030D-6E8A-4147-A177-3AD203B41FA5}">
                      <a16:colId xmlns:a16="http://schemas.microsoft.com/office/drawing/2014/main" val="4265462682"/>
                    </a:ext>
                  </a:extLst>
                </a:gridCol>
                <a:gridCol w="633351">
                  <a:extLst>
                    <a:ext uri="{9D8B030D-6E8A-4147-A177-3AD203B41FA5}">
                      <a16:colId xmlns:a16="http://schemas.microsoft.com/office/drawing/2014/main" val="3116988156"/>
                    </a:ext>
                  </a:extLst>
                </a:gridCol>
                <a:gridCol w="633351">
                  <a:extLst>
                    <a:ext uri="{9D8B030D-6E8A-4147-A177-3AD203B41FA5}">
                      <a16:colId xmlns:a16="http://schemas.microsoft.com/office/drawing/2014/main" val="2148279406"/>
                    </a:ext>
                  </a:extLst>
                </a:gridCol>
                <a:gridCol w="633351">
                  <a:extLst>
                    <a:ext uri="{9D8B030D-6E8A-4147-A177-3AD203B41FA5}">
                      <a16:colId xmlns:a16="http://schemas.microsoft.com/office/drawing/2014/main" val="1456288569"/>
                    </a:ext>
                  </a:extLst>
                </a:gridCol>
              </a:tblGrid>
              <a:tr h="370840">
                <a:tc>
                  <a:txBody>
                    <a:bodyPr/>
                    <a:lstStyle/>
                    <a:p>
                      <a:r>
                        <a:rPr lang="en-US" dirty="0">
                          <a:solidFill>
                            <a:schemeClr val="tx1"/>
                          </a:solidFill>
                        </a:rPr>
                        <a:t>TIME</a:t>
                      </a:r>
                      <a:endParaRPr lang="LID4096" dirty="0">
                        <a:solidFill>
                          <a:schemeClr val="tx1"/>
                        </a:solidFill>
                      </a:endParaRPr>
                    </a:p>
                  </a:txBody>
                  <a:tcPr>
                    <a:noFill/>
                  </a:tcPr>
                </a:tc>
                <a:tc>
                  <a:txBody>
                    <a:bodyPr/>
                    <a:lstStyle/>
                    <a:p>
                      <a:pPr algn="ctr"/>
                      <a:r>
                        <a:rPr lang="en-US" dirty="0">
                          <a:solidFill>
                            <a:schemeClr val="tx1"/>
                          </a:solidFill>
                        </a:rPr>
                        <a:t>0</a:t>
                      </a:r>
                      <a:endParaRPr lang="LID4096" dirty="0">
                        <a:solidFill>
                          <a:schemeClr val="tx1"/>
                        </a:solidFill>
                      </a:endParaRPr>
                    </a:p>
                  </a:txBody>
                  <a:tcPr>
                    <a:noFill/>
                  </a:tcPr>
                </a:tc>
                <a:tc>
                  <a:txBody>
                    <a:bodyPr/>
                    <a:lstStyle/>
                    <a:p>
                      <a:pPr algn="ctr"/>
                      <a:r>
                        <a:rPr lang="en-US" dirty="0">
                          <a:solidFill>
                            <a:schemeClr val="tx1"/>
                          </a:solidFill>
                        </a:rPr>
                        <a:t>3</a:t>
                      </a:r>
                      <a:endParaRPr lang="LID4096" dirty="0">
                        <a:solidFill>
                          <a:schemeClr val="tx1"/>
                        </a:solidFill>
                      </a:endParaRPr>
                    </a:p>
                  </a:txBody>
                  <a:tcPr>
                    <a:noFill/>
                  </a:tcPr>
                </a:tc>
                <a:tc>
                  <a:txBody>
                    <a:bodyPr/>
                    <a:lstStyle/>
                    <a:p>
                      <a:pPr algn="ctr"/>
                      <a:r>
                        <a:rPr lang="en-US" dirty="0">
                          <a:solidFill>
                            <a:schemeClr val="tx1"/>
                          </a:solidFill>
                        </a:rPr>
                        <a:t>-</a:t>
                      </a:r>
                      <a:endParaRPr lang="LID4096" dirty="0">
                        <a:solidFill>
                          <a:schemeClr val="tx1"/>
                        </a:solidFill>
                      </a:endParaRPr>
                    </a:p>
                  </a:txBody>
                  <a:tcPr>
                    <a:noFill/>
                  </a:tcPr>
                </a:tc>
                <a:tc>
                  <a:txBody>
                    <a:bodyPr/>
                    <a:lstStyle/>
                    <a:p>
                      <a:pPr algn="ctr"/>
                      <a:r>
                        <a:rPr lang="en-US" dirty="0">
                          <a:solidFill>
                            <a:schemeClr val="tx1"/>
                          </a:solidFill>
                        </a:rPr>
                        <a:t>-</a:t>
                      </a:r>
                      <a:endParaRPr lang="LID4096" dirty="0">
                        <a:solidFill>
                          <a:schemeClr val="tx1"/>
                        </a:solidFill>
                      </a:endParaRPr>
                    </a:p>
                  </a:txBody>
                  <a:tcPr>
                    <a:noFill/>
                  </a:tcPr>
                </a:tc>
                <a:tc>
                  <a:txBody>
                    <a:bodyPr/>
                    <a:lstStyle/>
                    <a:p>
                      <a:pPr algn="ctr"/>
                      <a:r>
                        <a:rPr lang="en-US" dirty="0">
                          <a:solidFill>
                            <a:schemeClr val="tx1"/>
                          </a:solidFill>
                        </a:rPr>
                        <a:t>-</a:t>
                      </a:r>
                      <a:endParaRPr lang="LID4096" dirty="0">
                        <a:solidFill>
                          <a:schemeClr val="tx1"/>
                        </a:solidFill>
                      </a:endParaRPr>
                    </a:p>
                  </a:txBody>
                  <a:tcPr>
                    <a:noFill/>
                  </a:tcPr>
                </a:tc>
                <a:tc>
                  <a:txBody>
                    <a:bodyPr/>
                    <a:lstStyle/>
                    <a:p>
                      <a:pPr algn="ctr"/>
                      <a:r>
                        <a:rPr lang="en-US" dirty="0">
                          <a:solidFill>
                            <a:schemeClr val="tx1"/>
                          </a:solidFill>
                        </a:rPr>
                        <a:t>4</a:t>
                      </a:r>
                      <a:endParaRPr lang="LID4096" dirty="0">
                        <a:solidFill>
                          <a:schemeClr val="tx1"/>
                        </a:solidFill>
                      </a:endParaRPr>
                    </a:p>
                  </a:txBody>
                  <a:tcPr>
                    <a:noFill/>
                  </a:tcPr>
                </a:tc>
                <a:tc>
                  <a:txBody>
                    <a:bodyPr/>
                    <a:lstStyle/>
                    <a:p>
                      <a:pPr algn="ctr"/>
                      <a:r>
                        <a:rPr lang="en-US" dirty="0">
                          <a:solidFill>
                            <a:schemeClr val="tx1"/>
                          </a:solidFill>
                        </a:rPr>
                        <a:t>9</a:t>
                      </a:r>
                      <a:endParaRPr lang="LID4096" dirty="0">
                        <a:solidFill>
                          <a:schemeClr val="tx1"/>
                        </a:solidFill>
                      </a:endParaRPr>
                    </a:p>
                  </a:txBody>
                  <a:tcPr>
                    <a:noFill/>
                  </a:tcPr>
                </a:tc>
                <a:tc>
                  <a:txBody>
                    <a:bodyPr/>
                    <a:lstStyle/>
                    <a:p>
                      <a:pPr algn="ctr"/>
                      <a:r>
                        <a:rPr lang="en-US" dirty="0">
                          <a:solidFill>
                            <a:schemeClr val="tx1"/>
                          </a:solidFill>
                        </a:rPr>
                        <a:t>13</a:t>
                      </a:r>
                      <a:endParaRPr lang="LID4096" dirty="0">
                        <a:solidFill>
                          <a:schemeClr val="tx1"/>
                        </a:solidFill>
                      </a:endParaRPr>
                    </a:p>
                  </a:txBody>
                  <a:tcPr>
                    <a:noFill/>
                  </a:tcPr>
                </a:tc>
                <a:tc>
                  <a:txBody>
                    <a:bodyPr/>
                    <a:lstStyle/>
                    <a:p>
                      <a:pPr algn="ctr"/>
                      <a:r>
                        <a:rPr lang="en-US" dirty="0">
                          <a:solidFill>
                            <a:schemeClr val="tx1"/>
                          </a:solidFill>
                        </a:rPr>
                        <a:t>17</a:t>
                      </a:r>
                      <a:endParaRPr lang="LID4096" dirty="0">
                        <a:solidFill>
                          <a:schemeClr val="tx1"/>
                        </a:solidFill>
                      </a:endParaRPr>
                    </a:p>
                  </a:txBody>
                  <a:tcPr>
                    <a:noFill/>
                  </a:tcPr>
                </a:tc>
                <a:tc>
                  <a:txBody>
                    <a:bodyPr/>
                    <a:lstStyle/>
                    <a:p>
                      <a:pPr algn="ctr"/>
                      <a:r>
                        <a:rPr lang="en-US" dirty="0">
                          <a:solidFill>
                            <a:schemeClr val="tx1"/>
                          </a:solidFill>
                        </a:rPr>
                        <a:t>19</a:t>
                      </a:r>
                      <a:endParaRPr lang="LID4096" dirty="0">
                        <a:solidFill>
                          <a:schemeClr val="tx1"/>
                        </a:solidFill>
                      </a:endParaRPr>
                    </a:p>
                  </a:txBody>
                  <a:tcPr>
                    <a:noFill/>
                  </a:tcPr>
                </a:tc>
                <a:extLst>
                  <a:ext uri="{0D108BD9-81ED-4DB2-BD59-A6C34878D82A}">
                    <a16:rowId xmlns:a16="http://schemas.microsoft.com/office/drawing/2014/main" val="1482574859"/>
                  </a:ext>
                </a:extLst>
              </a:tr>
              <a:tr h="370840">
                <a:tc>
                  <a:txBody>
                    <a:bodyPr/>
                    <a:lstStyle/>
                    <a:p>
                      <a:r>
                        <a:rPr lang="en-US" dirty="0">
                          <a:solidFill>
                            <a:schemeClr val="tx1"/>
                          </a:solidFill>
                        </a:rPr>
                        <a:t>PID</a:t>
                      </a:r>
                      <a:endParaRPr lang="LID4096" dirty="0">
                        <a:solidFill>
                          <a:schemeClr val="tx1"/>
                        </a:solidFill>
                      </a:endParaRPr>
                    </a:p>
                  </a:txBody>
                  <a:tcPr>
                    <a:noFill/>
                  </a:tcPr>
                </a:tc>
                <a:tc>
                  <a:txBody>
                    <a:bodyPr/>
                    <a:lstStyle/>
                    <a:p>
                      <a:pPr algn="ctr"/>
                      <a:endParaRPr lang="LID4096" dirty="0">
                        <a:solidFill>
                          <a:schemeClr val="tx1"/>
                        </a:solidFill>
                      </a:endParaRPr>
                    </a:p>
                  </a:txBody>
                  <a:tcPr>
                    <a:noFill/>
                  </a:tcPr>
                </a:tc>
                <a:tc>
                  <a:txBody>
                    <a:bodyPr/>
                    <a:lstStyle/>
                    <a:p>
                      <a:pPr algn="ctr"/>
                      <a:r>
                        <a:rPr lang="en-US" dirty="0">
                          <a:solidFill>
                            <a:schemeClr val="tx1"/>
                          </a:solidFill>
                        </a:rPr>
                        <a:t>3</a:t>
                      </a:r>
                      <a:endParaRPr lang="LID4096" dirty="0">
                        <a:solidFill>
                          <a:schemeClr val="tx1"/>
                        </a:solidFill>
                      </a:endParaRPr>
                    </a:p>
                  </a:txBody>
                  <a:tcPr>
                    <a:noFill/>
                  </a:tcPr>
                </a:tc>
                <a:tc>
                  <a:txBody>
                    <a:bodyPr/>
                    <a:lstStyle/>
                    <a:p>
                      <a:pPr algn="ctr"/>
                      <a:endParaRPr lang="LID4096" dirty="0">
                        <a:solidFill>
                          <a:schemeClr val="tx1"/>
                        </a:solidFill>
                      </a:endParaRPr>
                    </a:p>
                  </a:txBody>
                  <a:tcPr>
                    <a:solidFill>
                      <a:srgbClr val="00B050"/>
                    </a:solidFill>
                  </a:tcPr>
                </a:tc>
                <a:tc>
                  <a:txBody>
                    <a:bodyPr/>
                    <a:lstStyle/>
                    <a:p>
                      <a:pPr algn="ctr"/>
                      <a:endParaRPr lang="LID4096" dirty="0">
                        <a:solidFill>
                          <a:schemeClr val="tx1"/>
                        </a:solidFill>
                      </a:endParaRPr>
                    </a:p>
                  </a:txBody>
                  <a:tcPr>
                    <a:solidFill>
                      <a:srgbClr val="00B050"/>
                    </a:solidFill>
                  </a:tcPr>
                </a:tc>
                <a:tc>
                  <a:txBody>
                    <a:bodyPr/>
                    <a:lstStyle/>
                    <a:p>
                      <a:pPr algn="ctr"/>
                      <a:endParaRPr lang="LID4096" dirty="0">
                        <a:solidFill>
                          <a:schemeClr val="tx1"/>
                        </a:solidFill>
                      </a:endParaRPr>
                    </a:p>
                  </a:txBody>
                  <a:tcPr>
                    <a:solidFill>
                      <a:srgbClr val="00B050"/>
                    </a:solidFill>
                  </a:tcPr>
                </a:tc>
                <a:tc>
                  <a:txBody>
                    <a:bodyPr/>
                    <a:lstStyle/>
                    <a:p>
                      <a:pPr algn="ctr"/>
                      <a:endParaRPr lang="LID4096" dirty="0">
                        <a:solidFill>
                          <a:schemeClr val="tx1"/>
                        </a:solidFill>
                      </a:endParaRPr>
                    </a:p>
                  </a:txBody>
                  <a:tcPr>
                    <a:noFill/>
                  </a:tcPr>
                </a:tc>
                <a:tc>
                  <a:txBody>
                    <a:bodyPr/>
                    <a:lstStyle/>
                    <a:p>
                      <a:pPr algn="ctr"/>
                      <a:r>
                        <a:rPr lang="en-US" dirty="0">
                          <a:solidFill>
                            <a:schemeClr val="tx1"/>
                          </a:solidFill>
                        </a:rPr>
                        <a:t>1</a:t>
                      </a:r>
                      <a:endParaRPr lang="LID4096" dirty="0">
                        <a:solidFill>
                          <a:schemeClr val="tx1"/>
                        </a:solidFill>
                      </a:endParaRPr>
                    </a:p>
                  </a:txBody>
                  <a:tcPr>
                    <a:noFill/>
                  </a:tcPr>
                </a:tc>
                <a:tc>
                  <a:txBody>
                    <a:bodyPr/>
                    <a:lstStyle/>
                    <a:p>
                      <a:pPr algn="ctr"/>
                      <a:r>
                        <a:rPr lang="en-US" dirty="0">
                          <a:solidFill>
                            <a:schemeClr val="tx1"/>
                          </a:solidFill>
                        </a:rPr>
                        <a:t>5</a:t>
                      </a:r>
                      <a:endParaRPr lang="LID4096" dirty="0">
                        <a:solidFill>
                          <a:schemeClr val="tx1"/>
                        </a:solidFill>
                      </a:endParaRPr>
                    </a:p>
                  </a:txBody>
                  <a:tcPr>
                    <a:noFill/>
                  </a:tcPr>
                </a:tc>
                <a:tc>
                  <a:txBody>
                    <a:bodyPr/>
                    <a:lstStyle/>
                    <a:p>
                      <a:pPr algn="ctr"/>
                      <a:r>
                        <a:rPr lang="en-US" dirty="0">
                          <a:solidFill>
                            <a:schemeClr val="tx1"/>
                          </a:solidFill>
                        </a:rPr>
                        <a:t>2</a:t>
                      </a:r>
                      <a:endParaRPr lang="LID4096" dirty="0">
                        <a:solidFill>
                          <a:schemeClr val="tx1"/>
                        </a:solidFill>
                      </a:endParaRPr>
                    </a:p>
                  </a:txBody>
                  <a:tcPr>
                    <a:noFill/>
                  </a:tcPr>
                </a:tc>
                <a:tc>
                  <a:txBody>
                    <a:bodyPr/>
                    <a:lstStyle/>
                    <a:p>
                      <a:pPr algn="ctr"/>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943698755"/>
                  </a:ext>
                </a:extLst>
              </a:tr>
            </a:tbl>
          </a:graphicData>
        </a:graphic>
      </p:graphicFrame>
      <p:sp>
        <p:nvSpPr>
          <p:cNvPr id="6" name="Rectangle 5">
            <a:extLst>
              <a:ext uri="{FF2B5EF4-FFF2-40B4-BE49-F238E27FC236}">
                <a16:creationId xmlns:a16="http://schemas.microsoft.com/office/drawing/2014/main" id="{C9C86FE8-E109-47AE-A808-39BD43E87E2C}"/>
              </a:ext>
            </a:extLst>
          </p:cNvPr>
          <p:cNvSpPr/>
          <p:nvPr/>
        </p:nvSpPr>
        <p:spPr>
          <a:xfrm>
            <a:off x="2872889" y="4474528"/>
            <a:ext cx="350390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Gantt Chart</a:t>
            </a:r>
          </a:p>
        </p:txBody>
      </p:sp>
      <p:graphicFrame>
        <p:nvGraphicFramePr>
          <p:cNvPr id="7" name="Table 7">
            <a:extLst>
              <a:ext uri="{FF2B5EF4-FFF2-40B4-BE49-F238E27FC236}">
                <a16:creationId xmlns:a16="http://schemas.microsoft.com/office/drawing/2014/main" id="{A1EE5D44-46C3-48D5-9884-FFDD77150616}"/>
              </a:ext>
            </a:extLst>
          </p:cNvPr>
          <p:cNvGraphicFramePr>
            <a:graphicFrameLocks noGrp="1"/>
          </p:cNvGraphicFramePr>
          <p:nvPr>
            <p:extLst>
              <p:ext uri="{D42A27DB-BD31-4B8C-83A1-F6EECF244321}">
                <p14:modId xmlns:p14="http://schemas.microsoft.com/office/powerpoint/2010/main" val="4073949029"/>
              </p:ext>
            </p:extLst>
          </p:nvPr>
        </p:nvGraphicFramePr>
        <p:xfrm>
          <a:off x="6376797" y="2249488"/>
          <a:ext cx="2436305" cy="2225040"/>
        </p:xfrm>
        <a:graphic>
          <a:graphicData uri="http://schemas.openxmlformats.org/drawingml/2006/table">
            <a:tbl>
              <a:tblPr firstRow="1" bandRow="1">
                <a:tableStyleId>{5C22544A-7EE6-4342-B048-85BDC9FD1C3A}</a:tableStyleId>
              </a:tblPr>
              <a:tblGrid>
                <a:gridCol w="616932">
                  <a:extLst>
                    <a:ext uri="{9D8B030D-6E8A-4147-A177-3AD203B41FA5}">
                      <a16:colId xmlns:a16="http://schemas.microsoft.com/office/drawing/2014/main" val="2843696860"/>
                    </a:ext>
                  </a:extLst>
                </a:gridCol>
                <a:gridCol w="518474">
                  <a:extLst>
                    <a:ext uri="{9D8B030D-6E8A-4147-A177-3AD203B41FA5}">
                      <a16:colId xmlns:a16="http://schemas.microsoft.com/office/drawing/2014/main" val="12272266"/>
                    </a:ext>
                  </a:extLst>
                </a:gridCol>
                <a:gridCol w="716437">
                  <a:extLst>
                    <a:ext uri="{9D8B030D-6E8A-4147-A177-3AD203B41FA5}">
                      <a16:colId xmlns:a16="http://schemas.microsoft.com/office/drawing/2014/main" val="2026640846"/>
                    </a:ext>
                  </a:extLst>
                </a:gridCol>
                <a:gridCol w="584462">
                  <a:extLst>
                    <a:ext uri="{9D8B030D-6E8A-4147-A177-3AD203B41FA5}">
                      <a16:colId xmlns:a16="http://schemas.microsoft.com/office/drawing/2014/main" val="2163443192"/>
                    </a:ext>
                  </a:extLst>
                </a:gridCol>
              </a:tblGrid>
              <a:tr h="370840">
                <a:tc>
                  <a:txBody>
                    <a:bodyPr/>
                    <a:lstStyle/>
                    <a:p>
                      <a:pPr algn="ctr"/>
                      <a:r>
                        <a:rPr lang="en-US" dirty="0">
                          <a:solidFill>
                            <a:schemeClr val="tx1"/>
                          </a:solidFill>
                        </a:rPr>
                        <a:t>PID</a:t>
                      </a:r>
                      <a:endParaRPr lang="LID4096" dirty="0">
                        <a:solidFill>
                          <a:schemeClr val="tx1"/>
                        </a:solidFill>
                      </a:endParaRPr>
                    </a:p>
                  </a:txBody>
                  <a:tcPr>
                    <a:noFill/>
                  </a:tcPr>
                </a:tc>
                <a:tc>
                  <a:txBody>
                    <a:bodyPr/>
                    <a:lstStyle/>
                    <a:p>
                      <a:pPr algn="ctr"/>
                      <a:r>
                        <a:rPr lang="en-US" dirty="0">
                          <a:solidFill>
                            <a:schemeClr val="tx1"/>
                          </a:solidFill>
                        </a:rPr>
                        <a:t>C.T</a:t>
                      </a:r>
                      <a:endParaRPr lang="LID4096" dirty="0">
                        <a:solidFill>
                          <a:schemeClr val="tx1"/>
                        </a:solidFill>
                      </a:endParaRPr>
                    </a:p>
                  </a:txBody>
                  <a:tcPr>
                    <a:noFill/>
                  </a:tcPr>
                </a:tc>
                <a:tc>
                  <a:txBody>
                    <a:bodyPr/>
                    <a:lstStyle/>
                    <a:p>
                      <a:pPr algn="ctr"/>
                      <a:r>
                        <a:rPr lang="en-US" dirty="0">
                          <a:solidFill>
                            <a:schemeClr val="tx1"/>
                          </a:solidFill>
                        </a:rPr>
                        <a:t>T.A.T</a:t>
                      </a:r>
                      <a:endParaRPr lang="LID4096" dirty="0">
                        <a:solidFill>
                          <a:schemeClr val="tx1"/>
                        </a:solidFill>
                      </a:endParaRPr>
                    </a:p>
                  </a:txBody>
                  <a:tcPr>
                    <a:noFill/>
                  </a:tcPr>
                </a:tc>
                <a:tc>
                  <a:txBody>
                    <a:bodyPr/>
                    <a:lstStyle/>
                    <a:p>
                      <a:pPr algn="ctr"/>
                      <a:r>
                        <a:rPr lang="en-US" dirty="0">
                          <a:solidFill>
                            <a:schemeClr val="tx1"/>
                          </a:solidFill>
                        </a:rPr>
                        <a:t>W.T</a:t>
                      </a:r>
                      <a:endParaRPr lang="LID4096" dirty="0">
                        <a:solidFill>
                          <a:schemeClr val="tx1"/>
                        </a:solidFill>
                      </a:endParaRPr>
                    </a:p>
                  </a:txBody>
                  <a:tcPr>
                    <a:noFill/>
                  </a:tcPr>
                </a:tc>
                <a:extLst>
                  <a:ext uri="{0D108BD9-81ED-4DB2-BD59-A6C34878D82A}">
                    <a16:rowId xmlns:a16="http://schemas.microsoft.com/office/drawing/2014/main" val="3588101015"/>
                  </a:ext>
                </a:extLst>
              </a:tr>
              <a:tr h="370840">
                <a:tc>
                  <a:txBody>
                    <a:bodyPr/>
                    <a:lstStyle/>
                    <a:p>
                      <a:pPr algn="ctr"/>
                      <a:r>
                        <a:rPr lang="en-US" b="1" dirty="0">
                          <a:solidFill>
                            <a:srgbClr val="FF0000"/>
                          </a:solidFill>
                        </a:rPr>
                        <a:t>1</a:t>
                      </a:r>
                      <a:endParaRPr lang="LID4096" b="1" dirty="0">
                        <a:solidFill>
                          <a:srgbClr val="FF0000"/>
                        </a:solidFill>
                      </a:endParaRPr>
                    </a:p>
                  </a:txBody>
                  <a:tcPr>
                    <a:noFill/>
                  </a:tcPr>
                </a:tc>
                <a:tc>
                  <a:txBody>
                    <a:bodyPr/>
                    <a:lstStyle/>
                    <a:p>
                      <a:pPr algn="ctr"/>
                      <a:r>
                        <a:rPr lang="en-US" b="1" dirty="0">
                          <a:solidFill>
                            <a:srgbClr val="FF0000"/>
                          </a:solidFill>
                        </a:rPr>
                        <a:t>9</a:t>
                      </a:r>
                      <a:endParaRPr lang="LID4096" b="1" dirty="0">
                        <a:solidFill>
                          <a:srgbClr val="FF0000"/>
                        </a:solidFill>
                      </a:endParaRPr>
                    </a:p>
                  </a:txBody>
                  <a:tcPr>
                    <a:noFill/>
                  </a:tcPr>
                </a:tc>
                <a:tc>
                  <a:txBody>
                    <a:bodyPr/>
                    <a:lstStyle/>
                    <a:p>
                      <a:pPr algn="ctr"/>
                      <a:r>
                        <a:rPr lang="en-US" b="1" dirty="0">
                          <a:solidFill>
                            <a:srgbClr val="FF0000"/>
                          </a:solidFill>
                        </a:rPr>
                        <a:t>5</a:t>
                      </a:r>
                      <a:endParaRPr lang="LID4096" b="1" dirty="0">
                        <a:solidFill>
                          <a:srgbClr val="FF0000"/>
                        </a:solidFill>
                      </a:endParaRPr>
                    </a:p>
                  </a:txBody>
                  <a:tcPr>
                    <a:noFill/>
                  </a:tcPr>
                </a:tc>
                <a:tc>
                  <a:txBody>
                    <a:bodyPr/>
                    <a:lstStyle/>
                    <a:p>
                      <a:pPr algn="ctr"/>
                      <a:r>
                        <a:rPr lang="en-US" b="1" dirty="0">
                          <a:solidFill>
                            <a:srgbClr val="FF0000"/>
                          </a:solidFill>
                        </a:rPr>
                        <a:t>0</a:t>
                      </a:r>
                      <a:endParaRPr lang="LID4096" b="1" dirty="0">
                        <a:solidFill>
                          <a:srgbClr val="FF0000"/>
                        </a:solidFill>
                      </a:endParaRPr>
                    </a:p>
                  </a:txBody>
                  <a:tcPr>
                    <a:noFill/>
                  </a:tcPr>
                </a:tc>
                <a:extLst>
                  <a:ext uri="{0D108BD9-81ED-4DB2-BD59-A6C34878D82A}">
                    <a16:rowId xmlns:a16="http://schemas.microsoft.com/office/drawing/2014/main" val="3656762853"/>
                  </a:ext>
                </a:extLst>
              </a:tr>
              <a:tr h="370840">
                <a:tc>
                  <a:txBody>
                    <a:bodyPr/>
                    <a:lstStyle/>
                    <a:p>
                      <a:pPr algn="ctr"/>
                      <a:r>
                        <a:rPr lang="en-US" b="1" dirty="0">
                          <a:solidFill>
                            <a:srgbClr val="00B050"/>
                          </a:solidFill>
                        </a:rPr>
                        <a:t>2</a:t>
                      </a:r>
                      <a:endParaRPr lang="LID4096" b="1" dirty="0">
                        <a:solidFill>
                          <a:srgbClr val="00B050"/>
                        </a:solidFill>
                      </a:endParaRPr>
                    </a:p>
                  </a:txBody>
                  <a:tcPr>
                    <a:noFill/>
                  </a:tcPr>
                </a:tc>
                <a:tc>
                  <a:txBody>
                    <a:bodyPr/>
                    <a:lstStyle/>
                    <a:p>
                      <a:pPr algn="ctr"/>
                      <a:r>
                        <a:rPr lang="en-US" b="1" dirty="0">
                          <a:solidFill>
                            <a:srgbClr val="00B050"/>
                          </a:solidFill>
                        </a:rPr>
                        <a:t>17</a:t>
                      </a:r>
                      <a:endParaRPr lang="LID4096" b="1" dirty="0">
                        <a:solidFill>
                          <a:srgbClr val="00B050"/>
                        </a:solidFill>
                      </a:endParaRPr>
                    </a:p>
                  </a:txBody>
                  <a:tcPr>
                    <a:noFill/>
                  </a:tcPr>
                </a:tc>
                <a:tc>
                  <a:txBody>
                    <a:bodyPr/>
                    <a:lstStyle/>
                    <a:p>
                      <a:pPr algn="ctr"/>
                      <a:r>
                        <a:rPr lang="en-US" b="1" dirty="0">
                          <a:solidFill>
                            <a:srgbClr val="00B050"/>
                          </a:solidFill>
                        </a:rPr>
                        <a:t>11</a:t>
                      </a:r>
                      <a:endParaRPr lang="LID4096" b="1" dirty="0">
                        <a:solidFill>
                          <a:srgbClr val="00B050"/>
                        </a:solidFill>
                      </a:endParaRPr>
                    </a:p>
                  </a:txBody>
                  <a:tcPr>
                    <a:noFill/>
                  </a:tcPr>
                </a:tc>
                <a:tc>
                  <a:txBody>
                    <a:bodyPr/>
                    <a:lstStyle/>
                    <a:p>
                      <a:pPr algn="ctr"/>
                      <a:r>
                        <a:rPr lang="en-US" b="1" dirty="0">
                          <a:solidFill>
                            <a:srgbClr val="00B050"/>
                          </a:solidFill>
                        </a:rPr>
                        <a:t>7</a:t>
                      </a:r>
                      <a:endParaRPr lang="LID4096" b="1" dirty="0">
                        <a:solidFill>
                          <a:srgbClr val="00B050"/>
                        </a:solidFill>
                      </a:endParaRPr>
                    </a:p>
                  </a:txBody>
                  <a:tcPr>
                    <a:noFill/>
                  </a:tcPr>
                </a:tc>
                <a:extLst>
                  <a:ext uri="{0D108BD9-81ED-4DB2-BD59-A6C34878D82A}">
                    <a16:rowId xmlns:a16="http://schemas.microsoft.com/office/drawing/2014/main" val="2245184995"/>
                  </a:ext>
                </a:extLst>
              </a:tr>
              <a:tr h="370840">
                <a:tc>
                  <a:txBody>
                    <a:bodyPr/>
                    <a:lstStyle/>
                    <a:p>
                      <a:pPr algn="ctr"/>
                      <a:r>
                        <a:rPr lang="en-US" b="1" dirty="0">
                          <a:solidFill>
                            <a:srgbClr val="FFC000"/>
                          </a:solidFill>
                        </a:rPr>
                        <a:t>3</a:t>
                      </a:r>
                      <a:endParaRPr lang="LID4096" b="1" dirty="0">
                        <a:solidFill>
                          <a:srgbClr val="FFC000"/>
                        </a:solidFill>
                      </a:endParaRPr>
                    </a:p>
                  </a:txBody>
                  <a:tcPr>
                    <a:noFill/>
                  </a:tcPr>
                </a:tc>
                <a:tc>
                  <a:txBody>
                    <a:bodyPr/>
                    <a:lstStyle/>
                    <a:p>
                      <a:pPr algn="ctr"/>
                      <a:r>
                        <a:rPr lang="en-US" b="1" dirty="0">
                          <a:solidFill>
                            <a:srgbClr val="FFC000"/>
                          </a:solidFill>
                        </a:rPr>
                        <a:t>3</a:t>
                      </a:r>
                      <a:endParaRPr lang="LID4096" b="1" dirty="0">
                        <a:solidFill>
                          <a:srgbClr val="FFC000"/>
                        </a:solidFill>
                      </a:endParaRPr>
                    </a:p>
                  </a:txBody>
                  <a:tcPr>
                    <a:noFill/>
                  </a:tcPr>
                </a:tc>
                <a:tc>
                  <a:txBody>
                    <a:bodyPr/>
                    <a:lstStyle/>
                    <a:p>
                      <a:pPr algn="ctr"/>
                      <a:r>
                        <a:rPr lang="en-US" b="1" dirty="0">
                          <a:solidFill>
                            <a:srgbClr val="FFC000"/>
                          </a:solidFill>
                        </a:rPr>
                        <a:t>3</a:t>
                      </a:r>
                      <a:endParaRPr lang="LID4096" b="1" dirty="0">
                        <a:solidFill>
                          <a:srgbClr val="FFC000"/>
                        </a:solidFill>
                      </a:endParaRPr>
                    </a:p>
                  </a:txBody>
                  <a:tcPr>
                    <a:noFill/>
                  </a:tcPr>
                </a:tc>
                <a:tc>
                  <a:txBody>
                    <a:bodyPr/>
                    <a:lstStyle/>
                    <a:p>
                      <a:pPr algn="ctr"/>
                      <a:r>
                        <a:rPr lang="en-US" b="1" dirty="0">
                          <a:solidFill>
                            <a:srgbClr val="FFC000"/>
                          </a:solidFill>
                        </a:rPr>
                        <a:t>0</a:t>
                      </a:r>
                      <a:endParaRPr lang="LID4096" b="1" dirty="0">
                        <a:solidFill>
                          <a:srgbClr val="FFC000"/>
                        </a:solidFill>
                      </a:endParaRPr>
                    </a:p>
                  </a:txBody>
                  <a:tcPr>
                    <a:noFill/>
                  </a:tcPr>
                </a:tc>
                <a:extLst>
                  <a:ext uri="{0D108BD9-81ED-4DB2-BD59-A6C34878D82A}">
                    <a16:rowId xmlns:a16="http://schemas.microsoft.com/office/drawing/2014/main" val="337291570"/>
                  </a:ext>
                </a:extLst>
              </a:tr>
              <a:tr h="370840">
                <a:tc>
                  <a:txBody>
                    <a:bodyPr/>
                    <a:lstStyle/>
                    <a:p>
                      <a:pPr algn="ctr"/>
                      <a:r>
                        <a:rPr lang="en-US" b="1" dirty="0">
                          <a:solidFill>
                            <a:srgbClr val="FFFF00"/>
                          </a:solidFill>
                        </a:rPr>
                        <a:t>4</a:t>
                      </a:r>
                      <a:endParaRPr lang="LID4096" b="1" dirty="0">
                        <a:solidFill>
                          <a:srgbClr val="FFFF00"/>
                        </a:solidFill>
                      </a:endParaRPr>
                    </a:p>
                  </a:txBody>
                  <a:tcPr>
                    <a:noFill/>
                  </a:tcPr>
                </a:tc>
                <a:tc>
                  <a:txBody>
                    <a:bodyPr/>
                    <a:lstStyle/>
                    <a:p>
                      <a:pPr algn="ctr"/>
                      <a:r>
                        <a:rPr lang="en-US" b="1" dirty="0">
                          <a:solidFill>
                            <a:srgbClr val="FFFF00"/>
                          </a:solidFill>
                        </a:rPr>
                        <a:t>19</a:t>
                      </a:r>
                      <a:endParaRPr lang="LID4096" b="1" dirty="0">
                        <a:solidFill>
                          <a:srgbClr val="FFFF00"/>
                        </a:solidFill>
                      </a:endParaRPr>
                    </a:p>
                  </a:txBody>
                  <a:tcPr>
                    <a:noFill/>
                  </a:tcPr>
                </a:tc>
                <a:tc>
                  <a:txBody>
                    <a:bodyPr/>
                    <a:lstStyle/>
                    <a:p>
                      <a:pPr algn="ctr"/>
                      <a:r>
                        <a:rPr lang="en-US" b="1" dirty="0">
                          <a:solidFill>
                            <a:srgbClr val="FFFF00"/>
                          </a:solidFill>
                        </a:rPr>
                        <a:t>13</a:t>
                      </a:r>
                      <a:endParaRPr lang="LID4096" b="1" dirty="0">
                        <a:solidFill>
                          <a:srgbClr val="FFFF00"/>
                        </a:solidFill>
                      </a:endParaRPr>
                    </a:p>
                  </a:txBody>
                  <a:tcPr>
                    <a:noFill/>
                  </a:tcPr>
                </a:tc>
                <a:tc>
                  <a:txBody>
                    <a:bodyPr/>
                    <a:lstStyle/>
                    <a:p>
                      <a:pPr algn="ctr"/>
                      <a:r>
                        <a:rPr lang="en-US" b="1" dirty="0">
                          <a:solidFill>
                            <a:srgbClr val="FFFF00"/>
                          </a:solidFill>
                        </a:rPr>
                        <a:t>11</a:t>
                      </a:r>
                      <a:endParaRPr lang="LID4096" b="1" dirty="0">
                        <a:solidFill>
                          <a:srgbClr val="FFFF00"/>
                        </a:solidFill>
                      </a:endParaRPr>
                    </a:p>
                  </a:txBody>
                  <a:tcPr>
                    <a:noFill/>
                  </a:tcPr>
                </a:tc>
                <a:extLst>
                  <a:ext uri="{0D108BD9-81ED-4DB2-BD59-A6C34878D82A}">
                    <a16:rowId xmlns:a16="http://schemas.microsoft.com/office/drawing/2014/main" val="2181084524"/>
                  </a:ext>
                </a:extLst>
              </a:tr>
              <a:tr h="370840">
                <a:tc>
                  <a:txBody>
                    <a:bodyPr/>
                    <a:lstStyle/>
                    <a:p>
                      <a:pPr algn="ctr"/>
                      <a:r>
                        <a:rPr lang="en-US" b="1" dirty="0">
                          <a:solidFill>
                            <a:srgbClr val="0070C0"/>
                          </a:solidFill>
                        </a:rPr>
                        <a:t>5</a:t>
                      </a:r>
                      <a:endParaRPr lang="LID4096" b="1" dirty="0">
                        <a:solidFill>
                          <a:srgbClr val="0070C0"/>
                        </a:solidFill>
                      </a:endParaRPr>
                    </a:p>
                  </a:txBody>
                  <a:tcPr>
                    <a:noFill/>
                  </a:tcPr>
                </a:tc>
                <a:tc>
                  <a:txBody>
                    <a:bodyPr/>
                    <a:lstStyle/>
                    <a:p>
                      <a:pPr algn="ctr"/>
                      <a:r>
                        <a:rPr lang="en-US" b="1" dirty="0">
                          <a:solidFill>
                            <a:srgbClr val="0070C0"/>
                          </a:solidFill>
                        </a:rPr>
                        <a:t>13</a:t>
                      </a:r>
                      <a:endParaRPr lang="LID4096" b="1" dirty="0">
                        <a:solidFill>
                          <a:srgbClr val="0070C0"/>
                        </a:solidFill>
                      </a:endParaRPr>
                    </a:p>
                  </a:txBody>
                  <a:tcPr>
                    <a:noFill/>
                  </a:tcPr>
                </a:tc>
                <a:tc>
                  <a:txBody>
                    <a:bodyPr/>
                    <a:lstStyle/>
                    <a:p>
                      <a:pPr algn="ctr"/>
                      <a:r>
                        <a:rPr lang="en-US" b="1" dirty="0">
                          <a:solidFill>
                            <a:srgbClr val="0070C0"/>
                          </a:solidFill>
                        </a:rPr>
                        <a:t>8</a:t>
                      </a:r>
                      <a:endParaRPr lang="LID4096" b="1" dirty="0">
                        <a:solidFill>
                          <a:srgbClr val="0070C0"/>
                        </a:solidFill>
                      </a:endParaRPr>
                    </a:p>
                  </a:txBody>
                  <a:tcPr>
                    <a:noFill/>
                  </a:tcPr>
                </a:tc>
                <a:tc>
                  <a:txBody>
                    <a:bodyPr/>
                    <a:lstStyle/>
                    <a:p>
                      <a:pPr algn="ctr"/>
                      <a:r>
                        <a:rPr lang="en-US" b="1" dirty="0">
                          <a:solidFill>
                            <a:srgbClr val="0070C0"/>
                          </a:solidFill>
                        </a:rPr>
                        <a:t>4</a:t>
                      </a:r>
                      <a:endParaRPr lang="LID4096" b="1" dirty="0">
                        <a:solidFill>
                          <a:srgbClr val="0070C0"/>
                        </a:solidFill>
                      </a:endParaRPr>
                    </a:p>
                  </a:txBody>
                  <a:tcPr>
                    <a:noFill/>
                  </a:tcPr>
                </a:tc>
                <a:extLst>
                  <a:ext uri="{0D108BD9-81ED-4DB2-BD59-A6C34878D82A}">
                    <a16:rowId xmlns:a16="http://schemas.microsoft.com/office/drawing/2014/main" val="3188854582"/>
                  </a:ext>
                </a:extLst>
              </a:tr>
            </a:tbl>
          </a:graphicData>
        </a:graphic>
      </p:graphicFrame>
      <p:sp>
        <p:nvSpPr>
          <p:cNvPr id="8" name="Rectangle 7">
            <a:extLst>
              <a:ext uri="{FF2B5EF4-FFF2-40B4-BE49-F238E27FC236}">
                <a16:creationId xmlns:a16="http://schemas.microsoft.com/office/drawing/2014/main" id="{1EF84537-A5F5-4B42-AE85-C532C9D25DC8}"/>
              </a:ext>
            </a:extLst>
          </p:cNvPr>
          <p:cNvSpPr/>
          <p:nvPr/>
        </p:nvSpPr>
        <p:spPr>
          <a:xfrm>
            <a:off x="8920857" y="2249488"/>
            <a:ext cx="2970749"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T.A.T = C.T – ARRIVAL TIME</a:t>
            </a:r>
          </a:p>
        </p:txBody>
      </p:sp>
      <p:sp>
        <p:nvSpPr>
          <p:cNvPr id="9" name="Rectangle 8">
            <a:extLst>
              <a:ext uri="{FF2B5EF4-FFF2-40B4-BE49-F238E27FC236}">
                <a16:creationId xmlns:a16="http://schemas.microsoft.com/office/drawing/2014/main" id="{38BC399C-06CB-4408-BE6E-C34907D3A97E}"/>
              </a:ext>
            </a:extLst>
          </p:cNvPr>
          <p:cNvSpPr/>
          <p:nvPr/>
        </p:nvSpPr>
        <p:spPr>
          <a:xfrm>
            <a:off x="8988503" y="2601943"/>
            <a:ext cx="2835455"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W.T</a:t>
            </a:r>
            <a:r>
              <a:rPr lang="en-US" sz="2000" b="0" cap="none" spc="0" dirty="0">
                <a:ln w="0"/>
                <a:solidFill>
                  <a:schemeClr val="tx1"/>
                </a:solidFill>
                <a:effectLst>
                  <a:outerShdw blurRad="38100" dist="19050" dir="2700000" algn="tl" rotWithShape="0">
                    <a:schemeClr val="dk1">
                      <a:alpha val="40000"/>
                    </a:schemeClr>
                  </a:outerShdw>
                </a:effectLst>
              </a:rPr>
              <a:t> = T.A.T – BURST TIME</a:t>
            </a:r>
          </a:p>
        </p:txBody>
      </p:sp>
      <p:sp>
        <p:nvSpPr>
          <p:cNvPr id="3" name="Rectangle 2">
            <a:extLst>
              <a:ext uri="{FF2B5EF4-FFF2-40B4-BE49-F238E27FC236}">
                <a16:creationId xmlns:a16="http://schemas.microsoft.com/office/drawing/2014/main" id="{92DB0172-6AEB-45D2-ABF1-4561341E9B20}"/>
              </a:ext>
            </a:extLst>
          </p:cNvPr>
          <p:cNvSpPr/>
          <p:nvPr/>
        </p:nvSpPr>
        <p:spPr>
          <a:xfrm>
            <a:off x="8988503" y="3154453"/>
            <a:ext cx="2505814"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C.T = Completion Time</a:t>
            </a:r>
          </a:p>
        </p:txBody>
      </p:sp>
      <p:sp>
        <p:nvSpPr>
          <p:cNvPr id="10" name="Rectangle 9">
            <a:extLst>
              <a:ext uri="{FF2B5EF4-FFF2-40B4-BE49-F238E27FC236}">
                <a16:creationId xmlns:a16="http://schemas.microsoft.com/office/drawing/2014/main" id="{972AC562-A082-4403-929C-F672AC11FB32}"/>
              </a:ext>
            </a:extLst>
          </p:cNvPr>
          <p:cNvSpPr/>
          <p:nvPr/>
        </p:nvSpPr>
        <p:spPr>
          <a:xfrm>
            <a:off x="8933584" y="3455838"/>
            <a:ext cx="2794035"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T.A.T = Turn Around Time </a:t>
            </a:r>
          </a:p>
        </p:txBody>
      </p:sp>
      <p:sp>
        <p:nvSpPr>
          <p:cNvPr id="11" name="Rectangle 10">
            <a:extLst>
              <a:ext uri="{FF2B5EF4-FFF2-40B4-BE49-F238E27FC236}">
                <a16:creationId xmlns:a16="http://schemas.microsoft.com/office/drawing/2014/main" id="{3CF65B3D-FEAF-48B0-A4EF-0E8C57C6D6EF}"/>
              </a:ext>
            </a:extLst>
          </p:cNvPr>
          <p:cNvSpPr/>
          <p:nvPr/>
        </p:nvSpPr>
        <p:spPr>
          <a:xfrm>
            <a:off x="8920857" y="3743931"/>
            <a:ext cx="2251706"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W.T = Waiting Time</a:t>
            </a:r>
          </a:p>
        </p:txBody>
      </p:sp>
      <p:sp>
        <p:nvSpPr>
          <p:cNvPr id="12" name="Rectangle 11">
            <a:extLst>
              <a:ext uri="{FF2B5EF4-FFF2-40B4-BE49-F238E27FC236}">
                <a16:creationId xmlns:a16="http://schemas.microsoft.com/office/drawing/2014/main" id="{2FA0BD73-852C-410C-8A0F-20301E8017B0}"/>
              </a:ext>
            </a:extLst>
          </p:cNvPr>
          <p:cNvSpPr/>
          <p:nvPr/>
        </p:nvSpPr>
        <p:spPr>
          <a:xfrm>
            <a:off x="3347846" y="5627839"/>
            <a:ext cx="1414169"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Idle time</a:t>
            </a:r>
          </a:p>
        </p:txBody>
      </p:sp>
      <p:sp>
        <p:nvSpPr>
          <p:cNvPr id="13" name="Rectangle 12">
            <a:extLst>
              <a:ext uri="{FF2B5EF4-FFF2-40B4-BE49-F238E27FC236}">
                <a16:creationId xmlns:a16="http://schemas.microsoft.com/office/drawing/2014/main" id="{2835D8A0-C42C-4D49-830F-24AAF8EDC300}"/>
              </a:ext>
            </a:extLst>
          </p:cNvPr>
          <p:cNvSpPr/>
          <p:nvPr/>
        </p:nvSpPr>
        <p:spPr>
          <a:xfrm>
            <a:off x="9068436" y="4627115"/>
            <a:ext cx="2367956"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Calculations</a:t>
            </a:r>
          </a:p>
        </p:txBody>
      </p:sp>
      <p:sp>
        <p:nvSpPr>
          <p:cNvPr id="14" name="Rectangle 13">
            <a:extLst>
              <a:ext uri="{FF2B5EF4-FFF2-40B4-BE49-F238E27FC236}">
                <a16:creationId xmlns:a16="http://schemas.microsoft.com/office/drawing/2014/main" id="{9108CE7D-9A9C-472F-9F17-53DA2B002D03}"/>
              </a:ext>
            </a:extLst>
          </p:cNvPr>
          <p:cNvSpPr/>
          <p:nvPr/>
        </p:nvSpPr>
        <p:spPr>
          <a:xfrm>
            <a:off x="9499060" y="5140256"/>
            <a:ext cx="1484702" cy="1631216"/>
          </a:xfrm>
          <a:prstGeom prst="rect">
            <a:avLst/>
          </a:prstGeom>
          <a:noFill/>
        </p:spPr>
        <p:txBody>
          <a:bodyPr wrap="none" lIns="91440" tIns="45720" rIns="91440" bIns="45720">
            <a:spAutoFit/>
          </a:bodyPr>
          <a:lstStyle/>
          <a:p>
            <a:pPr algn="ctr"/>
            <a:r>
              <a:rPr lang="en-US" sz="2000" b="1" cap="none" spc="0" dirty="0">
                <a:ln w="0"/>
                <a:solidFill>
                  <a:srgbClr val="FFC000"/>
                </a:solidFill>
                <a:effectLst>
                  <a:outerShdw blurRad="38100" dist="19050" dir="2700000" algn="tl" rotWithShape="0">
                    <a:schemeClr val="dk1">
                      <a:alpha val="40000"/>
                    </a:schemeClr>
                  </a:outerShdw>
                </a:effectLst>
              </a:rPr>
              <a:t>0 + 3 = 3</a:t>
            </a:r>
          </a:p>
          <a:p>
            <a:pPr algn="ctr"/>
            <a:r>
              <a:rPr lang="en-US" sz="2000" b="1" dirty="0">
                <a:ln w="0"/>
                <a:solidFill>
                  <a:srgbClr val="FF0000"/>
                </a:solidFill>
                <a:effectLst>
                  <a:outerShdw blurRad="38100" dist="19050" dir="2700000" algn="tl" rotWithShape="0">
                    <a:schemeClr val="dk1">
                      <a:alpha val="40000"/>
                    </a:schemeClr>
                  </a:outerShdw>
                </a:effectLst>
              </a:rPr>
              <a:t>4 + 5 = 9</a:t>
            </a:r>
          </a:p>
          <a:p>
            <a:pPr algn="ctr"/>
            <a:r>
              <a:rPr lang="en-US" sz="2000" b="1" cap="none" spc="0" dirty="0">
                <a:ln w="0"/>
                <a:solidFill>
                  <a:srgbClr val="0070C0"/>
                </a:solidFill>
                <a:effectLst>
                  <a:outerShdw blurRad="38100" dist="19050" dir="2700000" algn="tl" rotWithShape="0">
                    <a:schemeClr val="dk1">
                      <a:alpha val="40000"/>
                    </a:schemeClr>
                  </a:outerShdw>
                </a:effectLst>
              </a:rPr>
              <a:t>9 </a:t>
            </a:r>
            <a:r>
              <a:rPr lang="en-US" sz="2000" b="1" dirty="0">
                <a:ln w="0"/>
                <a:solidFill>
                  <a:srgbClr val="0070C0"/>
                </a:solidFill>
                <a:effectLst>
                  <a:outerShdw blurRad="38100" dist="19050" dir="2700000" algn="tl" rotWithShape="0">
                    <a:schemeClr val="dk1">
                      <a:alpha val="40000"/>
                    </a:schemeClr>
                  </a:outerShdw>
                </a:effectLst>
              </a:rPr>
              <a:t>+ 4 = 13</a:t>
            </a:r>
          </a:p>
          <a:p>
            <a:pPr algn="ctr"/>
            <a:r>
              <a:rPr lang="en-US" sz="2000" b="1" cap="none" spc="0" dirty="0">
                <a:ln w="0"/>
                <a:solidFill>
                  <a:srgbClr val="00B050"/>
                </a:solidFill>
                <a:effectLst>
                  <a:outerShdw blurRad="38100" dist="19050" dir="2700000" algn="tl" rotWithShape="0">
                    <a:schemeClr val="dk1">
                      <a:alpha val="40000"/>
                    </a:schemeClr>
                  </a:outerShdw>
                </a:effectLst>
              </a:rPr>
              <a:t>13 + 4 = 17</a:t>
            </a:r>
          </a:p>
          <a:p>
            <a:pPr algn="ctr"/>
            <a:r>
              <a:rPr lang="en-US" sz="2000" b="1" cap="none" spc="0" dirty="0">
                <a:ln w="0"/>
                <a:solidFill>
                  <a:srgbClr val="FFFF00"/>
                </a:solidFill>
                <a:effectLst>
                  <a:outerShdw blurRad="38100" dist="19050" dir="2700000" algn="tl" rotWithShape="0">
                    <a:schemeClr val="dk1">
                      <a:alpha val="40000"/>
                    </a:schemeClr>
                  </a:outerShdw>
                </a:effectLst>
              </a:rPr>
              <a:t>17 + 2 = 19</a:t>
            </a:r>
          </a:p>
        </p:txBody>
      </p:sp>
      <p:sp>
        <p:nvSpPr>
          <p:cNvPr id="15" name="Rectangle 14">
            <a:extLst>
              <a:ext uri="{FF2B5EF4-FFF2-40B4-BE49-F238E27FC236}">
                <a16:creationId xmlns:a16="http://schemas.microsoft.com/office/drawing/2014/main" id="{5CFE60A1-2A3E-4DFE-A4ED-76D35A652EA3}"/>
              </a:ext>
            </a:extLst>
          </p:cNvPr>
          <p:cNvSpPr/>
          <p:nvPr/>
        </p:nvSpPr>
        <p:spPr>
          <a:xfrm>
            <a:off x="6316953" y="4456123"/>
            <a:ext cx="1368131"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Average = </a:t>
            </a:r>
          </a:p>
        </p:txBody>
      </p:sp>
      <p:sp>
        <p:nvSpPr>
          <p:cNvPr id="16" name="Rectangle 15">
            <a:extLst>
              <a:ext uri="{FF2B5EF4-FFF2-40B4-BE49-F238E27FC236}">
                <a16:creationId xmlns:a16="http://schemas.microsoft.com/office/drawing/2014/main" id="{244C39B1-670C-43CB-89A0-401F90EE36DC}"/>
              </a:ext>
            </a:extLst>
          </p:cNvPr>
          <p:cNvSpPr/>
          <p:nvPr/>
        </p:nvSpPr>
        <p:spPr>
          <a:xfrm>
            <a:off x="7550880" y="4448841"/>
            <a:ext cx="1662635"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8       4.4 units</a:t>
            </a:r>
          </a:p>
        </p:txBody>
      </p:sp>
      <p:sp>
        <p:nvSpPr>
          <p:cNvPr id="17" name="Footer Placeholder 16">
            <a:extLst>
              <a:ext uri="{FF2B5EF4-FFF2-40B4-BE49-F238E27FC236}">
                <a16:creationId xmlns:a16="http://schemas.microsoft.com/office/drawing/2014/main" id="{4ECAA75E-2925-476A-A5FF-BFE7CE0B5E66}"/>
              </a:ext>
            </a:extLst>
          </p:cNvPr>
          <p:cNvSpPr>
            <a:spLocks noGrp="1"/>
          </p:cNvSpPr>
          <p:nvPr>
            <p:ph type="ftr" sz="quarter" idx="11"/>
          </p:nvPr>
        </p:nvSpPr>
        <p:spPr>
          <a:xfrm>
            <a:off x="1141413" y="6307609"/>
            <a:ext cx="6239309" cy="365125"/>
          </a:xfrm>
        </p:spPr>
        <p:txBody>
          <a:bodyPr/>
          <a:lstStyle/>
          <a:p>
            <a:r>
              <a:rPr lang="en-GB" dirty="0"/>
              <a:t>Prepared by James Soko for Mr. Paul M. Mutunda © 2025 Kapasa Makasa University </a:t>
            </a:r>
            <a:endParaRPr lang="LID4096" dirty="0"/>
          </a:p>
        </p:txBody>
      </p:sp>
      <p:sp>
        <p:nvSpPr>
          <p:cNvPr id="18" name="Slide Number Placeholder 17">
            <a:extLst>
              <a:ext uri="{FF2B5EF4-FFF2-40B4-BE49-F238E27FC236}">
                <a16:creationId xmlns:a16="http://schemas.microsoft.com/office/drawing/2014/main" id="{A0EB7133-AAB3-4DE9-86D2-3089AC9A4711}"/>
              </a:ext>
            </a:extLst>
          </p:cNvPr>
          <p:cNvSpPr>
            <a:spLocks noGrp="1"/>
          </p:cNvSpPr>
          <p:nvPr>
            <p:ph type="sldNum" sz="quarter" idx="12"/>
          </p:nvPr>
        </p:nvSpPr>
        <p:spPr>
          <a:xfrm>
            <a:off x="11172563" y="6487867"/>
            <a:ext cx="771089" cy="365125"/>
          </a:xfrm>
        </p:spPr>
        <p:txBody>
          <a:bodyPr/>
          <a:lstStyle/>
          <a:p>
            <a:fld id="{76711B12-96E3-4CC6-8596-5FF84CCB8B40}" type="slidenum">
              <a:rPr lang="LID4096" smtClean="0"/>
              <a:t>63</a:t>
            </a:fld>
            <a:endParaRPr lang="LID4096" dirty="0"/>
          </a:p>
        </p:txBody>
      </p:sp>
    </p:spTree>
    <p:extLst>
      <p:ext uri="{BB962C8B-B14F-4D97-AF65-F5344CB8AC3E}">
        <p14:creationId xmlns:p14="http://schemas.microsoft.com/office/powerpoint/2010/main" val="9761070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CA706-C41C-463A-98B1-9DE3AB502098}"/>
              </a:ext>
            </a:extLst>
          </p:cNvPr>
          <p:cNvSpPr>
            <a:spLocks noGrp="1"/>
          </p:cNvSpPr>
          <p:nvPr>
            <p:ph type="title"/>
          </p:nvPr>
        </p:nvSpPr>
        <p:spPr/>
        <p:txBody>
          <a:bodyPr/>
          <a:lstStyle/>
          <a:p>
            <a:pPr algn="ctr"/>
            <a:r>
              <a:rPr lang="en-GB" b="1" dirty="0">
                <a:hlinkClick r:id="rId2">
                  <a:extLst>
                    <a:ext uri="{A12FA001-AC4F-418D-AE19-62706E023703}">
                      <ahyp:hlinkClr xmlns:ahyp="http://schemas.microsoft.com/office/drawing/2018/hyperlinkcolor" val="tx"/>
                    </a:ext>
                  </a:extLst>
                </a:hlinkClick>
              </a:rPr>
              <a:t>FIRST COME FIRST SERVED SCHEDULING </a:t>
            </a:r>
            <a:r>
              <a:rPr lang="en-GB" b="1" dirty="0"/>
              <a:t>(CONTINUES…)</a:t>
            </a:r>
            <a:endParaRPr lang="LID4096" dirty="0"/>
          </a:p>
        </p:txBody>
      </p:sp>
      <p:sp>
        <p:nvSpPr>
          <p:cNvPr id="3" name="Content Placeholder 2">
            <a:extLst>
              <a:ext uri="{FF2B5EF4-FFF2-40B4-BE49-F238E27FC236}">
                <a16:creationId xmlns:a16="http://schemas.microsoft.com/office/drawing/2014/main" id="{4509287D-786B-40BB-816F-4AC062AAA473}"/>
              </a:ext>
            </a:extLst>
          </p:cNvPr>
          <p:cNvSpPr>
            <a:spLocks noGrp="1"/>
          </p:cNvSpPr>
          <p:nvPr>
            <p:ph idx="1"/>
          </p:nvPr>
        </p:nvSpPr>
        <p:spPr/>
        <p:txBody>
          <a:bodyPr>
            <a:normAutofit/>
          </a:bodyPr>
          <a:lstStyle/>
          <a:p>
            <a:pPr>
              <a:buFont typeface="Wingdings" panose="05000000000000000000" pitchFamily="2" charset="2"/>
              <a:buChar char="q"/>
            </a:pPr>
            <a:r>
              <a:rPr lang="en-US" dirty="0"/>
              <a:t> </a:t>
            </a:r>
            <a:r>
              <a:rPr lang="en-US" b="1" dirty="0"/>
              <a:t>Convoy Effect</a:t>
            </a:r>
          </a:p>
          <a:p>
            <a:pPr marL="0" indent="0">
              <a:buNone/>
            </a:pPr>
            <a:r>
              <a:rPr lang="en-US" dirty="0"/>
              <a:t> If process with higher burst time arrived before the processes with smaller burst time, then, smaller processes have to wait for a long time for longer processes to release the CPU.</a:t>
            </a:r>
          </a:p>
        </p:txBody>
      </p:sp>
      <p:sp>
        <p:nvSpPr>
          <p:cNvPr id="4" name="Footer Placeholder 3">
            <a:extLst>
              <a:ext uri="{FF2B5EF4-FFF2-40B4-BE49-F238E27FC236}">
                <a16:creationId xmlns:a16="http://schemas.microsoft.com/office/drawing/2014/main" id="{97E063A7-0070-4D52-8B87-5BBA154ED0E6}"/>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3439458-AA42-4F1D-98C4-F4106FC8ADBC}"/>
              </a:ext>
            </a:extLst>
          </p:cNvPr>
          <p:cNvSpPr>
            <a:spLocks noGrp="1"/>
          </p:cNvSpPr>
          <p:nvPr>
            <p:ph type="sldNum" sz="quarter" idx="12"/>
          </p:nvPr>
        </p:nvSpPr>
        <p:spPr/>
        <p:txBody>
          <a:bodyPr/>
          <a:lstStyle/>
          <a:p>
            <a:fld id="{76711B12-96E3-4CC6-8596-5FF84CCB8B40}" type="slidenum">
              <a:rPr lang="LID4096" smtClean="0"/>
              <a:t>64</a:t>
            </a:fld>
            <a:endParaRPr lang="LID4096"/>
          </a:p>
        </p:txBody>
      </p:sp>
    </p:spTree>
    <p:extLst>
      <p:ext uri="{BB962C8B-B14F-4D97-AF65-F5344CB8AC3E}">
        <p14:creationId xmlns:p14="http://schemas.microsoft.com/office/powerpoint/2010/main" val="13594425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8FFD-8752-463D-B069-192DCB671774}"/>
              </a:ext>
            </a:extLst>
          </p:cNvPr>
          <p:cNvSpPr>
            <a:spLocks noGrp="1"/>
          </p:cNvSpPr>
          <p:nvPr>
            <p:ph type="title"/>
          </p:nvPr>
        </p:nvSpPr>
        <p:spPr/>
        <p:txBody>
          <a:bodyPr/>
          <a:lstStyle/>
          <a:p>
            <a:pPr algn="ctr"/>
            <a:r>
              <a:rPr lang="en-GB" b="1" dirty="0"/>
              <a:t>SHORTEST JOB FIRST – Non pre-emptive </a:t>
            </a:r>
            <a:endParaRPr lang="LID4096" b="1" dirty="0"/>
          </a:p>
        </p:txBody>
      </p:sp>
      <p:graphicFrame>
        <p:nvGraphicFramePr>
          <p:cNvPr id="4" name="Table 4">
            <a:extLst>
              <a:ext uri="{FF2B5EF4-FFF2-40B4-BE49-F238E27FC236}">
                <a16:creationId xmlns:a16="http://schemas.microsoft.com/office/drawing/2014/main" id="{B85ADF66-C7F7-417A-953D-93D7D07BBE72}"/>
              </a:ext>
            </a:extLst>
          </p:cNvPr>
          <p:cNvGraphicFramePr>
            <a:graphicFrameLocks noGrp="1"/>
          </p:cNvGraphicFramePr>
          <p:nvPr>
            <p:ph idx="1"/>
            <p:extLst>
              <p:ext uri="{D42A27DB-BD31-4B8C-83A1-F6EECF244321}">
                <p14:modId xmlns:p14="http://schemas.microsoft.com/office/powerpoint/2010/main" val="830499232"/>
              </p:ext>
            </p:extLst>
          </p:nvPr>
        </p:nvGraphicFramePr>
        <p:xfrm>
          <a:off x="1141413" y="2249488"/>
          <a:ext cx="4920022" cy="1854200"/>
        </p:xfrm>
        <a:graphic>
          <a:graphicData uri="http://schemas.openxmlformats.org/drawingml/2006/table">
            <a:tbl>
              <a:tblPr firstRow="1" bandRow="1">
                <a:tableStyleId>{5C22544A-7EE6-4342-B048-85BDC9FD1C3A}</a:tableStyleId>
              </a:tblPr>
              <a:tblGrid>
                <a:gridCol w="1894018">
                  <a:extLst>
                    <a:ext uri="{9D8B030D-6E8A-4147-A177-3AD203B41FA5}">
                      <a16:colId xmlns:a16="http://schemas.microsoft.com/office/drawing/2014/main" val="3259569738"/>
                    </a:ext>
                  </a:extLst>
                </a:gridCol>
                <a:gridCol w="1649691">
                  <a:extLst>
                    <a:ext uri="{9D8B030D-6E8A-4147-A177-3AD203B41FA5}">
                      <a16:colId xmlns:a16="http://schemas.microsoft.com/office/drawing/2014/main" val="3735439937"/>
                    </a:ext>
                  </a:extLst>
                </a:gridCol>
                <a:gridCol w="1376313">
                  <a:extLst>
                    <a:ext uri="{9D8B030D-6E8A-4147-A177-3AD203B41FA5}">
                      <a16:colId xmlns:a16="http://schemas.microsoft.com/office/drawing/2014/main" val="849490048"/>
                    </a:ext>
                  </a:extLst>
                </a:gridCol>
              </a:tblGrid>
              <a:tr h="370840">
                <a:tc>
                  <a:txBody>
                    <a:bodyPr/>
                    <a:lstStyle/>
                    <a:p>
                      <a:pPr algn="ctr"/>
                      <a:r>
                        <a:rPr lang="en-GB" dirty="0">
                          <a:solidFill>
                            <a:schemeClr val="tx1"/>
                          </a:solidFill>
                        </a:rPr>
                        <a:t>PROCESS ID (PID)</a:t>
                      </a:r>
                      <a:endParaRPr lang="LID4096" dirty="0">
                        <a:solidFill>
                          <a:schemeClr val="tx1"/>
                        </a:solidFill>
                      </a:endParaRPr>
                    </a:p>
                  </a:txBody>
                  <a:tcPr>
                    <a:noFill/>
                  </a:tcPr>
                </a:tc>
                <a:tc>
                  <a:txBody>
                    <a:bodyPr/>
                    <a:lstStyle/>
                    <a:p>
                      <a:pPr algn="ctr"/>
                      <a:r>
                        <a:rPr lang="en-GB" dirty="0">
                          <a:solidFill>
                            <a:schemeClr val="tx1"/>
                          </a:solidFill>
                        </a:rPr>
                        <a:t>ARRIVAL TIME</a:t>
                      </a:r>
                      <a:endParaRPr lang="LID4096" dirty="0">
                        <a:solidFill>
                          <a:schemeClr val="tx1"/>
                        </a:solidFill>
                      </a:endParaRPr>
                    </a:p>
                  </a:txBody>
                  <a:tcPr>
                    <a:noFill/>
                  </a:tcPr>
                </a:tc>
                <a:tc>
                  <a:txBody>
                    <a:bodyPr/>
                    <a:lstStyle/>
                    <a:p>
                      <a:pPr algn="ctr"/>
                      <a:r>
                        <a:rPr lang="en-GB" dirty="0">
                          <a:solidFill>
                            <a:schemeClr val="tx1"/>
                          </a:solidFill>
                        </a:rPr>
                        <a:t>BURST TIME</a:t>
                      </a:r>
                    </a:p>
                  </a:txBody>
                  <a:tcPr>
                    <a:noFill/>
                  </a:tcPr>
                </a:tc>
                <a:extLst>
                  <a:ext uri="{0D108BD9-81ED-4DB2-BD59-A6C34878D82A}">
                    <a16:rowId xmlns:a16="http://schemas.microsoft.com/office/drawing/2014/main" val="2946757989"/>
                  </a:ext>
                </a:extLst>
              </a:tr>
              <a:tr h="370840">
                <a:tc>
                  <a:txBody>
                    <a:bodyPr/>
                    <a:lstStyle/>
                    <a:p>
                      <a:pPr algn="ctr"/>
                      <a:r>
                        <a:rPr lang="en-US" b="1" dirty="0">
                          <a:solidFill>
                            <a:srgbClr val="FF0000"/>
                          </a:solidFill>
                        </a:rPr>
                        <a:t>0</a:t>
                      </a:r>
                      <a:endParaRPr lang="LID4096" b="1" dirty="0">
                        <a:solidFill>
                          <a:srgbClr val="FF0000"/>
                        </a:solidFill>
                      </a:endParaRPr>
                    </a:p>
                  </a:txBody>
                  <a:tcPr>
                    <a:noFill/>
                  </a:tcPr>
                </a:tc>
                <a:tc>
                  <a:txBody>
                    <a:bodyPr/>
                    <a:lstStyle/>
                    <a:p>
                      <a:pPr algn="ctr"/>
                      <a:r>
                        <a:rPr lang="en-US" b="1" dirty="0">
                          <a:solidFill>
                            <a:srgbClr val="FF0000"/>
                          </a:solidFill>
                        </a:rPr>
                        <a:t>0</a:t>
                      </a:r>
                      <a:endParaRPr lang="LID4096" b="1" dirty="0">
                        <a:solidFill>
                          <a:srgbClr val="FF0000"/>
                        </a:solidFill>
                      </a:endParaRPr>
                    </a:p>
                  </a:txBody>
                  <a:tcPr>
                    <a:noFill/>
                  </a:tcPr>
                </a:tc>
                <a:tc>
                  <a:txBody>
                    <a:bodyPr/>
                    <a:lstStyle/>
                    <a:p>
                      <a:pPr algn="ctr"/>
                      <a:r>
                        <a:rPr lang="en-US" b="1" dirty="0">
                          <a:solidFill>
                            <a:srgbClr val="FF0000"/>
                          </a:solidFill>
                        </a:rPr>
                        <a:t>7</a:t>
                      </a:r>
                      <a:endParaRPr lang="LID4096" b="1" dirty="0">
                        <a:solidFill>
                          <a:srgbClr val="FF0000"/>
                        </a:solidFill>
                      </a:endParaRPr>
                    </a:p>
                  </a:txBody>
                  <a:tcPr>
                    <a:noFill/>
                  </a:tcPr>
                </a:tc>
                <a:extLst>
                  <a:ext uri="{0D108BD9-81ED-4DB2-BD59-A6C34878D82A}">
                    <a16:rowId xmlns:a16="http://schemas.microsoft.com/office/drawing/2014/main" val="3283166758"/>
                  </a:ext>
                </a:extLst>
              </a:tr>
              <a:tr h="370840">
                <a:tc>
                  <a:txBody>
                    <a:bodyPr/>
                    <a:lstStyle/>
                    <a:p>
                      <a:pPr algn="ctr"/>
                      <a:r>
                        <a:rPr lang="en-US" b="1" dirty="0">
                          <a:solidFill>
                            <a:srgbClr val="00B050"/>
                          </a:solidFill>
                        </a:rPr>
                        <a:t>1</a:t>
                      </a:r>
                      <a:endParaRPr lang="LID4096" b="1" dirty="0">
                        <a:solidFill>
                          <a:srgbClr val="00B050"/>
                        </a:solidFill>
                      </a:endParaRPr>
                    </a:p>
                  </a:txBody>
                  <a:tcPr>
                    <a:noFill/>
                  </a:tcPr>
                </a:tc>
                <a:tc>
                  <a:txBody>
                    <a:bodyPr/>
                    <a:lstStyle/>
                    <a:p>
                      <a:pPr algn="ctr"/>
                      <a:r>
                        <a:rPr lang="en-US" b="1" dirty="0">
                          <a:solidFill>
                            <a:srgbClr val="00B050"/>
                          </a:solidFill>
                        </a:rPr>
                        <a:t>2</a:t>
                      </a:r>
                      <a:endParaRPr lang="LID4096" b="1" dirty="0">
                        <a:solidFill>
                          <a:srgbClr val="00B050"/>
                        </a:solidFill>
                      </a:endParaRPr>
                    </a:p>
                  </a:txBody>
                  <a:tcPr>
                    <a:noFill/>
                  </a:tcPr>
                </a:tc>
                <a:tc>
                  <a:txBody>
                    <a:bodyPr/>
                    <a:lstStyle/>
                    <a:p>
                      <a:pPr algn="ctr"/>
                      <a:r>
                        <a:rPr lang="en-US" b="1" dirty="0">
                          <a:solidFill>
                            <a:srgbClr val="00B050"/>
                          </a:solidFill>
                        </a:rPr>
                        <a:t>4</a:t>
                      </a:r>
                      <a:endParaRPr lang="LID4096" b="1" dirty="0">
                        <a:solidFill>
                          <a:srgbClr val="00B050"/>
                        </a:solidFill>
                      </a:endParaRPr>
                    </a:p>
                  </a:txBody>
                  <a:tcPr>
                    <a:noFill/>
                  </a:tcPr>
                </a:tc>
                <a:extLst>
                  <a:ext uri="{0D108BD9-81ED-4DB2-BD59-A6C34878D82A}">
                    <a16:rowId xmlns:a16="http://schemas.microsoft.com/office/drawing/2014/main" val="1485052230"/>
                  </a:ext>
                </a:extLst>
              </a:tr>
              <a:tr h="370840">
                <a:tc>
                  <a:txBody>
                    <a:bodyPr/>
                    <a:lstStyle/>
                    <a:p>
                      <a:pPr algn="ctr"/>
                      <a:r>
                        <a:rPr lang="en-US" b="1" dirty="0">
                          <a:solidFill>
                            <a:schemeClr val="accent2"/>
                          </a:solidFill>
                        </a:rPr>
                        <a:t>2</a:t>
                      </a:r>
                      <a:endParaRPr lang="LID4096" b="1" dirty="0">
                        <a:solidFill>
                          <a:schemeClr val="accent2"/>
                        </a:solidFill>
                      </a:endParaRPr>
                    </a:p>
                  </a:txBody>
                  <a:tcPr>
                    <a:noFill/>
                  </a:tcPr>
                </a:tc>
                <a:tc>
                  <a:txBody>
                    <a:bodyPr/>
                    <a:lstStyle/>
                    <a:p>
                      <a:pPr algn="ctr"/>
                      <a:r>
                        <a:rPr lang="en-US" b="1" dirty="0">
                          <a:solidFill>
                            <a:schemeClr val="accent2"/>
                          </a:solidFill>
                        </a:rPr>
                        <a:t>4</a:t>
                      </a:r>
                      <a:endParaRPr lang="LID4096" b="1" dirty="0">
                        <a:solidFill>
                          <a:schemeClr val="accent2"/>
                        </a:solidFill>
                      </a:endParaRPr>
                    </a:p>
                  </a:txBody>
                  <a:tcPr>
                    <a:noFill/>
                  </a:tcPr>
                </a:tc>
                <a:tc>
                  <a:txBody>
                    <a:bodyPr/>
                    <a:lstStyle/>
                    <a:p>
                      <a:pPr algn="ctr"/>
                      <a:r>
                        <a:rPr lang="en-US" b="1" dirty="0">
                          <a:solidFill>
                            <a:schemeClr val="accent2"/>
                          </a:solidFill>
                        </a:rPr>
                        <a:t>1</a:t>
                      </a:r>
                      <a:endParaRPr lang="LID4096" b="1" dirty="0">
                        <a:solidFill>
                          <a:schemeClr val="accent2"/>
                        </a:solidFill>
                      </a:endParaRPr>
                    </a:p>
                  </a:txBody>
                  <a:tcPr>
                    <a:noFill/>
                  </a:tcPr>
                </a:tc>
                <a:extLst>
                  <a:ext uri="{0D108BD9-81ED-4DB2-BD59-A6C34878D82A}">
                    <a16:rowId xmlns:a16="http://schemas.microsoft.com/office/drawing/2014/main" val="420878322"/>
                  </a:ext>
                </a:extLst>
              </a:tr>
              <a:tr h="370840">
                <a:tc>
                  <a:txBody>
                    <a:bodyPr/>
                    <a:lstStyle/>
                    <a:p>
                      <a:pPr algn="ctr"/>
                      <a:r>
                        <a:rPr lang="en-US" b="1" dirty="0">
                          <a:solidFill>
                            <a:srgbClr val="FFFF00"/>
                          </a:solidFill>
                        </a:rPr>
                        <a:t>3</a:t>
                      </a:r>
                      <a:endParaRPr lang="LID4096" b="1" dirty="0">
                        <a:solidFill>
                          <a:srgbClr val="FFFF00"/>
                        </a:solidFill>
                      </a:endParaRPr>
                    </a:p>
                  </a:txBody>
                  <a:tcPr>
                    <a:noFill/>
                  </a:tcPr>
                </a:tc>
                <a:tc>
                  <a:txBody>
                    <a:bodyPr/>
                    <a:lstStyle/>
                    <a:p>
                      <a:pPr algn="ctr"/>
                      <a:r>
                        <a:rPr lang="en-US" b="1" dirty="0">
                          <a:solidFill>
                            <a:srgbClr val="FFFF00"/>
                          </a:solidFill>
                        </a:rPr>
                        <a:t>5</a:t>
                      </a:r>
                      <a:endParaRPr lang="LID4096" b="1" dirty="0">
                        <a:solidFill>
                          <a:srgbClr val="FFFF00"/>
                        </a:solidFill>
                      </a:endParaRPr>
                    </a:p>
                  </a:txBody>
                  <a:tcPr>
                    <a:noFill/>
                  </a:tcPr>
                </a:tc>
                <a:tc>
                  <a:txBody>
                    <a:bodyPr/>
                    <a:lstStyle/>
                    <a:p>
                      <a:pPr algn="ctr"/>
                      <a:r>
                        <a:rPr lang="en-US" b="1" dirty="0">
                          <a:solidFill>
                            <a:srgbClr val="FFFF00"/>
                          </a:solidFill>
                        </a:rPr>
                        <a:t>4</a:t>
                      </a:r>
                      <a:endParaRPr lang="LID4096" b="1" dirty="0">
                        <a:solidFill>
                          <a:srgbClr val="FFFF00"/>
                        </a:solidFill>
                      </a:endParaRPr>
                    </a:p>
                  </a:txBody>
                  <a:tcPr>
                    <a:noFill/>
                  </a:tcPr>
                </a:tc>
                <a:extLst>
                  <a:ext uri="{0D108BD9-81ED-4DB2-BD59-A6C34878D82A}">
                    <a16:rowId xmlns:a16="http://schemas.microsoft.com/office/drawing/2014/main" val="3857688198"/>
                  </a:ext>
                </a:extLst>
              </a:tr>
            </a:tbl>
          </a:graphicData>
        </a:graphic>
      </p:graphicFrame>
      <p:graphicFrame>
        <p:nvGraphicFramePr>
          <p:cNvPr id="5" name="Table 5">
            <a:extLst>
              <a:ext uri="{FF2B5EF4-FFF2-40B4-BE49-F238E27FC236}">
                <a16:creationId xmlns:a16="http://schemas.microsoft.com/office/drawing/2014/main" id="{E67BA528-E0CF-4954-A452-109479C1BED2}"/>
              </a:ext>
            </a:extLst>
          </p:cNvPr>
          <p:cNvGraphicFramePr>
            <a:graphicFrameLocks noGrp="1"/>
          </p:cNvGraphicFramePr>
          <p:nvPr>
            <p:extLst>
              <p:ext uri="{D42A27DB-BD31-4B8C-83A1-F6EECF244321}">
                <p14:modId xmlns:p14="http://schemas.microsoft.com/office/powerpoint/2010/main" val="2932875360"/>
              </p:ext>
            </p:extLst>
          </p:nvPr>
        </p:nvGraphicFramePr>
        <p:xfrm>
          <a:off x="1141413" y="5335948"/>
          <a:ext cx="3800106" cy="741680"/>
        </p:xfrm>
        <a:graphic>
          <a:graphicData uri="http://schemas.openxmlformats.org/drawingml/2006/table">
            <a:tbl>
              <a:tblPr firstRow="1" bandRow="1">
                <a:tableStyleId>{5C22544A-7EE6-4342-B048-85BDC9FD1C3A}</a:tableStyleId>
              </a:tblPr>
              <a:tblGrid>
                <a:gridCol w="762801">
                  <a:extLst>
                    <a:ext uri="{9D8B030D-6E8A-4147-A177-3AD203B41FA5}">
                      <a16:colId xmlns:a16="http://schemas.microsoft.com/office/drawing/2014/main" val="3992945678"/>
                    </a:ext>
                  </a:extLst>
                </a:gridCol>
                <a:gridCol w="503901">
                  <a:extLst>
                    <a:ext uri="{9D8B030D-6E8A-4147-A177-3AD203B41FA5}">
                      <a16:colId xmlns:a16="http://schemas.microsoft.com/office/drawing/2014/main" val="106958232"/>
                    </a:ext>
                  </a:extLst>
                </a:gridCol>
                <a:gridCol w="633351">
                  <a:extLst>
                    <a:ext uri="{9D8B030D-6E8A-4147-A177-3AD203B41FA5}">
                      <a16:colId xmlns:a16="http://schemas.microsoft.com/office/drawing/2014/main" val="1264120263"/>
                    </a:ext>
                  </a:extLst>
                </a:gridCol>
                <a:gridCol w="633351">
                  <a:extLst>
                    <a:ext uri="{9D8B030D-6E8A-4147-A177-3AD203B41FA5}">
                      <a16:colId xmlns:a16="http://schemas.microsoft.com/office/drawing/2014/main" val="3272547500"/>
                    </a:ext>
                  </a:extLst>
                </a:gridCol>
                <a:gridCol w="633351">
                  <a:extLst>
                    <a:ext uri="{9D8B030D-6E8A-4147-A177-3AD203B41FA5}">
                      <a16:colId xmlns:a16="http://schemas.microsoft.com/office/drawing/2014/main" val="2153086451"/>
                    </a:ext>
                  </a:extLst>
                </a:gridCol>
                <a:gridCol w="633351">
                  <a:extLst>
                    <a:ext uri="{9D8B030D-6E8A-4147-A177-3AD203B41FA5}">
                      <a16:colId xmlns:a16="http://schemas.microsoft.com/office/drawing/2014/main" val="603620903"/>
                    </a:ext>
                  </a:extLst>
                </a:gridCol>
              </a:tblGrid>
              <a:tr h="370840">
                <a:tc>
                  <a:txBody>
                    <a:bodyPr/>
                    <a:lstStyle/>
                    <a:p>
                      <a:r>
                        <a:rPr lang="en-US" dirty="0">
                          <a:solidFill>
                            <a:schemeClr val="tx1"/>
                          </a:solidFill>
                        </a:rPr>
                        <a:t>TIME</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16</a:t>
                      </a:r>
                      <a:endParaRPr lang="LID4096" dirty="0">
                        <a:solidFill>
                          <a:schemeClr val="tx1"/>
                        </a:solidFill>
                      </a:endParaRPr>
                    </a:p>
                  </a:txBody>
                  <a:tcPr>
                    <a:noFill/>
                  </a:tcPr>
                </a:tc>
                <a:extLst>
                  <a:ext uri="{0D108BD9-81ED-4DB2-BD59-A6C34878D82A}">
                    <a16:rowId xmlns:a16="http://schemas.microsoft.com/office/drawing/2014/main" val="1482574859"/>
                  </a:ext>
                </a:extLst>
              </a:tr>
              <a:tr h="370840">
                <a:tc>
                  <a:txBody>
                    <a:bodyPr/>
                    <a:lstStyle/>
                    <a:p>
                      <a:r>
                        <a:rPr lang="en-US" dirty="0">
                          <a:solidFill>
                            <a:schemeClr val="tx1"/>
                          </a:solidFill>
                        </a:rPr>
                        <a:t>PID</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3943698755"/>
                  </a:ext>
                </a:extLst>
              </a:tr>
            </a:tbl>
          </a:graphicData>
        </a:graphic>
      </p:graphicFrame>
      <p:sp>
        <p:nvSpPr>
          <p:cNvPr id="6" name="Rectangle 5">
            <a:extLst>
              <a:ext uri="{FF2B5EF4-FFF2-40B4-BE49-F238E27FC236}">
                <a16:creationId xmlns:a16="http://schemas.microsoft.com/office/drawing/2014/main" id="{C9C86FE8-E109-47AE-A808-39BD43E87E2C}"/>
              </a:ext>
            </a:extLst>
          </p:cNvPr>
          <p:cNvSpPr/>
          <p:nvPr/>
        </p:nvSpPr>
        <p:spPr>
          <a:xfrm>
            <a:off x="1289512" y="4412618"/>
            <a:ext cx="350390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Gantt Chart</a:t>
            </a:r>
          </a:p>
        </p:txBody>
      </p:sp>
      <p:graphicFrame>
        <p:nvGraphicFramePr>
          <p:cNvPr id="7" name="Table 7">
            <a:extLst>
              <a:ext uri="{FF2B5EF4-FFF2-40B4-BE49-F238E27FC236}">
                <a16:creationId xmlns:a16="http://schemas.microsoft.com/office/drawing/2014/main" id="{A1EE5D44-46C3-48D5-9884-FFDD77150616}"/>
              </a:ext>
            </a:extLst>
          </p:cNvPr>
          <p:cNvGraphicFramePr>
            <a:graphicFrameLocks noGrp="1"/>
          </p:cNvGraphicFramePr>
          <p:nvPr>
            <p:extLst>
              <p:ext uri="{D42A27DB-BD31-4B8C-83A1-F6EECF244321}">
                <p14:modId xmlns:p14="http://schemas.microsoft.com/office/powerpoint/2010/main" val="2203410594"/>
              </p:ext>
            </p:extLst>
          </p:nvPr>
        </p:nvGraphicFramePr>
        <p:xfrm>
          <a:off x="6376797" y="2249488"/>
          <a:ext cx="2436305" cy="1854200"/>
        </p:xfrm>
        <a:graphic>
          <a:graphicData uri="http://schemas.openxmlformats.org/drawingml/2006/table">
            <a:tbl>
              <a:tblPr firstRow="1" bandRow="1">
                <a:tableStyleId>{5C22544A-7EE6-4342-B048-85BDC9FD1C3A}</a:tableStyleId>
              </a:tblPr>
              <a:tblGrid>
                <a:gridCol w="616932">
                  <a:extLst>
                    <a:ext uri="{9D8B030D-6E8A-4147-A177-3AD203B41FA5}">
                      <a16:colId xmlns:a16="http://schemas.microsoft.com/office/drawing/2014/main" val="2843696860"/>
                    </a:ext>
                  </a:extLst>
                </a:gridCol>
                <a:gridCol w="518474">
                  <a:extLst>
                    <a:ext uri="{9D8B030D-6E8A-4147-A177-3AD203B41FA5}">
                      <a16:colId xmlns:a16="http://schemas.microsoft.com/office/drawing/2014/main" val="12272266"/>
                    </a:ext>
                  </a:extLst>
                </a:gridCol>
                <a:gridCol w="716437">
                  <a:extLst>
                    <a:ext uri="{9D8B030D-6E8A-4147-A177-3AD203B41FA5}">
                      <a16:colId xmlns:a16="http://schemas.microsoft.com/office/drawing/2014/main" val="2026640846"/>
                    </a:ext>
                  </a:extLst>
                </a:gridCol>
                <a:gridCol w="584462">
                  <a:extLst>
                    <a:ext uri="{9D8B030D-6E8A-4147-A177-3AD203B41FA5}">
                      <a16:colId xmlns:a16="http://schemas.microsoft.com/office/drawing/2014/main" val="2163443192"/>
                    </a:ext>
                  </a:extLst>
                </a:gridCol>
              </a:tblGrid>
              <a:tr h="370840">
                <a:tc>
                  <a:txBody>
                    <a:bodyPr/>
                    <a:lstStyle/>
                    <a:p>
                      <a:pPr algn="ctr"/>
                      <a:r>
                        <a:rPr lang="en-US" dirty="0">
                          <a:solidFill>
                            <a:schemeClr val="tx1"/>
                          </a:solidFill>
                        </a:rPr>
                        <a:t>PID</a:t>
                      </a:r>
                      <a:endParaRPr lang="LID4096" dirty="0">
                        <a:solidFill>
                          <a:schemeClr val="tx1"/>
                        </a:solidFill>
                      </a:endParaRPr>
                    </a:p>
                  </a:txBody>
                  <a:tcPr>
                    <a:noFill/>
                  </a:tcPr>
                </a:tc>
                <a:tc>
                  <a:txBody>
                    <a:bodyPr/>
                    <a:lstStyle/>
                    <a:p>
                      <a:pPr algn="ctr"/>
                      <a:r>
                        <a:rPr lang="en-US" dirty="0">
                          <a:solidFill>
                            <a:schemeClr val="tx1"/>
                          </a:solidFill>
                        </a:rPr>
                        <a:t>C.T</a:t>
                      </a:r>
                      <a:endParaRPr lang="LID4096" dirty="0">
                        <a:solidFill>
                          <a:schemeClr val="tx1"/>
                        </a:solidFill>
                      </a:endParaRPr>
                    </a:p>
                  </a:txBody>
                  <a:tcPr>
                    <a:noFill/>
                  </a:tcPr>
                </a:tc>
                <a:tc>
                  <a:txBody>
                    <a:bodyPr/>
                    <a:lstStyle/>
                    <a:p>
                      <a:pPr algn="ctr"/>
                      <a:r>
                        <a:rPr lang="en-US" dirty="0">
                          <a:solidFill>
                            <a:schemeClr val="tx1"/>
                          </a:solidFill>
                        </a:rPr>
                        <a:t>T.A.T</a:t>
                      </a:r>
                      <a:endParaRPr lang="LID4096" dirty="0">
                        <a:solidFill>
                          <a:schemeClr val="tx1"/>
                        </a:solidFill>
                      </a:endParaRPr>
                    </a:p>
                  </a:txBody>
                  <a:tcPr>
                    <a:noFill/>
                  </a:tcPr>
                </a:tc>
                <a:tc>
                  <a:txBody>
                    <a:bodyPr/>
                    <a:lstStyle/>
                    <a:p>
                      <a:pPr algn="ctr"/>
                      <a:r>
                        <a:rPr lang="en-US" dirty="0">
                          <a:solidFill>
                            <a:schemeClr val="tx1"/>
                          </a:solidFill>
                        </a:rPr>
                        <a:t>W.T</a:t>
                      </a:r>
                      <a:endParaRPr lang="LID4096" dirty="0">
                        <a:solidFill>
                          <a:schemeClr val="tx1"/>
                        </a:solidFill>
                      </a:endParaRPr>
                    </a:p>
                  </a:txBody>
                  <a:tcPr>
                    <a:noFill/>
                  </a:tcPr>
                </a:tc>
                <a:extLst>
                  <a:ext uri="{0D108BD9-81ED-4DB2-BD59-A6C34878D82A}">
                    <a16:rowId xmlns:a16="http://schemas.microsoft.com/office/drawing/2014/main" val="3588101015"/>
                  </a:ext>
                </a:extLst>
              </a:tr>
              <a:tr h="370840">
                <a:tc>
                  <a:txBody>
                    <a:bodyPr/>
                    <a:lstStyle/>
                    <a:p>
                      <a:pPr algn="ctr"/>
                      <a:r>
                        <a:rPr lang="en-US" b="1" dirty="0">
                          <a:solidFill>
                            <a:srgbClr val="FF0000"/>
                          </a:solidFill>
                        </a:rPr>
                        <a:t>0</a:t>
                      </a:r>
                      <a:endParaRPr lang="LID4096" b="1" dirty="0">
                        <a:solidFill>
                          <a:srgbClr val="FF0000"/>
                        </a:solidFill>
                      </a:endParaRPr>
                    </a:p>
                  </a:txBody>
                  <a:tcPr>
                    <a:noFill/>
                  </a:tcPr>
                </a:tc>
                <a:tc>
                  <a:txBody>
                    <a:bodyPr/>
                    <a:lstStyle/>
                    <a:p>
                      <a:pPr algn="ctr"/>
                      <a:r>
                        <a:rPr lang="en-US" b="1" dirty="0">
                          <a:solidFill>
                            <a:srgbClr val="FF0000"/>
                          </a:solidFill>
                        </a:rPr>
                        <a:t>7</a:t>
                      </a:r>
                      <a:endParaRPr lang="LID4096" b="1" dirty="0">
                        <a:solidFill>
                          <a:srgbClr val="FF0000"/>
                        </a:solidFill>
                      </a:endParaRPr>
                    </a:p>
                  </a:txBody>
                  <a:tcPr>
                    <a:noFill/>
                  </a:tcPr>
                </a:tc>
                <a:tc>
                  <a:txBody>
                    <a:bodyPr/>
                    <a:lstStyle/>
                    <a:p>
                      <a:pPr algn="ctr"/>
                      <a:r>
                        <a:rPr lang="en-US" b="1" dirty="0">
                          <a:solidFill>
                            <a:srgbClr val="FF0000"/>
                          </a:solidFill>
                        </a:rPr>
                        <a:t>7</a:t>
                      </a:r>
                      <a:endParaRPr lang="LID4096" b="1" dirty="0">
                        <a:solidFill>
                          <a:srgbClr val="FF0000"/>
                        </a:solidFill>
                      </a:endParaRPr>
                    </a:p>
                  </a:txBody>
                  <a:tcPr>
                    <a:noFill/>
                  </a:tcPr>
                </a:tc>
                <a:tc>
                  <a:txBody>
                    <a:bodyPr/>
                    <a:lstStyle/>
                    <a:p>
                      <a:pPr algn="ctr"/>
                      <a:r>
                        <a:rPr lang="en-US" b="1" dirty="0">
                          <a:solidFill>
                            <a:srgbClr val="FF0000"/>
                          </a:solidFill>
                        </a:rPr>
                        <a:t>0</a:t>
                      </a:r>
                      <a:endParaRPr lang="LID4096" b="1" dirty="0">
                        <a:solidFill>
                          <a:srgbClr val="FF0000"/>
                        </a:solidFill>
                      </a:endParaRPr>
                    </a:p>
                  </a:txBody>
                  <a:tcPr>
                    <a:noFill/>
                  </a:tcPr>
                </a:tc>
                <a:extLst>
                  <a:ext uri="{0D108BD9-81ED-4DB2-BD59-A6C34878D82A}">
                    <a16:rowId xmlns:a16="http://schemas.microsoft.com/office/drawing/2014/main" val="3656762853"/>
                  </a:ext>
                </a:extLst>
              </a:tr>
              <a:tr h="370840">
                <a:tc>
                  <a:txBody>
                    <a:bodyPr/>
                    <a:lstStyle/>
                    <a:p>
                      <a:pPr algn="ctr"/>
                      <a:r>
                        <a:rPr lang="en-US" b="1" dirty="0">
                          <a:solidFill>
                            <a:srgbClr val="00B050"/>
                          </a:solidFill>
                        </a:rPr>
                        <a:t>1</a:t>
                      </a:r>
                      <a:endParaRPr lang="LID4096" b="1" dirty="0">
                        <a:solidFill>
                          <a:srgbClr val="00B050"/>
                        </a:solidFill>
                      </a:endParaRPr>
                    </a:p>
                  </a:txBody>
                  <a:tcPr>
                    <a:noFill/>
                  </a:tcPr>
                </a:tc>
                <a:tc>
                  <a:txBody>
                    <a:bodyPr/>
                    <a:lstStyle/>
                    <a:p>
                      <a:pPr algn="ctr"/>
                      <a:r>
                        <a:rPr lang="en-US" b="1" dirty="0">
                          <a:solidFill>
                            <a:srgbClr val="00B050"/>
                          </a:solidFill>
                        </a:rPr>
                        <a:t>12</a:t>
                      </a:r>
                      <a:endParaRPr lang="LID4096" b="1" dirty="0">
                        <a:solidFill>
                          <a:srgbClr val="00B050"/>
                        </a:solidFill>
                      </a:endParaRPr>
                    </a:p>
                  </a:txBody>
                  <a:tcPr>
                    <a:noFill/>
                  </a:tcPr>
                </a:tc>
                <a:tc>
                  <a:txBody>
                    <a:bodyPr/>
                    <a:lstStyle/>
                    <a:p>
                      <a:pPr algn="ctr"/>
                      <a:r>
                        <a:rPr lang="en-US" b="1" dirty="0">
                          <a:solidFill>
                            <a:srgbClr val="00B050"/>
                          </a:solidFill>
                        </a:rPr>
                        <a:t>10</a:t>
                      </a:r>
                      <a:endParaRPr lang="LID4096" b="1" dirty="0">
                        <a:solidFill>
                          <a:srgbClr val="00B050"/>
                        </a:solidFill>
                      </a:endParaRPr>
                    </a:p>
                  </a:txBody>
                  <a:tcPr>
                    <a:noFill/>
                  </a:tcPr>
                </a:tc>
                <a:tc>
                  <a:txBody>
                    <a:bodyPr/>
                    <a:lstStyle/>
                    <a:p>
                      <a:pPr algn="ctr"/>
                      <a:r>
                        <a:rPr lang="en-US" b="1" dirty="0">
                          <a:solidFill>
                            <a:srgbClr val="00B050"/>
                          </a:solidFill>
                        </a:rPr>
                        <a:t>6</a:t>
                      </a:r>
                      <a:endParaRPr lang="LID4096" b="1" dirty="0">
                        <a:solidFill>
                          <a:srgbClr val="00B050"/>
                        </a:solidFill>
                      </a:endParaRPr>
                    </a:p>
                  </a:txBody>
                  <a:tcPr>
                    <a:noFill/>
                  </a:tcPr>
                </a:tc>
                <a:extLst>
                  <a:ext uri="{0D108BD9-81ED-4DB2-BD59-A6C34878D82A}">
                    <a16:rowId xmlns:a16="http://schemas.microsoft.com/office/drawing/2014/main" val="2245184995"/>
                  </a:ext>
                </a:extLst>
              </a:tr>
              <a:tr h="370840">
                <a:tc>
                  <a:txBody>
                    <a:bodyPr/>
                    <a:lstStyle/>
                    <a:p>
                      <a:pPr algn="ctr"/>
                      <a:r>
                        <a:rPr lang="en-US" b="1" dirty="0">
                          <a:solidFill>
                            <a:schemeClr val="accent2"/>
                          </a:solidFill>
                        </a:rPr>
                        <a:t>2</a:t>
                      </a:r>
                      <a:endParaRPr lang="LID4096" b="1" dirty="0">
                        <a:solidFill>
                          <a:schemeClr val="accent2"/>
                        </a:solidFill>
                      </a:endParaRPr>
                    </a:p>
                  </a:txBody>
                  <a:tcPr>
                    <a:noFill/>
                  </a:tcPr>
                </a:tc>
                <a:tc>
                  <a:txBody>
                    <a:bodyPr/>
                    <a:lstStyle/>
                    <a:p>
                      <a:pPr algn="ctr"/>
                      <a:r>
                        <a:rPr lang="en-US" b="1" dirty="0">
                          <a:solidFill>
                            <a:schemeClr val="accent2"/>
                          </a:solidFill>
                        </a:rPr>
                        <a:t>8</a:t>
                      </a:r>
                      <a:endParaRPr lang="LID4096" b="1" dirty="0">
                        <a:solidFill>
                          <a:schemeClr val="accent2"/>
                        </a:solidFill>
                      </a:endParaRPr>
                    </a:p>
                  </a:txBody>
                  <a:tcPr>
                    <a:noFill/>
                  </a:tcPr>
                </a:tc>
                <a:tc>
                  <a:txBody>
                    <a:bodyPr/>
                    <a:lstStyle/>
                    <a:p>
                      <a:pPr algn="ctr"/>
                      <a:r>
                        <a:rPr lang="en-US" b="1" dirty="0">
                          <a:solidFill>
                            <a:schemeClr val="accent2"/>
                          </a:solidFill>
                        </a:rPr>
                        <a:t>4</a:t>
                      </a:r>
                      <a:endParaRPr lang="LID4096" b="1" dirty="0">
                        <a:solidFill>
                          <a:schemeClr val="accent2"/>
                        </a:solidFill>
                      </a:endParaRPr>
                    </a:p>
                  </a:txBody>
                  <a:tcPr>
                    <a:noFill/>
                  </a:tcPr>
                </a:tc>
                <a:tc>
                  <a:txBody>
                    <a:bodyPr/>
                    <a:lstStyle/>
                    <a:p>
                      <a:pPr algn="ctr"/>
                      <a:r>
                        <a:rPr lang="en-US" b="1" dirty="0">
                          <a:solidFill>
                            <a:schemeClr val="accent2"/>
                          </a:solidFill>
                        </a:rPr>
                        <a:t>3</a:t>
                      </a:r>
                      <a:endParaRPr lang="LID4096" b="1" dirty="0">
                        <a:solidFill>
                          <a:schemeClr val="accent2"/>
                        </a:solidFill>
                      </a:endParaRPr>
                    </a:p>
                  </a:txBody>
                  <a:tcPr>
                    <a:noFill/>
                  </a:tcPr>
                </a:tc>
                <a:extLst>
                  <a:ext uri="{0D108BD9-81ED-4DB2-BD59-A6C34878D82A}">
                    <a16:rowId xmlns:a16="http://schemas.microsoft.com/office/drawing/2014/main" val="337291570"/>
                  </a:ext>
                </a:extLst>
              </a:tr>
              <a:tr h="370840">
                <a:tc>
                  <a:txBody>
                    <a:bodyPr/>
                    <a:lstStyle/>
                    <a:p>
                      <a:pPr algn="ctr"/>
                      <a:r>
                        <a:rPr lang="en-US" b="1" dirty="0">
                          <a:solidFill>
                            <a:srgbClr val="FFFF00"/>
                          </a:solidFill>
                        </a:rPr>
                        <a:t>3</a:t>
                      </a:r>
                      <a:endParaRPr lang="LID4096" b="1" dirty="0">
                        <a:solidFill>
                          <a:srgbClr val="FFFF00"/>
                        </a:solidFill>
                      </a:endParaRPr>
                    </a:p>
                  </a:txBody>
                  <a:tcPr>
                    <a:noFill/>
                  </a:tcPr>
                </a:tc>
                <a:tc>
                  <a:txBody>
                    <a:bodyPr/>
                    <a:lstStyle/>
                    <a:p>
                      <a:pPr algn="ctr"/>
                      <a:r>
                        <a:rPr lang="en-US" b="1" dirty="0">
                          <a:solidFill>
                            <a:srgbClr val="FFFF00"/>
                          </a:solidFill>
                        </a:rPr>
                        <a:t>16</a:t>
                      </a:r>
                      <a:endParaRPr lang="LID4096" b="1" dirty="0">
                        <a:solidFill>
                          <a:srgbClr val="FFFF00"/>
                        </a:solidFill>
                      </a:endParaRPr>
                    </a:p>
                  </a:txBody>
                  <a:tcPr>
                    <a:noFill/>
                  </a:tcPr>
                </a:tc>
                <a:tc>
                  <a:txBody>
                    <a:bodyPr/>
                    <a:lstStyle/>
                    <a:p>
                      <a:pPr algn="ctr"/>
                      <a:r>
                        <a:rPr lang="en-US" b="1" dirty="0">
                          <a:solidFill>
                            <a:srgbClr val="FFFF00"/>
                          </a:solidFill>
                        </a:rPr>
                        <a:t>11</a:t>
                      </a:r>
                      <a:endParaRPr lang="LID4096" b="1" dirty="0">
                        <a:solidFill>
                          <a:srgbClr val="FFFF00"/>
                        </a:solidFill>
                      </a:endParaRPr>
                    </a:p>
                  </a:txBody>
                  <a:tcPr>
                    <a:noFill/>
                  </a:tcPr>
                </a:tc>
                <a:tc>
                  <a:txBody>
                    <a:bodyPr/>
                    <a:lstStyle/>
                    <a:p>
                      <a:pPr algn="ctr"/>
                      <a:r>
                        <a:rPr lang="en-US" b="1" dirty="0">
                          <a:solidFill>
                            <a:srgbClr val="FFFF00"/>
                          </a:solidFill>
                        </a:rPr>
                        <a:t>7</a:t>
                      </a:r>
                      <a:endParaRPr lang="LID4096" b="1" dirty="0">
                        <a:solidFill>
                          <a:srgbClr val="FFFF00"/>
                        </a:solidFill>
                      </a:endParaRPr>
                    </a:p>
                  </a:txBody>
                  <a:tcPr>
                    <a:noFill/>
                  </a:tcPr>
                </a:tc>
                <a:extLst>
                  <a:ext uri="{0D108BD9-81ED-4DB2-BD59-A6C34878D82A}">
                    <a16:rowId xmlns:a16="http://schemas.microsoft.com/office/drawing/2014/main" val="2181084524"/>
                  </a:ext>
                </a:extLst>
              </a:tr>
            </a:tbl>
          </a:graphicData>
        </a:graphic>
      </p:graphicFrame>
      <p:sp>
        <p:nvSpPr>
          <p:cNvPr id="8" name="Rectangle 7">
            <a:extLst>
              <a:ext uri="{FF2B5EF4-FFF2-40B4-BE49-F238E27FC236}">
                <a16:creationId xmlns:a16="http://schemas.microsoft.com/office/drawing/2014/main" id="{1E5DD32D-3A7C-47FC-B788-86F1FF8AFA4C}"/>
              </a:ext>
            </a:extLst>
          </p:cNvPr>
          <p:cNvSpPr/>
          <p:nvPr/>
        </p:nvSpPr>
        <p:spPr>
          <a:xfrm>
            <a:off x="8920857" y="2249488"/>
            <a:ext cx="2970749"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T.A.T = C.T – ARRIVAL TIME</a:t>
            </a:r>
          </a:p>
        </p:txBody>
      </p:sp>
      <p:sp>
        <p:nvSpPr>
          <p:cNvPr id="9" name="Rectangle 8">
            <a:extLst>
              <a:ext uri="{FF2B5EF4-FFF2-40B4-BE49-F238E27FC236}">
                <a16:creationId xmlns:a16="http://schemas.microsoft.com/office/drawing/2014/main" id="{4435547C-390E-4B95-896B-7F5EDBE122BC}"/>
              </a:ext>
            </a:extLst>
          </p:cNvPr>
          <p:cNvSpPr/>
          <p:nvPr/>
        </p:nvSpPr>
        <p:spPr>
          <a:xfrm>
            <a:off x="8988503" y="2601943"/>
            <a:ext cx="2835455"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W.T</a:t>
            </a:r>
            <a:r>
              <a:rPr lang="en-US" sz="2000" b="0" cap="none" spc="0" dirty="0">
                <a:ln w="0"/>
                <a:solidFill>
                  <a:schemeClr val="tx1"/>
                </a:solidFill>
                <a:effectLst>
                  <a:outerShdw blurRad="38100" dist="19050" dir="2700000" algn="tl" rotWithShape="0">
                    <a:schemeClr val="dk1">
                      <a:alpha val="40000"/>
                    </a:schemeClr>
                  </a:outerShdw>
                </a:effectLst>
              </a:rPr>
              <a:t> = T.A.T – BURST TIME</a:t>
            </a:r>
          </a:p>
        </p:txBody>
      </p:sp>
      <p:sp>
        <p:nvSpPr>
          <p:cNvPr id="10" name="Rectangle 9">
            <a:extLst>
              <a:ext uri="{FF2B5EF4-FFF2-40B4-BE49-F238E27FC236}">
                <a16:creationId xmlns:a16="http://schemas.microsoft.com/office/drawing/2014/main" id="{8AF681C5-E0F4-4B17-9F6E-17B61E13BF20}"/>
              </a:ext>
            </a:extLst>
          </p:cNvPr>
          <p:cNvSpPr/>
          <p:nvPr/>
        </p:nvSpPr>
        <p:spPr>
          <a:xfrm>
            <a:off x="9068436" y="4627115"/>
            <a:ext cx="2367956"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Calculations</a:t>
            </a:r>
          </a:p>
        </p:txBody>
      </p:sp>
      <p:sp>
        <p:nvSpPr>
          <p:cNvPr id="11" name="Rectangle 10">
            <a:extLst>
              <a:ext uri="{FF2B5EF4-FFF2-40B4-BE49-F238E27FC236}">
                <a16:creationId xmlns:a16="http://schemas.microsoft.com/office/drawing/2014/main" id="{2F629B74-243B-4E26-A119-3C32BCF8AD16}"/>
              </a:ext>
            </a:extLst>
          </p:cNvPr>
          <p:cNvSpPr/>
          <p:nvPr/>
        </p:nvSpPr>
        <p:spPr>
          <a:xfrm>
            <a:off x="9483831" y="5140256"/>
            <a:ext cx="1515158" cy="1323439"/>
          </a:xfrm>
          <a:prstGeom prst="rect">
            <a:avLst/>
          </a:prstGeom>
          <a:noFill/>
        </p:spPr>
        <p:txBody>
          <a:bodyPr wrap="none" lIns="91440" tIns="45720" rIns="91440" bIns="45720">
            <a:spAutoFit/>
          </a:bodyPr>
          <a:lstStyle/>
          <a:p>
            <a:pPr algn="ctr"/>
            <a:r>
              <a:rPr lang="en-US" sz="2000" b="1" cap="none" spc="0" dirty="0">
                <a:ln w="0"/>
                <a:solidFill>
                  <a:srgbClr val="FF0000"/>
                </a:solidFill>
                <a:effectLst>
                  <a:outerShdw blurRad="38100" dist="19050" dir="2700000" algn="tl" rotWithShape="0">
                    <a:schemeClr val="dk1">
                      <a:alpha val="40000"/>
                    </a:schemeClr>
                  </a:outerShdw>
                </a:effectLst>
              </a:rPr>
              <a:t>0 + 7 = 7</a:t>
            </a:r>
          </a:p>
          <a:p>
            <a:pPr algn="ctr"/>
            <a:r>
              <a:rPr lang="en-US" sz="2000" b="1" dirty="0">
                <a:ln w="0"/>
                <a:solidFill>
                  <a:schemeClr val="accent2"/>
                </a:solidFill>
                <a:effectLst>
                  <a:outerShdw blurRad="38100" dist="19050" dir="2700000" algn="tl" rotWithShape="0">
                    <a:schemeClr val="dk1">
                      <a:alpha val="40000"/>
                    </a:schemeClr>
                  </a:outerShdw>
                </a:effectLst>
              </a:rPr>
              <a:t>7 + 1= 8</a:t>
            </a:r>
          </a:p>
          <a:p>
            <a:pPr algn="ctr"/>
            <a:r>
              <a:rPr lang="en-US" sz="2000" b="1" dirty="0">
                <a:ln w="0"/>
                <a:solidFill>
                  <a:srgbClr val="00B050"/>
                </a:solidFill>
                <a:effectLst>
                  <a:outerShdw blurRad="38100" dist="19050" dir="2700000" algn="tl" rotWithShape="0">
                    <a:schemeClr val="dk1">
                      <a:alpha val="40000"/>
                    </a:schemeClr>
                  </a:outerShdw>
                </a:effectLst>
              </a:rPr>
              <a:t>8 + 4 = 12</a:t>
            </a:r>
          </a:p>
          <a:p>
            <a:pPr algn="ctr"/>
            <a:r>
              <a:rPr lang="en-US" sz="2000" b="1" cap="none" spc="0" dirty="0">
                <a:ln w="0"/>
                <a:solidFill>
                  <a:srgbClr val="FFFF00"/>
                </a:solidFill>
                <a:effectLst>
                  <a:outerShdw blurRad="38100" dist="19050" dir="2700000" algn="tl" rotWithShape="0">
                    <a:schemeClr val="dk1">
                      <a:alpha val="40000"/>
                    </a:schemeClr>
                  </a:outerShdw>
                </a:effectLst>
              </a:rPr>
              <a:t>12 + 4 = 16</a:t>
            </a:r>
          </a:p>
        </p:txBody>
      </p:sp>
      <p:sp>
        <p:nvSpPr>
          <p:cNvPr id="12" name="Rectangle 11">
            <a:extLst>
              <a:ext uri="{FF2B5EF4-FFF2-40B4-BE49-F238E27FC236}">
                <a16:creationId xmlns:a16="http://schemas.microsoft.com/office/drawing/2014/main" id="{A7048B6D-6597-4EB0-9BCC-D1F44B992393}"/>
              </a:ext>
            </a:extLst>
          </p:cNvPr>
          <p:cNvSpPr/>
          <p:nvPr/>
        </p:nvSpPr>
        <p:spPr>
          <a:xfrm>
            <a:off x="6533999" y="4103688"/>
            <a:ext cx="2366803"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Average = </a:t>
            </a:r>
            <a:r>
              <a:rPr lang="en-US" sz="2000" dirty="0">
                <a:ln w="0"/>
                <a:effectLst>
                  <a:outerShdw blurRad="38100" dist="19050" dir="2700000" algn="tl" rotWithShape="0">
                    <a:schemeClr val="dk1">
                      <a:alpha val="40000"/>
                    </a:schemeClr>
                  </a:outerShdw>
                </a:effectLst>
              </a:rPr>
              <a:t>8</a:t>
            </a:r>
            <a:r>
              <a:rPr lang="en-US" sz="2000" b="0" cap="none" spc="0" dirty="0">
                <a:ln w="0"/>
                <a:solidFill>
                  <a:schemeClr val="tx1"/>
                </a:solidFill>
                <a:effectLst>
                  <a:outerShdw blurRad="38100" dist="19050" dir="2700000" algn="tl" rotWithShape="0">
                    <a:schemeClr val="dk1">
                      <a:alpha val="40000"/>
                    </a:schemeClr>
                  </a:outerShdw>
                </a:effectLst>
              </a:rPr>
              <a:t>   4 units</a:t>
            </a:r>
          </a:p>
        </p:txBody>
      </p:sp>
      <p:sp>
        <p:nvSpPr>
          <p:cNvPr id="3" name="Footer Placeholder 2">
            <a:extLst>
              <a:ext uri="{FF2B5EF4-FFF2-40B4-BE49-F238E27FC236}">
                <a16:creationId xmlns:a16="http://schemas.microsoft.com/office/drawing/2014/main" id="{1E09FE73-DF93-4332-89C5-C141811CAB73}"/>
              </a:ext>
            </a:extLst>
          </p:cNvPr>
          <p:cNvSpPr>
            <a:spLocks noGrp="1"/>
          </p:cNvSpPr>
          <p:nvPr>
            <p:ph type="ftr" sz="quarter" idx="11"/>
          </p:nvPr>
        </p:nvSpPr>
        <p:spPr>
          <a:xfrm>
            <a:off x="1141413" y="6385645"/>
            <a:ext cx="6239309" cy="365125"/>
          </a:xfrm>
        </p:spPr>
        <p:txBody>
          <a:bodyPr/>
          <a:lstStyle/>
          <a:p>
            <a:r>
              <a:rPr lang="en-GB" dirty="0"/>
              <a:t>Prepared by James Soko for Mr. Paul M. Mutunda © 2025 Kapasa Makasa University </a:t>
            </a:r>
            <a:endParaRPr lang="LID4096" dirty="0"/>
          </a:p>
        </p:txBody>
      </p:sp>
      <p:sp>
        <p:nvSpPr>
          <p:cNvPr id="13" name="Slide Number Placeholder 12">
            <a:extLst>
              <a:ext uri="{FF2B5EF4-FFF2-40B4-BE49-F238E27FC236}">
                <a16:creationId xmlns:a16="http://schemas.microsoft.com/office/drawing/2014/main" id="{6D063269-2A36-4C83-8CC3-9DA716919AD6}"/>
              </a:ext>
            </a:extLst>
          </p:cNvPr>
          <p:cNvSpPr>
            <a:spLocks noGrp="1"/>
          </p:cNvSpPr>
          <p:nvPr>
            <p:ph type="sldNum" sz="quarter" idx="12"/>
          </p:nvPr>
        </p:nvSpPr>
        <p:spPr>
          <a:xfrm>
            <a:off x="11093367" y="6459872"/>
            <a:ext cx="771089" cy="365125"/>
          </a:xfrm>
        </p:spPr>
        <p:txBody>
          <a:bodyPr/>
          <a:lstStyle/>
          <a:p>
            <a:fld id="{76711B12-96E3-4CC6-8596-5FF84CCB8B40}" type="slidenum">
              <a:rPr lang="LID4096" smtClean="0"/>
              <a:t>65</a:t>
            </a:fld>
            <a:endParaRPr lang="LID4096"/>
          </a:p>
        </p:txBody>
      </p:sp>
    </p:spTree>
    <p:extLst>
      <p:ext uri="{BB962C8B-B14F-4D97-AF65-F5344CB8AC3E}">
        <p14:creationId xmlns:p14="http://schemas.microsoft.com/office/powerpoint/2010/main" val="19443478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8FFD-8752-463D-B069-192DCB671774}"/>
              </a:ext>
            </a:extLst>
          </p:cNvPr>
          <p:cNvSpPr>
            <a:spLocks noGrp="1"/>
          </p:cNvSpPr>
          <p:nvPr>
            <p:ph type="title"/>
          </p:nvPr>
        </p:nvSpPr>
        <p:spPr/>
        <p:txBody>
          <a:bodyPr/>
          <a:lstStyle/>
          <a:p>
            <a:pPr algn="ctr"/>
            <a:r>
              <a:rPr lang="en-GB" b="1" dirty="0"/>
              <a:t>SHORTEST JOB FIRST – pre-emptive </a:t>
            </a:r>
            <a:endParaRPr lang="LID4096" b="1" dirty="0"/>
          </a:p>
        </p:txBody>
      </p:sp>
      <p:graphicFrame>
        <p:nvGraphicFramePr>
          <p:cNvPr id="4" name="Table 4">
            <a:extLst>
              <a:ext uri="{FF2B5EF4-FFF2-40B4-BE49-F238E27FC236}">
                <a16:creationId xmlns:a16="http://schemas.microsoft.com/office/drawing/2014/main" id="{B85ADF66-C7F7-417A-953D-93D7D07BBE72}"/>
              </a:ext>
            </a:extLst>
          </p:cNvPr>
          <p:cNvGraphicFramePr>
            <a:graphicFrameLocks noGrp="1"/>
          </p:cNvGraphicFramePr>
          <p:nvPr>
            <p:ph idx="1"/>
            <p:extLst>
              <p:ext uri="{D42A27DB-BD31-4B8C-83A1-F6EECF244321}">
                <p14:modId xmlns:p14="http://schemas.microsoft.com/office/powerpoint/2010/main" val="4135524939"/>
              </p:ext>
            </p:extLst>
          </p:nvPr>
        </p:nvGraphicFramePr>
        <p:xfrm>
          <a:off x="1141413" y="2249488"/>
          <a:ext cx="4920022" cy="1854200"/>
        </p:xfrm>
        <a:graphic>
          <a:graphicData uri="http://schemas.openxmlformats.org/drawingml/2006/table">
            <a:tbl>
              <a:tblPr firstRow="1" bandRow="1">
                <a:tableStyleId>{5C22544A-7EE6-4342-B048-85BDC9FD1C3A}</a:tableStyleId>
              </a:tblPr>
              <a:tblGrid>
                <a:gridCol w="1894018">
                  <a:extLst>
                    <a:ext uri="{9D8B030D-6E8A-4147-A177-3AD203B41FA5}">
                      <a16:colId xmlns:a16="http://schemas.microsoft.com/office/drawing/2014/main" val="3259569738"/>
                    </a:ext>
                  </a:extLst>
                </a:gridCol>
                <a:gridCol w="1649691">
                  <a:extLst>
                    <a:ext uri="{9D8B030D-6E8A-4147-A177-3AD203B41FA5}">
                      <a16:colId xmlns:a16="http://schemas.microsoft.com/office/drawing/2014/main" val="3735439937"/>
                    </a:ext>
                  </a:extLst>
                </a:gridCol>
                <a:gridCol w="1376313">
                  <a:extLst>
                    <a:ext uri="{9D8B030D-6E8A-4147-A177-3AD203B41FA5}">
                      <a16:colId xmlns:a16="http://schemas.microsoft.com/office/drawing/2014/main" val="849490048"/>
                    </a:ext>
                  </a:extLst>
                </a:gridCol>
              </a:tblGrid>
              <a:tr h="370840">
                <a:tc>
                  <a:txBody>
                    <a:bodyPr/>
                    <a:lstStyle/>
                    <a:p>
                      <a:pPr algn="ctr"/>
                      <a:r>
                        <a:rPr lang="en-GB" dirty="0">
                          <a:solidFill>
                            <a:schemeClr val="tx1"/>
                          </a:solidFill>
                        </a:rPr>
                        <a:t>PROCESS ID (PID)</a:t>
                      </a:r>
                      <a:endParaRPr lang="LID4096" dirty="0">
                        <a:solidFill>
                          <a:schemeClr val="tx1"/>
                        </a:solidFill>
                      </a:endParaRPr>
                    </a:p>
                  </a:txBody>
                  <a:tcPr>
                    <a:noFill/>
                  </a:tcPr>
                </a:tc>
                <a:tc>
                  <a:txBody>
                    <a:bodyPr/>
                    <a:lstStyle/>
                    <a:p>
                      <a:pPr algn="ctr"/>
                      <a:r>
                        <a:rPr lang="en-GB" dirty="0">
                          <a:solidFill>
                            <a:schemeClr val="tx1"/>
                          </a:solidFill>
                        </a:rPr>
                        <a:t>ARRIVAL TIME</a:t>
                      </a:r>
                      <a:endParaRPr lang="LID4096" dirty="0">
                        <a:solidFill>
                          <a:schemeClr val="tx1"/>
                        </a:solidFill>
                      </a:endParaRPr>
                    </a:p>
                  </a:txBody>
                  <a:tcPr>
                    <a:noFill/>
                  </a:tcPr>
                </a:tc>
                <a:tc>
                  <a:txBody>
                    <a:bodyPr/>
                    <a:lstStyle/>
                    <a:p>
                      <a:pPr algn="ctr"/>
                      <a:r>
                        <a:rPr lang="en-GB" dirty="0">
                          <a:solidFill>
                            <a:schemeClr val="tx1"/>
                          </a:solidFill>
                        </a:rPr>
                        <a:t>BURST TIME</a:t>
                      </a:r>
                    </a:p>
                  </a:txBody>
                  <a:tcPr>
                    <a:noFill/>
                  </a:tcPr>
                </a:tc>
                <a:extLst>
                  <a:ext uri="{0D108BD9-81ED-4DB2-BD59-A6C34878D82A}">
                    <a16:rowId xmlns:a16="http://schemas.microsoft.com/office/drawing/2014/main" val="2946757989"/>
                  </a:ext>
                </a:extLst>
              </a:tr>
              <a:tr h="370840">
                <a:tc>
                  <a:txBody>
                    <a:bodyPr/>
                    <a:lstStyle/>
                    <a:p>
                      <a:pPr algn="ctr"/>
                      <a:r>
                        <a:rPr lang="en-US" dirty="0">
                          <a:solidFill>
                            <a:schemeClr val="tx1"/>
                          </a:solidFill>
                        </a:rPr>
                        <a:t>0</a:t>
                      </a:r>
                      <a:endParaRPr lang="LID4096" dirty="0">
                        <a:solidFill>
                          <a:schemeClr val="tx1"/>
                        </a:solidFill>
                      </a:endParaRPr>
                    </a:p>
                  </a:txBody>
                  <a:tcPr>
                    <a:noFill/>
                  </a:tcPr>
                </a:tc>
                <a:tc>
                  <a:txBody>
                    <a:bodyPr/>
                    <a:lstStyle/>
                    <a:p>
                      <a:pPr algn="ctr"/>
                      <a:r>
                        <a:rPr lang="en-US" dirty="0">
                          <a:solidFill>
                            <a:schemeClr val="tx1"/>
                          </a:solidFill>
                        </a:rPr>
                        <a:t>0</a:t>
                      </a:r>
                      <a:endParaRPr lang="LID4096" dirty="0">
                        <a:solidFill>
                          <a:schemeClr val="tx1"/>
                        </a:solidFill>
                      </a:endParaRPr>
                    </a:p>
                  </a:txBody>
                  <a:tcPr>
                    <a:noFill/>
                  </a:tcPr>
                </a:tc>
                <a:tc>
                  <a:txBody>
                    <a:bodyPr/>
                    <a:lstStyle/>
                    <a:p>
                      <a:pPr algn="ctr"/>
                      <a:r>
                        <a:rPr lang="en-US" dirty="0">
                          <a:solidFill>
                            <a:schemeClr val="tx1"/>
                          </a:solidFill>
                        </a:rPr>
                        <a:t>7 – </a:t>
                      </a:r>
                      <a:r>
                        <a:rPr lang="en-US" dirty="0">
                          <a:solidFill>
                            <a:srgbClr val="FF0000"/>
                          </a:solidFill>
                        </a:rPr>
                        <a:t>2 = 5</a:t>
                      </a:r>
                      <a:endParaRPr lang="LID4096" dirty="0">
                        <a:solidFill>
                          <a:srgbClr val="FF0000"/>
                        </a:solidFill>
                      </a:endParaRPr>
                    </a:p>
                  </a:txBody>
                  <a:tcPr>
                    <a:noFill/>
                  </a:tcPr>
                </a:tc>
                <a:extLst>
                  <a:ext uri="{0D108BD9-81ED-4DB2-BD59-A6C34878D82A}">
                    <a16:rowId xmlns:a16="http://schemas.microsoft.com/office/drawing/2014/main" val="3283166758"/>
                  </a:ext>
                </a:extLst>
              </a:tr>
              <a:tr h="370840">
                <a:tc>
                  <a:txBody>
                    <a:bodyPr/>
                    <a:lstStyle/>
                    <a:p>
                      <a:pPr algn="ctr"/>
                      <a:r>
                        <a:rPr lang="en-US" dirty="0">
                          <a:solidFill>
                            <a:schemeClr val="tx1"/>
                          </a:solidFill>
                        </a:rPr>
                        <a:t>1</a:t>
                      </a:r>
                      <a:endParaRPr lang="LID4096" dirty="0">
                        <a:solidFill>
                          <a:schemeClr val="tx1"/>
                        </a:solidFill>
                      </a:endParaRPr>
                    </a:p>
                  </a:txBody>
                  <a:tcPr>
                    <a:noFill/>
                  </a:tcPr>
                </a:tc>
                <a:tc>
                  <a:txBody>
                    <a:bodyPr/>
                    <a:lstStyle/>
                    <a:p>
                      <a:pPr algn="ctr"/>
                      <a:r>
                        <a:rPr lang="en-US" dirty="0">
                          <a:solidFill>
                            <a:schemeClr val="tx1"/>
                          </a:solidFill>
                        </a:rPr>
                        <a:t>2</a:t>
                      </a:r>
                      <a:endParaRPr lang="LID4096" dirty="0">
                        <a:solidFill>
                          <a:schemeClr val="tx1"/>
                        </a:solidFill>
                      </a:endParaRPr>
                    </a:p>
                  </a:txBody>
                  <a:tcPr>
                    <a:noFill/>
                  </a:tcPr>
                </a:tc>
                <a:tc>
                  <a:txBody>
                    <a:bodyPr/>
                    <a:lstStyle/>
                    <a:p>
                      <a:pPr algn="ctr"/>
                      <a:r>
                        <a:rPr lang="en-US" dirty="0">
                          <a:solidFill>
                            <a:schemeClr val="tx1"/>
                          </a:solidFill>
                        </a:rPr>
                        <a:t>4 – </a:t>
                      </a:r>
                      <a:r>
                        <a:rPr lang="en-US" dirty="0">
                          <a:solidFill>
                            <a:srgbClr val="FF0000"/>
                          </a:solidFill>
                        </a:rPr>
                        <a:t>2 = 2</a:t>
                      </a:r>
                      <a:endParaRPr lang="LID4096" dirty="0">
                        <a:solidFill>
                          <a:srgbClr val="FF0000"/>
                        </a:solidFill>
                      </a:endParaRPr>
                    </a:p>
                  </a:txBody>
                  <a:tcPr>
                    <a:noFill/>
                  </a:tcPr>
                </a:tc>
                <a:extLst>
                  <a:ext uri="{0D108BD9-81ED-4DB2-BD59-A6C34878D82A}">
                    <a16:rowId xmlns:a16="http://schemas.microsoft.com/office/drawing/2014/main" val="1485052230"/>
                  </a:ext>
                </a:extLst>
              </a:tr>
              <a:tr h="370840">
                <a:tc>
                  <a:txBody>
                    <a:bodyPr/>
                    <a:lstStyle/>
                    <a:p>
                      <a:pPr algn="ctr"/>
                      <a:r>
                        <a:rPr lang="en-US" dirty="0">
                          <a:solidFill>
                            <a:schemeClr val="tx1"/>
                          </a:solidFill>
                        </a:rPr>
                        <a:t>2</a:t>
                      </a:r>
                      <a:endParaRPr lang="LID4096" dirty="0">
                        <a:solidFill>
                          <a:schemeClr val="tx1"/>
                        </a:solidFill>
                      </a:endParaRPr>
                    </a:p>
                  </a:txBody>
                  <a:tcPr>
                    <a:noFill/>
                  </a:tcPr>
                </a:tc>
                <a:tc>
                  <a:txBody>
                    <a:bodyPr/>
                    <a:lstStyle/>
                    <a:p>
                      <a:pPr algn="ctr"/>
                      <a:r>
                        <a:rPr lang="en-US" dirty="0">
                          <a:solidFill>
                            <a:schemeClr val="tx1"/>
                          </a:solidFill>
                        </a:rPr>
                        <a:t>4</a:t>
                      </a:r>
                      <a:endParaRPr lang="LID4096" dirty="0">
                        <a:solidFill>
                          <a:schemeClr val="tx1"/>
                        </a:solidFill>
                      </a:endParaRPr>
                    </a:p>
                  </a:txBody>
                  <a:tcPr>
                    <a:noFill/>
                  </a:tcPr>
                </a:tc>
                <a:tc>
                  <a:txBody>
                    <a:bodyPr/>
                    <a:lstStyle/>
                    <a:p>
                      <a:pPr algn="ctr"/>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420878322"/>
                  </a:ext>
                </a:extLst>
              </a:tr>
              <a:tr h="370840">
                <a:tc>
                  <a:txBody>
                    <a:bodyPr/>
                    <a:lstStyle/>
                    <a:p>
                      <a:pPr algn="ctr"/>
                      <a:r>
                        <a:rPr lang="en-US" dirty="0">
                          <a:solidFill>
                            <a:schemeClr val="tx1"/>
                          </a:solidFill>
                        </a:rPr>
                        <a:t>3</a:t>
                      </a:r>
                      <a:endParaRPr lang="LID4096" dirty="0">
                        <a:solidFill>
                          <a:schemeClr val="tx1"/>
                        </a:solidFill>
                      </a:endParaRPr>
                    </a:p>
                  </a:txBody>
                  <a:tcPr>
                    <a:noFill/>
                  </a:tcPr>
                </a:tc>
                <a:tc>
                  <a:txBody>
                    <a:bodyPr/>
                    <a:lstStyle/>
                    <a:p>
                      <a:pPr algn="ctr"/>
                      <a:r>
                        <a:rPr lang="en-US" dirty="0">
                          <a:solidFill>
                            <a:schemeClr val="tx1"/>
                          </a:solidFill>
                        </a:rPr>
                        <a:t>5</a:t>
                      </a:r>
                      <a:endParaRPr lang="LID4096" dirty="0">
                        <a:solidFill>
                          <a:schemeClr val="tx1"/>
                        </a:solidFill>
                      </a:endParaRPr>
                    </a:p>
                  </a:txBody>
                  <a:tcPr>
                    <a:noFill/>
                  </a:tcPr>
                </a:tc>
                <a:tc>
                  <a:txBody>
                    <a:bodyPr/>
                    <a:lstStyle/>
                    <a:p>
                      <a:pPr algn="ctr"/>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857688198"/>
                  </a:ext>
                </a:extLst>
              </a:tr>
            </a:tbl>
          </a:graphicData>
        </a:graphic>
      </p:graphicFrame>
      <p:graphicFrame>
        <p:nvGraphicFramePr>
          <p:cNvPr id="5" name="Table 5">
            <a:extLst>
              <a:ext uri="{FF2B5EF4-FFF2-40B4-BE49-F238E27FC236}">
                <a16:creationId xmlns:a16="http://schemas.microsoft.com/office/drawing/2014/main" id="{E67BA528-E0CF-4954-A452-109479C1BED2}"/>
              </a:ext>
            </a:extLst>
          </p:cNvPr>
          <p:cNvGraphicFramePr>
            <a:graphicFrameLocks noGrp="1"/>
          </p:cNvGraphicFramePr>
          <p:nvPr>
            <p:extLst>
              <p:ext uri="{D42A27DB-BD31-4B8C-83A1-F6EECF244321}">
                <p14:modId xmlns:p14="http://schemas.microsoft.com/office/powerpoint/2010/main" val="1357711683"/>
              </p:ext>
            </p:extLst>
          </p:nvPr>
        </p:nvGraphicFramePr>
        <p:xfrm>
          <a:off x="1141413" y="5335948"/>
          <a:ext cx="3800104" cy="741680"/>
        </p:xfrm>
        <a:graphic>
          <a:graphicData uri="http://schemas.openxmlformats.org/drawingml/2006/table">
            <a:tbl>
              <a:tblPr firstRow="1" bandRow="1">
                <a:tableStyleId>{5C22544A-7EE6-4342-B048-85BDC9FD1C3A}</a:tableStyleId>
              </a:tblPr>
              <a:tblGrid>
                <a:gridCol w="741746">
                  <a:extLst>
                    <a:ext uri="{9D8B030D-6E8A-4147-A177-3AD203B41FA5}">
                      <a16:colId xmlns:a16="http://schemas.microsoft.com/office/drawing/2014/main" val="3992945678"/>
                    </a:ext>
                  </a:extLst>
                </a:gridCol>
                <a:gridCol w="285006">
                  <a:extLst>
                    <a:ext uri="{9D8B030D-6E8A-4147-A177-3AD203B41FA5}">
                      <a16:colId xmlns:a16="http://schemas.microsoft.com/office/drawing/2014/main" val="106958232"/>
                    </a:ext>
                  </a:extLst>
                </a:gridCol>
                <a:gridCol w="398287">
                  <a:extLst>
                    <a:ext uri="{9D8B030D-6E8A-4147-A177-3AD203B41FA5}">
                      <a16:colId xmlns:a16="http://schemas.microsoft.com/office/drawing/2014/main" val="1264120263"/>
                    </a:ext>
                  </a:extLst>
                </a:gridCol>
                <a:gridCol w="475013">
                  <a:extLst>
                    <a:ext uri="{9D8B030D-6E8A-4147-A177-3AD203B41FA5}">
                      <a16:colId xmlns:a16="http://schemas.microsoft.com/office/drawing/2014/main" val="3272547500"/>
                    </a:ext>
                  </a:extLst>
                </a:gridCol>
                <a:gridCol w="475013">
                  <a:extLst>
                    <a:ext uri="{9D8B030D-6E8A-4147-A177-3AD203B41FA5}">
                      <a16:colId xmlns:a16="http://schemas.microsoft.com/office/drawing/2014/main" val="2153086451"/>
                    </a:ext>
                  </a:extLst>
                </a:gridCol>
                <a:gridCol w="475013">
                  <a:extLst>
                    <a:ext uri="{9D8B030D-6E8A-4147-A177-3AD203B41FA5}">
                      <a16:colId xmlns:a16="http://schemas.microsoft.com/office/drawing/2014/main" val="603620903"/>
                    </a:ext>
                  </a:extLst>
                </a:gridCol>
                <a:gridCol w="475013">
                  <a:extLst>
                    <a:ext uri="{9D8B030D-6E8A-4147-A177-3AD203B41FA5}">
                      <a16:colId xmlns:a16="http://schemas.microsoft.com/office/drawing/2014/main" val="1766816134"/>
                    </a:ext>
                  </a:extLst>
                </a:gridCol>
                <a:gridCol w="475013">
                  <a:extLst>
                    <a:ext uri="{9D8B030D-6E8A-4147-A177-3AD203B41FA5}">
                      <a16:colId xmlns:a16="http://schemas.microsoft.com/office/drawing/2014/main" val="3811759533"/>
                    </a:ext>
                  </a:extLst>
                </a:gridCol>
              </a:tblGrid>
              <a:tr h="370840">
                <a:tc>
                  <a:txBody>
                    <a:bodyPr/>
                    <a:lstStyle/>
                    <a:p>
                      <a:r>
                        <a:rPr lang="en-US" dirty="0">
                          <a:solidFill>
                            <a:schemeClr val="tx1"/>
                          </a:solidFill>
                        </a:rPr>
                        <a:t>TIME</a:t>
                      </a:r>
                      <a:endParaRPr lang="LID4096" dirty="0">
                        <a:solidFill>
                          <a:schemeClr val="tx1"/>
                        </a:solidFill>
                      </a:endParaRPr>
                    </a:p>
                  </a:txBody>
                  <a:tcPr>
                    <a:noFill/>
                  </a:tcPr>
                </a:tc>
                <a:tc>
                  <a:txBody>
                    <a:bodyPr/>
                    <a:lstStyle/>
                    <a:p>
                      <a:pPr algn="ctr"/>
                      <a:r>
                        <a:rPr lang="en-US" dirty="0">
                          <a:solidFill>
                            <a:schemeClr val="tx1"/>
                          </a:solidFill>
                        </a:rPr>
                        <a:t>0</a:t>
                      </a:r>
                      <a:endParaRPr lang="LID4096" dirty="0">
                        <a:solidFill>
                          <a:schemeClr val="tx1"/>
                        </a:solidFill>
                      </a:endParaRPr>
                    </a:p>
                  </a:txBody>
                  <a:tcPr>
                    <a:noFill/>
                  </a:tcPr>
                </a:tc>
                <a:tc>
                  <a:txBody>
                    <a:bodyPr/>
                    <a:lstStyle/>
                    <a:p>
                      <a:pPr algn="ctr"/>
                      <a:r>
                        <a:rPr lang="en-US" dirty="0">
                          <a:solidFill>
                            <a:schemeClr val="tx1"/>
                          </a:solidFill>
                        </a:rPr>
                        <a:t>2</a:t>
                      </a:r>
                      <a:endParaRPr lang="LID4096" dirty="0">
                        <a:solidFill>
                          <a:schemeClr val="tx1"/>
                        </a:solidFill>
                      </a:endParaRPr>
                    </a:p>
                  </a:txBody>
                  <a:tcPr>
                    <a:noFill/>
                  </a:tcPr>
                </a:tc>
                <a:tc>
                  <a:txBody>
                    <a:bodyPr/>
                    <a:lstStyle/>
                    <a:p>
                      <a:pPr algn="ctr"/>
                      <a:r>
                        <a:rPr lang="en-US" dirty="0">
                          <a:solidFill>
                            <a:schemeClr val="tx1"/>
                          </a:solidFill>
                        </a:rPr>
                        <a:t>4</a:t>
                      </a:r>
                      <a:endParaRPr lang="LID4096" dirty="0">
                        <a:solidFill>
                          <a:schemeClr val="tx1"/>
                        </a:solidFill>
                      </a:endParaRPr>
                    </a:p>
                  </a:txBody>
                  <a:tcPr>
                    <a:noFill/>
                  </a:tcPr>
                </a:tc>
                <a:tc>
                  <a:txBody>
                    <a:bodyPr/>
                    <a:lstStyle/>
                    <a:p>
                      <a:pPr algn="ctr"/>
                      <a:r>
                        <a:rPr lang="en-US" dirty="0">
                          <a:solidFill>
                            <a:schemeClr val="tx1"/>
                          </a:solidFill>
                        </a:rPr>
                        <a:t>5</a:t>
                      </a:r>
                      <a:endParaRPr lang="LID4096" dirty="0">
                        <a:solidFill>
                          <a:schemeClr val="tx1"/>
                        </a:solidFill>
                      </a:endParaRPr>
                    </a:p>
                  </a:txBody>
                  <a:tcPr>
                    <a:noFill/>
                  </a:tcPr>
                </a:tc>
                <a:tc>
                  <a:txBody>
                    <a:bodyPr/>
                    <a:lstStyle/>
                    <a:p>
                      <a:pPr algn="ctr"/>
                      <a:r>
                        <a:rPr lang="en-US" dirty="0">
                          <a:solidFill>
                            <a:schemeClr val="tx1"/>
                          </a:solidFill>
                        </a:rPr>
                        <a:t>7</a:t>
                      </a:r>
                      <a:endParaRPr lang="LID4096" dirty="0">
                        <a:solidFill>
                          <a:schemeClr val="tx1"/>
                        </a:solidFill>
                      </a:endParaRPr>
                    </a:p>
                  </a:txBody>
                  <a:tcPr>
                    <a:noFill/>
                  </a:tcPr>
                </a:tc>
                <a:tc>
                  <a:txBody>
                    <a:bodyPr/>
                    <a:lstStyle/>
                    <a:p>
                      <a:pPr algn="ctr"/>
                      <a:r>
                        <a:rPr lang="en-US" dirty="0">
                          <a:solidFill>
                            <a:schemeClr val="tx1"/>
                          </a:solidFill>
                        </a:rPr>
                        <a:t>11</a:t>
                      </a:r>
                      <a:endParaRPr lang="LID4096" dirty="0">
                        <a:solidFill>
                          <a:schemeClr val="tx1"/>
                        </a:solidFill>
                      </a:endParaRPr>
                    </a:p>
                  </a:txBody>
                  <a:tcPr>
                    <a:noFill/>
                  </a:tcPr>
                </a:tc>
                <a:tc>
                  <a:txBody>
                    <a:bodyPr/>
                    <a:lstStyle/>
                    <a:p>
                      <a:pPr algn="ctr"/>
                      <a:r>
                        <a:rPr lang="en-US" dirty="0">
                          <a:solidFill>
                            <a:schemeClr val="tx1"/>
                          </a:solidFill>
                        </a:rPr>
                        <a:t>16</a:t>
                      </a:r>
                      <a:endParaRPr lang="LID4096" dirty="0">
                        <a:solidFill>
                          <a:schemeClr val="tx1"/>
                        </a:solidFill>
                      </a:endParaRPr>
                    </a:p>
                  </a:txBody>
                  <a:tcPr>
                    <a:noFill/>
                  </a:tcPr>
                </a:tc>
                <a:extLst>
                  <a:ext uri="{0D108BD9-81ED-4DB2-BD59-A6C34878D82A}">
                    <a16:rowId xmlns:a16="http://schemas.microsoft.com/office/drawing/2014/main" val="1482574859"/>
                  </a:ext>
                </a:extLst>
              </a:tr>
              <a:tr h="370840">
                <a:tc>
                  <a:txBody>
                    <a:bodyPr/>
                    <a:lstStyle/>
                    <a:p>
                      <a:r>
                        <a:rPr lang="en-US" dirty="0">
                          <a:solidFill>
                            <a:schemeClr val="tx1"/>
                          </a:solidFill>
                        </a:rPr>
                        <a:t>PID</a:t>
                      </a:r>
                      <a:endParaRPr lang="LID4096" dirty="0">
                        <a:solidFill>
                          <a:schemeClr val="tx1"/>
                        </a:solidFill>
                      </a:endParaRPr>
                    </a:p>
                  </a:txBody>
                  <a:tcPr>
                    <a:noFill/>
                  </a:tcPr>
                </a:tc>
                <a:tc>
                  <a:txBody>
                    <a:bodyPr/>
                    <a:lstStyle/>
                    <a:p>
                      <a:pPr algn="ctr"/>
                      <a:endParaRPr lang="LID4096" dirty="0">
                        <a:solidFill>
                          <a:schemeClr val="tx1"/>
                        </a:solidFill>
                      </a:endParaRPr>
                    </a:p>
                  </a:txBody>
                  <a:tcPr>
                    <a:noFill/>
                  </a:tcPr>
                </a:tc>
                <a:tc>
                  <a:txBody>
                    <a:bodyPr/>
                    <a:lstStyle/>
                    <a:p>
                      <a:pPr algn="ctr"/>
                      <a:r>
                        <a:rPr lang="en-US" dirty="0">
                          <a:solidFill>
                            <a:schemeClr val="tx1"/>
                          </a:solidFill>
                        </a:rPr>
                        <a:t>0</a:t>
                      </a:r>
                      <a:endParaRPr lang="LID4096" dirty="0">
                        <a:solidFill>
                          <a:schemeClr val="tx1"/>
                        </a:solidFill>
                      </a:endParaRPr>
                    </a:p>
                  </a:txBody>
                  <a:tcPr>
                    <a:noFill/>
                  </a:tcPr>
                </a:tc>
                <a:tc>
                  <a:txBody>
                    <a:bodyPr/>
                    <a:lstStyle/>
                    <a:p>
                      <a:pPr algn="ctr"/>
                      <a:r>
                        <a:rPr lang="en-US" dirty="0">
                          <a:solidFill>
                            <a:schemeClr val="tx1"/>
                          </a:solidFill>
                        </a:rPr>
                        <a:t>1</a:t>
                      </a:r>
                      <a:endParaRPr lang="LID4096" dirty="0">
                        <a:solidFill>
                          <a:schemeClr val="tx1"/>
                        </a:solidFill>
                      </a:endParaRPr>
                    </a:p>
                  </a:txBody>
                  <a:tcPr>
                    <a:noFill/>
                  </a:tcPr>
                </a:tc>
                <a:tc>
                  <a:txBody>
                    <a:bodyPr/>
                    <a:lstStyle/>
                    <a:p>
                      <a:pPr algn="ctr"/>
                      <a:r>
                        <a:rPr lang="en-US" dirty="0">
                          <a:solidFill>
                            <a:schemeClr val="tx1"/>
                          </a:solidFill>
                        </a:rPr>
                        <a:t>2</a:t>
                      </a:r>
                      <a:endParaRPr lang="LID4096" dirty="0">
                        <a:solidFill>
                          <a:schemeClr val="tx1"/>
                        </a:solidFill>
                      </a:endParaRPr>
                    </a:p>
                  </a:txBody>
                  <a:tcPr>
                    <a:noFill/>
                  </a:tcPr>
                </a:tc>
                <a:tc>
                  <a:txBody>
                    <a:bodyPr/>
                    <a:lstStyle/>
                    <a:p>
                      <a:pPr algn="ctr"/>
                      <a:r>
                        <a:rPr lang="en-US" dirty="0">
                          <a:solidFill>
                            <a:schemeClr val="tx1"/>
                          </a:solidFill>
                        </a:rPr>
                        <a:t>1</a:t>
                      </a:r>
                      <a:endParaRPr lang="LID4096" dirty="0">
                        <a:solidFill>
                          <a:schemeClr val="tx1"/>
                        </a:solidFill>
                      </a:endParaRPr>
                    </a:p>
                  </a:txBody>
                  <a:tcPr>
                    <a:noFill/>
                  </a:tcPr>
                </a:tc>
                <a:tc>
                  <a:txBody>
                    <a:bodyPr/>
                    <a:lstStyle/>
                    <a:p>
                      <a:pPr algn="ctr"/>
                      <a:r>
                        <a:rPr lang="en-US" dirty="0">
                          <a:solidFill>
                            <a:schemeClr val="tx1"/>
                          </a:solidFill>
                        </a:rPr>
                        <a:t>3</a:t>
                      </a:r>
                      <a:endParaRPr lang="LID4096" dirty="0">
                        <a:solidFill>
                          <a:schemeClr val="tx1"/>
                        </a:solidFill>
                      </a:endParaRPr>
                    </a:p>
                  </a:txBody>
                  <a:tcPr>
                    <a:noFill/>
                  </a:tcPr>
                </a:tc>
                <a:tc>
                  <a:txBody>
                    <a:bodyPr/>
                    <a:lstStyle/>
                    <a:p>
                      <a:pPr algn="ctr"/>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943698755"/>
                  </a:ext>
                </a:extLst>
              </a:tr>
            </a:tbl>
          </a:graphicData>
        </a:graphic>
      </p:graphicFrame>
      <p:sp>
        <p:nvSpPr>
          <p:cNvPr id="6" name="Rectangle 5">
            <a:extLst>
              <a:ext uri="{FF2B5EF4-FFF2-40B4-BE49-F238E27FC236}">
                <a16:creationId xmlns:a16="http://schemas.microsoft.com/office/drawing/2014/main" id="{C9C86FE8-E109-47AE-A808-39BD43E87E2C}"/>
              </a:ext>
            </a:extLst>
          </p:cNvPr>
          <p:cNvSpPr/>
          <p:nvPr/>
        </p:nvSpPr>
        <p:spPr>
          <a:xfrm>
            <a:off x="1289512" y="4412618"/>
            <a:ext cx="350390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Gantt Chart</a:t>
            </a:r>
          </a:p>
        </p:txBody>
      </p:sp>
      <p:graphicFrame>
        <p:nvGraphicFramePr>
          <p:cNvPr id="7" name="Table 7">
            <a:extLst>
              <a:ext uri="{FF2B5EF4-FFF2-40B4-BE49-F238E27FC236}">
                <a16:creationId xmlns:a16="http://schemas.microsoft.com/office/drawing/2014/main" id="{A1EE5D44-46C3-48D5-9884-FFDD77150616}"/>
              </a:ext>
            </a:extLst>
          </p:cNvPr>
          <p:cNvGraphicFramePr>
            <a:graphicFrameLocks noGrp="1"/>
          </p:cNvGraphicFramePr>
          <p:nvPr>
            <p:extLst>
              <p:ext uri="{D42A27DB-BD31-4B8C-83A1-F6EECF244321}">
                <p14:modId xmlns:p14="http://schemas.microsoft.com/office/powerpoint/2010/main" val="1228434824"/>
              </p:ext>
            </p:extLst>
          </p:nvPr>
        </p:nvGraphicFramePr>
        <p:xfrm>
          <a:off x="6376797" y="2249488"/>
          <a:ext cx="2436305" cy="1854200"/>
        </p:xfrm>
        <a:graphic>
          <a:graphicData uri="http://schemas.openxmlformats.org/drawingml/2006/table">
            <a:tbl>
              <a:tblPr firstRow="1" bandRow="1">
                <a:tableStyleId>{5C22544A-7EE6-4342-B048-85BDC9FD1C3A}</a:tableStyleId>
              </a:tblPr>
              <a:tblGrid>
                <a:gridCol w="616932">
                  <a:extLst>
                    <a:ext uri="{9D8B030D-6E8A-4147-A177-3AD203B41FA5}">
                      <a16:colId xmlns:a16="http://schemas.microsoft.com/office/drawing/2014/main" val="2843696860"/>
                    </a:ext>
                  </a:extLst>
                </a:gridCol>
                <a:gridCol w="518474">
                  <a:extLst>
                    <a:ext uri="{9D8B030D-6E8A-4147-A177-3AD203B41FA5}">
                      <a16:colId xmlns:a16="http://schemas.microsoft.com/office/drawing/2014/main" val="12272266"/>
                    </a:ext>
                  </a:extLst>
                </a:gridCol>
                <a:gridCol w="716437">
                  <a:extLst>
                    <a:ext uri="{9D8B030D-6E8A-4147-A177-3AD203B41FA5}">
                      <a16:colId xmlns:a16="http://schemas.microsoft.com/office/drawing/2014/main" val="2026640846"/>
                    </a:ext>
                  </a:extLst>
                </a:gridCol>
                <a:gridCol w="584462">
                  <a:extLst>
                    <a:ext uri="{9D8B030D-6E8A-4147-A177-3AD203B41FA5}">
                      <a16:colId xmlns:a16="http://schemas.microsoft.com/office/drawing/2014/main" val="2163443192"/>
                    </a:ext>
                  </a:extLst>
                </a:gridCol>
              </a:tblGrid>
              <a:tr h="370840">
                <a:tc>
                  <a:txBody>
                    <a:bodyPr/>
                    <a:lstStyle/>
                    <a:p>
                      <a:pPr algn="ctr"/>
                      <a:r>
                        <a:rPr lang="en-US" dirty="0">
                          <a:solidFill>
                            <a:schemeClr val="tx1"/>
                          </a:solidFill>
                        </a:rPr>
                        <a:t>PID</a:t>
                      </a:r>
                      <a:endParaRPr lang="LID4096" dirty="0">
                        <a:solidFill>
                          <a:schemeClr val="tx1"/>
                        </a:solidFill>
                      </a:endParaRPr>
                    </a:p>
                  </a:txBody>
                  <a:tcPr>
                    <a:noFill/>
                  </a:tcPr>
                </a:tc>
                <a:tc>
                  <a:txBody>
                    <a:bodyPr/>
                    <a:lstStyle/>
                    <a:p>
                      <a:pPr algn="ctr"/>
                      <a:r>
                        <a:rPr lang="en-US" dirty="0">
                          <a:solidFill>
                            <a:schemeClr val="tx1"/>
                          </a:solidFill>
                        </a:rPr>
                        <a:t>C.T</a:t>
                      </a:r>
                      <a:endParaRPr lang="LID4096" dirty="0">
                        <a:solidFill>
                          <a:schemeClr val="tx1"/>
                        </a:solidFill>
                      </a:endParaRPr>
                    </a:p>
                  </a:txBody>
                  <a:tcPr>
                    <a:noFill/>
                  </a:tcPr>
                </a:tc>
                <a:tc>
                  <a:txBody>
                    <a:bodyPr/>
                    <a:lstStyle/>
                    <a:p>
                      <a:pPr algn="ctr"/>
                      <a:r>
                        <a:rPr lang="en-US" dirty="0">
                          <a:solidFill>
                            <a:schemeClr val="tx1"/>
                          </a:solidFill>
                        </a:rPr>
                        <a:t>T.A.T</a:t>
                      </a:r>
                      <a:endParaRPr lang="LID4096" dirty="0">
                        <a:solidFill>
                          <a:schemeClr val="tx1"/>
                        </a:solidFill>
                      </a:endParaRPr>
                    </a:p>
                  </a:txBody>
                  <a:tcPr>
                    <a:noFill/>
                  </a:tcPr>
                </a:tc>
                <a:tc>
                  <a:txBody>
                    <a:bodyPr/>
                    <a:lstStyle/>
                    <a:p>
                      <a:pPr algn="ctr"/>
                      <a:r>
                        <a:rPr lang="en-US" dirty="0">
                          <a:solidFill>
                            <a:schemeClr val="tx1"/>
                          </a:solidFill>
                        </a:rPr>
                        <a:t>W.T</a:t>
                      </a:r>
                      <a:endParaRPr lang="LID4096" dirty="0">
                        <a:solidFill>
                          <a:schemeClr val="tx1"/>
                        </a:solidFill>
                      </a:endParaRPr>
                    </a:p>
                  </a:txBody>
                  <a:tcPr>
                    <a:noFill/>
                  </a:tcPr>
                </a:tc>
                <a:extLst>
                  <a:ext uri="{0D108BD9-81ED-4DB2-BD59-A6C34878D82A}">
                    <a16:rowId xmlns:a16="http://schemas.microsoft.com/office/drawing/2014/main" val="3588101015"/>
                  </a:ext>
                </a:extLst>
              </a:tr>
              <a:tr h="370840">
                <a:tc>
                  <a:txBody>
                    <a:bodyPr/>
                    <a:lstStyle/>
                    <a:p>
                      <a:pPr algn="ctr"/>
                      <a:r>
                        <a:rPr lang="en-US" dirty="0">
                          <a:solidFill>
                            <a:schemeClr val="tx1"/>
                          </a:solidFill>
                        </a:rPr>
                        <a:t>0</a:t>
                      </a:r>
                      <a:endParaRPr lang="LID4096" dirty="0">
                        <a:solidFill>
                          <a:schemeClr val="tx1"/>
                        </a:solidFill>
                      </a:endParaRPr>
                    </a:p>
                  </a:txBody>
                  <a:tcPr>
                    <a:noFill/>
                  </a:tcPr>
                </a:tc>
                <a:tc>
                  <a:txBody>
                    <a:bodyPr/>
                    <a:lstStyle/>
                    <a:p>
                      <a:pPr algn="ctr"/>
                      <a:r>
                        <a:rPr lang="en-US" dirty="0">
                          <a:solidFill>
                            <a:schemeClr val="tx1"/>
                          </a:solidFill>
                        </a:rPr>
                        <a:t>16</a:t>
                      </a:r>
                      <a:endParaRPr lang="LID4096" dirty="0">
                        <a:solidFill>
                          <a:schemeClr val="tx1"/>
                        </a:solidFill>
                      </a:endParaRPr>
                    </a:p>
                  </a:txBody>
                  <a:tcPr>
                    <a:noFill/>
                  </a:tcPr>
                </a:tc>
                <a:tc>
                  <a:txBody>
                    <a:bodyPr/>
                    <a:lstStyle/>
                    <a:p>
                      <a:pPr algn="ctr"/>
                      <a:r>
                        <a:rPr lang="en-US" dirty="0">
                          <a:solidFill>
                            <a:schemeClr val="tx1"/>
                          </a:solidFill>
                        </a:rPr>
                        <a:t>16</a:t>
                      </a:r>
                      <a:endParaRPr lang="LID4096" dirty="0">
                        <a:solidFill>
                          <a:schemeClr val="tx1"/>
                        </a:solidFill>
                      </a:endParaRPr>
                    </a:p>
                  </a:txBody>
                  <a:tcPr>
                    <a:noFill/>
                  </a:tcPr>
                </a:tc>
                <a:tc>
                  <a:txBody>
                    <a:bodyPr/>
                    <a:lstStyle/>
                    <a:p>
                      <a:pPr algn="ctr"/>
                      <a:r>
                        <a:rPr lang="en-US" dirty="0">
                          <a:solidFill>
                            <a:schemeClr val="tx1"/>
                          </a:solidFill>
                        </a:rPr>
                        <a:t>7</a:t>
                      </a:r>
                      <a:endParaRPr lang="LID4096" dirty="0">
                        <a:solidFill>
                          <a:schemeClr val="tx1"/>
                        </a:solidFill>
                      </a:endParaRPr>
                    </a:p>
                  </a:txBody>
                  <a:tcPr>
                    <a:noFill/>
                  </a:tcPr>
                </a:tc>
                <a:extLst>
                  <a:ext uri="{0D108BD9-81ED-4DB2-BD59-A6C34878D82A}">
                    <a16:rowId xmlns:a16="http://schemas.microsoft.com/office/drawing/2014/main" val="3656762853"/>
                  </a:ext>
                </a:extLst>
              </a:tr>
              <a:tr h="370840">
                <a:tc>
                  <a:txBody>
                    <a:bodyPr/>
                    <a:lstStyle/>
                    <a:p>
                      <a:pPr algn="ctr"/>
                      <a:r>
                        <a:rPr lang="en-US" dirty="0">
                          <a:solidFill>
                            <a:schemeClr val="tx1"/>
                          </a:solidFill>
                        </a:rPr>
                        <a:t>1</a:t>
                      </a:r>
                      <a:endParaRPr lang="LID4096" dirty="0">
                        <a:solidFill>
                          <a:schemeClr val="tx1"/>
                        </a:solidFill>
                      </a:endParaRPr>
                    </a:p>
                  </a:txBody>
                  <a:tcPr>
                    <a:noFill/>
                  </a:tcPr>
                </a:tc>
                <a:tc>
                  <a:txBody>
                    <a:bodyPr/>
                    <a:lstStyle/>
                    <a:p>
                      <a:pPr algn="ctr"/>
                      <a:r>
                        <a:rPr lang="en-US" dirty="0">
                          <a:solidFill>
                            <a:schemeClr val="tx1"/>
                          </a:solidFill>
                        </a:rPr>
                        <a:t>7</a:t>
                      </a:r>
                      <a:endParaRPr lang="LID4096" dirty="0">
                        <a:solidFill>
                          <a:schemeClr val="tx1"/>
                        </a:solidFill>
                      </a:endParaRPr>
                    </a:p>
                  </a:txBody>
                  <a:tcPr>
                    <a:noFill/>
                  </a:tcPr>
                </a:tc>
                <a:tc>
                  <a:txBody>
                    <a:bodyPr/>
                    <a:lstStyle/>
                    <a:p>
                      <a:pPr algn="ctr"/>
                      <a:r>
                        <a:rPr lang="en-US" dirty="0">
                          <a:solidFill>
                            <a:schemeClr val="tx1"/>
                          </a:solidFill>
                        </a:rPr>
                        <a:t>5</a:t>
                      </a:r>
                      <a:endParaRPr lang="LID4096" dirty="0">
                        <a:solidFill>
                          <a:schemeClr val="tx1"/>
                        </a:solidFill>
                      </a:endParaRPr>
                    </a:p>
                  </a:txBody>
                  <a:tcPr>
                    <a:noFill/>
                  </a:tcPr>
                </a:tc>
                <a:tc>
                  <a:txBody>
                    <a:bodyPr/>
                    <a:lstStyle/>
                    <a:p>
                      <a:pPr algn="ctr"/>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2245184995"/>
                  </a:ext>
                </a:extLst>
              </a:tr>
              <a:tr h="370840">
                <a:tc>
                  <a:txBody>
                    <a:bodyPr/>
                    <a:lstStyle/>
                    <a:p>
                      <a:pPr algn="ctr"/>
                      <a:r>
                        <a:rPr lang="en-US" dirty="0">
                          <a:solidFill>
                            <a:schemeClr val="tx1"/>
                          </a:solidFill>
                        </a:rPr>
                        <a:t>2</a:t>
                      </a:r>
                      <a:endParaRPr lang="LID4096" dirty="0">
                        <a:solidFill>
                          <a:schemeClr val="tx1"/>
                        </a:solidFill>
                      </a:endParaRPr>
                    </a:p>
                  </a:txBody>
                  <a:tcPr>
                    <a:noFill/>
                  </a:tcPr>
                </a:tc>
                <a:tc>
                  <a:txBody>
                    <a:bodyPr/>
                    <a:lstStyle/>
                    <a:p>
                      <a:pPr algn="ctr"/>
                      <a:r>
                        <a:rPr lang="en-US" dirty="0">
                          <a:solidFill>
                            <a:schemeClr val="tx1"/>
                          </a:solidFill>
                        </a:rPr>
                        <a:t>5</a:t>
                      </a:r>
                      <a:endParaRPr lang="LID4096" dirty="0">
                        <a:solidFill>
                          <a:schemeClr val="tx1"/>
                        </a:solidFill>
                      </a:endParaRPr>
                    </a:p>
                  </a:txBody>
                  <a:tcPr>
                    <a:noFill/>
                  </a:tcPr>
                </a:tc>
                <a:tc>
                  <a:txBody>
                    <a:bodyPr/>
                    <a:lstStyle/>
                    <a:p>
                      <a:pPr algn="ctr"/>
                      <a:r>
                        <a:rPr lang="en-US" dirty="0">
                          <a:solidFill>
                            <a:schemeClr val="tx1"/>
                          </a:solidFill>
                        </a:rPr>
                        <a:t>1</a:t>
                      </a:r>
                      <a:endParaRPr lang="LID4096" dirty="0">
                        <a:solidFill>
                          <a:schemeClr val="tx1"/>
                        </a:solidFill>
                      </a:endParaRPr>
                    </a:p>
                  </a:txBody>
                  <a:tcPr>
                    <a:noFill/>
                  </a:tcPr>
                </a:tc>
                <a:tc>
                  <a:txBody>
                    <a:bodyPr/>
                    <a:lstStyle/>
                    <a:p>
                      <a:pPr algn="ctr"/>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37291570"/>
                  </a:ext>
                </a:extLst>
              </a:tr>
              <a:tr h="370840">
                <a:tc>
                  <a:txBody>
                    <a:bodyPr/>
                    <a:lstStyle/>
                    <a:p>
                      <a:pPr algn="ctr"/>
                      <a:r>
                        <a:rPr lang="en-US" dirty="0">
                          <a:solidFill>
                            <a:schemeClr val="tx1"/>
                          </a:solidFill>
                        </a:rPr>
                        <a:t>3</a:t>
                      </a:r>
                      <a:endParaRPr lang="LID4096" dirty="0">
                        <a:solidFill>
                          <a:schemeClr val="tx1"/>
                        </a:solidFill>
                      </a:endParaRPr>
                    </a:p>
                  </a:txBody>
                  <a:tcPr>
                    <a:noFill/>
                  </a:tcPr>
                </a:tc>
                <a:tc>
                  <a:txBody>
                    <a:bodyPr/>
                    <a:lstStyle/>
                    <a:p>
                      <a:pPr algn="ctr"/>
                      <a:r>
                        <a:rPr lang="en-US" dirty="0">
                          <a:solidFill>
                            <a:schemeClr val="tx1"/>
                          </a:solidFill>
                        </a:rPr>
                        <a:t>11</a:t>
                      </a:r>
                      <a:endParaRPr lang="LID4096" dirty="0">
                        <a:solidFill>
                          <a:schemeClr val="tx1"/>
                        </a:solidFill>
                      </a:endParaRPr>
                    </a:p>
                  </a:txBody>
                  <a:tcPr>
                    <a:noFill/>
                  </a:tcPr>
                </a:tc>
                <a:tc>
                  <a:txBody>
                    <a:bodyPr/>
                    <a:lstStyle/>
                    <a:p>
                      <a:pPr algn="ctr"/>
                      <a:r>
                        <a:rPr lang="en-US" dirty="0">
                          <a:solidFill>
                            <a:schemeClr val="tx1"/>
                          </a:solidFill>
                        </a:rPr>
                        <a:t>6</a:t>
                      </a:r>
                      <a:endParaRPr lang="LID4096" dirty="0">
                        <a:solidFill>
                          <a:schemeClr val="tx1"/>
                        </a:solidFill>
                      </a:endParaRPr>
                    </a:p>
                  </a:txBody>
                  <a:tcPr>
                    <a:noFill/>
                  </a:tcPr>
                </a:tc>
                <a:tc>
                  <a:txBody>
                    <a:bodyPr/>
                    <a:lstStyle/>
                    <a:p>
                      <a:pPr algn="ctr"/>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2181084524"/>
                  </a:ext>
                </a:extLst>
              </a:tr>
            </a:tbl>
          </a:graphicData>
        </a:graphic>
      </p:graphicFrame>
      <p:graphicFrame>
        <p:nvGraphicFramePr>
          <p:cNvPr id="3" name="Table 7">
            <a:extLst>
              <a:ext uri="{FF2B5EF4-FFF2-40B4-BE49-F238E27FC236}">
                <a16:creationId xmlns:a16="http://schemas.microsoft.com/office/drawing/2014/main" id="{9B62F1A9-7DA0-4412-AE0A-8D90E6D551A0}"/>
              </a:ext>
            </a:extLst>
          </p:cNvPr>
          <p:cNvGraphicFramePr>
            <a:graphicFrameLocks noGrp="1"/>
          </p:cNvGraphicFramePr>
          <p:nvPr>
            <p:extLst>
              <p:ext uri="{D42A27DB-BD31-4B8C-83A1-F6EECF244321}">
                <p14:modId xmlns:p14="http://schemas.microsoft.com/office/powerpoint/2010/main" val="1213755211"/>
              </p:ext>
            </p:extLst>
          </p:nvPr>
        </p:nvGraphicFramePr>
        <p:xfrm>
          <a:off x="5326695" y="5335948"/>
          <a:ext cx="1781115" cy="741680"/>
        </p:xfrm>
        <a:graphic>
          <a:graphicData uri="http://schemas.openxmlformats.org/drawingml/2006/table">
            <a:tbl>
              <a:tblPr firstRow="1" bandRow="1">
                <a:tableStyleId>{5C22544A-7EE6-4342-B048-85BDC9FD1C3A}</a:tableStyleId>
              </a:tblPr>
              <a:tblGrid>
                <a:gridCol w="675251">
                  <a:extLst>
                    <a:ext uri="{9D8B030D-6E8A-4147-A177-3AD203B41FA5}">
                      <a16:colId xmlns:a16="http://schemas.microsoft.com/office/drawing/2014/main" val="3772243025"/>
                    </a:ext>
                  </a:extLst>
                </a:gridCol>
                <a:gridCol w="337607">
                  <a:extLst>
                    <a:ext uri="{9D8B030D-6E8A-4147-A177-3AD203B41FA5}">
                      <a16:colId xmlns:a16="http://schemas.microsoft.com/office/drawing/2014/main" val="3987506619"/>
                    </a:ext>
                  </a:extLst>
                </a:gridCol>
                <a:gridCol w="395926">
                  <a:extLst>
                    <a:ext uri="{9D8B030D-6E8A-4147-A177-3AD203B41FA5}">
                      <a16:colId xmlns:a16="http://schemas.microsoft.com/office/drawing/2014/main" val="657321909"/>
                    </a:ext>
                  </a:extLst>
                </a:gridCol>
                <a:gridCol w="372331">
                  <a:extLst>
                    <a:ext uri="{9D8B030D-6E8A-4147-A177-3AD203B41FA5}">
                      <a16:colId xmlns:a16="http://schemas.microsoft.com/office/drawing/2014/main" val="1033373052"/>
                    </a:ext>
                  </a:extLst>
                </a:gridCol>
              </a:tblGrid>
              <a:tr h="370840">
                <a:tc>
                  <a:txBody>
                    <a:bodyPr/>
                    <a:lstStyle/>
                    <a:p>
                      <a:r>
                        <a:rPr lang="en-US" dirty="0">
                          <a:solidFill>
                            <a:schemeClr val="tx1"/>
                          </a:solidFill>
                        </a:rPr>
                        <a:t>TIME</a:t>
                      </a:r>
                      <a:endParaRPr lang="LID4096" dirty="0">
                        <a:solidFill>
                          <a:schemeClr val="tx1"/>
                        </a:solidFill>
                      </a:endParaRPr>
                    </a:p>
                  </a:txBody>
                  <a:tcPr>
                    <a:noFill/>
                  </a:tcPr>
                </a:tc>
                <a:tc>
                  <a:txBody>
                    <a:bodyPr/>
                    <a:lstStyle/>
                    <a:p>
                      <a:pPr algn="ctr"/>
                      <a:r>
                        <a:rPr lang="en-US" dirty="0">
                          <a:solidFill>
                            <a:schemeClr val="tx1"/>
                          </a:solidFill>
                        </a:rPr>
                        <a:t>5</a:t>
                      </a:r>
                      <a:endParaRPr lang="LID4096" dirty="0">
                        <a:solidFill>
                          <a:schemeClr val="tx1"/>
                        </a:solidFill>
                      </a:endParaRPr>
                    </a:p>
                  </a:txBody>
                  <a:tcPr>
                    <a:noFill/>
                  </a:tcPr>
                </a:tc>
                <a:tc>
                  <a:txBody>
                    <a:bodyPr/>
                    <a:lstStyle/>
                    <a:p>
                      <a:pPr algn="ctr"/>
                      <a:r>
                        <a:rPr lang="en-US" dirty="0">
                          <a:solidFill>
                            <a:schemeClr val="tx1"/>
                          </a:solidFill>
                        </a:rPr>
                        <a:t>2</a:t>
                      </a:r>
                      <a:endParaRPr lang="LID4096" dirty="0">
                        <a:solidFill>
                          <a:schemeClr val="tx1"/>
                        </a:solidFill>
                      </a:endParaRPr>
                    </a:p>
                  </a:txBody>
                  <a:tcPr>
                    <a:noFill/>
                  </a:tcPr>
                </a:tc>
                <a:tc>
                  <a:txBody>
                    <a:bodyPr/>
                    <a:lstStyle/>
                    <a:p>
                      <a:pPr algn="ctr"/>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1397557974"/>
                  </a:ext>
                </a:extLst>
              </a:tr>
              <a:tr h="370840">
                <a:tc>
                  <a:txBody>
                    <a:bodyPr/>
                    <a:lstStyle/>
                    <a:p>
                      <a:r>
                        <a:rPr lang="en-US" dirty="0">
                          <a:solidFill>
                            <a:schemeClr val="tx1"/>
                          </a:solidFill>
                        </a:rPr>
                        <a:t>PID</a:t>
                      </a:r>
                      <a:endParaRPr lang="LID4096" dirty="0">
                        <a:solidFill>
                          <a:schemeClr val="tx1"/>
                        </a:solidFill>
                      </a:endParaRPr>
                    </a:p>
                  </a:txBody>
                  <a:tcPr>
                    <a:noFill/>
                  </a:tcPr>
                </a:tc>
                <a:tc>
                  <a:txBody>
                    <a:bodyPr/>
                    <a:lstStyle/>
                    <a:p>
                      <a:pPr algn="ctr"/>
                      <a:r>
                        <a:rPr lang="en-US" dirty="0">
                          <a:solidFill>
                            <a:schemeClr val="tx1"/>
                          </a:solidFill>
                        </a:rPr>
                        <a:t>0</a:t>
                      </a:r>
                      <a:endParaRPr lang="LID4096" dirty="0">
                        <a:solidFill>
                          <a:schemeClr val="tx1"/>
                        </a:solidFill>
                      </a:endParaRPr>
                    </a:p>
                  </a:txBody>
                  <a:tcPr>
                    <a:noFill/>
                  </a:tcPr>
                </a:tc>
                <a:tc>
                  <a:txBody>
                    <a:bodyPr/>
                    <a:lstStyle/>
                    <a:p>
                      <a:pPr algn="ctr"/>
                      <a:r>
                        <a:rPr lang="en-US" dirty="0">
                          <a:solidFill>
                            <a:schemeClr val="tx1"/>
                          </a:solidFill>
                        </a:rPr>
                        <a:t>1</a:t>
                      </a:r>
                      <a:endParaRPr lang="LID4096" dirty="0">
                        <a:solidFill>
                          <a:schemeClr val="tx1"/>
                        </a:solidFill>
                      </a:endParaRPr>
                    </a:p>
                  </a:txBody>
                  <a:tcPr>
                    <a:noFill/>
                  </a:tcPr>
                </a:tc>
                <a:tc>
                  <a:txBody>
                    <a:bodyPr/>
                    <a:lstStyle/>
                    <a:p>
                      <a:pPr algn="ctr"/>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3746913706"/>
                  </a:ext>
                </a:extLst>
              </a:tr>
            </a:tbl>
          </a:graphicData>
        </a:graphic>
      </p:graphicFrame>
      <p:sp>
        <p:nvSpPr>
          <p:cNvPr id="8" name="Rectangle 7">
            <a:extLst>
              <a:ext uri="{FF2B5EF4-FFF2-40B4-BE49-F238E27FC236}">
                <a16:creationId xmlns:a16="http://schemas.microsoft.com/office/drawing/2014/main" id="{6A8E77B2-09B9-463C-A9D1-48CFFEDADB1A}"/>
              </a:ext>
            </a:extLst>
          </p:cNvPr>
          <p:cNvSpPr/>
          <p:nvPr/>
        </p:nvSpPr>
        <p:spPr>
          <a:xfrm>
            <a:off x="5326695" y="4874283"/>
            <a:ext cx="1807354"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Read Queue </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88CB9F94-EE40-4874-B123-BC16E9E459CA}"/>
              </a:ext>
            </a:extLst>
          </p:cNvPr>
          <p:cNvSpPr/>
          <p:nvPr/>
        </p:nvSpPr>
        <p:spPr>
          <a:xfrm>
            <a:off x="7667324" y="5148731"/>
            <a:ext cx="2970749"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T.A.T = C.T – ARRIVAL TIME</a:t>
            </a:r>
          </a:p>
        </p:txBody>
      </p:sp>
      <p:sp>
        <p:nvSpPr>
          <p:cNvPr id="12" name="Rectangle 11">
            <a:extLst>
              <a:ext uri="{FF2B5EF4-FFF2-40B4-BE49-F238E27FC236}">
                <a16:creationId xmlns:a16="http://schemas.microsoft.com/office/drawing/2014/main" id="{B91738AB-B076-4752-A8EB-609BA3CD59EB}"/>
              </a:ext>
            </a:extLst>
          </p:cNvPr>
          <p:cNvSpPr/>
          <p:nvPr/>
        </p:nvSpPr>
        <p:spPr>
          <a:xfrm>
            <a:off x="7734970" y="5506733"/>
            <a:ext cx="2835455"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W.T</a:t>
            </a:r>
            <a:r>
              <a:rPr lang="en-US" sz="2000" b="0" cap="none" spc="0" dirty="0">
                <a:ln w="0"/>
                <a:solidFill>
                  <a:schemeClr val="tx1"/>
                </a:solidFill>
                <a:effectLst>
                  <a:outerShdw blurRad="38100" dist="19050" dir="2700000" algn="tl" rotWithShape="0">
                    <a:schemeClr val="dk1">
                      <a:alpha val="40000"/>
                    </a:schemeClr>
                  </a:outerShdw>
                </a:effectLst>
              </a:rPr>
              <a:t> = T.A.T – BURST TIME</a:t>
            </a:r>
          </a:p>
        </p:txBody>
      </p:sp>
      <p:sp>
        <p:nvSpPr>
          <p:cNvPr id="13" name="Rectangle 12">
            <a:extLst>
              <a:ext uri="{FF2B5EF4-FFF2-40B4-BE49-F238E27FC236}">
                <a16:creationId xmlns:a16="http://schemas.microsoft.com/office/drawing/2014/main" id="{84A0F84A-B534-4B40-86CE-067AAA774721}"/>
              </a:ext>
            </a:extLst>
          </p:cNvPr>
          <p:cNvSpPr/>
          <p:nvPr/>
        </p:nvSpPr>
        <p:spPr>
          <a:xfrm>
            <a:off x="6477658" y="4071835"/>
            <a:ext cx="2846100"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Average = </a:t>
            </a:r>
            <a:r>
              <a:rPr lang="en-US" sz="2000" dirty="0">
                <a:ln w="0"/>
                <a:effectLst>
                  <a:outerShdw blurRad="38100" dist="19050" dir="2700000" algn="tl" rotWithShape="0">
                    <a:schemeClr val="dk1">
                      <a:alpha val="40000"/>
                    </a:schemeClr>
                  </a:outerShdw>
                </a:effectLst>
              </a:rPr>
              <a:t>7</a:t>
            </a:r>
            <a:r>
              <a:rPr lang="en-US" sz="2000" b="0" cap="none" spc="0" dirty="0">
                <a:ln w="0"/>
                <a:solidFill>
                  <a:schemeClr val="tx1"/>
                </a:solidFill>
                <a:effectLst>
                  <a:outerShdw blurRad="38100" dist="19050" dir="2700000" algn="tl" rotWithShape="0">
                    <a:schemeClr val="dk1">
                      <a:alpha val="40000"/>
                    </a:schemeClr>
                  </a:outerShdw>
                </a:effectLst>
              </a:rPr>
              <a:t>       </a:t>
            </a:r>
            <a:r>
              <a:rPr lang="en-US" sz="2000" dirty="0">
                <a:ln w="0"/>
                <a:effectLst>
                  <a:outerShdw blurRad="38100" dist="19050" dir="2700000" algn="tl" rotWithShape="0">
                    <a:schemeClr val="dk1">
                      <a:alpha val="40000"/>
                    </a:schemeClr>
                  </a:outerShdw>
                </a:effectLst>
              </a:rPr>
              <a:t>2.5</a:t>
            </a:r>
            <a:r>
              <a:rPr lang="en-US" sz="2000" b="0" cap="none" spc="0" dirty="0">
                <a:ln w="0"/>
                <a:solidFill>
                  <a:schemeClr val="tx1"/>
                </a:solidFill>
                <a:effectLst>
                  <a:outerShdw blurRad="38100" dist="19050" dir="2700000" algn="tl" rotWithShape="0">
                    <a:schemeClr val="dk1">
                      <a:alpha val="40000"/>
                    </a:schemeClr>
                  </a:outerShdw>
                </a:effectLst>
              </a:rPr>
              <a:t> units</a:t>
            </a:r>
          </a:p>
        </p:txBody>
      </p:sp>
      <p:sp>
        <p:nvSpPr>
          <p:cNvPr id="9" name="Footer Placeholder 8">
            <a:extLst>
              <a:ext uri="{FF2B5EF4-FFF2-40B4-BE49-F238E27FC236}">
                <a16:creationId xmlns:a16="http://schemas.microsoft.com/office/drawing/2014/main" id="{D5161EF5-6248-4F80-93DB-34985C7D3075}"/>
              </a:ext>
            </a:extLst>
          </p:cNvPr>
          <p:cNvSpPr>
            <a:spLocks noGrp="1"/>
          </p:cNvSpPr>
          <p:nvPr>
            <p:ph type="ftr" sz="quarter" idx="11"/>
          </p:nvPr>
        </p:nvSpPr>
        <p:spPr>
          <a:xfrm>
            <a:off x="1141413" y="6285813"/>
            <a:ext cx="6239309" cy="365125"/>
          </a:xfrm>
        </p:spPr>
        <p:txBody>
          <a:bodyPr/>
          <a:lstStyle/>
          <a:p>
            <a:r>
              <a:rPr lang="en-GB" dirty="0"/>
              <a:t>Prepared by James Soko for Mr. Paul M. Mutunda © 2025 Kapasa Makasa University </a:t>
            </a:r>
            <a:endParaRPr lang="LID4096" dirty="0"/>
          </a:p>
        </p:txBody>
      </p:sp>
      <p:sp>
        <p:nvSpPr>
          <p:cNvPr id="10" name="Slide Number Placeholder 9">
            <a:extLst>
              <a:ext uri="{FF2B5EF4-FFF2-40B4-BE49-F238E27FC236}">
                <a16:creationId xmlns:a16="http://schemas.microsoft.com/office/drawing/2014/main" id="{6FB3DA0F-C941-40D7-B73C-9CC2DC17A306}"/>
              </a:ext>
            </a:extLst>
          </p:cNvPr>
          <p:cNvSpPr>
            <a:spLocks noGrp="1"/>
          </p:cNvSpPr>
          <p:nvPr>
            <p:ph type="sldNum" sz="quarter" idx="12"/>
          </p:nvPr>
        </p:nvSpPr>
        <p:spPr>
          <a:xfrm>
            <a:off x="11115306" y="6348037"/>
            <a:ext cx="771089" cy="365125"/>
          </a:xfrm>
        </p:spPr>
        <p:txBody>
          <a:bodyPr/>
          <a:lstStyle/>
          <a:p>
            <a:fld id="{76711B12-96E3-4CC6-8596-5FF84CCB8B40}" type="slidenum">
              <a:rPr lang="LID4096" smtClean="0"/>
              <a:t>66</a:t>
            </a:fld>
            <a:endParaRPr lang="LID4096" dirty="0"/>
          </a:p>
        </p:txBody>
      </p:sp>
    </p:spTree>
    <p:extLst>
      <p:ext uri="{BB962C8B-B14F-4D97-AF65-F5344CB8AC3E}">
        <p14:creationId xmlns:p14="http://schemas.microsoft.com/office/powerpoint/2010/main" val="19943230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8FFD-8752-463D-B069-192DCB671774}"/>
              </a:ext>
            </a:extLst>
          </p:cNvPr>
          <p:cNvSpPr>
            <a:spLocks noGrp="1"/>
          </p:cNvSpPr>
          <p:nvPr>
            <p:ph type="title"/>
          </p:nvPr>
        </p:nvSpPr>
        <p:spPr/>
        <p:txBody>
          <a:bodyPr/>
          <a:lstStyle/>
          <a:p>
            <a:pPr algn="ctr"/>
            <a:r>
              <a:rPr lang="en-GB" b="1" dirty="0"/>
              <a:t>PRIORITY SHEDULING ALGORITHM </a:t>
            </a:r>
            <a:endParaRPr lang="LID4096" b="1" dirty="0"/>
          </a:p>
        </p:txBody>
      </p:sp>
      <p:graphicFrame>
        <p:nvGraphicFramePr>
          <p:cNvPr id="4" name="Table 4">
            <a:extLst>
              <a:ext uri="{FF2B5EF4-FFF2-40B4-BE49-F238E27FC236}">
                <a16:creationId xmlns:a16="http://schemas.microsoft.com/office/drawing/2014/main" id="{B85ADF66-C7F7-417A-953D-93D7D07BBE72}"/>
              </a:ext>
            </a:extLst>
          </p:cNvPr>
          <p:cNvGraphicFramePr>
            <a:graphicFrameLocks noGrp="1"/>
          </p:cNvGraphicFramePr>
          <p:nvPr>
            <p:ph idx="1"/>
            <p:extLst>
              <p:ext uri="{D42A27DB-BD31-4B8C-83A1-F6EECF244321}">
                <p14:modId xmlns:p14="http://schemas.microsoft.com/office/powerpoint/2010/main" val="4043750299"/>
              </p:ext>
            </p:extLst>
          </p:nvPr>
        </p:nvGraphicFramePr>
        <p:xfrm>
          <a:off x="1141413" y="2249488"/>
          <a:ext cx="6466018" cy="1854200"/>
        </p:xfrm>
        <a:graphic>
          <a:graphicData uri="http://schemas.openxmlformats.org/drawingml/2006/table">
            <a:tbl>
              <a:tblPr firstRow="1" bandRow="1">
                <a:tableStyleId>{5C22544A-7EE6-4342-B048-85BDC9FD1C3A}</a:tableStyleId>
              </a:tblPr>
              <a:tblGrid>
                <a:gridCol w="1367560">
                  <a:extLst>
                    <a:ext uri="{9D8B030D-6E8A-4147-A177-3AD203B41FA5}">
                      <a16:colId xmlns:a16="http://schemas.microsoft.com/office/drawing/2014/main" val="748133817"/>
                    </a:ext>
                  </a:extLst>
                </a:gridCol>
                <a:gridCol w="1865064">
                  <a:extLst>
                    <a:ext uri="{9D8B030D-6E8A-4147-A177-3AD203B41FA5}">
                      <a16:colId xmlns:a16="http://schemas.microsoft.com/office/drawing/2014/main" val="3259569738"/>
                    </a:ext>
                  </a:extLst>
                </a:gridCol>
                <a:gridCol w="1715678">
                  <a:extLst>
                    <a:ext uri="{9D8B030D-6E8A-4147-A177-3AD203B41FA5}">
                      <a16:colId xmlns:a16="http://schemas.microsoft.com/office/drawing/2014/main" val="3735439937"/>
                    </a:ext>
                  </a:extLst>
                </a:gridCol>
                <a:gridCol w="1517716">
                  <a:extLst>
                    <a:ext uri="{9D8B030D-6E8A-4147-A177-3AD203B41FA5}">
                      <a16:colId xmlns:a16="http://schemas.microsoft.com/office/drawing/2014/main" val="849490048"/>
                    </a:ext>
                  </a:extLst>
                </a:gridCol>
              </a:tblGrid>
              <a:tr h="370840">
                <a:tc>
                  <a:txBody>
                    <a:bodyPr/>
                    <a:lstStyle/>
                    <a:p>
                      <a:r>
                        <a:rPr lang="en-US" dirty="0">
                          <a:solidFill>
                            <a:schemeClr val="tx1"/>
                          </a:solidFill>
                        </a:rPr>
                        <a:t>PRIORITIVE</a:t>
                      </a:r>
                      <a:endParaRPr lang="LID4096" dirty="0">
                        <a:solidFill>
                          <a:schemeClr val="tx1"/>
                        </a:solidFill>
                      </a:endParaRPr>
                    </a:p>
                  </a:txBody>
                  <a:tcPr>
                    <a:noFill/>
                  </a:tcPr>
                </a:tc>
                <a:tc>
                  <a:txBody>
                    <a:bodyPr/>
                    <a:lstStyle/>
                    <a:p>
                      <a:r>
                        <a:rPr lang="en-GB" dirty="0">
                          <a:solidFill>
                            <a:schemeClr val="tx1"/>
                          </a:solidFill>
                        </a:rPr>
                        <a:t>PROCESS ID (PID)</a:t>
                      </a:r>
                      <a:endParaRPr lang="LID4096" dirty="0">
                        <a:solidFill>
                          <a:schemeClr val="tx1"/>
                        </a:solidFill>
                      </a:endParaRPr>
                    </a:p>
                  </a:txBody>
                  <a:tcPr>
                    <a:noFill/>
                  </a:tcPr>
                </a:tc>
                <a:tc>
                  <a:txBody>
                    <a:bodyPr/>
                    <a:lstStyle/>
                    <a:p>
                      <a:r>
                        <a:rPr lang="en-GB" dirty="0">
                          <a:solidFill>
                            <a:schemeClr val="tx1"/>
                          </a:solidFill>
                        </a:rPr>
                        <a:t>ARRIVAL TIME</a:t>
                      </a:r>
                      <a:endParaRPr lang="LID4096" dirty="0">
                        <a:solidFill>
                          <a:schemeClr val="tx1"/>
                        </a:solidFill>
                      </a:endParaRPr>
                    </a:p>
                  </a:txBody>
                  <a:tcPr>
                    <a:noFill/>
                  </a:tcPr>
                </a:tc>
                <a:tc>
                  <a:txBody>
                    <a:bodyPr/>
                    <a:lstStyle/>
                    <a:p>
                      <a:r>
                        <a:rPr lang="en-GB" dirty="0">
                          <a:solidFill>
                            <a:schemeClr val="tx1"/>
                          </a:solidFill>
                        </a:rPr>
                        <a:t>BURST TIME</a:t>
                      </a:r>
                    </a:p>
                  </a:txBody>
                  <a:tcPr>
                    <a:noFill/>
                  </a:tcPr>
                </a:tc>
                <a:extLst>
                  <a:ext uri="{0D108BD9-81ED-4DB2-BD59-A6C34878D82A}">
                    <a16:rowId xmlns:a16="http://schemas.microsoft.com/office/drawing/2014/main" val="2946757989"/>
                  </a:ext>
                </a:extLst>
              </a:tr>
              <a:tr h="370840">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extLst>
                  <a:ext uri="{0D108BD9-81ED-4DB2-BD59-A6C34878D82A}">
                    <a16:rowId xmlns:a16="http://schemas.microsoft.com/office/drawing/2014/main" val="3283166758"/>
                  </a:ext>
                </a:extLst>
              </a:tr>
              <a:tr h="370840">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1485052230"/>
                  </a:ext>
                </a:extLst>
              </a:tr>
              <a:tr h="370840">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420878322"/>
                  </a:ext>
                </a:extLst>
              </a:tr>
              <a:tr h="370840">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857688198"/>
                  </a:ext>
                </a:extLst>
              </a:tr>
            </a:tbl>
          </a:graphicData>
        </a:graphic>
      </p:graphicFrame>
      <p:graphicFrame>
        <p:nvGraphicFramePr>
          <p:cNvPr id="5" name="Table 5">
            <a:extLst>
              <a:ext uri="{FF2B5EF4-FFF2-40B4-BE49-F238E27FC236}">
                <a16:creationId xmlns:a16="http://schemas.microsoft.com/office/drawing/2014/main" id="{E67BA528-E0CF-4954-A452-109479C1BED2}"/>
              </a:ext>
            </a:extLst>
          </p:cNvPr>
          <p:cNvGraphicFramePr>
            <a:graphicFrameLocks noGrp="1"/>
          </p:cNvGraphicFramePr>
          <p:nvPr>
            <p:extLst>
              <p:ext uri="{D42A27DB-BD31-4B8C-83A1-F6EECF244321}">
                <p14:modId xmlns:p14="http://schemas.microsoft.com/office/powerpoint/2010/main" val="4010284701"/>
              </p:ext>
            </p:extLst>
          </p:nvPr>
        </p:nvGraphicFramePr>
        <p:xfrm>
          <a:off x="1141413" y="5335948"/>
          <a:ext cx="3257232" cy="741680"/>
        </p:xfrm>
        <a:graphic>
          <a:graphicData uri="http://schemas.openxmlformats.org/drawingml/2006/table">
            <a:tbl>
              <a:tblPr firstRow="1" bandRow="1">
                <a:tableStyleId>{5C22544A-7EE6-4342-B048-85BDC9FD1C3A}</a:tableStyleId>
              </a:tblPr>
              <a:tblGrid>
                <a:gridCol w="678070">
                  <a:extLst>
                    <a:ext uri="{9D8B030D-6E8A-4147-A177-3AD203B41FA5}">
                      <a16:colId xmlns:a16="http://schemas.microsoft.com/office/drawing/2014/main" val="3992945678"/>
                    </a:ext>
                  </a:extLst>
                </a:gridCol>
                <a:gridCol w="407674">
                  <a:extLst>
                    <a:ext uri="{9D8B030D-6E8A-4147-A177-3AD203B41FA5}">
                      <a16:colId xmlns:a16="http://schemas.microsoft.com/office/drawing/2014/main" val="106958232"/>
                    </a:ext>
                  </a:extLst>
                </a:gridCol>
                <a:gridCol w="542872">
                  <a:extLst>
                    <a:ext uri="{9D8B030D-6E8A-4147-A177-3AD203B41FA5}">
                      <a16:colId xmlns:a16="http://schemas.microsoft.com/office/drawing/2014/main" val="1264120263"/>
                    </a:ext>
                  </a:extLst>
                </a:gridCol>
                <a:gridCol w="542872">
                  <a:extLst>
                    <a:ext uri="{9D8B030D-6E8A-4147-A177-3AD203B41FA5}">
                      <a16:colId xmlns:a16="http://schemas.microsoft.com/office/drawing/2014/main" val="3272547500"/>
                    </a:ext>
                  </a:extLst>
                </a:gridCol>
                <a:gridCol w="542872">
                  <a:extLst>
                    <a:ext uri="{9D8B030D-6E8A-4147-A177-3AD203B41FA5}">
                      <a16:colId xmlns:a16="http://schemas.microsoft.com/office/drawing/2014/main" val="2153086451"/>
                    </a:ext>
                  </a:extLst>
                </a:gridCol>
                <a:gridCol w="542872">
                  <a:extLst>
                    <a:ext uri="{9D8B030D-6E8A-4147-A177-3AD203B41FA5}">
                      <a16:colId xmlns:a16="http://schemas.microsoft.com/office/drawing/2014/main" val="603620903"/>
                    </a:ext>
                  </a:extLst>
                </a:gridCol>
              </a:tblGrid>
              <a:tr h="370840">
                <a:tc>
                  <a:txBody>
                    <a:bodyPr/>
                    <a:lstStyle/>
                    <a:p>
                      <a:r>
                        <a:rPr lang="en-US" dirty="0">
                          <a:solidFill>
                            <a:schemeClr val="tx1"/>
                          </a:solidFill>
                        </a:rPr>
                        <a:t>TIME</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11</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16</a:t>
                      </a:r>
                      <a:endParaRPr lang="LID4096" dirty="0">
                        <a:solidFill>
                          <a:schemeClr val="tx1"/>
                        </a:solidFill>
                      </a:endParaRPr>
                    </a:p>
                  </a:txBody>
                  <a:tcPr>
                    <a:noFill/>
                  </a:tcPr>
                </a:tc>
                <a:extLst>
                  <a:ext uri="{0D108BD9-81ED-4DB2-BD59-A6C34878D82A}">
                    <a16:rowId xmlns:a16="http://schemas.microsoft.com/office/drawing/2014/main" val="1482574859"/>
                  </a:ext>
                </a:extLst>
              </a:tr>
              <a:tr h="370840">
                <a:tc>
                  <a:txBody>
                    <a:bodyPr/>
                    <a:lstStyle/>
                    <a:p>
                      <a:r>
                        <a:rPr lang="en-US" dirty="0">
                          <a:solidFill>
                            <a:schemeClr val="tx1"/>
                          </a:solidFill>
                        </a:rPr>
                        <a:t>PID</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3943698755"/>
                  </a:ext>
                </a:extLst>
              </a:tr>
            </a:tbl>
          </a:graphicData>
        </a:graphic>
      </p:graphicFrame>
      <p:sp>
        <p:nvSpPr>
          <p:cNvPr id="6" name="Rectangle 5">
            <a:extLst>
              <a:ext uri="{FF2B5EF4-FFF2-40B4-BE49-F238E27FC236}">
                <a16:creationId xmlns:a16="http://schemas.microsoft.com/office/drawing/2014/main" id="{C9C86FE8-E109-47AE-A808-39BD43E87E2C}"/>
              </a:ext>
            </a:extLst>
          </p:cNvPr>
          <p:cNvSpPr/>
          <p:nvPr/>
        </p:nvSpPr>
        <p:spPr>
          <a:xfrm>
            <a:off x="1018075" y="4439147"/>
            <a:ext cx="350390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Gantt Chart</a:t>
            </a:r>
          </a:p>
        </p:txBody>
      </p:sp>
      <p:graphicFrame>
        <p:nvGraphicFramePr>
          <p:cNvPr id="7" name="Table 7">
            <a:extLst>
              <a:ext uri="{FF2B5EF4-FFF2-40B4-BE49-F238E27FC236}">
                <a16:creationId xmlns:a16="http://schemas.microsoft.com/office/drawing/2014/main" id="{A1EE5D44-46C3-48D5-9884-FFDD77150616}"/>
              </a:ext>
            </a:extLst>
          </p:cNvPr>
          <p:cNvGraphicFramePr>
            <a:graphicFrameLocks noGrp="1"/>
          </p:cNvGraphicFramePr>
          <p:nvPr>
            <p:extLst>
              <p:ext uri="{D42A27DB-BD31-4B8C-83A1-F6EECF244321}">
                <p14:modId xmlns:p14="http://schemas.microsoft.com/office/powerpoint/2010/main" val="2267787034"/>
              </p:ext>
            </p:extLst>
          </p:nvPr>
        </p:nvGraphicFramePr>
        <p:xfrm>
          <a:off x="7922792" y="2239145"/>
          <a:ext cx="2436305" cy="1854200"/>
        </p:xfrm>
        <a:graphic>
          <a:graphicData uri="http://schemas.openxmlformats.org/drawingml/2006/table">
            <a:tbl>
              <a:tblPr firstRow="1" bandRow="1">
                <a:tableStyleId>{5C22544A-7EE6-4342-B048-85BDC9FD1C3A}</a:tableStyleId>
              </a:tblPr>
              <a:tblGrid>
                <a:gridCol w="616932">
                  <a:extLst>
                    <a:ext uri="{9D8B030D-6E8A-4147-A177-3AD203B41FA5}">
                      <a16:colId xmlns:a16="http://schemas.microsoft.com/office/drawing/2014/main" val="2843696860"/>
                    </a:ext>
                  </a:extLst>
                </a:gridCol>
                <a:gridCol w="518474">
                  <a:extLst>
                    <a:ext uri="{9D8B030D-6E8A-4147-A177-3AD203B41FA5}">
                      <a16:colId xmlns:a16="http://schemas.microsoft.com/office/drawing/2014/main" val="12272266"/>
                    </a:ext>
                  </a:extLst>
                </a:gridCol>
                <a:gridCol w="716437">
                  <a:extLst>
                    <a:ext uri="{9D8B030D-6E8A-4147-A177-3AD203B41FA5}">
                      <a16:colId xmlns:a16="http://schemas.microsoft.com/office/drawing/2014/main" val="2026640846"/>
                    </a:ext>
                  </a:extLst>
                </a:gridCol>
                <a:gridCol w="584462">
                  <a:extLst>
                    <a:ext uri="{9D8B030D-6E8A-4147-A177-3AD203B41FA5}">
                      <a16:colId xmlns:a16="http://schemas.microsoft.com/office/drawing/2014/main" val="2163443192"/>
                    </a:ext>
                  </a:extLst>
                </a:gridCol>
              </a:tblGrid>
              <a:tr h="370840">
                <a:tc>
                  <a:txBody>
                    <a:bodyPr/>
                    <a:lstStyle/>
                    <a:p>
                      <a:r>
                        <a:rPr lang="en-US" dirty="0">
                          <a:solidFill>
                            <a:schemeClr val="tx1"/>
                          </a:solidFill>
                        </a:rPr>
                        <a:t>PID</a:t>
                      </a:r>
                      <a:endParaRPr lang="LID4096" dirty="0">
                        <a:solidFill>
                          <a:schemeClr val="tx1"/>
                        </a:solidFill>
                      </a:endParaRPr>
                    </a:p>
                  </a:txBody>
                  <a:tcPr>
                    <a:noFill/>
                  </a:tcPr>
                </a:tc>
                <a:tc>
                  <a:txBody>
                    <a:bodyPr/>
                    <a:lstStyle/>
                    <a:p>
                      <a:r>
                        <a:rPr lang="en-US" dirty="0">
                          <a:solidFill>
                            <a:schemeClr val="tx1"/>
                          </a:solidFill>
                        </a:rPr>
                        <a:t>C.T</a:t>
                      </a:r>
                      <a:endParaRPr lang="LID4096" dirty="0">
                        <a:solidFill>
                          <a:schemeClr val="tx1"/>
                        </a:solidFill>
                      </a:endParaRPr>
                    </a:p>
                  </a:txBody>
                  <a:tcPr>
                    <a:noFill/>
                  </a:tcPr>
                </a:tc>
                <a:tc>
                  <a:txBody>
                    <a:bodyPr/>
                    <a:lstStyle/>
                    <a:p>
                      <a:r>
                        <a:rPr lang="en-US" dirty="0">
                          <a:solidFill>
                            <a:schemeClr val="tx1"/>
                          </a:solidFill>
                        </a:rPr>
                        <a:t>T.A.T</a:t>
                      </a:r>
                      <a:endParaRPr lang="LID4096" dirty="0">
                        <a:solidFill>
                          <a:schemeClr val="tx1"/>
                        </a:solidFill>
                      </a:endParaRPr>
                    </a:p>
                  </a:txBody>
                  <a:tcPr>
                    <a:noFill/>
                  </a:tcPr>
                </a:tc>
                <a:tc>
                  <a:txBody>
                    <a:bodyPr/>
                    <a:lstStyle/>
                    <a:p>
                      <a:r>
                        <a:rPr lang="en-US" dirty="0">
                          <a:solidFill>
                            <a:schemeClr val="tx1"/>
                          </a:solidFill>
                        </a:rPr>
                        <a:t>W.T</a:t>
                      </a:r>
                      <a:endParaRPr lang="LID4096" dirty="0">
                        <a:solidFill>
                          <a:schemeClr val="tx1"/>
                        </a:solidFill>
                      </a:endParaRPr>
                    </a:p>
                  </a:txBody>
                  <a:tcPr>
                    <a:noFill/>
                  </a:tcPr>
                </a:tc>
                <a:extLst>
                  <a:ext uri="{0D108BD9-81ED-4DB2-BD59-A6C34878D82A}">
                    <a16:rowId xmlns:a16="http://schemas.microsoft.com/office/drawing/2014/main" val="3588101015"/>
                  </a:ext>
                </a:extLst>
              </a:tr>
              <a:tr h="370840">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656762853"/>
                  </a:ext>
                </a:extLst>
              </a:tr>
              <a:tr h="370840">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tc>
                  <a:txBody>
                    <a:bodyPr/>
                    <a:lstStyle/>
                    <a:p>
                      <a:r>
                        <a:rPr lang="en-US" dirty="0">
                          <a:solidFill>
                            <a:schemeClr val="tx1"/>
                          </a:solidFill>
                        </a:rPr>
                        <a:t>9</a:t>
                      </a:r>
                      <a:endParaRPr lang="LID4096" dirty="0">
                        <a:solidFill>
                          <a:schemeClr val="tx1"/>
                        </a:solidFill>
                      </a:endParaRPr>
                    </a:p>
                  </a:txBody>
                  <a:tcPr>
                    <a:noFill/>
                  </a:tcPr>
                </a:tc>
                <a:extLst>
                  <a:ext uri="{0D108BD9-81ED-4DB2-BD59-A6C34878D82A}">
                    <a16:rowId xmlns:a16="http://schemas.microsoft.com/office/drawing/2014/main" val="2245184995"/>
                  </a:ext>
                </a:extLst>
              </a:tr>
              <a:tr h="370840">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16</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11</a:t>
                      </a:r>
                      <a:endParaRPr lang="LID4096" dirty="0">
                        <a:solidFill>
                          <a:schemeClr val="tx1"/>
                        </a:solidFill>
                      </a:endParaRPr>
                    </a:p>
                  </a:txBody>
                  <a:tcPr>
                    <a:noFill/>
                  </a:tcPr>
                </a:tc>
                <a:extLst>
                  <a:ext uri="{0D108BD9-81ED-4DB2-BD59-A6C34878D82A}">
                    <a16:rowId xmlns:a16="http://schemas.microsoft.com/office/drawing/2014/main" val="337291570"/>
                  </a:ext>
                </a:extLst>
              </a:tr>
              <a:tr h="370840">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11</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2181084524"/>
                  </a:ext>
                </a:extLst>
              </a:tr>
            </a:tbl>
          </a:graphicData>
        </a:graphic>
      </p:graphicFrame>
      <p:sp>
        <p:nvSpPr>
          <p:cNvPr id="11" name="Rectangle 10">
            <a:extLst>
              <a:ext uri="{FF2B5EF4-FFF2-40B4-BE49-F238E27FC236}">
                <a16:creationId xmlns:a16="http://schemas.microsoft.com/office/drawing/2014/main" id="{28F4ABB9-5346-4F5D-81D8-90ADAE612DE6}"/>
              </a:ext>
            </a:extLst>
          </p:cNvPr>
          <p:cNvSpPr/>
          <p:nvPr/>
        </p:nvSpPr>
        <p:spPr>
          <a:xfrm>
            <a:off x="2897721" y="1687238"/>
            <a:ext cx="6639061"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Consider the lowest number to be the highest priority</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2701682A-6F48-4FDE-8543-F51F4C702928}"/>
              </a:ext>
            </a:extLst>
          </p:cNvPr>
          <p:cNvSpPr/>
          <p:nvPr/>
        </p:nvSpPr>
        <p:spPr>
          <a:xfrm>
            <a:off x="5600201" y="5043560"/>
            <a:ext cx="4645182" cy="584775"/>
          </a:xfrm>
          <a:prstGeom prst="rect">
            <a:avLst/>
          </a:prstGeom>
          <a:noFill/>
        </p:spPr>
        <p:txBody>
          <a:bodyPr wrap="non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rPr>
              <a:t>T.A.T = C.T – ARRIVAL TIME</a:t>
            </a:r>
          </a:p>
        </p:txBody>
      </p:sp>
      <p:sp>
        <p:nvSpPr>
          <p:cNvPr id="13" name="Rectangle 12">
            <a:extLst>
              <a:ext uri="{FF2B5EF4-FFF2-40B4-BE49-F238E27FC236}">
                <a16:creationId xmlns:a16="http://schemas.microsoft.com/office/drawing/2014/main" id="{3502646B-F5DB-45AB-9352-6A9D20B230EC}"/>
              </a:ext>
            </a:extLst>
          </p:cNvPr>
          <p:cNvSpPr/>
          <p:nvPr/>
        </p:nvSpPr>
        <p:spPr>
          <a:xfrm>
            <a:off x="5707796" y="5695950"/>
            <a:ext cx="4429995" cy="584775"/>
          </a:xfrm>
          <a:prstGeom prst="rect">
            <a:avLst/>
          </a:prstGeom>
          <a:noFill/>
        </p:spPr>
        <p:txBody>
          <a:bodyPr wrap="none" lIns="91440" tIns="45720" rIns="91440" bIns="45720">
            <a:spAutoFit/>
          </a:bodyPr>
          <a:lstStyle/>
          <a:p>
            <a:pPr algn="ctr"/>
            <a:r>
              <a:rPr lang="en-US" sz="3200" dirty="0">
                <a:ln w="0"/>
                <a:effectLst>
                  <a:outerShdw blurRad="38100" dist="19050" dir="2700000" algn="tl" rotWithShape="0">
                    <a:schemeClr val="dk1">
                      <a:alpha val="40000"/>
                    </a:schemeClr>
                  </a:outerShdw>
                </a:effectLst>
              </a:rPr>
              <a:t>W.T</a:t>
            </a:r>
            <a:r>
              <a:rPr lang="en-US" sz="3200" b="0" cap="none" spc="0" dirty="0">
                <a:ln w="0"/>
                <a:solidFill>
                  <a:schemeClr val="tx1"/>
                </a:solidFill>
                <a:effectLst>
                  <a:outerShdw blurRad="38100" dist="19050" dir="2700000" algn="tl" rotWithShape="0">
                    <a:schemeClr val="dk1">
                      <a:alpha val="40000"/>
                    </a:schemeClr>
                  </a:outerShdw>
                </a:effectLst>
              </a:rPr>
              <a:t> = T.A.T – BURST TIME</a:t>
            </a:r>
          </a:p>
        </p:txBody>
      </p:sp>
      <p:sp>
        <p:nvSpPr>
          <p:cNvPr id="10" name="Rectangle 9">
            <a:extLst>
              <a:ext uri="{FF2B5EF4-FFF2-40B4-BE49-F238E27FC236}">
                <a16:creationId xmlns:a16="http://schemas.microsoft.com/office/drawing/2014/main" id="{268DFFAA-D736-4470-AAE1-6510B0004877}"/>
              </a:ext>
            </a:extLst>
          </p:cNvPr>
          <p:cNvSpPr/>
          <p:nvPr/>
        </p:nvSpPr>
        <p:spPr>
          <a:xfrm>
            <a:off x="7922792" y="4093345"/>
            <a:ext cx="2831673"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Average = </a:t>
            </a:r>
            <a:r>
              <a:rPr lang="en-US" sz="2000" dirty="0">
                <a:ln w="0"/>
                <a:effectLst>
                  <a:outerShdw blurRad="38100" dist="19050" dir="2700000" algn="tl" rotWithShape="0">
                    <a:schemeClr val="dk1">
                      <a:alpha val="40000"/>
                    </a:schemeClr>
                  </a:outerShdw>
                </a:effectLst>
              </a:rPr>
              <a:t>9.5</a:t>
            </a:r>
            <a:r>
              <a:rPr lang="en-US" sz="2000" b="0" cap="none" spc="0" dirty="0">
                <a:ln w="0"/>
                <a:solidFill>
                  <a:schemeClr val="tx1"/>
                </a:solidFill>
                <a:effectLst>
                  <a:outerShdw blurRad="38100" dist="19050" dir="2700000" algn="tl" rotWithShape="0">
                    <a:schemeClr val="dk1">
                      <a:alpha val="40000"/>
                    </a:schemeClr>
                  </a:outerShdw>
                </a:effectLst>
              </a:rPr>
              <a:t>   </a:t>
            </a:r>
            <a:r>
              <a:rPr lang="en-US" sz="2000" dirty="0">
                <a:ln w="0"/>
                <a:effectLst>
                  <a:outerShdw blurRad="38100" dist="19050" dir="2700000" algn="tl" rotWithShape="0">
                    <a:schemeClr val="dk1">
                      <a:alpha val="40000"/>
                    </a:schemeClr>
                  </a:outerShdw>
                </a:effectLst>
              </a:rPr>
              <a:t>5.5</a:t>
            </a:r>
            <a:r>
              <a:rPr lang="en-US" sz="2000" b="0" cap="none" spc="0" dirty="0">
                <a:ln w="0"/>
                <a:solidFill>
                  <a:schemeClr val="tx1"/>
                </a:solidFill>
                <a:effectLst>
                  <a:outerShdw blurRad="38100" dist="19050" dir="2700000" algn="tl" rotWithShape="0">
                    <a:schemeClr val="dk1">
                      <a:alpha val="40000"/>
                    </a:schemeClr>
                  </a:outerShdw>
                </a:effectLst>
              </a:rPr>
              <a:t> units</a:t>
            </a:r>
          </a:p>
        </p:txBody>
      </p:sp>
      <p:sp>
        <p:nvSpPr>
          <p:cNvPr id="3" name="Footer Placeholder 2">
            <a:extLst>
              <a:ext uri="{FF2B5EF4-FFF2-40B4-BE49-F238E27FC236}">
                <a16:creationId xmlns:a16="http://schemas.microsoft.com/office/drawing/2014/main" id="{7FECB004-381C-47B7-845B-D95632E057FE}"/>
              </a:ext>
            </a:extLst>
          </p:cNvPr>
          <p:cNvSpPr>
            <a:spLocks noGrp="1"/>
          </p:cNvSpPr>
          <p:nvPr>
            <p:ph type="ftr" sz="quarter" idx="11"/>
          </p:nvPr>
        </p:nvSpPr>
        <p:spPr>
          <a:xfrm>
            <a:off x="1141413" y="6204030"/>
            <a:ext cx="6239309" cy="365125"/>
          </a:xfrm>
        </p:spPr>
        <p:txBody>
          <a:bodyPr/>
          <a:lstStyle/>
          <a:p>
            <a:r>
              <a:rPr lang="en-GB" dirty="0"/>
              <a:t>Prepared by James Soko for Mr. Paul M. Mutunda © 2025 Kapasa Makasa University </a:t>
            </a:r>
            <a:endParaRPr lang="LID4096" dirty="0"/>
          </a:p>
        </p:txBody>
      </p:sp>
      <p:sp>
        <p:nvSpPr>
          <p:cNvPr id="8" name="Slide Number Placeholder 7">
            <a:extLst>
              <a:ext uri="{FF2B5EF4-FFF2-40B4-BE49-F238E27FC236}">
                <a16:creationId xmlns:a16="http://schemas.microsoft.com/office/drawing/2014/main" id="{3ED266FE-C2B7-4221-8029-07F517A4EAB2}"/>
              </a:ext>
            </a:extLst>
          </p:cNvPr>
          <p:cNvSpPr>
            <a:spLocks noGrp="1"/>
          </p:cNvSpPr>
          <p:nvPr>
            <p:ph type="sldNum" sz="quarter" idx="12"/>
          </p:nvPr>
        </p:nvSpPr>
        <p:spPr/>
        <p:txBody>
          <a:bodyPr/>
          <a:lstStyle/>
          <a:p>
            <a:fld id="{76711B12-96E3-4CC6-8596-5FF84CCB8B40}" type="slidenum">
              <a:rPr lang="LID4096" smtClean="0"/>
              <a:t>67</a:t>
            </a:fld>
            <a:endParaRPr lang="LID4096"/>
          </a:p>
        </p:txBody>
      </p:sp>
    </p:spTree>
    <p:extLst>
      <p:ext uri="{BB962C8B-B14F-4D97-AF65-F5344CB8AC3E}">
        <p14:creationId xmlns:p14="http://schemas.microsoft.com/office/powerpoint/2010/main" val="28750006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ED6A21A-F45C-4BC2-BC6E-E8C50389ABA6}"/>
              </a:ext>
            </a:extLst>
          </p:cNvPr>
          <p:cNvSpPr>
            <a:spLocks noGrp="1"/>
          </p:cNvSpPr>
          <p:nvPr>
            <p:ph type="ctrTitle"/>
          </p:nvPr>
        </p:nvSpPr>
        <p:spPr/>
        <p:txBody>
          <a:bodyPr/>
          <a:lstStyle/>
          <a:p>
            <a:r>
              <a:rPr lang="en-GB" b="1" dirty="0"/>
              <a:t>Vulnerability Research</a:t>
            </a:r>
            <a:endParaRPr lang="LID4096" b="1" dirty="0"/>
          </a:p>
        </p:txBody>
      </p:sp>
      <p:sp>
        <p:nvSpPr>
          <p:cNvPr id="9" name="Subtitle 8">
            <a:extLst>
              <a:ext uri="{FF2B5EF4-FFF2-40B4-BE49-F238E27FC236}">
                <a16:creationId xmlns:a16="http://schemas.microsoft.com/office/drawing/2014/main" id="{89A2482B-CDE5-418B-B0EC-21EDDAA38626}"/>
              </a:ext>
            </a:extLst>
          </p:cNvPr>
          <p:cNvSpPr>
            <a:spLocks noGrp="1"/>
          </p:cNvSpPr>
          <p:nvPr>
            <p:ph type="subTitle" idx="1"/>
          </p:nvPr>
        </p:nvSpPr>
        <p:spPr/>
        <p:txBody>
          <a:bodyPr/>
          <a:lstStyle/>
          <a:p>
            <a:pPr algn="ctr"/>
            <a:r>
              <a:rPr lang="en-US" b="1" dirty="0"/>
              <a:t>UNIT 2</a:t>
            </a:r>
            <a:endParaRPr lang="LID4096" b="1" dirty="0"/>
          </a:p>
        </p:txBody>
      </p:sp>
      <p:sp>
        <p:nvSpPr>
          <p:cNvPr id="4" name="Footer Placeholder 3">
            <a:extLst>
              <a:ext uri="{FF2B5EF4-FFF2-40B4-BE49-F238E27FC236}">
                <a16:creationId xmlns:a16="http://schemas.microsoft.com/office/drawing/2014/main" id="{A3DDD0A8-5B69-4872-B21C-B96BA1028561}"/>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06C13810-EBA0-4C12-BE97-417E83A3B62A}"/>
              </a:ext>
            </a:extLst>
          </p:cNvPr>
          <p:cNvSpPr>
            <a:spLocks noGrp="1"/>
          </p:cNvSpPr>
          <p:nvPr>
            <p:ph type="sldNum" sz="quarter" idx="12"/>
          </p:nvPr>
        </p:nvSpPr>
        <p:spPr/>
        <p:txBody>
          <a:bodyPr/>
          <a:lstStyle/>
          <a:p>
            <a:fld id="{76711B12-96E3-4CC6-8596-5FF84CCB8B40}" type="slidenum">
              <a:rPr lang="LID4096" smtClean="0"/>
              <a:t>68</a:t>
            </a:fld>
            <a:endParaRPr lang="LID4096"/>
          </a:p>
        </p:txBody>
      </p:sp>
    </p:spTree>
    <p:extLst>
      <p:ext uri="{BB962C8B-B14F-4D97-AF65-F5344CB8AC3E}">
        <p14:creationId xmlns:p14="http://schemas.microsoft.com/office/powerpoint/2010/main" val="24204019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F4D87-4C77-4385-9EEF-8E5F00997F8A}"/>
              </a:ext>
            </a:extLst>
          </p:cNvPr>
          <p:cNvSpPr>
            <a:spLocks noGrp="1"/>
          </p:cNvSpPr>
          <p:nvPr>
            <p:ph type="title"/>
          </p:nvPr>
        </p:nvSpPr>
        <p:spPr/>
        <p:txBody>
          <a:bodyPr/>
          <a:lstStyle/>
          <a:p>
            <a:pPr algn="ctr"/>
            <a:r>
              <a:rPr lang="en-GB" b="1" dirty="0"/>
              <a:t>Vulnerability Research</a:t>
            </a:r>
            <a:endParaRPr lang="LID4096" b="1" dirty="0"/>
          </a:p>
        </p:txBody>
      </p:sp>
      <p:sp>
        <p:nvSpPr>
          <p:cNvPr id="3" name="Content Placeholder 2">
            <a:extLst>
              <a:ext uri="{FF2B5EF4-FFF2-40B4-BE49-F238E27FC236}">
                <a16:creationId xmlns:a16="http://schemas.microsoft.com/office/drawing/2014/main" id="{D6A51452-719F-46AC-9B22-B06E3EA370AE}"/>
              </a:ext>
            </a:extLst>
          </p:cNvPr>
          <p:cNvSpPr>
            <a:spLocks noGrp="1"/>
          </p:cNvSpPr>
          <p:nvPr>
            <p:ph idx="1"/>
          </p:nvPr>
        </p:nvSpPr>
        <p:spPr/>
        <p:txBody>
          <a:bodyPr>
            <a:normAutofit/>
          </a:bodyPr>
          <a:lstStyle/>
          <a:p>
            <a:r>
              <a:rPr lang="en-US" dirty="0"/>
              <a:t>It is actively involved in discovering critical vulnerabilities in software and hardware products as part of its ongoing research and development efforts.</a:t>
            </a:r>
          </a:p>
          <a:p>
            <a:r>
              <a:rPr lang="en-US" dirty="0"/>
              <a:t>It </a:t>
            </a:r>
            <a:r>
              <a:rPr lang="en-US" b="1" dirty="0"/>
              <a:t>aims to improve security </a:t>
            </a:r>
            <a:r>
              <a:rPr lang="en-US" dirty="0"/>
              <a:t>by discovering unexpected behavior or vulnerabilities that could be exploited by attackers.</a:t>
            </a:r>
          </a:p>
          <a:p>
            <a:r>
              <a:rPr lang="en-US" b="1" dirty="0"/>
              <a:t>Techniques </a:t>
            </a:r>
            <a:r>
              <a:rPr lang="en-US" dirty="0"/>
              <a:t>used for vulnerability research include </a:t>
            </a:r>
            <a:r>
              <a:rPr lang="en-US" b="1" dirty="0"/>
              <a:t>code auditing</a:t>
            </a:r>
            <a:r>
              <a:rPr lang="en-US" dirty="0"/>
              <a:t>, </a:t>
            </a:r>
            <a:r>
              <a:rPr lang="en-US" b="1" dirty="0"/>
              <a:t>fuzzing</a:t>
            </a:r>
            <a:r>
              <a:rPr lang="en-US" dirty="0"/>
              <a:t>, and </a:t>
            </a:r>
            <a:r>
              <a:rPr lang="en-US" b="1" dirty="0"/>
              <a:t>reverse engineering</a:t>
            </a:r>
            <a:r>
              <a:rPr lang="en-US" dirty="0"/>
              <a:t>.</a:t>
            </a:r>
          </a:p>
        </p:txBody>
      </p:sp>
      <p:sp>
        <p:nvSpPr>
          <p:cNvPr id="4" name="Footer Placeholder 3">
            <a:extLst>
              <a:ext uri="{FF2B5EF4-FFF2-40B4-BE49-F238E27FC236}">
                <a16:creationId xmlns:a16="http://schemas.microsoft.com/office/drawing/2014/main" id="{4695FBBF-6D6D-4173-B551-CCCF2DF6534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D3BAFF4B-F955-4961-80AC-F67040AEC75C}"/>
              </a:ext>
            </a:extLst>
          </p:cNvPr>
          <p:cNvSpPr>
            <a:spLocks noGrp="1"/>
          </p:cNvSpPr>
          <p:nvPr>
            <p:ph type="sldNum" sz="quarter" idx="12"/>
          </p:nvPr>
        </p:nvSpPr>
        <p:spPr/>
        <p:txBody>
          <a:bodyPr/>
          <a:lstStyle/>
          <a:p>
            <a:fld id="{76711B12-96E3-4CC6-8596-5FF84CCB8B40}" type="slidenum">
              <a:rPr lang="LID4096" smtClean="0"/>
              <a:t>69</a:t>
            </a:fld>
            <a:endParaRPr lang="LID4096"/>
          </a:p>
        </p:txBody>
      </p:sp>
    </p:spTree>
    <p:extLst>
      <p:ext uri="{BB962C8B-B14F-4D97-AF65-F5344CB8AC3E}">
        <p14:creationId xmlns:p14="http://schemas.microsoft.com/office/powerpoint/2010/main" val="4240665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6415-A68B-4E08-92DF-E6642B48400F}"/>
              </a:ext>
            </a:extLst>
          </p:cNvPr>
          <p:cNvSpPr>
            <a:spLocks noGrp="1"/>
          </p:cNvSpPr>
          <p:nvPr>
            <p:ph type="title"/>
          </p:nvPr>
        </p:nvSpPr>
        <p:spPr/>
        <p:txBody>
          <a:bodyPr/>
          <a:lstStyle/>
          <a:p>
            <a:endParaRPr lang="LID4096"/>
          </a:p>
        </p:txBody>
      </p:sp>
      <p:sp>
        <p:nvSpPr>
          <p:cNvPr id="3" name="Content Placeholder 2">
            <a:extLst>
              <a:ext uri="{FF2B5EF4-FFF2-40B4-BE49-F238E27FC236}">
                <a16:creationId xmlns:a16="http://schemas.microsoft.com/office/drawing/2014/main" id="{DE659D6D-8E70-4EF9-AA8D-B41A7958E351}"/>
              </a:ext>
            </a:extLst>
          </p:cNvPr>
          <p:cNvSpPr>
            <a:spLocks noGrp="1"/>
          </p:cNvSpPr>
          <p:nvPr>
            <p:ph idx="1"/>
          </p:nvPr>
        </p:nvSpPr>
        <p:spPr/>
        <p:txBody>
          <a:bodyPr>
            <a:normAutofit fontScale="85000" lnSpcReduction="20000"/>
          </a:bodyPr>
          <a:lstStyle/>
          <a:p>
            <a:pPr marL="457200" indent="-457200">
              <a:buFont typeface="+mj-lt"/>
              <a:buAutoNum type="arabicPeriod"/>
            </a:pPr>
            <a:r>
              <a:rPr lang="en-GB" b="1" dirty="0"/>
              <a:t>Disassembler</a:t>
            </a:r>
            <a:r>
              <a:rPr lang="en-GB" dirty="0"/>
              <a:t> </a:t>
            </a:r>
          </a:p>
          <a:p>
            <a:r>
              <a:rPr lang="en-US" dirty="0"/>
              <a:t>Breaks down executable files into assembly code. </a:t>
            </a:r>
          </a:p>
          <a:p>
            <a:r>
              <a:rPr lang="en-US" dirty="0"/>
              <a:t>Is used for </a:t>
            </a:r>
            <a:r>
              <a:rPr lang="en-US" b="1" dirty="0"/>
              <a:t>reverse engineering</a:t>
            </a:r>
            <a:r>
              <a:rPr lang="en-US" dirty="0"/>
              <a:t>, </a:t>
            </a:r>
            <a:r>
              <a:rPr lang="en-US" b="1" dirty="0"/>
              <a:t>debugging</a:t>
            </a:r>
            <a:r>
              <a:rPr lang="en-US" dirty="0"/>
              <a:t>, </a:t>
            </a:r>
            <a:r>
              <a:rPr lang="en-US" b="1" dirty="0"/>
              <a:t>malware analysis</a:t>
            </a:r>
            <a:r>
              <a:rPr lang="en-US" dirty="0"/>
              <a:t>.</a:t>
            </a:r>
          </a:p>
          <a:p>
            <a:pPr marL="514350" indent="-514350">
              <a:buFont typeface="+mj-lt"/>
              <a:buAutoNum type="romanLcPeriod"/>
            </a:pPr>
            <a:r>
              <a:rPr lang="en-US" b="1" dirty="0"/>
              <a:t>IDA Pro </a:t>
            </a:r>
            <a:r>
              <a:rPr lang="en-US" dirty="0"/>
              <a:t>– analyzes complex binaries and those from embedded systems included as well as mobile applications.</a:t>
            </a:r>
          </a:p>
          <a:p>
            <a:pPr marL="514350" indent="-514350">
              <a:buFont typeface="+mj-lt"/>
              <a:buAutoNum type="romanLcPeriod"/>
            </a:pPr>
            <a:r>
              <a:rPr lang="en-US" b="1" dirty="0"/>
              <a:t>Binary Ninja </a:t>
            </a:r>
            <a:r>
              <a:rPr lang="en-US" dirty="0"/>
              <a:t>– cross platform compatibility and scripting for disassembling, decompiling, and debugging binary files.</a:t>
            </a:r>
          </a:p>
          <a:p>
            <a:pPr marL="514350" indent="-514350">
              <a:buFont typeface="+mj-lt"/>
              <a:buAutoNum type="romanLcPeriod"/>
            </a:pPr>
            <a:r>
              <a:rPr lang="en-US" b="1" dirty="0"/>
              <a:t>Ghidra</a:t>
            </a:r>
            <a:r>
              <a:rPr lang="en-US" dirty="0"/>
              <a:t> – It is an open-source reverse engineering tool developed by the National Security Agency (NISA) and available on Windows, MacOS and Linux.</a:t>
            </a:r>
          </a:p>
        </p:txBody>
      </p:sp>
      <p:sp>
        <p:nvSpPr>
          <p:cNvPr id="4" name="Footer Placeholder 3">
            <a:extLst>
              <a:ext uri="{FF2B5EF4-FFF2-40B4-BE49-F238E27FC236}">
                <a16:creationId xmlns:a16="http://schemas.microsoft.com/office/drawing/2014/main" id="{17D6D661-98CE-4A72-A12E-6B02AEA350F1}"/>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5E5CFDEB-1B4C-4FD6-8816-DBA595F53620}"/>
              </a:ext>
            </a:extLst>
          </p:cNvPr>
          <p:cNvSpPr>
            <a:spLocks noGrp="1"/>
          </p:cNvSpPr>
          <p:nvPr>
            <p:ph type="sldNum" sz="quarter" idx="12"/>
          </p:nvPr>
        </p:nvSpPr>
        <p:spPr/>
        <p:txBody>
          <a:bodyPr/>
          <a:lstStyle/>
          <a:p>
            <a:fld id="{76711B12-96E3-4CC6-8596-5FF84CCB8B40}" type="slidenum">
              <a:rPr lang="LID4096" smtClean="0"/>
              <a:t>70</a:t>
            </a:fld>
            <a:endParaRPr lang="LID4096"/>
          </a:p>
        </p:txBody>
      </p:sp>
    </p:spTree>
    <p:extLst>
      <p:ext uri="{BB962C8B-B14F-4D97-AF65-F5344CB8AC3E}">
        <p14:creationId xmlns:p14="http://schemas.microsoft.com/office/powerpoint/2010/main" val="32385093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2C67D-EC13-4222-AD94-0BE4E3AAAC47}"/>
              </a:ext>
            </a:extLst>
          </p:cNvPr>
          <p:cNvSpPr>
            <a:spLocks noGrp="1"/>
          </p:cNvSpPr>
          <p:nvPr>
            <p:ph type="title"/>
          </p:nvPr>
        </p:nvSpPr>
        <p:spPr/>
        <p:txBody>
          <a:bodyPr/>
          <a:lstStyle/>
          <a:p>
            <a:endParaRPr lang="LID4096"/>
          </a:p>
        </p:txBody>
      </p:sp>
      <p:sp>
        <p:nvSpPr>
          <p:cNvPr id="3" name="Content Placeholder 2">
            <a:extLst>
              <a:ext uri="{FF2B5EF4-FFF2-40B4-BE49-F238E27FC236}">
                <a16:creationId xmlns:a16="http://schemas.microsoft.com/office/drawing/2014/main" id="{9362AF33-C735-413C-B2FB-0184C0C1C233}"/>
              </a:ext>
            </a:extLst>
          </p:cNvPr>
          <p:cNvSpPr>
            <a:spLocks noGrp="1"/>
          </p:cNvSpPr>
          <p:nvPr>
            <p:ph idx="1"/>
          </p:nvPr>
        </p:nvSpPr>
        <p:spPr/>
        <p:txBody>
          <a:bodyPr>
            <a:normAutofit fontScale="85000" lnSpcReduction="20000"/>
          </a:bodyPr>
          <a:lstStyle/>
          <a:p>
            <a:pPr marL="457200" indent="-457200">
              <a:buAutoNum type="arabicPeriod" startAt="2"/>
            </a:pPr>
            <a:r>
              <a:rPr lang="en-GB" b="1" dirty="0"/>
              <a:t>Debugger</a:t>
            </a:r>
          </a:p>
          <a:p>
            <a:r>
              <a:rPr lang="en-US" dirty="0"/>
              <a:t>Allows dynamic analysis with breakpoints in programming.</a:t>
            </a:r>
          </a:p>
          <a:p>
            <a:pPr marL="514350" indent="-514350">
              <a:buFont typeface="+mj-lt"/>
              <a:buAutoNum type="romanLcPeriod"/>
            </a:pPr>
            <a:r>
              <a:rPr lang="en-US" b="1" dirty="0"/>
              <a:t>GDB/GNU </a:t>
            </a:r>
            <a:r>
              <a:rPr lang="en-US" dirty="0"/>
              <a:t>– This is a powerful and versatile debugging tool used for examining the internal operation of running programs.</a:t>
            </a:r>
          </a:p>
          <a:p>
            <a:pPr marL="514350" indent="-514350">
              <a:buFont typeface="+mj-lt"/>
              <a:buAutoNum type="romanLcPeriod"/>
            </a:pPr>
            <a:r>
              <a:rPr lang="en-US" b="1" dirty="0"/>
              <a:t>Windows Debugger (WinDBG) </a:t>
            </a:r>
            <a:r>
              <a:rPr lang="en-US" dirty="0"/>
              <a:t>– This is a powerful tool developed by Microsoft for debugging windows applications, drivers, and the operating system.</a:t>
            </a:r>
          </a:p>
          <a:p>
            <a:pPr marL="514350" indent="-514350">
              <a:buFont typeface="+mj-lt"/>
              <a:buAutoNum type="romanLcPeriod"/>
            </a:pPr>
            <a:r>
              <a:rPr lang="en-US" b="1" dirty="0"/>
              <a:t>OllyDbg</a:t>
            </a:r>
            <a:r>
              <a:rPr lang="en-US" dirty="0"/>
              <a:t> –  It is a 32-bit assembler level debugger for windows, widely used in RE and malware analysis. It is useful when source code is not available, as it allows users to analyze binary code directly.</a:t>
            </a:r>
          </a:p>
          <a:p>
            <a:pPr marL="0" indent="0">
              <a:buNone/>
            </a:pPr>
            <a:endParaRPr lang="en-US" dirty="0"/>
          </a:p>
          <a:p>
            <a:endParaRPr lang="LID4096" dirty="0"/>
          </a:p>
        </p:txBody>
      </p:sp>
      <p:sp>
        <p:nvSpPr>
          <p:cNvPr id="4" name="Footer Placeholder 3">
            <a:extLst>
              <a:ext uri="{FF2B5EF4-FFF2-40B4-BE49-F238E27FC236}">
                <a16:creationId xmlns:a16="http://schemas.microsoft.com/office/drawing/2014/main" id="{C0206DCE-8BF3-4D92-A828-6FAB44583E8B}"/>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B62EFFF-D3E9-4803-B07C-5D683F2ADD1A}"/>
              </a:ext>
            </a:extLst>
          </p:cNvPr>
          <p:cNvSpPr>
            <a:spLocks noGrp="1"/>
          </p:cNvSpPr>
          <p:nvPr>
            <p:ph type="sldNum" sz="quarter" idx="12"/>
          </p:nvPr>
        </p:nvSpPr>
        <p:spPr/>
        <p:txBody>
          <a:bodyPr/>
          <a:lstStyle/>
          <a:p>
            <a:fld id="{76711B12-96E3-4CC6-8596-5FF84CCB8B40}" type="slidenum">
              <a:rPr lang="LID4096" smtClean="0"/>
              <a:t>71</a:t>
            </a:fld>
            <a:endParaRPr lang="LID4096"/>
          </a:p>
        </p:txBody>
      </p:sp>
    </p:spTree>
    <p:extLst>
      <p:ext uri="{BB962C8B-B14F-4D97-AF65-F5344CB8AC3E}">
        <p14:creationId xmlns:p14="http://schemas.microsoft.com/office/powerpoint/2010/main" val="7872779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91BE2-9DAD-4B80-AFB6-CE3560DA666E}"/>
              </a:ext>
            </a:extLst>
          </p:cNvPr>
          <p:cNvSpPr>
            <a:spLocks noGrp="1"/>
          </p:cNvSpPr>
          <p:nvPr>
            <p:ph type="title"/>
          </p:nvPr>
        </p:nvSpPr>
        <p:spPr/>
        <p:txBody>
          <a:bodyPr/>
          <a:lstStyle/>
          <a:p>
            <a:endParaRPr lang="LID4096"/>
          </a:p>
        </p:txBody>
      </p:sp>
      <p:sp>
        <p:nvSpPr>
          <p:cNvPr id="3" name="Content Placeholder 2">
            <a:extLst>
              <a:ext uri="{FF2B5EF4-FFF2-40B4-BE49-F238E27FC236}">
                <a16:creationId xmlns:a16="http://schemas.microsoft.com/office/drawing/2014/main" id="{5615DC0C-99C6-4095-8D23-8FFC3C4FA10C}"/>
              </a:ext>
            </a:extLst>
          </p:cNvPr>
          <p:cNvSpPr>
            <a:spLocks noGrp="1"/>
          </p:cNvSpPr>
          <p:nvPr>
            <p:ph idx="1"/>
          </p:nvPr>
        </p:nvSpPr>
        <p:spPr/>
        <p:txBody>
          <a:bodyPr>
            <a:normAutofit/>
          </a:bodyPr>
          <a:lstStyle/>
          <a:p>
            <a:pPr marL="457200" indent="-457200">
              <a:buAutoNum type="arabicPeriod" startAt="3"/>
            </a:pPr>
            <a:r>
              <a:rPr lang="en-GB" b="1" dirty="0"/>
              <a:t>Decompile</a:t>
            </a:r>
            <a:r>
              <a:rPr lang="en-GB" dirty="0"/>
              <a:t> – </a:t>
            </a:r>
            <a:r>
              <a:rPr lang="en-US" dirty="0"/>
              <a:t>Converts machine code into high-Level code for easier analysis.</a:t>
            </a:r>
          </a:p>
          <a:p>
            <a:pPr marL="457200" indent="-457200">
              <a:buAutoNum type="arabicPeriod" startAt="3"/>
            </a:pPr>
            <a:r>
              <a:rPr lang="en-US" b="1" dirty="0"/>
              <a:t>Scripting</a:t>
            </a:r>
            <a:r>
              <a:rPr lang="en-US" dirty="0"/>
              <a:t> – Supports automation and customization.</a:t>
            </a:r>
          </a:p>
          <a:p>
            <a:pPr marL="457200" indent="-457200">
              <a:buAutoNum type="arabicPeriod" startAt="3"/>
            </a:pPr>
            <a:r>
              <a:rPr lang="en-GB" b="1" dirty="0"/>
              <a:t>Extensibility</a:t>
            </a:r>
            <a:r>
              <a:rPr lang="en-GB" dirty="0"/>
              <a:t> – </a:t>
            </a:r>
            <a:r>
              <a:rPr lang="en-US" dirty="0"/>
              <a:t>Users can develop plugins (extensions) to enhance functionality.</a:t>
            </a:r>
            <a:endParaRPr lang="LID4096" dirty="0"/>
          </a:p>
          <a:p>
            <a:endParaRPr lang="LID4096" dirty="0"/>
          </a:p>
        </p:txBody>
      </p:sp>
      <p:sp>
        <p:nvSpPr>
          <p:cNvPr id="4" name="Footer Placeholder 3">
            <a:extLst>
              <a:ext uri="{FF2B5EF4-FFF2-40B4-BE49-F238E27FC236}">
                <a16:creationId xmlns:a16="http://schemas.microsoft.com/office/drawing/2014/main" id="{2A251CB8-18D5-4BB8-ACFB-E573CD32885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E9448FF0-DD7A-43B9-8DD7-654523CC92A3}"/>
              </a:ext>
            </a:extLst>
          </p:cNvPr>
          <p:cNvSpPr>
            <a:spLocks noGrp="1"/>
          </p:cNvSpPr>
          <p:nvPr>
            <p:ph type="sldNum" sz="quarter" idx="12"/>
          </p:nvPr>
        </p:nvSpPr>
        <p:spPr/>
        <p:txBody>
          <a:bodyPr/>
          <a:lstStyle/>
          <a:p>
            <a:fld id="{76711B12-96E3-4CC6-8596-5FF84CCB8B40}" type="slidenum">
              <a:rPr lang="LID4096" smtClean="0"/>
              <a:t>72</a:t>
            </a:fld>
            <a:endParaRPr lang="LID4096"/>
          </a:p>
        </p:txBody>
      </p:sp>
    </p:spTree>
    <p:extLst>
      <p:ext uri="{BB962C8B-B14F-4D97-AF65-F5344CB8AC3E}">
        <p14:creationId xmlns:p14="http://schemas.microsoft.com/office/powerpoint/2010/main" val="11567847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E7CB2-5AB8-4539-A7DA-6EE4FBE9E6ED}"/>
              </a:ext>
            </a:extLst>
          </p:cNvPr>
          <p:cNvSpPr>
            <a:spLocks noGrp="1"/>
          </p:cNvSpPr>
          <p:nvPr>
            <p:ph type="title"/>
          </p:nvPr>
        </p:nvSpPr>
        <p:spPr/>
        <p:txBody>
          <a:bodyPr/>
          <a:lstStyle/>
          <a:p>
            <a:pPr algn="ctr"/>
            <a:r>
              <a:rPr lang="en-GB" b="1" dirty="0"/>
              <a:t>Vulnerability Research Aspects </a:t>
            </a:r>
            <a:endParaRPr lang="LID4096" b="1" dirty="0"/>
          </a:p>
        </p:txBody>
      </p:sp>
      <p:sp>
        <p:nvSpPr>
          <p:cNvPr id="3" name="Content Placeholder 2">
            <a:extLst>
              <a:ext uri="{FF2B5EF4-FFF2-40B4-BE49-F238E27FC236}">
                <a16:creationId xmlns:a16="http://schemas.microsoft.com/office/drawing/2014/main" id="{8F5B783D-74E7-43D2-B4EB-FF747C5F0B4D}"/>
              </a:ext>
            </a:extLst>
          </p:cNvPr>
          <p:cNvSpPr>
            <a:spLocks noGrp="1"/>
          </p:cNvSpPr>
          <p:nvPr>
            <p:ph idx="1"/>
          </p:nvPr>
        </p:nvSpPr>
        <p:spPr/>
        <p:txBody>
          <a:bodyPr/>
          <a:lstStyle/>
          <a:p>
            <a:r>
              <a:rPr lang="en-US" dirty="0"/>
              <a:t>Some key discovery include the following; </a:t>
            </a:r>
          </a:p>
          <a:p>
            <a:pPr marL="457200" indent="-457200">
              <a:buFont typeface="+mj-lt"/>
              <a:buAutoNum type="arabicPeriod"/>
            </a:pPr>
            <a:r>
              <a:rPr lang="en-GB" b="1" dirty="0"/>
              <a:t>Vulnerability discovery</a:t>
            </a:r>
            <a:r>
              <a:rPr lang="en-US" b="1" dirty="0"/>
              <a:t> </a:t>
            </a:r>
            <a:r>
              <a:rPr lang="en-US" dirty="0"/>
              <a:t>– focuses on identifying critical vulnerabilities in both software and hardware.</a:t>
            </a:r>
          </a:p>
          <a:p>
            <a:pPr marL="457200" indent="-457200">
              <a:buFont typeface="+mj-lt"/>
              <a:buAutoNum type="arabicPeriod"/>
            </a:pPr>
            <a:r>
              <a:rPr lang="en-GB" b="1" dirty="0"/>
              <a:t>Threat Analysis </a:t>
            </a:r>
            <a:r>
              <a:rPr lang="en-GB" dirty="0"/>
              <a:t>– </a:t>
            </a:r>
            <a:r>
              <a:rPr lang="en-US" dirty="0"/>
              <a:t>The analysis helps to determine the intended purpose of threats, the skill level of their authors, and their relationship to previously analyzed malware.</a:t>
            </a:r>
            <a:endParaRPr lang="en-GB" dirty="0"/>
          </a:p>
          <a:p>
            <a:endParaRPr lang="LID4096" dirty="0"/>
          </a:p>
        </p:txBody>
      </p:sp>
      <p:sp>
        <p:nvSpPr>
          <p:cNvPr id="4" name="Footer Placeholder 3">
            <a:extLst>
              <a:ext uri="{FF2B5EF4-FFF2-40B4-BE49-F238E27FC236}">
                <a16:creationId xmlns:a16="http://schemas.microsoft.com/office/drawing/2014/main" id="{847D133D-BEC1-42DA-9495-08827A8F266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53AB5FDF-62A2-478B-9E69-AB1D1FF0CA54}"/>
              </a:ext>
            </a:extLst>
          </p:cNvPr>
          <p:cNvSpPr>
            <a:spLocks noGrp="1"/>
          </p:cNvSpPr>
          <p:nvPr>
            <p:ph type="sldNum" sz="quarter" idx="12"/>
          </p:nvPr>
        </p:nvSpPr>
        <p:spPr/>
        <p:txBody>
          <a:bodyPr/>
          <a:lstStyle/>
          <a:p>
            <a:fld id="{76711B12-96E3-4CC6-8596-5FF84CCB8B40}" type="slidenum">
              <a:rPr lang="LID4096" smtClean="0"/>
              <a:t>73</a:t>
            </a:fld>
            <a:endParaRPr lang="LID4096"/>
          </a:p>
        </p:txBody>
      </p:sp>
    </p:spTree>
    <p:extLst>
      <p:ext uri="{BB962C8B-B14F-4D97-AF65-F5344CB8AC3E}">
        <p14:creationId xmlns:p14="http://schemas.microsoft.com/office/powerpoint/2010/main" val="39510616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07B31-9944-4168-8495-493A066573F5}"/>
              </a:ext>
            </a:extLst>
          </p:cNvPr>
          <p:cNvSpPr>
            <a:spLocks noGrp="1"/>
          </p:cNvSpPr>
          <p:nvPr>
            <p:ph type="title"/>
          </p:nvPr>
        </p:nvSpPr>
        <p:spPr/>
        <p:txBody>
          <a:bodyPr/>
          <a:lstStyle/>
          <a:p>
            <a:pPr algn="ctr"/>
            <a:r>
              <a:rPr lang="en-GB" b="1" dirty="0"/>
              <a:t>Vulnerability Research Aspects (Continues…)</a:t>
            </a:r>
            <a:endParaRPr lang="LID4096" dirty="0"/>
          </a:p>
        </p:txBody>
      </p:sp>
      <p:sp>
        <p:nvSpPr>
          <p:cNvPr id="3" name="Content Placeholder 2">
            <a:extLst>
              <a:ext uri="{FF2B5EF4-FFF2-40B4-BE49-F238E27FC236}">
                <a16:creationId xmlns:a16="http://schemas.microsoft.com/office/drawing/2014/main" id="{D5C2E5B5-2E02-4AA9-BA93-33C7C4188C1A}"/>
              </a:ext>
            </a:extLst>
          </p:cNvPr>
          <p:cNvSpPr>
            <a:spLocks noGrp="1"/>
          </p:cNvSpPr>
          <p:nvPr>
            <p:ph idx="1"/>
          </p:nvPr>
        </p:nvSpPr>
        <p:spPr/>
        <p:txBody>
          <a:bodyPr>
            <a:normAutofit fontScale="92500"/>
          </a:bodyPr>
          <a:lstStyle/>
          <a:p>
            <a:pPr marL="457200" indent="-457200">
              <a:buAutoNum type="arabicPeriod" startAt="3"/>
            </a:pPr>
            <a:r>
              <a:rPr lang="en-US" b="1" dirty="0"/>
              <a:t>Security Evaluation </a:t>
            </a:r>
            <a:r>
              <a:rPr lang="en-US" dirty="0"/>
              <a:t>– Vulnerability Research adopts an offensive mindset to evaluate security through pen test to see if  an organization's security plans and posture can withstand sophisticated attacks. </a:t>
            </a:r>
          </a:p>
          <a:p>
            <a:pPr marL="457200" indent="-457200">
              <a:buAutoNum type="arabicPeriod" startAt="3"/>
            </a:pPr>
            <a:r>
              <a:rPr lang="en-US" b="1" dirty="0"/>
              <a:t>Vulnerability Research </a:t>
            </a:r>
            <a:r>
              <a:rPr lang="en-US" dirty="0"/>
              <a:t>– can also foster a collaborative determined environment that It brings forth value innovation, teamwork and impactful work. </a:t>
            </a:r>
          </a:p>
          <a:p>
            <a:pPr marL="457200" indent="-457200">
              <a:buAutoNum type="arabicPeriod" startAt="3"/>
            </a:pPr>
            <a:r>
              <a:rPr lang="en-US" b="1" dirty="0"/>
              <a:t>Mitigation</a:t>
            </a:r>
            <a:r>
              <a:rPr lang="en-US" dirty="0"/>
              <a:t> – Providing recommendations for patching or securing identified vulnerabilities to prevent exploitation.</a:t>
            </a:r>
          </a:p>
        </p:txBody>
      </p:sp>
      <p:sp>
        <p:nvSpPr>
          <p:cNvPr id="4" name="Footer Placeholder 3">
            <a:extLst>
              <a:ext uri="{FF2B5EF4-FFF2-40B4-BE49-F238E27FC236}">
                <a16:creationId xmlns:a16="http://schemas.microsoft.com/office/drawing/2014/main" id="{77227AE7-CCEE-4FCB-A998-0D9BB05FB28F}"/>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D68EAD1F-08B0-449E-BCC4-745C05D8E9AF}"/>
              </a:ext>
            </a:extLst>
          </p:cNvPr>
          <p:cNvSpPr>
            <a:spLocks noGrp="1"/>
          </p:cNvSpPr>
          <p:nvPr>
            <p:ph type="sldNum" sz="quarter" idx="12"/>
          </p:nvPr>
        </p:nvSpPr>
        <p:spPr/>
        <p:txBody>
          <a:bodyPr/>
          <a:lstStyle/>
          <a:p>
            <a:fld id="{76711B12-96E3-4CC6-8596-5FF84CCB8B40}" type="slidenum">
              <a:rPr lang="LID4096" smtClean="0"/>
              <a:t>74</a:t>
            </a:fld>
            <a:endParaRPr lang="LID4096"/>
          </a:p>
        </p:txBody>
      </p:sp>
    </p:spTree>
    <p:extLst>
      <p:ext uri="{BB962C8B-B14F-4D97-AF65-F5344CB8AC3E}">
        <p14:creationId xmlns:p14="http://schemas.microsoft.com/office/powerpoint/2010/main" val="31878129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AE795-D357-487A-B1B9-C3423980D6ED}"/>
              </a:ext>
            </a:extLst>
          </p:cNvPr>
          <p:cNvSpPr>
            <a:spLocks noGrp="1"/>
          </p:cNvSpPr>
          <p:nvPr>
            <p:ph type="title"/>
          </p:nvPr>
        </p:nvSpPr>
        <p:spPr/>
        <p:txBody>
          <a:bodyPr/>
          <a:lstStyle/>
          <a:p>
            <a:pPr algn="ctr"/>
            <a:r>
              <a:rPr lang="en-GB" b="1" dirty="0"/>
              <a:t>Web Proxies</a:t>
            </a:r>
            <a:endParaRPr lang="LID4096" b="1" dirty="0"/>
          </a:p>
        </p:txBody>
      </p:sp>
      <p:sp>
        <p:nvSpPr>
          <p:cNvPr id="3" name="Content Placeholder 2">
            <a:extLst>
              <a:ext uri="{FF2B5EF4-FFF2-40B4-BE49-F238E27FC236}">
                <a16:creationId xmlns:a16="http://schemas.microsoft.com/office/drawing/2014/main" id="{9ACC9302-DB15-480F-AA29-B2ACD65F9EAD}"/>
              </a:ext>
            </a:extLst>
          </p:cNvPr>
          <p:cNvSpPr>
            <a:spLocks noGrp="1"/>
          </p:cNvSpPr>
          <p:nvPr>
            <p:ph idx="1"/>
          </p:nvPr>
        </p:nvSpPr>
        <p:spPr/>
        <p:txBody>
          <a:bodyPr>
            <a:normAutofit fontScale="77500" lnSpcReduction="20000"/>
          </a:bodyPr>
          <a:lstStyle/>
          <a:p>
            <a:r>
              <a:rPr lang="en-US" dirty="0"/>
              <a:t>This is an intermediary server that facilitates communication between a client device such as a web browser and the destination server.</a:t>
            </a:r>
          </a:p>
          <a:p>
            <a:pPr marL="457200" indent="-457200">
              <a:buFont typeface="+mj-lt"/>
              <a:buAutoNum type="arabicPeriod"/>
            </a:pPr>
            <a:r>
              <a:rPr lang="en-GB" b="1" dirty="0"/>
              <a:t>Burp Suite </a:t>
            </a:r>
            <a:r>
              <a:rPr lang="en-GB" dirty="0"/>
              <a:t>– </a:t>
            </a:r>
            <a:r>
              <a:rPr lang="en-US" dirty="0"/>
              <a:t>This is a comprehensive tool for web application security testing, features include;</a:t>
            </a:r>
          </a:p>
          <a:p>
            <a:pPr marL="514350" indent="-514350">
              <a:buFont typeface="+mj-lt"/>
              <a:buAutoNum type="romanLcPeriod"/>
            </a:pPr>
            <a:r>
              <a:rPr lang="en-GB" b="1" dirty="0"/>
              <a:t>Proxy</a:t>
            </a:r>
            <a:r>
              <a:rPr lang="en-GB" dirty="0"/>
              <a:t> – </a:t>
            </a:r>
            <a:r>
              <a:rPr lang="en-US" dirty="0"/>
              <a:t>used for intercepting.</a:t>
            </a:r>
          </a:p>
          <a:p>
            <a:pPr marL="514350" indent="-514350">
              <a:buFont typeface="+mj-lt"/>
              <a:buAutoNum type="romanLcPeriod"/>
            </a:pPr>
            <a:r>
              <a:rPr lang="en-GB" b="1" dirty="0"/>
              <a:t>Scanner</a:t>
            </a:r>
            <a:r>
              <a:rPr lang="en-GB" dirty="0"/>
              <a:t> – </a:t>
            </a:r>
            <a:r>
              <a:rPr lang="en-US" dirty="0"/>
              <a:t>automatically scans web applications for vulnerabilities.</a:t>
            </a:r>
          </a:p>
          <a:p>
            <a:pPr marL="514350" indent="-514350">
              <a:buFont typeface="+mj-lt"/>
              <a:buAutoNum type="romanLcPeriod"/>
            </a:pPr>
            <a:r>
              <a:rPr lang="en-GB" b="1" dirty="0"/>
              <a:t>Intruder</a:t>
            </a:r>
            <a:r>
              <a:rPr lang="en-GB" dirty="0"/>
              <a:t> – automates customised attacks.</a:t>
            </a:r>
          </a:p>
          <a:p>
            <a:pPr marL="514350" indent="-514350">
              <a:buFont typeface="+mj-lt"/>
              <a:buAutoNum type="romanLcPeriod"/>
            </a:pPr>
            <a:r>
              <a:rPr lang="en-GB" b="1" dirty="0"/>
              <a:t>Repeater</a:t>
            </a:r>
            <a:r>
              <a:rPr lang="en-GB" dirty="0"/>
              <a:t> – resends HTTP requests.</a:t>
            </a:r>
          </a:p>
          <a:p>
            <a:pPr marL="514350" indent="-514350">
              <a:buFont typeface="+mj-lt"/>
              <a:buAutoNum type="romanLcPeriod"/>
            </a:pPr>
            <a:r>
              <a:rPr lang="en-GB" b="1" dirty="0"/>
              <a:t>Decoder and Comparer </a:t>
            </a:r>
            <a:r>
              <a:rPr lang="en-GB" dirty="0"/>
              <a:t>– used </a:t>
            </a:r>
            <a:r>
              <a:rPr lang="en-US" dirty="0"/>
              <a:t>for decoding and comparing data to aid in analyzing.</a:t>
            </a:r>
            <a:endParaRPr lang="en-GB" dirty="0"/>
          </a:p>
          <a:p>
            <a:pPr marL="514350" indent="-514350">
              <a:buFont typeface="+mj-lt"/>
              <a:buAutoNum type="romanLcPeriod"/>
            </a:pPr>
            <a:endParaRPr lang="LID4096" dirty="0"/>
          </a:p>
        </p:txBody>
      </p:sp>
      <p:sp>
        <p:nvSpPr>
          <p:cNvPr id="4" name="Footer Placeholder 3">
            <a:extLst>
              <a:ext uri="{FF2B5EF4-FFF2-40B4-BE49-F238E27FC236}">
                <a16:creationId xmlns:a16="http://schemas.microsoft.com/office/drawing/2014/main" id="{BA647FCB-22F5-469E-B044-61887857CE56}"/>
              </a:ext>
            </a:extLst>
          </p:cNvPr>
          <p:cNvSpPr>
            <a:spLocks noGrp="1"/>
          </p:cNvSpPr>
          <p:nvPr>
            <p:ph type="ftr" sz="quarter" idx="11"/>
          </p:nvPr>
        </p:nvSpPr>
        <p:spPr/>
        <p:txBody>
          <a:bodyPr/>
          <a:lstStyle/>
          <a:p>
            <a:r>
              <a:rPr lang="en-GB"/>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5E6035DC-2C82-4F8A-B24F-DBE2E383B700}"/>
              </a:ext>
            </a:extLst>
          </p:cNvPr>
          <p:cNvSpPr>
            <a:spLocks noGrp="1"/>
          </p:cNvSpPr>
          <p:nvPr>
            <p:ph type="sldNum" sz="quarter" idx="12"/>
          </p:nvPr>
        </p:nvSpPr>
        <p:spPr/>
        <p:txBody>
          <a:bodyPr/>
          <a:lstStyle/>
          <a:p>
            <a:fld id="{76711B12-96E3-4CC6-8596-5FF84CCB8B40}" type="slidenum">
              <a:rPr lang="LID4096" smtClean="0"/>
              <a:t>75</a:t>
            </a:fld>
            <a:endParaRPr lang="LID4096"/>
          </a:p>
        </p:txBody>
      </p:sp>
    </p:spTree>
    <p:extLst>
      <p:ext uri="{BB962C8B-B14F-4D97-AF65-F5344CB8AC3E}">
        <p14:creationId xmlns:p14="http://schemas.microsoft.com/office/powerpoint/2010/main" val="8204877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2EA10-996D-4B92-8214-436FD13A5785}"/>
              </a:ext>
            </a:extLst>
          </p:cNvPr>
          <p:cNvSpPr>
            <a:spLocks noGrp="1"/>
          </p:cNvSpPr>
          <p:nvPr>
            <p:ph type="title"/>
          </p:nvPr>
        </p:nvSpPr>
        <p:spPr/>
        <p:txBody>
          <a:bodyPr/>
          <a:lstStyle/>
          <a:p>
            <a:pPr algn="ctr"/>
            <a:r>
              <a:rPr lang="en-GB" b="1" dirty="0"/>
              <a:t>Web Proxies (Continues…)</a:t>
            </a:r>
            <a:endParaRPr lang="LID4096" dirty="0"/>
          </a:p>
        </p:txBody>
      </p:sp>
      <p:sp>
        <p:nvSpPr>
          <p:cNvPr id="3" name="Content Placeholder 2">
            <a:extLst>
              <a:ext uri="{FF2B5EF4-FFF2-40B4-BE49-F238E27FC236}">
                <a16:creationId xmlns:a16="http://schemas.microsoft.com/office/drawing/2014/main" id="{5522707E-E306-4327-BE0D-61ACEDADF04F}"/>
              </a:ext>
            </a:extLst>
          </p:cNvPr>
          <p:cNvSpPr>
            <a:spLocks noGrp="1"/>
          </p:cNvSpPr>
          <p:nvPr>
            <p:ph idx="1"/>
          </p:nvPr>
        </p:nvSpPr>
        <p:spPr/>
        <p:txBody>
          <a:bodyPr>
            <a:normAutofit lnSpcReduction="10000"/>
          </a:bodyPr>
          <a:lstStyle/>
          <a:p>
            <a:pPr marL="457200" indent="-457200">
              <a:buAutoNum type="arabicPeriod" startAt="2"/>
            </a:pPr>
            <a:r>
              <a:rPr lang="en-US" b="1" dirty="0"/>
              <a:t>OWASP ZAP (Zed Attack Proxy)</a:t>
            </a:r>
          </a:p>
          <a:p>
            <a:r>
              <a:rPr lang="en-US" dirty="0"/>
              <a:t>Used for identifying vulnerabilities in web applications.</a:t>
            </a:r>
          </a:p>
          <a:p>
            <a:r>
              <a:rPr lang="en-US" dirty="0"/>
              <a:t> It can be used for both passive and active scanning. </a:t>
            </a:r>
          </a:p>
          <a:p>
            <a:r>
              <a:rPr lang="en-US" dirty="0"/>
              <a:t>It is also effective for JavaScript-heavy applications.</a:t>
            </a:r>
          </a:p>
          <a:p>
            <a:pPr marL="457200" indent="-457200">
              <a:buAutoNum type="arabicPeriod" startAt="3"/>
            </a:pPr>
            <a:r>
              <a:rPr lang="en-US" b="1" dirty="0"/>
              <a:t>Charles Proxy </a:t>
            </a:r>
            <a:r>
              <a:rPr lang="en-US" dirty="0"/>
              <a:t>– This is a web debugging tool that acts as a man-in-the-middle for HTTP/HTTPS communication, allowing developers to inspect and modify network traffic.</a:t>
            </a:r>
          </a:p>
        </p:txBody>
      </p:sp>
      <p:sp>
        <p:nvSpPr>
          <p:cNvPr id="4" name="Footer Placeholder 3">
            <a:extLst>
              <a:ext uri="{FF2B5EF4-FFF2-40B4-BE49-F238E27FC236}">
                <a16:creationId xmlns:a16="http://schemas.microsoft.com/office/drawing/2014/main" id="{4E818EE1-33FB-4197-948E-F2499B7B5F47}"/>
              </a:ext>
            </a:extLst>
          </p:cNvPr>
          <p:cNvSpPr>
            <a:spLocks noGrp="1"/>
          </p:cNvSpPr>
          <p:nvPr>
            <p:ph type="ftr" sz="quarter" idx="11"/>
          </p:nvPr>
        </p:nvSpPr>
        <p:spPr/>
        <p:txBody>
          <a:bodyPr/>
          <a:lstStyle/>
          <a:p>
            <a:r>
              <a:rPr lang="en-GB"/>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6E62049-9810-4124-8CB5-1057D831B3FB}"/>
              </a:ext>
            </a:extLst>
          </p:cNvPr>
          <p:cNvSpPr>
            <a:spLocks noGrp="1"/>
          </p:cNvSpPr>
          <p:nvPr>
            <p:ph type="sldNum" sz="quarter" idx="12"/>
          </p:nvPr>
        </p:nvSpPr>
        <p:spPr/>
        <p:txBody>
          <a:bodyPr/>
          <a:lstStyle/>
          <a:p>
            <a:fld id="{76711B12-96E3-4CC6-8596-5FF84CCB8B40}" type="slidenum">
              <a:rPr lang="LID4096" smtClean="0"/>
              <a:t>76</a:t>
            </a:fld>
            <a:endParaRPr lang="LID4096"/>
          </a:p>
        </p:txBody>
      </p:sp>
    </p:spTree>
    <p:extLst>
      <p:ext uri="{BB962C8B-B14F-4D97-AF65-F5344CB8AC3E}">
        <p14:creationId xmlns:p14="http://schemas.microsoft.com/office/powerpoint/2010/main" val="10112045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0BD9E-E758-4C11-9CA9-E88CF2DEA511}"/>
              </a:ext>
            </a:extLst>
          </p:cNvPr>
          <p:cNvSpPr>
            <a:spLocks noGrp="1"/>
          </p:cNvSpPr>
          <p:nvPr>
            <p:ph type="title"/>
          </p:nvPr>
        </p:nvSpPr>
        <p:spPr/>
        <p:txBody>
          <a:bodyPr/>
          <a:lstStyle/>
          <a:p>
            <a:pPr algn="ctr"/>
            <a:r>
              <a:rPr lang="en-GB" b="1" dirty="0"/>
              <a:t>Code Review Tools</a:t>
            </a:r>
            <a:endParaRPr lang="LID4096" b="1" dirty="0"/>
          </a:p>
        </p:txBody>
      </p:sp>
      <p:sp>
        <p:nvSpPr>
          <p:cNvPr id="3" name="Content Placeholder 2">
            <a:extLst>
              <a:ext uri="{FF2B5EF4-FFF2-40B4-BE49-F238E27FC236}">
                <a16:creationId xmlns:a16="http://schemas.microsoft.com/office/drawing/2014/main" id="{C178BE67-855D-4102-9B94-B6A5551471CA}"/>
              </a:ext>
            </a:extLst>
          </p:cNvPr>
          <p:cNvSpPr>
            <a:spLocks noGrp="1"/>
          </p:cNvSpPr>
          <p:nvPr>
            <p:ph idx="1"/>
          </p:nvPr>
        </p:nvSpPr>
        <p:spPr/>
        <p:txBody>
          <a:bodyPr/>
          <a:lstStyle/>
          <a:p>
            <a:r>
              <a:rPr lang="en-US" dirty="0"/>
              <a:t>This is a software application designed to assist developers in reviewing and managing code changes with version control systems.</a:t>
            </a:r>
          </a:p>
          <a:p>
            <a:pPr marL="457200" indent="-457200">
              <a:buFont typeface="+mj-lt"/>
              <a:buAutoNum type="arabicPeriod"/>
            </a:pPr>
            <a:r>
              <a:rPr lang="en-GB" b="1" dirty="0"/>
              <a:t> GitHub </a:t>
            </a:r>
            <a:r>
              <a:rPr lang="en-GB" dirty="0"/>
              <a:t>– used for </a:t>
            </a:r>
            <a:r>
              <a:rPr lang="en-US" dirty="0"/>
              <a:t>collaboration, primarily designed for hosting and managing software development projects.</a:t>
            </a:r>
          </a:p>
          <a:p>
            <a:pPr marL="457200" indent="-457200">
              <a:buFont typeface="+mj-lt"/>
              <a:buAutoNum type="arabicPeriod"/>
            </a:pPr>
            <a:r>
              <a:rPr lang="en-GB" dirty="0"/>
              <a:t> </a:t>
            </a:r>
            <a:r>
              <a:rPr lang="en-GB" b="1" dirty="0"/>
              <a:t>GitLab</a:t>
            </a:r>
            <a:r>
              <a:rPr lang="en-GB" dirty="0"/>
              <a:t> – </a:t>
            </a:r>
            <a:r>
              <a:rPr lang="en-US" dirty="0"/>
              <a:t>is a comprehensive platform that provides tools for version control.</a:t>
            </a:r>
            <a:endParaRPr lang="LID4096" dirty="0"/>
          </a:p>
        </p:txBody>
      </p:sp>
      <p:sp>
        <p:nvSpPr>
          <p:cNvPr id="4" name="Footer Placeholder 3">
            <a:extLst>
              <a:ext uri="{FF2B5EF4-FFF2-40B4-BE49-F238E27FC236}">
                <a16:creationId xmlns:a16="http://schemas.microsoft.com/office/drawing/2014/main" id="{F199A3CB-4370-440C-9D1C-2C33A8BA6698}"/>
              </a:ext>
            </a:extLst>
          </p:cNvPr>
          <p:cNvSpPr>
            <a:spLocks noGrp="1"/>
          </p:cNvSpPr>
          <p:nvPr>
            <p:ph type="ftr" sz="quarter" idx="11"/>
          </p:nvPr>
        </p:nvSpPr>
        <p:spPr/>
        <p:txBody>
          <a:bodyPr/>
          <a:lstStyle/>
          <a:p>
            <a:r>
              <a:rPr lang="en-GB"/>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71D32162-24DE-48A9-A86A-3B74188AEE7E}"/>
              </a:ext>
            </a:extLst>
          </p:cNvPr>
          <p:cNvSpPr>
            <a:spLocks noGrp="1"/>
          </p:cNvSpPr>
          <p:nvPr>
            <p:ph type="sldNum" sz="quarter" idx="12"/>
          </p:nvPr>
        </p:nvSpPr>
        <p:spPr/>
        <p:txBody>
          <a:bodyPr/>
          <a:lstStyle/>
          <a:p>
            <a:fld id="{76711B12-96E3-4CC6-8596-5FF84CCB8B40}" type="slidenum">
              <a:rPr lang="LID4096" smtClean="0"/>
              <a:t>77</a:t>
            </a:fld>
            <a:endParaRPr lang="LID4096"/>
          </a:p>
        </p:txBody>
      </p:sp>
    </p:spTree>
    <p:extLst>
      <p:ext uri="{BB962C8B-B14F-4D97-AF65-F5344CB8AC3E}">
        <p14:creationId xmlns:p14="http://schemas.microsoft.com/office/powerpoint/2010/main" val="23773806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61DB-F5AF-49A2-949C-6262B0812153}"/>
              </a:ext>
            </a:extLst>
          </p:cNvPr>
          <p:cNvSpPr>
            <a:spLocks noGrp="1"/>
          </p:cNvSpPr>
          <p:nvPr>
            <p:ph type="title"/>
          </p:nvPr>
        </p:nvSpPr>
        <p:spPr/>
        <p:txBody>
          <a:bodyPr/>
          <a:lstStyle/>
          <a:p>
            <a:pPr algn="ctr"/>
            <a:r>
              <a:rPr lang="en-GB" b="1" dirty="0"/>
              <a:t>File Format Analysis</a:t>
            </a:r>
            <a:endParaRPr lang="LID4096" b="1" dirty="0"/>
          </a:p>
        </p:txBody>
      </p:sp>
      <p:sp>
        <p:nvSpPr>
          <p:cNvPr id="3" name="Content Placeholder 2">
            <a:extLst>
              <a:ext uri="{FF2B5EF4-FFF2-40B4-BE49-F238E27FC236}">
                <a16:creationId xmlns:a16="http://schemas.microsoft.com/office/drawing/2014/main" id="{13919088-39C8-4E45-8043-46D1B6DA04FF}"/>
              </a:ext>
            </a:extLst>
          </p:cNvPr>
          <p:cNvSpPr>
            <a:spLocks noGrp="1"/>
          </p:cNvSpPr>
          <p:nvPr>
            <p:ph idx="1"/>
          </p:nvPr>
        </p:nvSpPr>
        <p:spPr/>
        <p:txBody>
          <a:bodyPr>
            <a:normAutofit fontScale="92500" lnSpcReduction="10000"/>
          </a:bodyPr>
          <a:lstStyle/>
          <a:p>
            <a:r>
              <a:rPr lang="en-US" dirty="0"/>
              <a:t>This is the process of </a:t>
            </a:r>
            <a:r>
              <a:rPr lang="en-US" b="1" dirty="0"/>
              <a:t>examining</a:t>
            </a:r>
            <a:r>
              <a:rPr lang="en-US" dirty="0"/>
              <a:t> the structure, content, and metadata of files to understand their formats, identify potential issues or extract useful information commonly used in </a:t>
            </a:r>
            <a:r>
              <a:rPr lang="en-US" b="1" dirty="0"/>
              <a:t>digital forensics</a:t>
            </a:r>
            <a:r>
              <a:rPr lang="en-US" dirty="0"/>
              <a:t>, </a:t>
            </a:r>
            <a:r>
              <a:rPr lang="en-US" b="1" dirty="0"/>
              <a:t>reverse engineering</a:t>
            </a:r>
            <a:r>
              <a:rPr lang="en-US" dirty="0"/>
              <a:t>, malware analysis, and software development.</a:t>
            </a:r>
          </a:p>
          <a:p>
            <a:pPr marL="457200" indent="-457200">
              <a:buFont typeface="+mj-lt"/>
              <a:buAutoNum type="arabicPeriod"/>
            </a:pPr>
            <a:r>
              <a:rPr lang="en-GB" b="1" dirty="0"/>
              <a:t>Binwalk</a:t>
            </a:r>
          </a:p>
          <a:p>
            <a:pPr marL="457200" indent="-457200">
              <a:buFont typeface="+mj-lt"/>
              <a:buAutoNum type="arabicPeriod"/>
            </a:pPr>
            <a:r>
              <a:rPr lang="en-GB" b="1" dirty="0"/>
              <a:t>TrID file Identifier </a:t>
            </a:r>
            <a:r>
              <a:rPr lang="en-GB" dirty="0"/>
              <a:t>– </a:t>
            </a:r>
            <a:r>
              <a:rPr lang="en-US" dirty="0"/>
              <a:t>It helps analyze  unknown files and determine their formats.</a:t>
            </a:r>
          </a:p>
          <a:p>
            <a:pPr marL="457200" indent="-457200">
              <a:buFont typeface="+mj-lt"/>
              <a:buAutoNum type="arabicPeriod"/>
            </a:pPr>
            <a:r>
              <a:rPr lang="en-GB" b="1" dirty="0"/>
              <a:t>PE viewer </a:t>
            </a:r>
            <a:r>
              <a:rPr lang="en-GB" dirty="0"/>
              <a:t>– </a:t>
            </a:r>
            <a:r>
              <a:rPr lang="en-US" dirty="0"/>
              <a:t>used to analyze and view the structure of PE files, which are executable files used by windows.</a:t>
            </a:r>
            <a:endParaRPr lang="LID4096" dirty="0"/>
          </a:p>
        </p:txBody>
      </p:sp>
      <p:sp>
        <p:nvSpPr>
          <p:cNvPr id="4" name="Footer Placeholder 3">
            <a:extLst>
              <a:ext uri="{FF2B5EF4-FFF2-40B4-BE49-F238E27FC236}">
                <a16:creationId xmlns:a16="http://schemas.microsoft.com/office/drawing/2014/main" id="{9DBC667F-B8E6-4401-952F-B9CE03A7B55B}"/>
              </a:ext>
            </a:extLst>
          </p:cNvPr>
          <p:cNvSpPr>
            <a:spLocks noGrp="1"/>
          </p:cNvSpPr>
          <p:nvPr>
            <p:ph type="ftr" sz="quarter" idx="11"/>
          </p:nvPr>
        </p:nvSpPr>
        <p:spPr/>
        <p:txBody>
          <a:bodyPr/>
          <a:lstStyle/>
          <a:p>
            <a:r>
              <a:rPr lang="en-GB"/>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1E02714A-8427-4C5E-A733-23B4076E95E3}"/>
              </a:ext>
            </a:extLst>
          </p:cNvPr>
          <p:cNvSpPr>
            <a:spLocks noGrp="1"/>
          </p:cNvSpPr>
          <p:nvPr>
            <p:ph type="sldNum" sz="quarter" idx="12"/>
          </p:nvPr>
        </p:nvSpPr>
        <p:spPr/>
        <p:txBody>
          <a:bodyPr/>
          <a:lstStyle/>
          <a:p>
            <a:fld id="{76711B12-96E3-4CC6-8596-5FF84CCB8B40}" type="slidenum">
              <a:rPr lang="LID4096" smtClean="0"/>
              <a:t>78</a:t>
            </a:fld>
            <a:endParaRPr lang="LID4096"/>
          </a:p>
        </p:txBody>
      </p:sp>
    </p:spTree>
    <p:extLst>
      <p:ext uri="{BB962C8B-B14F-4D97-AF65-F5344CB8AC3E}">
        <p14:creationId xmlns:p14="http://schemas.microsoft.com/office/powerpoint/2010/main" val="36798628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192D7-F26D-4891-80C3-98F74329EFA3}"/>
              </a:ext>
            </a:extLst>
          </p:cNvPr>
          <p:cNvSpPr>
            <a:spLocks noGrp="1"/>
          </p:cNvSpPr>
          <p:nvPr>
            <p:ph type="title"/>
          </p:nvPr>
        </p:nvSpPr>
        <p:spPr/>
        <p:txBody>
          <a:bodyPr/>
          <a:lstStyle/>
          <a:p>
            <a:pPr algn="ctr"/>
            <a:r>
              <a:rPr lang="en-GB" b="1" dirty="0"/>
              <a:t>Vulnerability categories</a:t>
            </a:r>
            <a:endParaRPr lang="LID4096" b="1" dirty="0"/>
          </a:p>
        </p:txBody>
      </p:sp>
      <p:sp>
        <p:nvSpPr>
          <p:cNvPr id="3" name="Content Placeholder 2">
            <a:extLst>
              <a:ext uri="{FF2B5EF4-FFF2-40B4-BE49-F238E27FC236}">
                <a16:creationId xmlns:a16="http://schemas.microsoft.com/office/drawing/2014/main" id="{979EB7AF-7789-45F4-B9D1-A8E85A809F59}"/>
              </a:ext>
            </a:extLst>
          </p:cNvPr>
          <p:cNvSpPr>
            <a:spLocks noGrp="1"/>
          </p:cNvSpPr>
          <p:nvPr>
            <p:ph idx="1"/>
          </p:nvPr>
        </p:nvSpPr>
        <p:spPr/>
        <p:txBody>
          <a:bodyPr>
            <a:normAutofit/>
          </a:bodyPr>
          <a:lstStyle/>
          <a:p>
            <a:pPr marL="457200" indent="-457200">
              <a:buFont typeface="+mj-lt"/>
              <a:buAutoNum type="arabicPeriod"/>
            </a:pPr>
            <a:r>
              <a:rPr lang="en-GB" b="1" dirty="0"/>
              <a:t>Misconfigurations</a:t>
            </a:r>
          </a:p>
          <a:p>
            <a:r>
              <a:rPr lang="en-US" dirty="0"/>
              <a:t>A misconfiguration happens when something isn’t set up correctly like leaving default passwords, incorrect permissions, open ports, or wrong settings which can create problems or open doors for attackers.</a:t>
            </a:r>
          </a:p>
          <a:p>
            <a:r>
              <a:rPr lang="en-US" dirty="0"/>
              <a:t>Errors during manual configuration can lead to vulnerabilities. </a:t>
            </a:r>
          </a:p>
          <a:p>
            <a:r>
              <a:rPr lang="en-US" dirty="0"/>
              <a:t>Organizations and Government Departments should adopt security tools, automate configurations, and reduce human error risks.</a:t>
            </a:r>
            <a:endParaRPr lang="LID4096" dirty="0"/>
          </a:p>
        </p:txBody>
      </p:sp>
      <p:sp>
        <p:nvSpPr>
          <p:cNvPr id="4" name="Footer Placeholder 3">
            <a:extLst>
              <a:ext uri="{FF2B5EF4-FFF2-40B4-BE49-F238E27FC236}">
                <a16:creationId xmlns:a16="http://schemas.microsoft.com/office/drawing/2014/main" id="{42ABB1F4-4E2C-4DFF-982B-AB2D75429A5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2954E350-EC74-4C16-AF22-E453571AB935}"/>
              </a:ext>
            </a:extLst>
          </p:cNvPr>
          <p:cNvSpPr>
            <a:spLocks noGrp="1"/>
          </p:cNvSpPr>
          <p:nvPr>
            <p:ph type="sldNum" sz="quarter" idx="12"/>
          </p:nvPr>
        </p:nvSpPr>
        <p:spPr/>
        <p:txBody>
          <a:bodyPr/>
          <a:lstStyle/>
          <a:p>
            <a:fld id="{76711B12-96E3-4CC6-8596-5FF84CCB8B40}" type="slidenum">
              <a:rPr lang="LID4096" smtClean="0"/>
              <a:t>79</a:t>
            </a:fld>
            <a:endParaRPr lang="LID4096"/>
          </a:p>
        </p:txBody>
      </p:sp>
    </p:spTree>
    <p:extLst>
      <p:ext uri="{BB962C8B-B14F-4D97-AF65-F5344CB8AC3E}">
        <p14:creationId xmlns:p14="http://schemas.microsoft.com/office/powerpoint/2010/main" val="12820301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AA5C8-3108-493D-9A76-0CCED17F1294}"/>
              </a:ext>
            </a:extLst>
          </p:cNvPr>
          <p:cNvSpPr>
            <a:spLocks noGrp="1"/>
          </p:cNvSpPr>
          <p:nvPr>
            <p:ph type="title"/>
          </p:nvPr>
        </p:nvSpPr>
        <p:spPr/>
        <p:txBody>
          <a:bodyPr/>
          <a:lstStyle/>
          <a:p>
            <a:pPr algn="ctr"/>
            <a:r>
              <a:rPr lang="en-GB" b="1" dirty="0"/>
              <a:t>Vulnerability categories (Continues…) </a:t>
            </a:r>
            <a:endParaRPr lang="LID4096" dirty="0"/>
          </a:p>
        </p:txBody>
      </p:sp>
      <p:sp>
        <p:nvSpPr>
          <p:cNvPr id="3" name="Content Placeholder 2">
            <a:extLst>
              <a:ext uri="{FF2B5EF4-FFF2-40B4-BE49-F238E27FC236}">
                <a16:creationId xmlns:a16="http://schemas.microsoft.com/office/drawing/2014/main" id="{722B7412-189D-488D-811B-9DBF0BE5DAF9}"/>
              </a:ext>
            </a:extLst>
          </p:cNvPr>
          <p:cNvSpPr>
            <a:spLocks noGrp="1"/>
          </p:cNvSpPr>
          <p:nvPr>
            <p:ph idx="1"/>
          </p:nvPr>
        </p:nvSpPr>
        <p:spPr/>
        <p:txBody>
          <a:bodyPr>
            <a:normAutofit fontScale="70000" lnSpcReduction="20000"/>
          </a:bodyPr>
          <a:lstStyle/>
          <a:p>
            <a:pPr marL="457200" indent="-457200">
              <a:buAutoNum type="arabicPeriod" startAt="2"/>
            </a:pPr>
            <a:r>
              <a:rPr lang="en-US" b="1" dirty="0"/>
              <a:t>Unsecured Application Programming Interfaces (APIs)</a:t>
            </a:r>
          </a:p>
          <a:p>
            <a:r>
              <a:rPr lang="en-US" dirty="0"/>
              <a:t>Are APIs that lack proper security measures, making them vulnerable to attacks, unauthorized access, or misuse.</a:t>
            </a:r>
          </a:p>
          <a:p>
            <a:r>
              <a:rPr lang="en-US" dirty="0"/>
              <a:t>This can be caused by;</a:t>
            </a:r>
          </a:p>
          <a:p>
            <a:pPr marL="514350" indent="-514350">
              <a:buFont typeface="+mj-lt"/>
              <a:buAutoNum type="romanLcPeriod"/>
            </a:pPr>
            <a:r>
              <a:rPr lang="en-US" dirty="0"/>
              <a:t>No authentication or weak authentication</a:t>
            </a:r>
          </a:p>
          <a:p>
            <a:pPr marL="514350" indent="-514350">
              <a:buFont typeface="+mj-lt"/>
              <a:buAutoNum type="romanLcPeriod"/>
            </a:pPr>
            <a:r>
              <a:rPr lang="en-US" dirty="0"/>
              <a:t>Improper authorization</a:t>
            </a:r>
          </a:p>
          <a:p>
            <a:pPr marL="514350" indent="-514350">
              <a:buFont typeface="+mj-lt"/>
              <a:buAutoNum type="romanLcPeriod"/>
            </a:pPr>
            <a:r>
              <a:rPr lang="en-US" dirty="0"/>
              <a:t>Lack of encryption</a:t>
            </a:r>
          </a:p>
          <a:p>
            <a:pPr marL="514350" indent="-514350">
              <a:buFont typeface="+mj-lt"/>
              <a:buAutoNum type="romanLcPeriod"/>
            </a:pPr>
            <a:r>
              <a:rPr lang="en-US" dirty="0"/>
              <a:t>Exposing sensitive data</a:t>
            </a:r>
          </a:p>
          <a:p>
            <a:pPr marL="514350" indent="-514350">
              <a:buFont typeface="+mj-lt"/>
              <a:buAutoNum type="romanLcPeriod"/>
            </a:pPr>
            <a:r>
              <a:rPr lang="en-US" dirty="0"/>
              <a:t>Rate limiting missing</a:t>
            </a:r>
          </a:p>
          <a:p>
            <a:pPr marL="514350" indent="-514350">
              <a:buFont typeface="+mj-lt"/>
              <a:buAutoNum type="romanLcPeriod"/>
            </a:pPr>
            <a:endParaRPr lang="en-US" dirty="0"/>
          </a:p>
          <a:p>
            <a:pPr marL="514350" indent="-514350">
              <a:buFont typeface="+mj-lt"/>
              <a:buAutoNum type="romanLcPeriod"/>
            </a:pPr>
            <a:endParaRPr lang="en-US" dirty="0"/>
          </a:p>
          <a:p>
            <a:endParaRPr lang="en-US" dirty="0"/>
          </a:p>
        </p:txBody>
      </p:sp>
      <p:sp>
        <p:nvSpPr>
          <p:cNvPr id="4" name="Footer Placeholder 3">
            <a:extLst>
              <a:ext uri="{FF2B5EF4-FFF2-40B4-BE49-F238E27FC236}">
                <a16:creationId xmlns:a16="http://schemas.microsoft.com/office/drawing/2014/main" id="{48857FEF-6E9A-45FA-A8CB-9D97650FC550}"/>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663DC207-8131-40EC-92B3-13DA86AB6296}"/>
              </a:ext>
            </a:extLst>
          </p:cNvPr>
          <p:cNvSpPr>
            <a:spLocks noGrp="1"/>
          </p:cNvSpPr>
          <p:nvPr>
            <p:ph type="sldNum" sz="quarter" idx="12"/>
          </p:nvPr>
        </p:nvSpPr>
        <p:spPr/>
        <p:txBody>
          <a:bodyPr/>
          <a:lstStyle/>
          <a:p>
            <a:fld id="{76711B12-96E3-4CC6-8596-5FF84CCB8B40}" type="slidenum">
              <a:rPr lang="LID4096" smtClean="0"/>
              <a:t>80</a:t>
            </a:fld>
            <a:endParaRPr lang="LID4096"/>
          </a:p>
        </p:txBody>
      </p:sp>
    </p:spTree>
    <p:extLst>
      <p:ext uri="{BB962C8B-B14F-4D97-AF65-F5344CB8AC3E}">
        <p14:creationId xmlns:p14="http://schemas.microsoft.com/office/powerpoint/2010/main" val="4861675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B475-E101-41CB-9F59-CEA24DBF8CF3}"/>
              </a:ext>
            </a:extLst>
          </p:cNvPr>
          <p:cNvSpPr>
            <a:spLocks noGrp="1"/>
          </p:cNvSpPr>
          <p:nvPr>
            <p:ph type="title"/>
          </p:nvPr>
        </p:nvSpPr>
        <p:spPr/>
        <p:txBody>
          <a:bodyPr/>
          <a:lstStyle/>
          <a:p>
            <a:pPr algn="ctr"/>
            <a:r>
              <a:rPr lang="en-GB" b="1" dirty="0"/>
              <a:t>Vulnerability categories (Continues…) </a:t>
            </a:r>
            <a:endParaRPr lang="LID4096" dirty="0"/>
          </a:p>
        </p:txBody>
      </p:sp>
      <p:sp>
        <p:nvSpPr>
          <p:cNvPr id="3" name="Content Placeholder 2">
            <a:extLst>
              <a:ext uri="{FF2B5EF4-FFF2-40B4-BE49-F238E27FC236}">
                <a16:creationId xmlns:a16="http://schemas.microsoft.com/office/drawing/2014/main" id="{09910C1B-D7A1-47B3-80BC-6574DC4A1A8F}"/>
              </a:ext>
            </a:extLst>
          </p:cNvPr>
          <p:cNvSpPr>
            <a:spLocks noGrp="1"/>
          </p:cNvSpPr>
          <p:nvPr>
            <p:ph idx="1"/>
          </p:nvPr>
        </p:nvSpPr>
        <p:spPr/>
        <p:txBody>
          <a:bodyPr/>
          <a:lstStyle/>
          <a:p>
            <a:pPr marL="457200" indent="-457200">
              <a:buAutoNum type="arabicPeriod" startAt="3"/>
            </a:pPr>
            <a:r>
              <a:rPr lang="en-US" b="1" dirty="0"/>
              <a:t>Outdated and unpatched software </a:t>
            </a:r>
          </a:p>
          <a:p>
            <a:r>
              <a:rPr lang="en-US" dirty="0"/>
              <a:t>Running outdated or unpatched software exposes systems to known vulnerabilities.</a:t>
            </a:r>
          </a:p>
          <a:p>
            <a:r>
              <a:rPr lang="en-US" dirty="0"/>
              <a:t>Regular software updates and patches are important to mitigate risks.</a:t>
            </a:r>
          </a:p>
        </p:txBody>
      </p:sp>
      <p:sp>
        <p:nvSpPr>
          <p:cNvPr id="4" name="Footer Placeholder 3">
            <a:extLst>
              <a:ext uri="{FF2B5EF4-FFF2-40B4-BE49-F238E27FC236}">
                <a16:creationId xmlns:a16="http://schemas.microsoft.com/office/drawing/2014/main" id="{08F297D4-4AD8-4B1F-8454-ADB0EDDA434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FFCCE398-08DF-4B4B-B37B-12844550AFA9}"/>
              </a:ext>
            </a:extLst>
          </p:cNvPr>
          <p:cNvSpPr>
            <a:spLocks noGrp="1"/>
          </p:cNvSpPr>
          <p:nvPr>
            <p:ph type="sldNum" sz="quarter" idx="12"/>
          </p:nvPr>
        </p:nvSpPr>
        <p:spPr/>
        <p:txBody>
          <a:bodyPr/>
          <a:lstStyle/>
          <a:p>
            <a:fld id="{76711B12-96E3-4CC6-8596-5FF84CCB8B40}" type="slidenum">
              <a:rPr lang="LID4096" smtClean="0"/>
              <a:t>81</a:t>
            </a:fld>
            <a:endParaRPr lang="LID4096"/>
          </a:p>
        </p:txBody>
      </p:sp>
    </p:spTree>
    <p:extLst>
      <p:ext uri="{BB962C8B-B14F-4D97-AF65-F5344CB8AC3E}">
        <p14:creationId xmlns:p14="http://schemas.microsoft.com/office/powerpoint/2010/main" val="26613561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7C2E-6D4E-4ABD-B594-838D689611EC}"/>
              </a:ext>
            </a:extLst>
          </p:cNvPr>
          <p:cNvSpPr>
            <a:spLocks noGrp="1"/>
          </p:cNvSpPr>
          <p:nvPr>
            <p:ph type="title"/>
          </p:nvPr>
        </p:nvSpPr>
        <p:spPr/>
        <p:txBody>
          <a:bodyPr/>
          <a:lstStyle/>
          <a:p>
            <a:pPr algn="ctr"/>
            <a:r>
              <a:rPr lang="en-GB" b="1" dirty="0"/>
              <a:t>Vulnerability categories (Continues…) </a:t>
            </a:r>
            <a:endParaRPr lang="LID4096" dirty="0"/>
          </a:p>
        </p:txBody>
      </p:sp>
      <p:sp>
        <p:nvSpPr>
          <p:cNvPr id="3" name="Content Placeholder 2">
            <a:extLst>
              <a:ext uri="{FF2B5EF4-FFF2-40B4-BE49-F238E27FC236}">
                <a16:creationId xmlns:a16="http://schemas.microsoft.com/office/drawing/2014/main" id="{DEC2591F-960D-44C3-9D65-39F515B3F932}"/>
              </a:ext>
            </a:extLst>
          </p:cNvPr>
          <p:cNvSpPr>
            <a:spLocks noGrp="1"/>
          </p:cNvSpPr>
          <p:nvPr>
            <p:ph idx="1"/>
          </p:nvPr>
        </p:nvSpPr>
        <p:spPr/>
        <p:txBody>
          <a:bodyPr/>
          <a:lstStyle/>
          <a:p>
            <a:pPr marL="457200" indent="-457200">
              <a:buAutoNum type="arabicPeriod" startAt="4"/>
            </a:pPr>
            <a:r>
              <a:rPr lang="en-US" b="1" dirty="0"/>
              <a:t>Zero day (0 – day) vulnerabilities </a:t>
            </a:r>
          </a:p>
          <a:p>
            <a:r>
              <a:rPr lang="en-US" dirty="0"/>
              <a:t>These are unknown and unpatched.</a:t>
            </a:r>
          </a:p>
          <a:p>
            <a:r>
              <a:rPr lang="en-US" dirty="0"/>
              <a:t>An attack that exploits computer applications vulnerabilities before the software developer releases a patch for the vulnerability.</a:t>
            </a:r>
          </a:p>
          <a:p>
            <a:pPr marL="0" indent="0">
              <a:buNone/>
            </a:pPr>
            <a:endParaRPr lang="LID4096" dirty="0"/>
          </a:p>
        </p:txBody>
      </p:sp>
      <p:sp>
        <p:nvSpPr>
          <p:cNvPr id="4" name="Footer Placeholder 3">
            <a:extLst>
              <a:ext uri="{FF2B5EF4-FFF2-40B4-BE49-F238E27FC236}">
                <a16:creationId xmlns:a16="http://schemas.microsoft.com/office/drawing/2014/main" id="{389D007D-CFC3-44CA-9A30-6D708BFBAA0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2F94C377-5225-4861-9C3B-E0F65223416C}"/>
              </a:ext>
            </a:extLst>
          </p:cNvPr>
          <p:cNvSpPr>
            <a:spLocks noGrp="1"/>
          </p:cNvSpPr>
          <p:nvPr>
            <p:ph type="sldNum" sz="quarter" idx="12"/>
          </p:nvPr>
        </p:nvSpPr>
        <p:spPr/>
        <p:txBody>
          <a:bodyPr/>
          <a:lstStyle/>
          <a:p>
            <a:fld id="{76711B12-96E3-4CC6-8596-5FF84CCB8B40}" type="slidenum">
              <a:rPr lang="LID4096" smtClean="0"/>
              <a:t>82</a:t>
            </a:fld>
            <a:endParaRPr lang="LID4096"/>
          </a:p>
        </p:txBody>
      </p:sp>
    </p:spTree>
    <p:extLst>
      <p:ext uri="{BB962C8B-B14F-4D97-AF65-F5344CB8AC3E}">
        <p14:creationId xmlns:p14="http://schemas.microsoft.com/office/powerpoint/2010/main" val="35543452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019F6-2128-4D1F-8E5C-7FDAA4AE5BBD}"/>
              </a:ext>
            </a:extLst>
          </p:cNvPr>
          <p:cNvSpPr>
            <a:spLocks noGrp="1"/>
          </p:cNvSpPr>
          <p:nvPr>
            <p:ph type="title"/>
          </p:nvPr>
        </p:nvSpPr>
        <p:spPr/>
        <p:txBody>
          <a:bodyPr/>
          <a:lstStyle/>
          <a:p>
            <a:pPr algn="ctr"/>
            <a:r>
              <a:rPr lang="en-GB" b="1" dirty="0"/>
              <a:t>Vulnerability categories (Continues…) </a:t>
            </a:r>
            <a:endParaRPr lang="LID4096" dirty="0"/>
          </a:p>
        </p:txBody>
      </p:sp>
      <p:sp>
        <p:nvSpPr>
          <p:cNvPr id="3" name="Content Placeholder 2">
            <a:extLst>
              <a:ext uri="{FF2B5EF4-FFF2-40B4-BE49-F238E27FC236}">
                <a16:creationId xmlns:a16="http://schemas.microsoft.com/office/drawing/2014/main" id="{A803C233-AB9E-404F-963D-9E31032344DD}"/>
              </a:ext>
            </a:extLst>
          </p:cNvPr>
          <p:cNvSpPr>
            <a:spLocks noGrp="1"/>
          </p:cNvSpPr>
          <p:nvPr>
            <p:ph idx="1"/>
          </p:nvPr>
        </p:nvSpPr>
        <p:spPr/>
        <p:txBody>
          <a:bodyPr/>
          <a:lstStyle/>
          <a:p>
            <a:pPr marL="0" indent="0">
              <a:buNone/>
            </a:pPr>
            <a:r>
              <a:rPr lang="en-GB" b="1" dirty="0"/>
              <a:t>Characteristics of Zero-Day Vulnerabilities</a:t>
            </a:r>
          </a:p>
          <a:p>
            <a:pPr marL="457200" indent="-457200">
              <a:buFont typeface="+mj-lt"/>
              <a:buAutoNum type="alphaLcParenR"/>
            </a:pPr>
            <a:r>
              <a:rPr lang="en-GB" dirty="0"/>
              <a:t>Undiscovered at Release</a:t>
            </a:r>
          </a:p>
          <a:p>
            <a:pPr marL="457200" indent="-457200">
              <a:buFont typeface="+mj-lt"/>
              <a:buAutoNum type="alphaLcParenR"/>
            </a:pPr>
            <a:r>
              <a:rPr lang="en-GB" dirty="0"/>
              <a:t>Long Periods of Invisibility</a:t>
            </a:r>
          </a:p>
          <a:p>
            <a:pPr marL="457200" indent="-457200">
              <a:buFont typeface="+mj-lt"/>
              <a:buAutoNum type="alphaLcParenR"/>
            </a:pPr>
            <a:r>
              <a:rPr lang="en-GB" dirty="0"/>
              <a:t>Exploitation in Zero-Day Attacks</a:t>
            </a:r>
            <a:endParaRPr lang="LID4096" dirty="0"/>
          </a:p>
        </p:txBody>
      </p:sp>
      <p:sp>
        <p:nvSpPr>
          <p:cNvPr id="4" name="Footer Placeholder 3">
            <a:extLst>
              <a:ext uri="{FF2B5EF4-FFF2-40B4-BE49-F238E27FC236}">
                <a16:creationId xmlns:a16="http://schemas.microsoft.com/office/drawing/2014/main" id="{F995C3A0-C6B7-4B78-8F55-982459C782F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6C5D851C-895D-4DCF-80C6-FC18CE3DDA0B}"/>
              </a:ext>
            </a:extLst>
          </p:cNvPr>
          <p:cNvSpPr>
            <a:spLocks noGrp="1"/>
          </p:cNvSpPr>
          <p:nvPr>
            <p:ph type="sldNum" sz="quarter" idx="12"/>
          </p:nvPr>
        </p:nvSpPr>
        <p:spPr/>
        <p:txBody>
          <a:bodyPr/>
          <a:lstStyle/>
          <a:p>
            <a:fld id="{76711B12-96E3-4CC6-8596-5FF84CCB8B40}" type="slidenum">
              <a:rPr lang="LID4096" smtClean="0"/>
              <a:t>83</a:t>
            </a:fld>
            <a:endParaRPr lang="LID4096"/>
          </a:p>
        </p:txBody>
      </p:sp>
    </p:spTree>
    <p:extLst>
      <p:ext uri="{BB962C8B-B14F-4D97-AF65-F5344CB8AC3E}">
        <p14:creationId xmlns:p14="http://schemas.microsoft.com/office/powerpoint/2010/main" val="2754278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9E8D6-538E-4792-9912-575249148FC6}"/>
              </a:ext>
            </a:extLst>
          </p:cNvPr>
          <p:cNvSpPr>
            <a:spLocks noGrp="1"/>
          </p:cNvSpPr>
          <p:nvPr>
            <p:ph type="title"/>
          </p:nvPr>
        </p:nvSpPr>
        <p:spPr/>
        <p:txBody>
          <a:bodyPr/>
          <a:lstStyle/>
          <a:p>
            <a:pPr algn="ctr"/>
            <a:r>
              <a:rPr lang="en-GB" b="1" dirty="0"/>
              <a:t>Vulnerability categories (Continues…) </a:t>
            </a:r>
            <a:endParaRPr lang="LID4096" b="1" dirty="0"/>
          </a:p>
        </p:txBody>
      </p:sp>
      <p:sp>
        <p:nvSpPr>
          <p:cNvPr id="3" name="Content Placeholder 2">
            <a:extLst>
              <a:ext uri="{FF2B5EF4-FFF2-40B4-BE49-F238E27FC236}">
                <a16:creationId xmlns:a16="http://schemas.microsoft.com/office/drawing/2014/main" id="{7EDA3A5C-E757-4D7F-9232-ED39B3464FFE}"/>
              </a:ext>
            </a:extLst>
          </p:cNvPr>
          <p:cNvSpPr>
            <a:spLocks noGrp="1"/>
          </p:cNvSpPr>
          <p:nvPr>
            <p:ph idx="1"/>
          </p:nvPr>
        </p:nvSpPr>
        <p:spPr/>
        <p:txBody>
          <a:bodyPr>
            <a:normAutofit lnSpcReduction="10000"/>
          </a:bodyPr>
          <a:lstStyle/>
          <a:p>
            <a:pPr marL="457200" indent="-457200">
              <a:buAutoNum type="arabicPeriod" startAt="5"/>
            </a:pPr>
            <a:r>
              <a:rPr lang="en-GB" b="1" dirty="0"/>
              <a:t>Window of vulnerability</a:t>
            </a:r>
          </a:p>
          <a:p>
            <a:r>
              <a:rPr lang="en-GB" dirty="0"/>
              <a:t>Is </a:t>
            </a:r>
            <a:r>
              <a:rPr lang="en-US" dirty="0"/>
              <a:t>the time from when a software exploit first becomes active to when the number of vulnerable systems shrinks significantly.</a:t>
            </a:r>
          </a:p>
          <a:p>
            <a:pPr marL="457200" indent="-457200">
              <a:buFont typeface="+mj-lt"/>
              <a:buAutoNum type="alphaLcParenR"/>
            </a:pPr>
            <a:r>
              <a:rPr lang="en-US" b="1" dirty="0"/>
              <a:t>t0</a:t>
            </a:r>
            <a:r>
              <a:rPr lang="en-US" dirty="0"/>
              <a:t> – The vulnerability is discovered </a:t>
            </a:r>
          </a:p>
          <a:p>
            <a:pPr marL="457200" indent="-457200">
              <a:buFont typeface="+mj-lt"/>
              <a:buAutoNum type="alphaLcParenR"/>
            </a:pPr>
            <a:r>
              <a:rPr lang="en-US" b="1" dirty="0"/>
              <a:t>t1a</a:t>
            </a:r>
            <a:r>
              <a:rPr lang="en-US" dirty="0"/>
              <a:t> – A security patch is published by the software vendor </a:t>
            </a:r>
          </a:p>
          <a:p>
            <a:pPr marL="457200" indent="-457200">
              <a:buFont typeface="+mj-lt"/>
              <a:buAutoNum type="alphaLcParenR"/>
            </a:pPr>
            <a:r>
              <a:rPr lang="fr-FR" b="1" dirty="0"/>
              <a:t>t1b</a:t>
            </a:r>
            <a:r>
              <a:rPr lang="fr-FR" dirty="0"/>
              <a:t> – An exploit becomes active</a:t>
            </a:r>
          </a:p>
          <a:p>
            <a:pPr marL="457200" indent="-457200">
              <a:buFont typeface="+mj-lt"/>
              <a:buAutoNum type="alphaLcParenR"/>
            </a:pPr>
            <a:r>
              <a:rPr lang="en-US" b="1" dirty="0"/>
              <a:t>t2</a:t>
            </a:r>
            <a:r>
              <a:rPr lang="en-US" dirty="0"/>
              <a:t> – Most vulnerable systems have applied the patch.</a:t>
            </a:r>
            <a:endParaRPr lang="LID4096" dirty="0"/>
          </a:p>
        </p:txBody>
      </p:sp>
      <p:sp>
        <p:nvSpPr>
          <p:cNvPr id="4" name="Footer Placeholder 3">
            <a:extLst>
              <a:ext uri="{FF2B5EF4-FFF2-40B4-BE49-F238E27FC236}">
                <a16:creationId xmlns:a16="http://schemas.microsoft.com/office/drawing/2014/main" id="{F8EBA480-F17E-47CE-9AAA-6882EB7D3155}"/>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6F09D239-B890-4213-AC0B-DBBBA7B695FD}"/>
              </a:ext>
            </a:extLst>
          </p:cNvPr>
          <p:cNvSpPr>
            <a:spLocks noGrp="1"/>
          </p:cNvSpPr>
          <p:nvPr>
            <p:ph type="sldNum" sz="quarter" idx="12"/>
          </p:nvPr>
        </p:nvSpPr>
        <p:spPr/>
        <p:txBody>
          <a:bodyPr/>
          <a:lstStyle/>
          <a:p>
            <a:fld id="{76711B12-96E3-4CC6-8596-5FF84CCB8B40}" type="slidenum">
              <a:rPr lang="LID4096" smtClean="0"/>
              <a:t>84</a:t>
            </a:fld>
            <a:endParaRPr lang="LID4096"/>
          </a:p>
        </p:txBody>
      </p:sp>
    </p:spTree>
    <p:extLst>
      <p:ext uri="{BB962C8B-B14F-4D97-AF65-F5344CB8AC3E}">
        <p14:creationId xmlns:p14="http://schemas.microsoft.com/office/powerpoint/2010/main" val="5787490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08372-E1F7-425C-B229-482E55367F69}"/>
              </a:ext>
            </a:extLst>
          </p:cNvPr>
          <p:cNvSpPr>
            <a:spLocks noGrp="1"/>
          </p:cNvSpPr>
          <p:nvPr>
            <p:ph type="title"/>
          </p:nvPr>
        </p:nvSpPr>
        <p:spPr/>
        <p:txBody>
          <a:bodyPr/>
          <a:lstStyle/>
          <a:p>
            <a:pPr algn="ctr"/>
            <a:r>
              <a:rPr lang="en-GB" b="1" dirty="0"/>
              <a:t>Vulnerability categories (Continues…) </a:t>
            </a:r>
            <a:endParaRPr lang="LID4096" b="1" dirty="0"/>
          </a:p>
        </p:txBody>
      </p:sp>
      <p:sp>
        <p:nvSpPr>
          <p:cNvPr id="3" name="Content Placeholder 2">
            <a:extLst>
              <a:ext uri="{FF2B5EF4-FFF2-40B4-BE49-F238E27FC236}">
                <a16:creationId xmlns:a16="http://schemas.microsoft.com/office/drawing/2014/main" id="{B3A4CF33-6145-49A0-84E3-26646DE1CA7C}"/>
              </a:ext>
            </a:extLst>
          </p:cNvPr>
          <p:cNvSpPr>
            <a:spLocks noGrp="1"/>
          </p:cNvSpPr>
          <p:nvPr>
            <p:ph idx="1"/>
          </p:nvPr>
        </p:nvSpPr>
        <p:spPr/>
        <p:txBody>
          <a:bodyPr/>
          <a:lstStyle/>
          <a:p>
            <a:r>
              <a:rPr lang="en-US" dirty="0"/>
              <a:t>The formular for the </a:t>
            </a:r>
            <a:r>
              <a:rPr lang="en-US" b="1" dirty="0"/>
              <a:t>length of the window of vulnerability </a:t>
            </a:r>
            <a:r>
              <a:rPr lang="en-US" dirty="0"/>
              <a:t>is: </a:t>
            </a:r>
            <a:r>
              <a:rPr lang="en-US" b="1" dirty="0"/>
              <a:t>t2 – t1b </a:t>
            </a:r>
            <a:endParaRPr lang="LID4096" b="1" dirty="0"/>
          </a:p>
        </p:txBody>
      </p:sp>
      <p:sp>
        <p:nvSpPr>
          <p:cNvPr id="4" name="Footer Placeholder 3">
            <a:extLst>
              <a:ext uri="{FF2B5EF4-FFF2-40B4-BE49-F238E27FC236}">
                <a16:creationId xmlns:a16="http://schemas.microsoft.com/office/drawing/2014/main" id="{40E2E94E-338E-4545-B199-6C009EE86E5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DCDD78D3-019D-46E4-A6C1-FA51C7CED712}"/>
              </a:ext>
            </a:extLst>
          </p:cNvPr>
          <p:cNvSpPr>
            <a:spLocks noGrp="1"/>
          </p:cNvSpPr>
          <p:nvPr>
            <p:ph type="sldNum" sz="quarter" idx="12"/>
          </p:nvPr>
        </p:nvSpPr>
        <p:spPr/>
        <p:txBody>
          <a:bodyPr/>
          <a:lstStyle/>
          <a:p>
            <a:fld id="{76711B12-96E3-4CC6-8596-5FF84CCB8B40}" type="slidenum">
              <a:rPr lang="LID4096" smtClean="0"/>
              <a:t>85</a:t>
            </a:fld>
            <a:endParaRPr lang="LID4096"/>
          </a:p>
        </p:txBody>
      </p:sp>
    </p:spTree>
    <p:extLst>
      <p:ext uri="{BB962C8B-B14F-4D97-AF65-F5344CB8AC3E}">
        <p14:creationId xmlns:p14="http://schemas.microsoft.com/office/powerpoint/2010/main" val="568927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B3EE2-598F-4AF6-B465-AAD9ED631904}"/>
              </a:ext>
            </a:extLst>
          </p:cNvPr>
          <p:cNvSpPr>
            <a:spLocks noGrp="1"/>
          </p:cNvSpPr>
          <p:nvPr>
            <p:ph type="title"/>
          </p:nvPr>
        </p:nvSpPr>
        <p:spPr/>
        <p:txBody>
          <a:bodyPr/>
          <a:lstStyle/>
          <a:p>
            <a:pPr algn="ctr"/>
            <a:r>
              <a:rPr lang="en-GB" b="1" dirty="0"/>
              <a:t>Common Vulnerability Exposures (CVE) </a:t>
            </a:r>
            <a:endParaRPr lang="LID4096" b="1" dirty="0"/>
          </a:p>
        </p:txBody>
      </p:sp>
      <p:sp>
        <p:nvSpPr>
          <p:cNvPr id="3" name="Content Placeholder 2">
            <a:extLst>
              <a:ext uri="{FF2B5EF4-FFF2-40B4-BE49-F238E27FC236}">
                <a16:creationId xmlns:a16="http://schemas.microsoft.com/office/drawing/2014/main" id="{327A274C-A6CF-4AB5-934F-3AEE29560B37}"/>
              </a:ext>
            </a:extLst>
          </p:cNvPr>
          <p:cNvSpPr>
            <a:spLocks noGrp="1"/>
          </p:cNvSpPr>
          <p:nvPr>
            <p:ph idx="1"/>
          </p:nvPr>
        </p:nvSpPr>
        <p:spPr/>
        <p:txBody>
          <a:bodyPr>
            <a:normAutofit fontScale="85000" lnSpcReduction="20000"/>
          </a:bodyPr>
          <a:lstStyle/>
          <a:p>
            <a:r>
              <a:rPr lang="en-US" dirty="0"/>
              <a:t>CVE is a standard used to </a:t>
            </a:r>
            <a:r>
              <a:rPr lang="en-US" b="1" dirty="0"/>
              <a:t>identify</a:t>
            </a:r>
            <a:r>
              <a:rPr lang="en-US" dirty="0"/>
              <a:t>, </a:t>
            </a:r>
            <a:r>
              <a:rPr lang="en-US" b="1" dirty="0"/>
              <a:t>define</a:t>
            </a:r>
            <a:r>
              <a:rPr lang="en-US" dirty="0"/>
              <a:t>, and </a:t>
            </a:r>
            <a:r>
              <a:rPr lang="en-US" b="1" dirty="0"/>
              <a:t>catalog</a:t>
            </a:r>
            <a:r>
              <a:rPr lang="en-US" dirty="0"/>
              <a:t> publicly disclosed cybersecurity vulnerabilities.</a:t>
            </a:r>
          </a:p>
          <a:p>
            <a:r>
              <a:rPr lang="en-US" dirty="0"/>
              <a:t>CVE provides a common language for discussing and sharing information about security vulnerabilities.</a:t>
            </a:r>
          </a:p>
          <a:p>
            <a:pPr marL="514350" indent="-514350">
              <a:buFont typeface="+mj-lt"/>
              <a:buAutoNum type="romanLcPeriod"/>
            </a:pPr>
            <a:r>
              <a:rPr lang="en-GB" b="1" dirty="0"/>
              <a:t>CVE Records </a:t>
            </a:r>
            <a:r>
              <a:rPr lang="en-GB" dirty="0"/>
              <a:t>– </a:t>
            </a:r>
            <a:r>
              <a:rPr lang="en-US" dirty="0"/>
              <a:t>include details about specific vulnerabilities. Each vulnerability is assigned a unique </a:t>
            </a:r>
            <a:r>
              <a:rPr lang="en-US" b="1" dirty="0"/>
              <a:t>CVE identifier</a:t>
            </a:r>
            <a:r>
              <a:rPr lang="en-US" dirty="0"/>
              <a:t>. </a:t>
            </a:r>
          </a:p>
          <a:p>
            <a:pPr marL="514350" indent="-514350">
              <a:buFont typeface="+mj-lt"/>
              <a:buAutoNum type="romanLcPeriod"/>
            </a:pPr>
            <a:r>
              <a:rPr lang="en-GB" b="1" dirty="0"/>
              <a:t>CVE list </a:t>
            </a:r>
            <a:r>
              <a:rPr lang="en-GB" dirty="0"/>
              <a:t>– contains CVE records.</a:t>
            </a:r>
          </a:p>
          <a:p>
            <a:pPr marL="514350" indent="-514350">
              <a:buFont typeface="+mj-lt"/>
              <a:buAutoNum type="romanLcPeriod"/>
            </a:pPr>
            <a:r>
              <a:rPr lang="en-GB" b="1" dirty="0"/>
              <a:t>CVE Numbering Authority (CNAs) </a:t>
            </a:r>
            <a:r>
              <a:rPr lang="en-GB" dirty="0"/>
              <a:t>– add the CVE records to the CVE list.</a:t>
            </a:r>
          </a:p>
          <a:p>
            <a:pPr marL="514350" indent="-514350">
              <a:buFont typeface="+mj-lt"/>
              <a:buAutoNum type="romanLcPeriod"/>
            </a:pPr>
            <a:r>
              <a:rPr lang="en-GB" b="1" dirty="0"/>
              <a:t>NVD (National Vulnerability Database) </a:t>
            </a:r>
            <a:r>
              <a:rPr lang="en-GB" dirty="0"/>
              <a:t>– maintained by NIST.</a:t>
            </a:r>
            <a:endParaRPr lang="LID4096" dirty="0"/>
          </a:p>
        </p:txBody>
      </p:sp>
      <p:sp>
        <p:nvSpPr>
          <p:cNvPr id="4" name="Footer Placeholder 3">
            <a:extLst>
              <a:ext uri="{FF2B5EF4-FFF2-40B4-BE49-F238E27FC236}">
                <a16:creationId xmlns:a16="http://schemas.microsoft.com/office/drawing/2014/main" id="{EFE4A0DA-6016-4600-87B0-B79FDE4F0DC4}"/>
              </a:ext>
            </a:extLst>
          </p:cNvPr>
          <p:cNvSpPr>
            <a:spLocks noGrp="1"/>
          </p:cNvSpPr>
          <p:nvPr>
            <p:ph type="ftr" sz="quarter" idx="11"/>
          </p:nvPr>
        </p:nvSpPr>
        <p:spPr/>
        <p:txBody>
          <a:bodyPr/>
          <a:lstStyle/>
          <a:p>
            <a:r>
              <a:rPr lang="en-GB"/>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6892649F-5296-407E-AC99-9AC9F62466CF}"/>
              </a:ext>
            </a:extLst>
          </p:cNvPr>
          <p:cNvSpPr>
            <a:spLocks noGrp="1"/>
          </p:cNvSpPr>
          <p:nvPr>
            <p:ph type="sldNum" sz="quarter" idx="12"/>
          </p:nvPr>
        </p:nvSpPr>
        <p:spPr/>
        <p:txBody>
          <a:bodyPr/>
          <a:lstStyle/>
          <a:p>
            <a:fld id="{76711B12-96E3-4CC6-8596-5FF84CCB8B40}" type="slidenum">
              <a:rPr lang="LID4096" smtClean="0"/>
              <a:t>86</a:t>
            </a:fld>
            <a:endParaRPr lang="LID4096"/>
          </a:p>
        </p:txBody>
      </p:sp>
    </p:spTree>
    <p:extLst>
      <p:ext uri="{BB962C8B-B14F-4D97-AF65-F5344CB8AC3E}">
        <p14:creationId xmlns:p14="http://schemas.microsoft.com/office/powerpoint/2010/main" val="19903187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4015-5232-4C09-9122-9687FFDC1077}"/>
              </a:ext>
            </a:extLst>
          </p:cNvPr>
          <p:cNvSpPr>
            <a:spLocks noGrp="1"/>
          </p:cNvSpPr>
          <p:nvPr>
            <p:ph type="title"/>
          </p:nvPr>
        </p:nvSpPr>
        <p:spPr/>
        <p:txBody>
          <a:bodyPr/>
          <a:lstStyle/>
          <a:p>
            <a:pPr algn="ctr"/>
            <a:r>
              <a:rPr lang="en-GB" b="1" dirty="0"/>
              <a:t>Sensitive Data Exposure (SDE)</a:t>
            </a:r>
            <a:endParaRPr lang="LID4096" b="1" dirty="0"/>
          </a:p>
        </p:txBody>
      </p:sp>
      <p:sp>
        <p:nvSpPr>
          <p:cNvPr id="3" name="Content Placeholder 2">
            <a:extLst>
              <a:ext uri="{FF2B5EF4-FFF2-40B4-BE49-F238E27FC236}">
                <a16:creationId xmlns:a16="http://schemas.microsoft.com/office/drawing/2014/main" id="{0135B21A-FA1A-43C6-8479-63FC029F6A8B}"/>
              </a:ext>
            </a:extLst>
          </p:cNvPr>
          <p:cNvSpPr>
            <a:spLocks noGrp="1"/>
          </p:cNvSpPr>
          <p:nvPr>
            <p:ph idx="1"/>
          </p:nvPr>
        </p:nvSpPr>
        <p:spPr/>
        <p:txBody>
          <a:bodyPr/>
          <a:lstStyle/>
          <a:p>
            <a:r>
              <a:rPr lang="en-US" dirty="0"/>
              <a:t>This issue revolves around the accidental or deliberate </a:t>
            </a:r>
            <a:r>
              <a:rPr lang="en-US" b="1" dirty="0"/>
              <a:t>disclosure</a:t>
            </a:r>
            <a:r>
              <a:rPr lang="en-US" dirty="0"/>
              <a:t> of critical information, such as:</a:t>
            </a:r>
          </a:p>
          <a:p>
            <a:pPr marL="514350" indent="-514350">
              <a:buFont typeface="+mj-lt"/>
              <a:buAutoNum type="romanLcPeriod"/>
            </a:pPr>
            <a:r>
              <a:rPr lang="en-GB" b="1" dirty="0"/>
              <a:t>Personally Identifiable Information (PII) </a:t>
            </a:r>
            <a:r>
              <a:rPr lang="en-GB" dirty="0"/>
              <a:t>– </a:t>
            </a:r>
            <a:r>
              <a:rPr lang="en-US" dirty="0"/>
              <a:t>This includes data like </a:t>
            </a:r>
            <a:r>
              <a:rPr lang="en-US" b="1" dirty="0"/>
              <a:t>Social Security numbers</a:t>
            </a:r>
            <a:r>
              <a:rPr lang="en-US" dirty="0"/>
              <a:t> (NAPSA), </a:t>
            </a:r>
            <a:r>
              <a:rPr lang="en-US" b="1" dirty="0"/>
              <a:t>addresses</a:t>
            </a:r>
            <a:r>
              <a:rPr lang="en-US" dirty="0"/>
              <a:t> (physical and work related).</a:t>
            </a:r>
          </a:p>
          <a:p>
            <a:pPr marL="514350" indent="-514350">
              <a:buFont typeface="+mj-lt"/>
              <a:buAutoNum type="romanLcPeriod"/>
            </a:pPr>
            <a:r>
              <a:rPr lang="en-GB" b="1" dirty="0"/>
              <a:t>Payment Card Information (PCI) </a:t>
            </a:r>
            <a:r>
              <a:rPr lang="en-GB" dirty="0"/>
              <a:t>– </a:t>
            </a:r>
            <a:r>
              <a:rPr lang="en-US" dirty="0"/>
              <a:t>Credit card numbers, expiration dates, and security codes.</a:t>
            </a:r>
          </a:p>
          <a:p>
            <a:pPr marL="514350" indent="-514350">
              <a:buFont typeface="+mj-lt"/>
              <a:buAutoNum type="romanLcPeriod"/>
            </a:pPr>
            <a:r>
              <a:rPr lang="en-GB" b="1" dirty="0"/>
              <a:t>Intellectual Property (IP) </a:t>
            </a:r>
            <a:r>
              <a:rPr lang="en-GB" dirty="0"/>
              <a:t>– Trade secrets.</a:t>
            </a:r>
            <a:endParaRPr lang="LID4096" dirty="0"/>
          </a:p>
        </p:txBody>
      </p:sp>
      <p:sp>
        <p:nvSpPr>
          <p:cNvPr id="4" name="Footer Placeholder 3">
            <a:extLst>
              <a:ext uri="{FF2B5EF4-FFF2-40B4-BE49-F238E27FC236}">
                <a16:creationId xmlns:a16="http://schemas.microsoft.com/office/drawing/2014/main" id="{262E3359-AE58-4621-9877-799821FCE515}"/>
              </a:ext>
            </a:extLst>
          </p:cNvPr>
          <p:cNvSpPr>
            <a:spLocks noGrp="1"/>
          </p:cNvSpPr>
          <p:nvPr>
            <p:ph type="ftr" sz="quarter" idx="11"/>
          </p:nvPr>
        </p:nvSpPr>
        <p:spPr/>
        <p:txBody>
          <a:bodyPr/>
          <a:lstStyle/>
          <a:p>
            <a:r>
              <a:rPr lang="en-GB"/>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0C01769F-4A2B-4173-9E7D-CA06BA825EF5}"/>
              </a:ext>
            </a:extLst>
          </p:cNvPr>
          <p:cNvSpPr>
            <a:spLocks noGrp="1"/>
          </p:cNvSpPr>
          <p:nvPr>
            <p:ph type="sldNum" sz="quarter" idx="12"/>
          </p:nvPr>
        </p:nvSpPr>
        <p:spPr/>
        <p:txBody>
          <a:bodyPr/>
          <a:lstStyle/>
          <a:p>
            <a:fld id="{76711B12-96E3-4CC6-8596-5FF84CCB8B40}" type="slidenum">
              <a:rPr lang="LID4096" smtClean="0"/>
              <a:t>87</a:t>
            </a:fld>
            <a:endParaRPr lang="LID4096"/>
          </a:p>
        </p:txBody>
      </p:sp>
    </p:spTree>
    <p:extLst>
      <p:ext uri="{BB962C8B-B14F-4D97-AF65-F5344CB8AC3E}">
        <p14:creationId xmlns:p14="http://schemas.microsoft.com/office/powerpoint/2010/main" val="2873495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07F5686-4ED9-45C9-BBE2-C3035E884DE4}"/>
              </a:ext>
            </a:extLst>
          </p:cNvPr>
          <p:cNvSpPr>
            <a:spLocks noGrp="1"/>
          </p:cNvSpPr>
          <p:nvPr>
            <p:ph type="ctrTitle"/>
          </p:nvPr>
        </p:nvSpPr>
        <p:spPr/>
        <p:txBody>
          <a:bodyPr/>
          <a:lstStyle/>
          <a:p>
            <a:pPr algn="ctr"/>
            <a:r>
              <a:rPr lang="en-US" b="1" dirty="0"/>
              <a:t>Binary </a:t>
            </a:r>
            <a:endParaRPr lang="LID4096" b="1" dirty="0"/>
          </a:p>
        </p:txBody>
      </p:sp>
      <p:sp>
        <p:nvSpPr>
          <p:cNvPr id="9" name="Subtitle 8">
            <a:extLst>
              <a:ext uri="{FF2B5EF4-FFF2-40B4-BE49-F238E27FC236}">
                <a16:creationId xmlns:a16="http://schemas.microsoft.com/office/drawing/2014/main" id="{BA22ABCD-3D67-421D-90B4-F5368F87B377}"/>
              </a:ext>
            </a:extLst>
          </p:cNvPr>
          <p:cNvSpPr>
            <a:spLocks noGrp="1"/>
          </p:cNvSpPr>
          <p:nvPr>
            <p:ph type="subTitle" idx="1"/>
          </p:nvPr>
        </p:nvSpPr>
        <p:spPr/>
        <p:txBody>
          <a:bodyPr/>
          <a:lstStyle/>
          <a:p>
            <a:pPr algn="ctr"/>
            <a:r>
              <a:rPr lang="en-US" b="1" dirty="0"/>
              <a:t>Unit 2.1</a:t>
            </a:r>
            <a:endParaRPr lang="LID4096" b="1" dirty="0"/>
          </a:p>
        </p:txBody>
      </p:sp>
      <p:sp>
        <p:nvSpPr>
          <p:cNvPr id="4" name="Footer Placeholder 3">
            <a:extLst>
              <a:ext uri="{FF2B5EF4-FFF2-40B4-BE49-F238E27FC236}">
                <a16:creationId xmlns:a16="http://schemas.microsoft.com/office/drawing/2014/main" id="{D6C7791C-1A82-46E1-92CA-364D0D449D9C}"/>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0900E6AF-3326-494D-8588-AC9F3C29AC49}"/>
              </a:ext>
            </a:extLst>
          </p:cNvPr>
          <p:cNvSpPr>
            <a:spLocks noGrp="1"/>
          </p:cNvSpPr>
          <p:nvPr>
            <p:ph type="sldNum" sz="quarter" idx="12"/>
          </p:nvPr>
        </p:nvSpPr>
        <p:spPr/>
        <p:txBody>
          <a:bodyPr/>
          <a:lstStyle/>
          <a:p>
            <a:fld id="{76711B12-96E3-4CC6-8596-5FF84CCB8B40}" type="slidenum">
              <a:rPr lang="LID4096" smtClean="0"/>
              <a:t>88</a:t>
            </a:fld>
            <a:endParaRPr lang="LID4096"/>
          </a:p>
        </p:txBody>
      </p:sp>
    </p:spTree>
    <p:extLst>
      <p:ext uri="{BB962C8B-B14F-4D97-AF65-F5344CB8AC3E}">
        <p14:creationId xmlns:p14="http://schemas.microsoft.com/office/powerpoint/2010/main" val="33521815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57BB6-8914-4A47-9666-81A586436000}"/>
              </a:ext>
            </a:extLst>
          </p:cNvPr>
          <p:cNvSpPr>
            <a:spLocks noGrp="1"/>
          </p:cNvSpPr>
          <p:nvPr>
            <p:ph type="title"/>
          </p:nvPr>
        </p:nvSpPr>
        <p:spPr/>
        <p:txBody>
          <a:bodyPr/>
          <a:lstStyle/>
          <a:p>
            <a:pPr algn="ctr"/>
            <a:r>
              <a:rPr lang="en-US" b="1" dirty="0"/>
              <a:t>How To Convert a Decimal Number into Binary (Powers of 2)</a:t>
            </a:r>
            <a:endParaRPr lang="LID4096" b="1" dirty="0"/>
          </a:p>
        </p:txBody>
      </p:sp>
      <p:sp>
        <p:nvSpPr>
          <p:cNvPr id="3" name="Content Placeholder 2">
            <a:extLst>
              <a:ext uri="{FF2B5EF4-FFF2-40B4-BE49-F238E27FC236}">
                <a16:creationId xmlns:a16="http://schemas.microsoft.com/office/drawing/2014/main" id="{90416C06-6D52-489C-81AB-A519FC72077E}"/>
              </a:ext>
            </a:extLst>
          </p:cNvPr>
          <p:cNvSpPr>
            <a:spLocks noGrp="1"/>
          </p:cNvSpPr>
          <p:nvPr>
            <p:ph sz="half" idx="1"/>
          </p:nvPr>
        </p:nvSpPr>
        <p:spPr/>
        <p:txBody>
          <a:bodyPr>
            <a:normAutofit fontScale="70000" lnSpcReduction="20000"/>
          </a:bodyPr>
          <a:lstStyle/>
          <a:p>
            <a:r>
              <a:rPr lang="en-US" dirty="0"/>
              <a:t>To achieve this will utilize the </a:t>
            </a:r>
            <a:r>
              <a:rPr lang="en-US" b="1" dirty="0"/>
              <a:t>powers of 2</a:t>
            </a:r>
            <a:r>
              <a:rPr lang="en-US" dirty="0"/>
              <a:t>.</a:t>
            </a:r>
          </a:p>
          <a:p>
            <a:pPr marL="0" indent="0">
              <a:buNone/>
            </a:pPr>
            <a:r>
              <a:rPr lang="en-US" dirty="0"/>
              <a:t>2 ^ 0 = </a:t>
            </a:r>
            <a:r>
              <a:rPr lang="en-US" b="1" dirty="0">
                <a:solidFill>
                  <a:srgbClr val="FF0000"/>
                </a:solidFill>
              </a:rPr>
              <a:t>1</a:t>
            </a:r>
          </a:p>
          <a:p>
            <a:pPr marL="0" indent="0">
              <a:buNone/>
            </a:pPr>
            <a:r>
              <a:rPr lang="en-US" dirty="0"/>
              <a:t>2 ^ 1 = </a:t>
            </a:r>
            <a:r>
              <a:rPr lang="en-US" b="1" dirty="0">
                <a:solidFill>
                  <a:srgbClr val="FF0000"/>
                </a:solidFill>
              </a:rPr>
              <a:t>2</a:t>
            </a:r>
          </a:p>
          <a:p>
            <a:pPr marL="0" indent="0">
              <a:buNone/>
            </a:pPr>
            <a:r>
              <a:rPr lang="en-US" dirty="0"/>
              <a:t>2 ^ 2 = </a:t>
            </a:r>
            <a:r>
              <a:rPr lang="en-US" b="1" dirty="0">
                <a:solidFill>
                  <a:srgbClr val="FF0000"/>
                </a:solidFill>
              </a:rPr>
              <a:t>4</a:t>
            </a:r>
          </a:p>
          <a:p>
            <a:pPr marL="0" indent="0">
              <a:buNone/>
            </a:pPr>
            <a:r>
              <a:rPr lang="en-US" dirty="0"/>
              <a:t>2 ^ 3 = </a:t>
            </a:r>
            <a:r>
              <a:rPr lang="en-US" b="1" dirty="0">
                <a:solidFill>
                  <a:srgbClr val="FF0000"/>
                </a:solidFill>
              </a:rPr>
              <a:t>8</a:t>
            </a:r>
          </a:p>
          <a:p>
            <a:pPr marL="0" indent="0">
              <a:buNone/>
            </a:pPr>
            <a:r>
              <a:rPr lang="en-US" dirty="0"/>
              <a:t>2 ^ 4 = </a:t>
            </a:r>
            <a:r>
              <a:rPr lang="en-US" b="1" dirty="0">
                <a:solidFill>
                  <a:srgbClr val="FF0000"/>
                </a:solidFill>
              </a:rPr>
              <a:t>16</a:t>
            </a:r>
          </a:p>
          <a:p>
            <a:pPr marL="0" indent="0">
              <a:buNone/>
            </a:pPr>
            <a:r>
              <a:rPr lang="en-US" dirty="0"/>
              <a:t>2 ^ 5 = </a:t>
            </a:r>
            <a:r>
              <a:rPr lang="en-US" b="1" dirty="0">
                <a:solidFill>
                  <a:srgbClr val="FF0000"/>
                </a:solidFill>
              </a:rPr>
              <a:t>32</a:t>
            </a:r>
          </a:p>
          <a:p>
            <a:pPr marL="0" indent="0">
              <a:buNone/>
            </a:pPr>
            <a:r>
              <a:rPr lang="en-US" dirty="0"/>
              <a:t>2 ^ 6 = </a:t>
            </a:r>
            <a:r>
              <a:rPr lang="en-US" b="1" dirty="0">
                <a:solidFill>
                  <a:srgbClr val="FF0000"/>
                </a:solidFill>
              </a:rPr>
              <a:t>64</a:t>
            </a:r>
          </a:p>
          <a:p>
            <a:pPr marL="0" indent="0">
              <a:buNone/>
            </a:pPr>
            <a:r>
              <a:rPr lang="en-US" dirty="0"/>
              <a:t>2 ^ 7 = </a:t>
            </a:r>
            <a:r>
              <a:rPr lang="en-US" b="1" dirty="0">
                <a:solidFill>
                  <a:srgbClr val="FF0000"/>
                </a:solidFill>
              </a:rPr>
              <a:t>128</a:t>
            </a:r>
            <a:endParaRPr lang="LID4096" b="1" dirty="0">
              <a:solidFill>
                <a:srgbClr val="FF0000"/>
              </a:solidFill>
            </a:endParaRPr>
          </a:p>
        </p:txBody>
      </p:sp>
      <p:sp>
        <p:nvSpPr>
          <p:cNvPr id="6" name="Content Placeholder 5">
            <a:extLst>
              <a:ext uri="{FF2B5EF4-FFF2-40B4-BE49-F238E27FC236}">
                <a16:creationId xmlns:a16="http://schemas.microsoft.com/office/drawing/2014/main" id="{3D129249-42A5-48A3-9C94-73028FB408E4}"/>
              </a:ext>
            </a:extLst>
          </p:cNvPr>
          <p:cNvSpPr>
            <a:spLocks noGrp="1"/>
          </p:cNvSpPr>
          <p:nvPr>
            <p:ph sz="half" idx="2"/>
          </p:nvPr>
        </p:nvSpPr>
        <p:spPr/>
        <p:txBody>
          <a:bodyPr/>
          <a:lstStyle/>
          <a:p>
            <a:r>
              <a:rPr lang="en-US" dirty="0"/>
              <a:t>For example, let’s convert </a:t>
            </a:r>
            <a:r>
              <a:rPr lang="en-US" b="1" dirty="0"/>
              <a:t>75</a:t>
            </a:r>
            <a:r>
              <a:rPr lang="en-US" dirty="0"/>
              <a:t> into binary</a:t>
            </a:r>
          </a:p>
          <a:p>
            <a:pPr marL="0" indent="0">
              <a:buNone/>
            </a:pPr>
            <a:r>
              <a:rPr lang="en-US" b="1" dirty="0">
                <a:solidFill>
                  <a:srgbClr val="FF0000"/>
                </a:solidFill>
              </a:rPr>
              <a:t> 128 64 32 16 8 4 2 1</a:t>
            </a:r>
          </a:p>
          <a:p>
            <a:pPr marL="0" indent="0">
              <a:buNone/>
            </a:pPr>
            <a:r>
              <a:rPr lang="en-US" dirty="0"/>
              <a:t>    </a:t>
            </a:r>
            <a:r>
              <a:rPr lang="en-US" b="1" dirty="0"/>
              <a:t>0</a:t>
            </a:r>
            <a:r>
              <a:rPr lang="en-US" dirty="0"/>
              <a:t>    </a:t>
            </a:r>
            <a:r>
              <a:rPr lang="en-US" b="1" dirty="0">
                <a:solidFill>
                  <a:srgbClr val="FFC000"/>
                </a:solidFill>
              </a:rPr>
              <a:t>1  0   0  1 0 1 1 </a:t>
            </a:r>
            <a:r>
              <a:rPr lang="en-US" dirty="0"/>
              <a:t>= </a:t>
            </a:r>
            <a:r>
              <a:rPr lang="en-US" b="1" dirty="0"/>
              <a:t>75</a:t>
            </a:r>
          </a:p>
        </p:txBody>
      </p:sp>
      <p:sp>
        <p:nvSpPr>
          <p:cNvPr id="4" name="Footer Placeholder 3">
            <a:extLst>
              <a:ext uri="{FF2B5EF4-FFF2-40B4-BE49-F238E27FC236}">
                <a16:creationId xmlns:a16="http://schemas.microsoft.com/office/drawing/2014/main" id="{775A4230-5227-498B-872B-B16E36770BFE}"/>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437573D-4678-4954-94AF-19B725EA7124}"/>
              </a:ext>
            </a:extLst>
          </p:cNvPr>
          <p:cNvSpPr>
            <a:spLocks noGrp="1"/>
          </p:cNvSpPr>
          <p:nvPr>
            <p:ph type="sldNum" sz="quarter" idx="12"/>
          </p:nvPr>
        </p:nvSpPr>
        <p:spPr/>
        <p:txBody>
          <a:bodyPr/>
          <a:lstStyle/>
          <a:p>
            <a:fld id="{76711B12-96E3-4CC6-8596-5FF84CCB8B40}" type="slidenum">
              <a:rPr lang="LID4096" smtClean="0"/>
              <a:t>89</a:t>
            </a:fld>
            <a:endParaRPr lang="LID4096"/>
          </a:p>
        </p:txBody>
      </p:sp>
      <p:sp>
        <p:nvSpPr>
          <p:cNvPr id="7" name="Rectangle 6">
            <a:extLst>
              <a:ext uri="{FF2B5EF4-FFF2-40B4-BE49-F238E27FC236}">
                <a16:creationId xmlns:a16="http://schemas.microsoft.com/office/drawing/2014/main" id="{FA1B347F-159E-4770-9392-6D6E59749C85}"/>
              </a:ext>
            </a:extLst>
          </p:cNvPr>
          <p:cNvSpPr/>
          <p:nvPr/>
        </p:nvSpPr>
        <p:spPr>
          <a:xfrm>
            <a:off x="7070103" y="3883843"/>
            <a:ext cx="2007909" cy="41478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7">
            <a:extLst>
              <a:ext uri="{FF2B5EF4-FFF2-40B4-BE49-F238E27FC236}">
                <a16:creationId xmlns:a16="http://schemas.microsoft.com/office/drawing/2014/main" id="{7856E89D-40E4-4487-AAC1-36346A2865D0}"/>
              </a:ext>
            </a:extLst>
          </p:cNvPr>
          <p:cNvSpPr/>
          <p:nvPr/>
        </p:nvSpPr>
        <p:spPr>
          <a:xfrm>
            <a:off x="6485641" y="3883843"/>
            <a:ext cx="432061" cy="4147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0" name="Straight Arrow Connector 9">
            <a:extLst>
              <a:ext uri="{FF2B5EF4-FFF2-40B4-BE49-F238E27FC236}">
                <a16:creationId xmlns:a16="http://schemas.microsoft.com/office/drawing/2014/main" id="{DDDB2149-3C71-48D6-B3E0-0EEA5BF0BC0B}"/>
              </a:ext>
            </a:extLst>
          </p:cNvPr>
          <p:cNvCxnSpPr>
            <a:stCxn id="7" idx="2"/>
          </p:cNvCxnSpPr>
          <p:nvPr/>
        </p:nvCxnSpPr>
        <p:spPr>
          <a:xfrm flipH="1">
            <a:off x="8069344" y="4298623"/>
            <a:ext cx="4714" cy="4622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C03C41B-A4E5-4E8E-8813-56BEC0B3B1F4}"/>
              </a:ext>
            </a:extLst>
          </p:cNvPr>
          <p:cNvCxnSpPr>
            <a:stCxn id="8" idx="2"/>
          </p:cNvCxnSpPr>
          <p:nvPr/>
        </p:nvCxnSpPr>
        <p:spPr>
          <a:xfrm>
            <a:off x="6701672" y="4298623"/>
            <a:ext cx="10213" cy="4147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94B23F3-77CA-40FB-840E-A86E8B8F7EE3}"/>
              </a:ext>
            </a:extLst>
          </p:cNvPr>
          <p:cNvSpPr/>
          <p:nvPr/>
        </p:nvSpPr>
        <p:spPr>
          <a:xfrm>
            <a:off x="6149142" y="4634968"/>
            <a:ext cx="1167307"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Sign (+)</a:t>
            </a:r>
          </a:p>
        </p:txBody>
      </p:sp>
      <p:sp>
        <p:nvSpPr>
          <p:cNvPr id="14" name="Rectangle 13">
            <a:extLst>
              <a:ext uri="{FF2B5EF4-FFF2-40B4-BE49-F238E27FC236}">
                <a16:creationId xmlns:a16="http://schemas.microsoft.com/office/drawing/2014/main" id="{056D0D7F-05CA-42D6-A51F-FF26792C0FBB}"/>
              </a:ext>
            </a:extLst>
          </p:cNvPr>
          <p:cNvSpPr/>
          <p:nvPr/>
        </p:nvSpPr>
        <p:spPr>
          <a:xfrm>
            <a:off x="7329090" y="4634967"/>
            <a:ext cx="1505540"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Magnitude</a:t>
            </a:r>
            <a:endParaRPr lang="en-US" sz="2400" b="0" cap="none" spc="0" dirty="0">
              <a:ln w="0"/>
              <a:solidFill>
                <a:schemeClr val="tx1"/>
              </a:solidFill>
              <a:effectLst>
                <a:outerShdw blurRad="38100" dist="19050" dir="2700000" algn="tl" rotWithShape="0">
                  <a:schemeClr val="dk1">
                    <a:alpha val="40000"/>
                  </a:schemeClr>
                </a:outerShdw>
              </a:effectLst>
            </a:endParaRPr>
          </a:p>
        </p:txBody>
      </p:sp>
      <p:pic>
        <p:nvPicPr>
          <p:cNvPr id="16" name="Picture 15">
            <a:extLst>
              <a:ext uri="{FF2B5EF4-FFF2-40B4-BE49-F238E27FC236}">
                <a16:creationId xmlns:a16="http://schemas.microsoft.com/office/drawing/2014/main" id="{F4E5711C-53C2-4C35-8C28-7701EE13AC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6810" y="3652835"/>
            <a:ext cx="1770513" cy="735016"/>
          </a:xfrm>
          <a:prstGeom prst="rect">
            <a:avLst/>
          </a:prstGeom>
        </p:spPr>
      </p:pic>
    </p:spTree>
    <p:extLst>
      <p:ext uri="{BB962C8B-B14F-4D97-AF65-F5344CB8AC3E}">
        <p14:creationId xmlns:p14="http://schemas.microsoft.com/office/powerpoint/2010/main" val="353368693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047251F-3D38-429A-9F49-58D306CF7C1B}"/>
              </a:ext>
            </a:extLst>
          </p:cNvPr>
          <p:cNvSpPr>
            <a:spLocks noGrp="1"/>
          </p:cNvSpPr>
          <p:nvPr>
            <p:ph type="title"/>
          </p:nvPr>
        </p:nvSpPr>
        <p:spPr/>
        <p:txBody>
          <a:bodyPr/>
          <a:lstStyle/>
          <a:p>
            <a:pPr algn="ctr"/>
            <a:r>
              <a:rPr lang="en-US" b="1" dirty="0"/>
              <a:t>How To Convert a Decimal Number into Binary (Powers of 2) (Continues…)</a:t>
            </a:r>
            <a:endParaRPr lang="LID4096" dirty="0"/>
          </a:p>
        </p:txBody>
      </p:sp>
      <p:sp>
        <p:nvSpPr>
          <p:cNvPr id="8" name="Content Placeholder 7">
            <a:extLst>
              <a:ext uri="{FF2B5EF4-FFF2-40B4-BE49-F238E27FC236}">
                <a16:creationId xmlns:a16="http://schemas.microsoft.com/office/drawing/2014/main" id="{5D2E703D-4E01-4E70-8DCF-849927787055}"/>
              </a:ext>
            </a:extLst>
          </p:cNvPr>
          <p:cNvSpPr>
            <a:spLocks noGrp="1"/>
          </p:cNvSpPr>
          <p:nvPr>
            <p:ph sz="half" idx="1"/>
          </p:nvPr>
        </p:nvSpPr>
        <p:spPr/>
        <p:txBody>
          <a:bodyPr/>
          <a:lstStyle/>
          <a:p>
            <a:r>
              <a:rPr lang="en-US" dirty="0"/>
              <a:t>Let’s take another example of </a:t>
            </a:r>
            <a:r>
              <a:rPr lang="en-US" b="1" dirty="0"/>
              <a:t>339</a:t>
            </a:r>
          </a:p>
          <a:p>
            <a:pPr marL="0" indent="0">
              <a:buNone/>
            </a:pPr>
            <a:r>
              <a:rPr lang="en-US" b="1" dirty="0">
                <a:solidFill>
                  <a:srgbClr val="FF0000"/>
                </a:solidFill>
              </a:rPr>
              <a:t>512 256 128 64 32 16 8 4 2 1</a:t>
            </a:r>
          </a:p>
          <a:p>
            <a:pPr marL="0" indent="0">
              <a:buNone/>
            </a:pPr>
            <a:r>
              <a:rPr lang="en-US" dirty="0"/>
              <a:t>    </a:t>
            </a:r>
            <a:r>
              <a:rPr lang="en-US" b="1" dirty="0"/>
              <a:t>0 </a:t>
            </a:r>
            <a:r>
              <a:rPr lang="en-US" dirty="0"/>
              <a:t>    </a:t>
            </a:r>
            <a:r>
              <a:rPr lang="en-US" b="1" dirty="0">
                <a:solidFill>
                  <a:srgbClr val="FFC000"/>
                </a:solidFill>
              </a:rPr>
              <a:t>1     0   1   0   1 0 0 1 1 </a:t>
            </a:r>
            <a:r>
              <a:rPr lang="en-US" dirty="0"/>
              <a:t>= </a:t>
            </a:r>
            <a:r>
              <a:rPr lang="en-US" b="1" dirty="0"/>
              <a:t>339</a:t>
            </a:r>
            <a:endParaRPr lang="LID4096" b="1" dirty="0"/>
          </a:p>
        </p:txBody>
      </p:sp>
      <p:sp>
        <p:nvSpPr>
          <p:cNvPr id="9" name="Content Placeholder 8">
            <a:extLst>
              <a:ext uri="{FF2B5EF4-FFF2-40B4-BE49-F238E27FC236}">
                <a16:creationId xmlns:a16="http://schemas.microsoft.com/office/drawing/2014/main" id="{EB95E3CA-E889-45A4-BBBE-377209B3966C}"/>
              </a:ext>
            </a:extLst>
          </p:cNvPr>
          <p:cNvSpPr>
            <a:spLocks noGrp="1"/>
          </p:cNvSpPr>
          <p:nvPr>
            <p:ph sz="half" idx="2"/>
          </p:nvPr>
        </p:nvSpPr>
        <p:spPr/>
        <p:txBody>
          <a:bodyPr/>
          <a:lstStyle/>
          <a:p>
            <a:r>
              <a:rPr lang="en-US" b="1" dirty="0">
                <a:solidFill>
                  <a:srgbClr val="00B050"/>
                </a:solidFill>
              </a:rPr>
              <a:t>1 </a:t>
            </a:r>
            <a:r>
              <a:rPr lang="en-US" dirty="0"/>
              <a:t>= </a:t>
            </a:r>
            <a:r>
              <a:rPr lang="en-US" b="1" dirty="0">
                <a:solidFill>
                  <a:srgbClr val="00B050"/>
                </a:solidFill>
              </a:rPr>
              <a:t>True</a:t>
            </a:r>
          </a:p>
          <a:p>
            <a:r>
              <a:rPr lang="en-US" b="1" dirty="0">
                <a:solidFill>
                  <a:srgbClr val="FF0000"/>
                </a:solidFill>
              </a:rPr>
              <a:t>0</a:t>
            </a:r>
            <a:r>
              <a:rPr lang="en-US" dirty="0"/>
              <a:t> = </a:t>
            </a:r>
            <a:r>
              <a:rPr lang="en-US" b="1" dirty="0">
                <a:solidFill>
                  <a:srgbClr val="FF0000"/>
                </a:solidFill>
              </a:rPr>
              <a:t>False </a:t>
            </a:r>
            <a:endParaRPr lang="LID4096" b="1" dirty="0">
              <a:solidFill>
                <a:srgbClr val="FF0000"/>
              </a:solidFill>
            </a:endParaRPr>
          </a:p>
        </p:txBody>
      </p:sp>
      <p:sp>
        <p:nvSpPr>
          <p:cNvPr id="5" name="Footer Placeholder 4">
            <a:extLst>
              <a:ext uri="{FF2B5EF4-FFF2-40B4-BE49-F238E27FC236}">
                <a16:creationId xmlns:a16="http://schemas.microsoft.com/office/drawing/2014/main" id="{A87FC95A-16D4-41AC-8B66-AAC5498744DC}"/>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2B74F43D-6846-464E-B34E-895ADB154BEC}"/>
              </a:ext>
            </a:extLst>
          </p:cNvPr>
          <p:cNvSpPr>
            <a:spLocks noGrp="1"/>
          </p:cNvSpPr>
          <p:nvPr>
            <p:ph type="sldNum" sz="quarter" idx="12"/>
          </p:nvPr>
        </p:nvSpPr>
        <p:spPr/>
        <p:txBody>
          <a:bodyPr/>
          <a:lstStyle/>
          <a:p>
            <a:fld id="{76711B12-96E3-4CC6-8596-5FF84CCB8B40}" type="slidenum">
              <a:rPr lang="LID4096" smtClean="0"/>
              <a:t>90</a:t>
            </a:fld>
            <a:endParaRPr lang="LID4096"/>
          </a:p>
        </p:txBody>
      </p:sp>
      <p:sp>
        <p:nvSpPr>
          <p:cNvPr id="2" name="Rectangle 1">
            <a:extLst>
              <a:ext uri="{FF2B5EF4-FFF2-40B4-BE49-F238E27FC236}">
                <a16:creationId xmlns:a16="http://schemas.microsoft.com/office/drawing/2014/main" id="{3C28F401-F28F-46AA-99AB-02B6688B7D18}"/>
              </a:ext>
            </a:extLst>
          </p:cNvPr>
          <p:cNvSpPr/>
          <p:nvPr/>
        </p:nvSpPr>
        <p:spPr>
          <a:xfrm>
            <a:off x="1423447" y="3429000"/>
            <a:ext cx="471341" cy="4548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 name="Rectangle 2">
            <a:extLst>
              <a:ext uri="{FF2B5EF4-FFF2-40B4-BE49-F238E27FC236}">
                <a16:creationId xmlns:a16="http://schemas.microsoft.com/office/drawing/2014/main" id="{9A37A92B-2ED3-4BA0-8417-5645E3D51B4B}"/>
              </a:ext>
            </a:extLst>
          </p:cNvPr>
          <p:cNvSpPr/>
          <p:nvPr/>
        </p:nvSpPr>
        <p:spPr>
          <a:xfrm>
            <a:off x="2047189" y="3429000"/>
            <a:ext cx="3043285" cy="454843"/>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0" name="Straight Arrow Connector 9">
            <a:extLst>
              <a:ext uri="{FF2B5EF4-FFF2-40B4-BE49-F238E27FC236}">
                <a16:creationId xmlns:a16="http://schemas.microsoft.com/office/drawing/2014/main" id="{0F86FC63-2FFB-4F2A-8B79-0E6F0A881F13}"/>
              </a:ext>
            </a:extLst>
          </p:cNvPr>
          <p:cNvCxnSpPr>
            <a:stCxn id="2" idx="2"/>
          </p:cNvCxnSpPr>
          <p:nvPr/>
        </p:nvCxnSpPr>
        <p:spPr>
          <a:xfrm>
            <a:off x="1659118" y="3883843"/>
            <a:ext cx="0" cy="4807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84BB2B7-7225-44F1-B931-3925440D0D52}"/>
              </a:ext>
            </a:extLst>
          </p:cNvPr>
          <p:cNvCxnSpPr>
            <a:stCxn id="3" idx="2"/>
          </p:cNvCxnSpPr>
          <p:nvPr/>
        </p:nvCxnSpPr>
        <p:spPr>
          <a:xfrm>
            <a:off x="3568832" y="3883843"/>
            <a:ext cx="3927" cy="4996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B5275E6-F471-41C5-BAAE-98756F285D0D}"/>
              </a:ext>
            </a:extLst>
          </p:cNvPr>
          <p:cNvSpPr/>
          <p:nvPr/>
        </p:nvSpPr>
        <p:spPr>
          <a:xfrm>
            <a:off x="1075463" y="4286175"/>
            <a:ext cx="1167307"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Sign (+)</a:t>
            </a:r>
          </a:p>
        </p:txBody>
      </p:sp>
      <p:sp>
        <p:nvSpPr>
          <p:cNvPr id="14" name="Rectangle 13">
            <a:extLst>
              <a:ext uri="{FF2B5EF4-FFF2-40B4-BE49-F238E27FC236}">
                <a16:creationId xmlns:a16="http://schemas.microsoft.com/office/drawing/2014/main" id="{B2E3D7FB-3BDA-4FF8-84D5-32F44C14E650}"/>
              </a:ext>
            </a:extLst>
          </p:cNvPr>
          <p:cNvSpPr/>
          <p:nvPr/>
        </p:nvSpPr>
        <p:spPr>
          <a:xfrm>
            <a:off x="2916315" y="4286174"/>
            <a:ext cx="1505540"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Magnitude</a:t>
            </a:r>
            <a:endParaRPr lang="en-US" sz="2400" b="0" cap="none" spc="0" dirty="0">
              <a:ln w="0"/>
              <a:solidFill>
                <a:schemeClr val="tx1"/>
              </a:solidFill>
              <a:effectLst>
                <a:outerShdw blurRad="38100" dist="19050" dir="2700000" algn="tl" rotWithShape="0">
                  <a:schemeClr val="dk1">
                    <a:alpha val="40000"/>
                  </a:schemeClr>
                </a:outerShdw>
              </a:effectLst>
            </a:endParaRPr>
          </a:p>
        </p:txBody>
      </p:sp>
      <p:pic>
        <p:nvPicPr>
          <p:cNvPr id="16" name="Picture 15">
            <a:extLst>
              <a:ext uri="{FF2B5EF4-FFF2-40B4-BE49-F238E27FC236}">
                <a16:creationId xmlns:a16="http://schemas.microsoft.com/office/drawing/2014/main" id="{75F8F5A1-8C30-4A3F-83BA-00081A7151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6161" y="2443437"/>
            <a:ext cx="1995052" cy="962197"/>
          </a:xfrm>
          <a:prstGeom prst="rect">
            <a:avLst/>
          </a:prstGeom>
        </p:spPr>
      </p:pic>
      <p:pic>
        <p:nvPicPr>
          <p:cNvPr id="18" name="Picture 17">
            <a:extLst>
              <a:ext uri="{FF2B5EF4-FFF2-40B4-BE49-F238E27FC236}">
                <a16:creationId xmlns:a16="http://schemas.microsoft.com/office/drawing/2014/main" id="{2B768CC6-E266-40AF-A948-E9323A80C5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7456" y="2443438"/>
            <a:ext cx="1799860" cy="962198"/>
          </a:xfrm>
          <a:prstGeom prst="rect">
            <a:avLst/>
          </a:prstGeom>
        </p:spPr>
      </p:pic>
    </p:spTree>
    <p:extLst>
      <p:ext uri="{BB962C8B-B14F-4D97-AF65-F5344CB8AC3E}">
        <p14:creationId xmlns:p14="http://schemas.microsoft.com/office/powerpoint/2010/main" val="15988113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6431548-7EC1-42D7-B424-D996686EFC77}"/>
              </a:ext>
            </a:extLst>
          </p:cNvPr>
          <p:cNvSpPr>
            <a:spLocks noGrp="1"/>
          </p:cNvSpPr>
          <p:nvPr>
            <p:ph type="title"/>
          </p:nvPr>
        </p:nvSpPr>
        <p:spPr/>
        <p:txBody>
          <a:bodyPr/>
          <a:lstStyle/>
          <a:p>
            <a:pPr algn="ctr"/>
            <a:r>
              <a:rPr lang="en-US" b="1" dirty="0"/>
              <a:t>How To Convert a Decimal Number into Binary Successive Division</a:t>
            </a:r>
            <a:endParaRPr lang="LID4096" dirty="0"/>
          </a:p>
        </p:txBody>
      </p:sp>
      <p:sp>
        <p:nvSpPr>
          <p:cNvPr id="8" name="Content Placeholder 7">
            <a:extLst>
              <a:ext uri="{FF2B5EF4-FFF2-40B4-BE49-F238E27FC236}">
                <a16:creationId xmlns:a16="http://schemas.microsoft.com/office/drawing/2014/main" id="{7E292EA2-EF7A-4434-9BC4-57AC9D420FB1}"/>
              </a:ext>
            </a:extLst>
          </p:cNvPr>
          <p:cNvSpPr>
            <a:spLocks noGrp="1"/>
          </p:cNvSpPr>
          <p:nvPr>
            <p:ph sz="half" idx="1"/>
          </p:nvPr>
        </p:nvSpPr>
        <p:spPr/>
        <p:txBody>
          <a:bodyPr>
            <a:normAutofit fontScale="70000" lnSpcReduction="20000"/>
          </a:bodyPr>
          <a:lstStyle/>
          <a:p>
            <a:r>
              <a:rPr lang="en-US" dirty="0"/>
              <a:t>Now, let’s use </a:t>
            </a:r>
            <a:r>
              <a:rPr lang="en-US" b="1" dirty="0"/>
              <a:t>successive division </a:t>
            </a:r>
            <a:r>
              <a:rPr lang="en-US" dirty="0"/>
              <a:t>to find the binary of 75</a:t>
            </a:r>
          </a:p>
          <a:p>
            <a:pPr marL="0" indent="0">
              <a:buNone/>
            </a:pPr>
            <a:r>
              <a:rPr lang="en-US" dirty="0"/>
              <a:t>75 / 2 = 37 R </a:t>
            </a:r>
            <a:r>
              <a:rPr lang="en-US" b="1" dirty="0">
                <a:solidFill>
                  <a:srgbClr val="FFC000"/>
                </a:solidFill>
              </a:rPr>
              <a:t>1</a:t>
            </a:r>
          </a:p>
          <a:p>
            <a:pPr marL="0" indent="0">
              <a:buNone/>
            </a:pPr>
            <a:r>
              <a:rPr lang="en-US" dirty="0"/>
              <a:t>37 / 2 = 18 R </a:t>
            </a:r>
            <a:r>
              <a:rPr lang="en-US" b="1" dirty="0">
                <a:solidFill>
                  <a:srgbClr val="FFC000"/>
                </a:solidFill>
              </a:rPr>
              <a:t>1</a:t>
            </a:r>
          </a:p>
          <a:p>
            <a:pPr marL="0" indent="0">
              <a:buNone/>
            </a:pPr>
            <a:r>
              <a:rPr lang="en-US" dirty="0"/>
              <a:t>18 / 2 =   9 R </a:t>
            </a:r>
            <a:r>
              <a:rPr lang="en-US" b="1" dirty="0">
                <a:solidFill>
                  <a:srgbClr val="FFC000"/>
                </a:solidFill>
              </a:rPr>
              <a:t>0</a:t>
            </a:r>
          </a:p>
          <a:p>
            <a:pPr marL="0" indent="0">
              <a:buNone/>
            </a:pPr>
            <a:r>
              <a:rPr lang="en-US" dirty="0"/>
              <a:t>  9 / 2 =   4 R </a:t>
            </a:r>
            <a:r>
              <a:rPr lang="en-US" b="1" dirty="0">
                <a:solidFill>
                  <a:srgbClr val="FFC000"/>
                </a:solidFill>
              </a:rPr>
              <a:t>1</a:t>
            </a:r>
          </a:p>
          <a:p>
            <a:pPr marL="0" indent="0">
              <a:buNone/>
            </a:pPr>
            <a:r>
              <a:rPr lang="en-US" dirty="0"/>
              <a:t>  4 / 2 =   2 R </a:t>
            </a:r>
            <a:r>
              <a:rPr lang="en-US" b="1" dirty="0">
                <a:solidFill>
                  <a:srgbClr val="FFC000"/>
                </a:solidFill>
              </a:rPr>
              <a:t>0</a:t>
            </a:r>
          </a:p>
          <a:p>
            <a:pPr marL="0" indent="0">
              <a:buNone/>
            </a:pPr>
            <a:r>
              <a:rPr lang="en-US" dirty="0"/>
              <a:t>  2 / 2 =   1 R </a:t>
            </a:r>
            <a:r>
              <a:rPr lang="en-US" b="1" dirty="0">
                <a:solidFill>
                  <a:srgbClr val="FFC000"/>
                </a:solidFill>
              </a:rPr>
              <a:t>0</a:t>
            </a:r>
          </a:p>
          <a:p>
            <a:pPr marL="0" indent="0">
              <a:buNone/>
            </a:pPr>
            <a:r>
              <a:rPr lang="en-US" dirty="0"/>
              <a:t>  1 / 2 =   0 R </a:t>
            </a:r>
            <a:r>
              <a:rPr lang="en-US" b="1" dirty="0">
                <a:solidFill>
                  <a:srgbClr val="FFC000"/>
                </a:solidFill>
              </a:rPr>
              <a:t>1</a:t>
            </a:r>
            <a:r>
              <a:rPr lang="en-US" dirty="0"/>
              <a:t> </a:t>
            </a:r>
          </a:p>
        </p:txBody>
      </p:sp>
      <p:sp>
        <p:nvSpPr>
          <p:cNvPr id="10" name="Content Placeholder 9">
            <a:extLst>
              <a:ext uri="{FF2B5EF4-FFF2-40B4-BE49-F238E27FC236}">
                <a16:creationId xmlns:a16="http://schemas.microsoft.com/office/drawing/2014/main" id="{891612D3-C564-473C-8826-40B290ED26B0}"/>
              </a:ext>
            </a:extLst>
          </p:cNvPr>
          <p:cNvSpPr>
            <a:spLocks noGrp="1"/>
          </p:cNvSpPr>
          <p:nvPr>
            <p:ph sz="half" idx="2"/>
          </p:nvPr>
        </p:nvSpPr>
        <p:spPr/>
        <p:txBody>
          <a:bodyPr>
            <a:normAutofit fontScale="70000" lnSpcReduction="20000"/>
          </a:bodyPr>
          <a:lstStyle/>
          <a:p>
            <a:r>
              <a:rPr lang="en-US" dirty="0"/>
              <a:t>We now get the binary from the bottom to the top, making it:</a:t>
            </a:r>
          </a:p>
          <a:p>
            <a:pPr marL="0" indent="0">
              <a:buNone/>
            </a:pPr>
            <a:r>
              <a:rPr lang="en-US" dirty="0"/>
              <a:t>    </a:t>
            </a:r>
            <a:r>
              <a:rPr lang="en-US" b="1" dirty="0">
                <a:solidFill>
                  <a:srgbClr val="FFC000"/>
                </a:solidFill>
              </a:rPr>
              <a:t>1001011</a:t>
            </a:r>
            <a:endParaRPr lang="LID4096" b="1" dirty="0">
              <a:solidFill>
                <a:srgbClr val="FFC000"/>
              </a:solidFill>
            </a:endParaRPr>
          </a:p>
        </p:txBody>
      </p:sp>
      <p:sp>
        <p:nvSpPr>
          <p:cNvPr id="5" name="Footer Placeholder 4">
            <a:extLst>
              <a:ext uri="{FF2B5EF4-FFF2-40B4-BE49-F238E27FC236}">
                <a16:creationId xmlns:a16="http://schemas.microsoft.com/office/drawing/2014/main" id="{957499CF-DCD4-43A6-9EEE-821913114544}"/>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8800B5E8-E594-42D0-9A27-54BE8BD93F5C}"/>
              </a:ext>
            </a:extLst>
          </p:cNvPr>
          <p:cNvSpPr>
            <a:spLocks noGrp="1"/>
          </p:cNvSpPr>
          <p:nvPr>
            <p:ph type="sldNum" sz="quarter" idx="12"/>
          </p:nvPr>
        </p:nvSpPr>
        <p:spPr/>
        <p:txBody>
          <a:bodyPr/>
          <a:lstStyle/>
          <a:p>
            <a:fld id="{76711B12-96E3-4CC6-8596-5FF84CCB8B40}" type="slidenum">
              <a:rPr lang="LID4096" smtClean="0"/>
              <a:t>91</a:t>
            </a:fld>
            <a:endParaRPr lang="LID4096"/>
          </a:p>
        </p:txBody>
      </p:sp>
      <p:cxnSp>
        <p:nvCxnSpPr>
          <p:cNvPr id="3" name="Straight Connector 2">
            <a:extLst>
              <a:ext uri="{FF2B5EF4-FFF2-40B4-BE49-F238E27FC236}">
                <a16:creationId xmlns:a16="http://schemas.microsoft.com/office/drawing/2014/main" id="{0FF503A9-D079-4ABB-A20E-0D2D84382560}"/>
              </a:ext>
            </a:extLst>
          </p:cNvPr>
          <p:cNvCxnSpPr/>
          <p:nvPr/>
        </p:nvCxnSpPr>
        <p:spPr>
          <a:xfrm flipV="1">
            <a:off x="2856322" y="3054285"/>
            <a:ext cx="0" cy="2394408"/>
          </a:xfrm>
          <a:prstGeom prst="line">
            <a:avLst/>
          </a:prstGeom>
        </p:spPr>
        <p:style>
          <a:lnRef idx="1">
            <a:schemeClr val="accent2"/>
          </a:lnRef>
          <a:fillRef idx="0">
            <a:schemeClr val="accent2"/>
          </a:fillRef>
          <a:effectRef idx="0">
            <a:schemeClr val="accent2"/>
          </a:effectRef>
          <a:fontRef idx="minor">
            <a:schemeClr val="tx1"/>
          </a:fontRef>
        </p:style>
      </p:cxnSp>
      <p:cxnSp>
        <p:nvCxnSpPr>
          <p:cNvPr id="7" name="Straight Arrow Connector 6">
            <a:extLst>
              <a:ext uri="{FF2B5EF4-FFF2-40B4-BE49-F238E27FC236}">
                <a16:creationId xmlns:a16="http://schemas.microsoft.com/office/drawing/2014/main" id="{6B284571-E3EA-4220-B2B2-F6016962332F}"/>
              </a:ext>
            </a:extLst>
          </p:cNvPr>
          <p:cNvCxnSpPr/>
          <p:nvPr/>
        </p:nvCxnSpPr>
        <p:spPr>
          <a:xfrm>
            <a:off x="2846895" y="3044858"/>
            <a:ext cx="359161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12" name="Picture 11">
            <a:extLst>
              <a:ext uri="{FF2B5EF4-FFF2-40B4-BE49-F238E27FC236}">
                <a16:creationId xmlns:a16="http://schemas.microsoft.com/office/drawing/2014/main" id="{7E0A1E44-7453-42EE-9722-F599FDDD73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9901" y="3271004"/>
            <a:ext cx="2775778" cy="1404691"/>
          </a:xfrm>
          <a:prstGeom prst="rect">
            <a:avLst/>
          </a:prstGeom>
        </p:spPr>
      </p:pic>
    </p:spTree>
    <p:extLst>
      <p:ext uri="{BB962C8B-B14F-4D97-AF65-F5344CB8AC3E}">
        <p14:creationId xmlns:p14="http://schemas.microsoft.com/office/powerpoint/2010/main" val="317698382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81E42C-9EB5-48D6-A76D-C7CC4016ADD9}"/>
              </a:ext>
            </a:extLst>
          </p:cNvPr>
          <p:cNvSpPr>
            <a:spLocks noGrp="1"/>
          </p:cNvSpPr>
          <p:nvPr>
            <p:ph type="title"/>
          </p:nvPr>
        </p:nvSpPr>
        <p:spPr/>
        <p:txBody>
          <a:bodyPr/>
          <a:lstStyle/>
          <a:p>
            <a:pPr algn="ctr"/>
            <a:r>
              <a:rPr lang="en-US" b="1" dirty="0"/>
              <a:t>How To Add Binary Numbers </a:t>
            </a:r>
            <a:endParaRPr lang="LID4096" b="1" dirty="0"/>
          </a:p>
        </p:txBody>
      </p:sp>
      <p:sp>
        <p:nvSpPr>
          <p:cNvPr id="8" name="Content Placeholder 7">
            <a:extLst>
              <a:ext uri="{FF2B5EF4-FFF2-40B4-BE49-F238E27FC236}">
                <a16:creationId xmlns:a16="http://schemas.microsoft.com/office/drawing/2014/main" id="{A98734A6-A01F-4512-A75E-014A33A3283E}"/>
              </a:ext>
            </a:extLst>
          </p:cNvPr>
          <p:cNvSpPr>
            <a:spLocks noGrp="1"/>
          </p:cNvSpPr>
          <p:nvPr>
            <p:ph sz="half" idx="1"/>
          </p:nvPr>
        </p:nvSpPr>
        <p:spPr/>
        <p:txBody>
          <a:bodyPr>
            <a:normAutofit/>
          </a:bodyPr>
          <a:lstStyle/>
          <a:p>
            <a:r>
              <a:rPr lang="en-US" dirty="0"/>
              <a:t>Here are some basics of addition:</a:t>
            </a:r>
          </a:p>
          <a:p>
            <a:pPr marL="0" indent="0">
              <a:buNone/>
            </a:pPr>
            <a:r>
              <a:rPr lang="en-US" dirty="0"/>
              <a:t>0 + 0 = </a:t>
            </a:r>
            <a:r>
              <a:rPr lang="en-US" b="1" dirty="0">
                <a:solidFill>
                  <a:srgbClr val="FFC000"/>
                </a:solidFill>
              </a:rPr>
              <a:t>0</a:t>
            </a:r>
          </a:p>
          <a:p>
            <a:pPr marL="0" indent="0">
              <a:buNone/>
            </a:pPr>
            <a:r>
              <a:rPr lang="en-US" dirty="0"/>
              <a:t>0 + 1 = </a:t>
            </a:r>
            <a:r>
              <a:rPr lang="en-US" b="1" dirty="0">
                <a:solidFill>
                  <a:srgbClr val="FFC000"/>
                </a:solidFill>
              </a:rPr>
              <a:t>1</a:t>
            </a:r>
          </a:p>
          <a:p>
            <a:pPr marL="0" indent="0">
              <a:buNone/>
            </a:pPr>
            <a:r>
              <a:rPr lang="en-US" dirty="0"/>
              <a:t>1 + 0 = </a:t>
            </a:r>
            <a:r>
              <a:rPr lang="en-US" b="1" dirty="0">
                <a:solidFill>
                  <a:srgbClr val="FFC000"/>
                </a:solidFill>
              </a:rPr>
              <a:t>1</a:t>
            </a:r>
          </a:p>
          <a:p>
            <a:pPr marL="0" indent="0">
              <a:buNone/>
            </a:pPr>
            <a:r>
              <a:rPr lang="en-US" dirty="0"/>
              <a:t>1 + 1 = </a:t>
            </a:r>
            <a:r>
              <a:rPr lang="en-US" b="1" dirty="0">
                <a:solidFill>
                  <a:srgbClr val="FFC000"/>
                </a:solidFill>
              </a:rPr>
              <a:t>10</a:t>
            </a:r>
            <a:endParaRPr lang="LID4096" b="1" dirty="0">
              <a:solidFill>
                <a:srgbClr val="FFC000"/>
              </a:solidFill>
            </a:endParaRPr>
          </a:p>
        </p:txBody>
      </p:sp>
      <p:sp>
        <p:nvSpPr>
          <p:cNvPr id="11" name="Content Placeholder 10">
            <a:extLst>
              <a:ext uri="{FF2B5EF4-FFF2-40B4-BE49-F238E27FC236}">
                <a16:creationId xmlns:a16="http://schemas.microsoft.com/office/drawing/2014/main" id="{A5D45FB7-F64B-4278-A39B-DB00FF9EEC45}"/>
              </a:ext>
            </a:extLst>
          </p:cNvPr>
          <p:cNvSpPr>
            <a:spLocks noGrp="1"/>
          </p:cNvSpPr>
          <p:nvPr>
            <p:ph sz="half" idx="2"/>
          </p:nvPr>
        </p:nvSpPr>
        <p:spPr/>
        <p:txBody>
          <a:bodyPr>
            <a:normAutofit/>
          </a:bodyPr>
          <a:lstStyle/>
          <a:p>
            <a:pPr marL="0" indent="0">
              <a:buNone/>
            </a:pPr>
            <a:r>
              <a:rPr lang="en-US" dirty="0"/>
              <a:t>    1</a:t>
            </a:r>
          </a:p>
          <a:p>
            <a:pPr marL="0" indent="0">
              <a:buNone/>
            </a:pPr>
            <a:r>
              <a:rPr lang="en-US" dirty="0"/>
              <a:t>+  1</a:t>
            </a:r>
          </a:p>
          <a:p>
            <a:pPr marL="0" indent="0">
              <a:buNone/>
            </a:pPr>
            <a:r>
              <a:rPr lang="en-US" dirty="0"/>
              <a:t>___</a:t>
            </a:r>
          </a:p>
          <a:p>
            <a:pPr marL="0" indent="0">
              <a:buNone/>
            </a:pPr>
            <a:r>
              <a:rPr lang="en-US" b="1" dirty="0">
                <a:solidFill>
                  <a:srgbClr val="FFC000"/>
                </a:solidFill>
              </a:rPr>
              <a:t>1   0</a:t>
            </a:r>
            <a:r>
              <a:rPr lang="en-US" dirty="0"/>
              <a:t> , this is the same as 1 + 1 = 2 </a:t>
            </a:r>
          </a:p>
          <a:p>
            <a:pPr marL="0" indent="0">
              <a:buNone/>
            </a:pPr>
            <a:r>
              <a:rPr lang="en-US" dirty="0"/>
              <a:t>          2 / 2 = </a:t>
            </a:r>
            <a:r>
              <a:rPr lang="en-US" b="1" dirty="0"/>
              <a:t>1</a:t>
            </a:r>
            <a:r>
              <a:rPr lang="en-US" dirty="0"/>
              <a:t> R </a:t>
            </a:r>
            <a:r>
              <a:rPr lang="en-US" b="1" dirty="0"/>
              <a:t>0</a:t>
            </a:r>
            <a:endParaRPr lang="LID4096" b="1" dirty="0"/>
          </a:p>
        </p:txBody>
      </p:sp>
      <p:sp>
        <p:nvSpPr>
          <p:cNvPr id="5" name="Footer Placeholder 4">
            <a:extLst>
              <a:ext uri="{FF2B5EF4-FFF2-40B4-BE49-F238E27FC236}">
                <a16:creationId xmlns:a16="http://schemas.microsoft.com/office/drawing/2014/main" id="{891246B1-D8DB-4581-AEFC-0293B22FDD69}"/>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06FDB965-956F-41EC-BE42-F1B284F98954}"/>
              </a:ext>
            </a:extLst>
          </p:cNvPr>
          <p:cNvSpPr>
            <a:spLocks noGrp="1"/>
          </p:cNvSpPr>
          <p:nvPr>
            <p:ph type="sldNum" sz="quarter" idx="12"/>
          </p:nvPr>
        </p:nvSpPr>
        <p:spPr/>
        <p:txBody>
          <a:bodyPr/>
          <a:lstStyle/>
          <a:p>
            <a:fld id="{76711B12-96E3-4CC6-8596-5FF84CCB8B40}" type="slidenum">
              <a:rPr lang="LID4096" smtClean="0"/>
              <a:t>92</a:t>
            </a:fld>
            <a:endParaRPr lang="LID4096"/>
          </a:p>
        </p:txBody>
      </p:sp>
      <p:pic>
        <p:nvPicPr>
          <p:cNvPr id="3" name="Picture 2">
            <a:extLst>
              <a:ext uri="{FF2B5EF4-FFF2-40B4-BE49-F238E27FC236}">
                <a16:creationId xmlns:a16="http://schemas.microsoft.com/office/drawing/2014/main" id="{D26B9714-E2AC-4282-886B-029E99C093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4212" y="2396131"/>
            <a:ext cx="1852653" cy="903249"/>
          </a:xfrm>
          <a:prstGeom prst="rect">
            <a:avLst/>
          </a:prstGeom>
        </p:spPr>
      </p:pic>
    </p:spTree>
    <p:extLst>
      <p:ext uri="{BB962C8B-B14F-4D97-AF65-F5344CB8AC3E}">
        <p14:creationId xmlns:p14="http://schemas.microsoft.com/office/powerpoint/2010/main" val="17000189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EC873-62BC-4339-87B2-3919B187FB73}"/>
              </a:ext>
            </a:extLst>
          </p:cNvPr>
          <p:cNvSpPr>
            <a:spLocks noGrp="1"/>
          </p:cNvSpPr>
          <p:nvPr>
            <p:ph type="title"/>
          </p:nvPr>
        </p:nvSpPr>
        <p:spPr/>
        <p:txBody>
          <a:bodyPr/>
          <a:lstStyle/>
          <a:p>
            <a:pPr algn="ctr"/>
            <a:r>
              <a:rPr lang="en-US" b="1" dirty="0"/>
              <a:t>How To Add Binary Numbers  (Continues…)</a:t>
            </a:r>
            <a:endParaRPr lang="LID4096" dirty="0"/>
          </a:p>
        </p:txBody>
      </p:sp>
      <p:sp>
        <p:nvSpPr>
          <p:cNvPr id="3" name="Content Placeholder 2">
            <a:extLst>
              <a:ext uri="{FF2B5EF4-FFF2-40B4-BE49-F238E27FC236}">
                <a16:creationId xmlns:a16="http://schemas.microsoft.com/office/drawing/2014/main" id="{B089881F-7B17-46B4-95D5-7D9438DF9906}"/>
              </a:ext>
            </a:extLst>
          </p:cNvPr>
          <p:cNvSpPr>
            <a:spLocks noGrp="1"/>
          </p:cNvSpPr>
          <p:nvPr>
            <p:ph sz="half" idx="1"/>
          </p:nvPr>
        </p:nvSpPr>
        <p:spPr/>
        <p:txBody>
          <a:bodyPr>
            <a:normAutofit/>
          </a:bodyPr>
          <a:lstStyle/>
          <a:p>
            <a:pPr marL="0" indent="0">
              <a:buNone/>
            </a:pPr>
            <a:r>
              <a:rPr lang="en-US" dirty="0"/>
              <a:t>     1</a:t>
            </a:r>
          </a:p>
          <a:p>
            <a:pPr marL="0" indent="0">
              <a:buNone/>
            </a:pPr>
            <a:r>
              <a:rPr lang="en-US" dirty="0"/>
              <a:t>     1</a:t>
            </a:r>
          </a:p>
          <a:p>
            <a:pPr marL="0" indent="0">
              <a:buNone/>
            </a:pPr>
            <a:r>
              <a:rPr lang="en-US" dirty="0"/>
              <a:t>+   1</a:t>
            </a:r>
          </a:p>
          <a:p>
            <a:pPr marL="0" indent="0">
              <a:buNone/>
            </a:pPr>
            <a:r>
              <a:rPr lang="en-US" dirty="0"/>
              <a:t>____</a:t>
            </a:r>
          </a:p>
          <a:p>
            <a:pPr marL="0" indent="0">
              <a:buNone/>
            </a:pPr>
            <a:r>
              <a:rPr lang="en-US" dirty="0"/>
              <a:t> </a:t>
            </a:r>
            <a:r>
              <a:rPr lang="en-US" b="1" dirty="0">
                <a:solidFill>
                  <a:srgbClr val="FFC000"/>
                </a:solidFill>
              </a:rPr>
              <a:t>1   1</a:t>
            </a:r>
            <a:r>
              <a:rPr lang="en-US" dirty="0"/>
              <a:t>  This is the same as 1+1+1 = 3</a:t>
            </a:r>
          </a:p>
          <a:p>
            <a:pPr marL="0" indent="0">
              <a:buNone/>
            </a:pPr>
            <a:r>
              <a:rPr lang="en-US" dirty="0"/>
              <a:t>         3 / 2 = </a:t>
            </a:r>
            <a:r>
              <a:rPr lang="en-US" b="1" dirty="0"/>
              <a:t>1</a:t>
            </a:r>
            <a:r>
              <a:rPr lang="en-US" dirty="0"/>
              <a:t> R </a:t>
            </a:r>
            <a:r>
              <a:rPr lang="en-US" b="1" dirty="0"/>
              <a:t>1</a:t>
            </a:r>
            <a:endParaRPr lang="LID4096" b="1" dirty="0"/>
          </a:p>
        </p:txBody>
      </p:sp>
      <p:sp>
        <p:nvSpPr>
          <p:cNvPr id="4" name="Content Placeholder 3">
            <a:extLst>
              <a:ext uri="{FF2B5EF4-FFF2-40B4-BE49-F238E27FC236}">
                <a16:creationId xmlns:a16="http://schemas.microsoft.com/office/drawing/2014/main" id="{B98E945D-0DCB-414D-A408-99A635FE8477}"/>
              </a:ext>
            </a:extLst>
          </p:cNvPr>
          <p:cNvSpPr>
            <a:spLocks noGrp="1"/>
          </p:cNvSpPr>
          <p:nvPr>
            <p:ph sz="half" idx="2"/>
          </p:nvPr>
        </p:nvSpPr>
        <p:spPr/>
        <p:txBody>
          <a:bodyPr>
            <a:normAutofit/>
          </a:bodyPr>
          <a:lstStyle/>
          <a:p>
            <a:r>
              <a:rPr lang="en-US" b="1" dirty="0"/>
              <a:t>NOTE:</a:t>
            </a:r>
            <a:r>
              <a:rPr lang="en-US" dirty="0"/>
              <a:t> On the bottom we are putting the </a:t>
            </a:r>
            <a:r>
              <a:rPr lang="en-US" b="1" dirty="0"/>
              <a:t>reminder</a:t>
            </a:r>
            <a:r>
              <a:rPr lang="en-US" dirty="0"/>
              <a:t> (</a:t>
            </a:r>
            <a:r>
              <a:rPr lang="en-US" b="1" dirty="0"/>
              <a:t>R</a:t>
            </a:r>
            <a:r>
              <a:rPr lang="en-US" dirty="0"/>
              <a:t>) and </a:t>
            </a:r>
            <a:r>
              <a:rPr lang="en-US" b="1" dirty="0"/>
              <a:t>carrying</a:t>
            </a:r>
            <a:r>
              <a:rPr lang="en-US" dirty="0"/>
              <a:t> the number of times 2 enters into the target number.</a:t>
            </a:r>
            <a:endParaRPr lang="LID4096" dirty="0"/>
          </a:p>
        </p:txBody>
      </p:sp>
      <p:sp>
        <p:nvSpPr>
          <p:cNvPr id="5" name="Footer Placeholder 4">
            <a:extLst>
              <a:ext uri="{FF2B5EF4-FFF2-40B4-BE49-F238E27FC236}">
                <a16:creationId xmlns:a16="http://schemas.microsoft.com/office/drawing/2014/main" id="{13997FFC-15C0-478A-9623-2DB5793F77D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C0B8252F-CCE9-4DF1-B5C7-9AEC51A3A586}"/>
              </a:ext>
            </a:extLst>
          </p:cNvPr>
          <p:cNvSpPr>
            <a:spLocks noGrp="1"/>
          </p:cNvSpPr>
          <p:nvPr>
            <p:ph type="sldNum" sz="quarter" idx="12"/>
          </p:nvPr>
        </p:nvSpPr>
        <p:spPr/>
        <p:txBody>
          <a:bodyPr/>
          <a:lstStyle/>
          <a:p>
            <a:fld id="{76711B12-96E3-4CC6-8596-5FF84CCB8B40}" type="slidenum">
              <a:rPr lang="LID4096" smtClean="0"/>
              <a:t>93</a:t>
            </a:fld>
            <a:endParaRPr lang="LID4096"/>
          </a:p>
        </p:txBody>
      </p:sp>
      <p:pic>
        <p:nvPicPr>
          <p:cNvPr id="8" name="Picture 7">
            <a:extLst>
              <a:ext uri="{FF2B5EF4-FFF2-40B4-BE49-F238E27FC236}">
                <a16:creationId xmlns:a16="http://schemas.microsoft.com/office/drawing/2014/main" id="{42C31EBF-D094-428D-8BAD-7E5BDFD90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5340" y="2367753"/>
            <a:ext cx="1664808" cy="790226"/>
          </a:xfrm>
          <a:prstGeom prst="rect">
            <a:avLst/>
          </a:prstGeom>
        </p:spPr>
      </p:pic>
    </p:spTree>
    <p:extLst>
      <p:ext uri="{BB962C8B-B14F-4D97-AF65-F5344CB8AC3E}">
        <p14:creationId xmlns:p14="http://schemas.microsoft.com/office/powerpoint/2010/main" val="15329239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BF44C-0942-49BB-9B3F-A47637401E38}"/>
              </a:ext>
            </a:extLst>
          </p:cNvPr>
          <p:cNvSpPr>
            <a:spLocks noGrp="1"/>
          </p:cNvSpPr>
          <p:nvPr>
            <p:ph type="title"/>
          </p:nvPr>
        </p:nvSpPr>
        <p:spPr/>
        <p:txBody>
          <a:bodyPr/>
          <a:lstStyle/>
          <a:p>
            <a:pPr algn="ctr"/>
            <a:r>
              <a:rPr lang="en-US" b="1" dirty="0"/>
              <a:t>How To Add Binary Numbers  (Continues…)</a:t>
            </a:r>
            <a:endParaRPr lang="LID4096" dirty="0"/>
          </a:p>
        </p:txBody>
      </p:sp>
      <p:sp>
        <p:nvSpPr>
          <p:cNvPr id="3" name="Content Placeholder 2">
            <a:extLst>
              <a:ext uri="{FF2B5EF4-FFF2-40B4-BE49-F238E27FC236}">
                <a16:creationId xmlns:a16="http://schemas.microsoft.com/office/drawing/2014/main" id="{C703D08A-3A4B-4232-B079-56FF252980FB}"/>
              </a:ext>
            </a:extLst>
          </p:cNvPr>
          <p:cNvSpPr>
            <a:spLocks noGrp="1"/>
          </p:cNvSpPr>
          <p:nvPr>
            <p:ph sz="half" idx="1"/>
          </p:nvPr>
        </p:nvSpPr>
        <p:spPr/>
        <p:txBody>
          <a:bodyPr/>
          <a:lstStyle/>
          <a:p>
            <a:r>
              <a:rPr lang="en-US" dirty="0"/>
              <a:t>Let’s take an example below:</a:t>
            </a:r>
          </a:p>
          <a:p>
            <a:pPr marL="0" indent="0">
              <a:buNone/>
            </a:pPr>
            <a:r>
              <a:rPr lang="en-US" dirty="0"/>
              <a:t>    </a:t>
            </a:r>
            <a:r>
              <a:rPr lang="en-US" dirty="0">
                <a:solidFill>
                  <a:srgbClr val="FF0000"/>
                </a:solidFill>
              </a:rPr>
              <a:t>1 0 1 0   </a:t>
            </a:r>
            <a:r>
              <a:rPr lang="en-US" dirty="0"/>
              <a:t>= 10</a:t>
            </a:r>
          </a:p>
          <a:p>
            <a:pPr marL="0" indent="0">
              <a:buNone/>
            </a:pPr>
            <a:r>
              <a:rPr lang="en-US" dirty="0"/>
              <a:t> + </a:t>
            </a:r>
            <a:r>
              <a:rPr lang="en-US" dirty="0">
                <a:solidFill>
                  <a:srgbClr val="FFFF00"/>
                </a:solidFill>
              </a:rPr>
              <a:t>1 0 0 1   </a:t>
            </a:r>
            <a:r>
              <a:rPr lang="en-US" dirty="0"/>
              <a:t>=   9</a:t>
            </a:r>
          </a:p>
          <a:p>
            <a:pPr marL="0" indent="0">
              <a:buNone/>
            </a:pPr>
            <a:r>
              <a:rPr lang="en-US" dirty="0"/>
              <a:t>________      ___</a:t>
            </a:r>
          </a:p>
          <a:p>
            <a:pPr marL="0" indent="0">
              <a:buNone/>
            </a:pPr>
            <a:r>
              <a:rPr lang="en-US" dirty="0"/>
              <a:t>  </a:t>
            </a:r>
            <a:r>
              <a:rPr lang="en-US" dirty="0">
                <a:solidFill>
                  <a:srgbClr val="FFC000"/>
                </a:solidFill>
              </a:rPr>
              <a:t>1 0 0 1 1  </a:t>
            </a:r>
            <a:r>
              <a:rPr lang="en-US" dirty="0"/>
              <a:t>=  19</a:t>
            </a:r>
            <a:endParaRPr lang="LID4096" dirty="0"/>
          </a:p>
        </p:txBody>
      </p:sp>
      <p:graphicFrame>
        <p:nvGraphicFramePr>
          <p:cNvPr id="7" name="Table 7">
            <a:extLst>
              <a:ext uri="{FF2B5EF4-FFF2-40B4-BE49-F238E27FC236}">
                <a16:creationId xmlns:a16="http://schemas.microsoft.com/office/drawing/2014/main" id="{07E549B2-6026-459A-8E1D-C5AF6575E922}"/>
              </a:ext>
            </a:extLst>
          </p:cNvPr>
          <p:cNvGraphicFramePr>
            <a:graphicFrameLocks noGrp="1"/>
          </p:cNvGraphicFramePr>
          <p:nvPr>
            <p:ph sz="half" idx="2"/>
            <p:extLst>
              <p:ext uri="{D42A27DB-BD31-4B8C-83A1-F6EECF244321}">
                <p14:modId xmlns:p14="http://schemas.microsoft.com/office/powerpoint/2010/main" val="2648971618"/>
              </p:ext>
            </p:extLst>
          </p:nvPr>
        </p:nvGraphicFramePr>
        <p:xfrm>
          <a:off x="6172200" y="2249488"/>
          <a:ext cx="3490274" cy="1483360"/>
        </p:xfrm>
        <a:graphic>
          <a:graphicData uri="http://schemas.openxmlformats.org/drawingml/2006/table">
            <a:tbl>
              <a:tblPr firstRow="1" bandRow="1">
                <a:tableStyleId>{5C22544A-7EE6-4342-B048-85BDC9FD1C3A}</a:tableStyleId>
              </a:tblPr>
              <a:tblGrid>
                <a:gridCol w="501977">
                  <a:extLst>
                    <a:ext uri="{9D8B030D-6E8A-4147-A177-3AD203B41FA5}">
                      <a16:colId xmlns:a16="http://schemas.microsoft.com/office/drawing/2014/main" val="2756961902"/>
                    </a:ext>
                  </a:extLst>
                </a:gridCol>
                <a:gridCol w="537328">
                  <a:extLst>
                    <a:ext uri="{9D8B030D-6E8A-4147-A177-3AD203B41FA5}">
                      <a16:colId xmlns:a16="http://schemas.microsoft.com/office/drawing/2014/main" val="1988309138"/>
                    </a:ext>
                  </a:extLst>
                </a:gridCol>
                <a:gridCol w="471340">
                  <a:extLst>
                    <a:ext uri="{9D8B030D-6E8A-4147-A177-3AD203B41FA5}">
                      <a16:colId xmlns:a16="http://schemas.microsoft.com/office/drawing/2014/main" val="2229610764"/>
                    </a:ext>
                  </a:extLst>
                </a:gridCol>
                <a:gridCol w="471341">
                  <a:extLst>
                    <a:ext uri="{9D8B030D-6E8A-4147-A177-3AD203B41FA5}">
                      <a16:colId xmlns:a16="http://schemas.microsoft.com/office/drawing/2014/main" val="1945527695"/>
                    </a:ext>
                  </a:extLst>
                </a:gridCol>
                <a:gridCol w="443059">
                  <a:extLst>
                    <a:ext uri="{9D8B030D-6E8A-4147-A177-3AD203B41FA5}">
                      <a16:colId xmlns:a16="http://schemas.microsoft.com/office/drawing/2014/main" val="3868561913"/>
                    </a:ext>
                  </a:extLst>
                </a:gridCol>
                <a:gridCol w="1065229">
                  <a:extLst>
                    <a:ext uri="{9D8B030D-6E8A-4147-A177-3AD203B41FA5}">
                      <a16:colId xmlns:a16="http://schemas.microsoft.com/office/drawing/2014/main" val="2076643896"/>
                    </a:ext>
                  </a:extLst>
                </a:gridCol>
              </a:tblGrid>
              <a:tr h="370840">
                <a:tc>
                  <a:txBody>
                    <a:bodyPr/>
                    <a:lstStyle/>
                    <a:p>
                      <a:r>
                        <a:rPr lang="en-US" dirty="0">
                          <a:solidFill>
                            <a:schemeClr val="tx1"/>
                          </a:solidFill>
                        </a:rPr>
                        <a:t>16</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Decimal</a:t>
                      </a:r>
                      <a:endParaRPr lang="LID4096" dirty="0">
                        <a:solidFill>
                          <a:schemeClr val="tx1"/>
                        </a:solidFill>
                      </a:endParaRPr>
                    </a:p>
                  </a:txBody>
                  <a:tcPr>
                    <a:noFill/>
                  </a:tcPr>
                </a:tc>
                <a:extLst>
                  <a:ext uri="{0D108BD9-81ED-4DB2-BD59-A6C34878D82A}">
                    <a16:rowId xmlns:a16="http://schemas.microsoft.com/office/drawing/2014/main" val="2643431431"/>
                  </a:ext>
                </a:extLst>
              </a:tr>
              <a:tr h="370840">
                <a:tc>
                  <a:txBody>
                    <a:bodyPr/>
                    <a:lstStyle/>
                    <a:p>
                      <a:endParaRPr lang="LID4096" dirty="0">
                        <a:solidFill>
                          <a:schemeClr val="tx1"/>
                        </a:solidFill>
                      </a:endParaRPr>
                    </a:p>
                  </a:txBody>
                  <a:tcPr>
                    <a:noFill/>
                  </a:tcPr>
                </a:tc>
                <a:tc>
                  <a:txBody>
                    <a:bodyPr/>
                    <a:lstStyle/>
                    <a:p>
                      <a:r>
                        <a:rPr lang="en-US" dirty="0">
                          <a:solidFill>
                            <a:srgbClr val="FF0000"/>
                          </a:solidFill>
                        </a:rPr>
                        <a:t>1</a:t>
                      </a:r>
                      <a:endParaRPr lang="LID4096" dirty="0">
                        <a:solidFill>
                          <a:srgbClr val="FF0000"/>
                        </a:solidFill>
                      </a:endParaRPr>
                    </a:p>
                  </a:txBody>
                  <a:tcPr>
                    <a:noFill/>
                  </a:tcPr>
                </a:tc>
                <a:tc>
                  <a:txBody>
                    <a:bodyPr/>
                    <a:lstStyle/>
                    <a:p>
                      <a:r>
                        <a:rPr lang="en-US" dirty="0">
                          <a:solidFill>
                            <a:srgbClr val="FF0000"/>
                          </a:solidFill>
                        </a:rPr>
                        <a:t>0</a:t>
                      </a:r>
                      <a:endParaRPr lang="LID4096" dirty="0">
                        <a:solidFill>
                          <a:srgbClr val="FF0000"/>
                        </a:solidFill>
                      </a:endParaRPr>
                    </a:p>
                  </a:txBody>
                  <a:tcPr>
                    <a:noFill/>
                  </a:tcPr>
                </a:tc>
                <a:tc>
                  <a:txBody>
                    <a:bodyPr/>
                    <a:lstStyle/>
                    <a:p>
                      <a:r>
                        <a:rPr lang="en-US" dirty="0">
                          <a:solidFill>
                            <a:srgbClr val="FF0000"/>
                          </a:solidFill>
                        </a:rPr>
                        <a:t>1</a:t>
                      </a:r>
                      <a:endParaRPr lang="LID4096" dirty="0">
                        <a:solidFill>
                          <a:srgbClr val="FF0000"/>
                        </a:solidFill>
                      </a:endParaRPr>
                    </a:p>
                  </a:txBody>
                  <a:tcPr>
                    <a:noFill/>
                  </a:tcPr>
                </a:tc>
                <a:tc>
                  <a:txBody>
                    <a:bodyPr/>
                    <a:lstStyle/>
                    <a:p>
                      <a:r>
                        <a:rPr lang="en-US" dirty="0">
                          <a:solidFill>
                            <a:srgbClr val="FF0000"/>
                          </a:solidFill>
                        </a:rPr>
                        <a:t>0</a:t>
                      </a:r>
                      <a:endParaRPr lang="LID4096" dirty="0">
                        <a:solidFill>
                          <a:srgbClr val="FF0000"/>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extLst>
                  <a:ext uri="{0D108BD9-81ED-4DB2-BD59-A6C34878D82A}">
                    <a16:rowId xmlns:a16="http://schemas.microsoft.com/office/drawing/2014/main" val="4128834632"/>
                  </a:ext>
                </a:extLst>
              </a:tr>
              <a:tr h="370840">
                <a:tc>
                  <a:txBody>
                    <a:bodyPr/>
                    <a:lstStyle/>
                    <a:p>
                      <a:endParaRPr lang="LID4096" dirty="0">
                        <a:solidFill>
                          <a:schemeClr val="tx1"/>
                        </a:solidFill>
                      </a:endParaRPr>
                    </a:p>
                  </a:txBody>
                  <a:tcPr>
                    <a:noFill/>
                  </a:tcPr>
                </a:tc>
                <a:tc>
                  <a:txBody>
                    <a:bodyPr/>
                    <a:lstStyle/>
                    <a:p>
                      <a:r>
                        <a:rPr lang="en-US" dirty="0">
                          <a:solidFill>
                            <a:srgbClr val="FFFF00"/>
                          </a:solidFill>
                        </a:rPr>
                        <a:t>1</a:t>
                      </a:r>
                      <a:endParaRPr lang="LID4096" dirty="0">
                        <a:solidFill>
                          <a:srgbClr val="FFFF00"/>
                        </a:solidFill>
                      </a:endParaRPr>
                    </a:p>
                  </a:txBody>
                  <a:tcPr>
                    <a:noFill/>
                  </a:tcPr>
                </a:tc>
                <a:tc>
                  <a:txBody>
                    <a:bodyPr/>
                    <a:lstStyle/>
                    <a:p>
                      <a:r>
                        <a:rPr lang="en-US" dirty="0">
                          <a:solidFill>
                            <a:srgbClr val="FFFF00"/>
                          </a:solidFill>
                        </a:rPr>
                        <a:t>0</a:t>
                      </a:r>
                      <a:endParaRPr lang="LID4096" dirty="0">
                        <a:solidFill>
                          <a:srgbClr val="FFFF00"/>
                        </a:solidFill>
                      </a:endParaRPr>
                    </a:p>
                  </a:txBody>
                  <a:tcPr>
                    <a:noFill/>
                  </a:tcPr>
                </a:tc>
                <a:tc>
                  <a:txBody>
                    <a:bodyPr/>
                    <a:lstStyle/>
                    <a:p>
                      <a:r>
                        <a:rPr lang="en-US" dirty="0">
                          <a:solidFill>
                            <a:srgbClr val="FFFF00"/>
                          </a:solidFill>
                        </a:rPr>
                        <a:t>0</a:t>
                      </a:r>
                      <a:endParaRPr lang="LID4096" dirty="0">
                        <a:solidFill>
                          <a:srgbClr val="FFFF00"/>
                        </a:solidFill>
                      </a:endParaRPr>
                    </a:p>
                  </a:txBody>
                  <a:tcPr>
                    <a:noFill/>
                  </a:tcPr>
                </a:tc>
                <a:tc>
                  <a:txBody>
                    <a:bodyPr/>
                    <a:lstStyle/>
                    <a:p>
                      <a:r>
                        <a:rPr lang="en-US" dirty="0">
                          <a:solidFill>
                            <a:srgbClr val="FFFF00"/>
                          </a:solidFill>
                        </a:rPr>
                        <a:t>1</a:t>
                      </a:r>
                      <a:endParaRPr lang="LID4096" dirty="0">
                        <a:solidFill>
                          <a:srgbClr val="FFFF00"/>
                        </a:solidFill>
                      </a:endParaRPr>
                    </a:p>
                  </a:txBody>
                  <a:tcPr>
                    <a:noFill/>
                  </a:tcPr>
                </a:tc>
                <a:tc>
                  <a:txBody>
                    <a:bodyPr/>
                    <a:lstStyle/>
                    <a:p>
                      <a:r>
                        <a:rPr lang="en-US" dirty="0">
                          <a:solidFill>
                            <a:schemeClr val="tx1"/>
                          </a:solidFill>
                        </a:rPr>
                        <a:t>  9</a:t>
                      </a:r>
                      <a:endParaRPr lang="LID4096" dirty="0">
                        <a:solidFill>
                          <a:schemeClr val="tx1"/>
                        </a:solidFill>
                      </a:endParaRPr>
                    </a:p>
                  </a:txBody>
                  <a:tcPr>
                    <a:noFill/>
                  </a:tcPr>
                </a:tc>
                <a:extLst>
                  <a:ext uri="{0D108BD9-81ED-4DB2-BD59-A6C34878D82A}">
                    <a16:rowId xmlns:a16="http://schemas.microsoft.com/office/drawing/2014/main" val="3991210437"/>
                  </a:ext>
                </a:extLst>
              </a:tr>
              <a:tr h="370840">
                <a:tc>
                  <a:txBody>
                    <a:bodyPr/>
                    <a:lstStyle/>
                    <a:p>
                      <a:r>
                        <a:rPr lang="en-US" dirty="0">
                          <a:solidFill>
                            <a:srgbClr val="FFC000"/>
                          </a:solidFill>
                        </a:rPr>
                        <a:t>1</a:t>
                      </a:r>
                      <a:endParaRPr lang="LID4096" dirty="0">
                        <a:solidFill>
                          <a:srgbClr val="FFC000"/>
                        </a:solidFill>
                      </a:endParaRPr>
                    </a:p>
                  </a:txBody>
                  <a:tcPr>
                    <a:noFill/>
                  </a:tcPr>
                </a:tc>
                <a:tc>
                  <a:txBody>
                    <a:bodyPr/>
                    <a:lstStyle/>
                    <a:p>
                      <a:r>
                        <a:rPr lang="en-US" dirty="0">
                          <a:solidFill>
                            <a:srgbClr val="FFC000"/>
                          </a:solidFill>
                        </a:rPr>
                        <a:t>0</a:t>
                      </a:r>
                      <a:endParaRPr lang="LID4096" dirty="0">
                        <a:solidFill>
                          <a:srgbClr val="FFC000"/>
                        </a:solidFill>
                      </a:endParaRPr>
                    </a:p>
                  </a:txBody>
                  <a:tcPr>
                    <a:noFill/>
                  </a:tcPr>
                </a:tc>
                <a:tc>
                  <a:txBody>
                    <a:bodyPr/>
                    <a:lstStyle/>
                    <a:p>
                      <a:r>
                        <a:rPr lang="en-US" dirty="0">
                          <a:solidFill>
                            <a:srgbClr val="FFC000"/>
                          </a:solidFill>
                        </a:rPr>
                        <a:t>0</a:t>
                      </a:r>
                      <a:endParaRPr lang="LID4096" dirty="0">
                        <a:solidFill>
                          <a:srgbClr val="FFC000"/>
                        </a:solidFill>
                      </a:endParaRPr>
                    </a:p>
                  </a:txBody>
                  <a:tcPr>
                    <a:noFill/>
                  </a:tcPr>
                </a:tc>
                <a:tc>
                  <a:txBody>
                    <a:bodyPr/>
                    <a:lstStyle/>
                    <a:p>
                      <a:r>
                        <a:rPr lang="en-US" dirty="0">
                          <a:solidFill>
                            <a:srgbClr val="FFC000"/>
                          </a:solidFill>
                        </a:rPr>
                        <a:t>1</a:t>
                      </a:r>
                      <a:endParaRPr lang="LID4096" dirty="0">
                        <a:solidFill>
                          <a:srgbClr val="FFC000"/>
                        </a:solidFill>
                      </a:endParaRPr>
                    </a:p>
                  </a:txBody>
                  <a:tcPr>
                    <a:noFill/>
                  </a:tcPr>
                </a:tc>
                <a:tc>
                  <a:txBody>
                    <a:bodyPr/>
                    <a:lstStyle/>
                    <a:p>
                      <a:r>
                        <a:rPr lang="en-US" dirty="0">
                          <a:solidFill>
                            <a:srgbClr val="FFC000"/>
                          </a:solidFill>
                        </a:rPr>
                        <a:t>1</a:t>
                      </a:r>
                      <a:endParaRPr lang="LID4096" dirty="0">
                        <a:solidFill>
                          <a:srgbClr val="FFC000"/>
                        </a:solidFill>
                      </a:endParaRPr>
                    </a:p>
                  </a:txBody>
                  <a:tcPr>
                    <a:noFill/>
                  </a:tcPr>
                </a:tc>
                <a:tc>
                  <a:txBody>
                    <a:bodyPr/>
                    <a:lstStyle/>
                    <a:p>
                      <a:r>
                        <a:rPr lang="en-US" dirty="0">
                          <a:solidFill>
                            <a:schemeClr val="tx1"/>
                          </a:solidFill>
                        </a:rPr>
                        <a:t>19</a:t>
                      </a:r>
                      <a:endParaRPr lang="LID4096" dirty="0">
                        <a:solidFill>
                          <a:schemeClr val="tx1"/>
                        </a:solidFill>
                      </a:endParaRPr>
                    </a:p>
                  </a:txBody>
                  <a:tcPr>
                    <a:noFill/>
                  </a:tcPr>
                </a:tc>
                <a:extLst>
                  <a:ext uri="{0D108BD9-81ED-4DB2-BD59-A6C34878D82A}">
                    <a16:rowId xmlns:a16="http://schemas.microsoft.com/office/drawing/2014/main" val="2990888489"/>
                  </a:ext>
                </a:extLst>
              </a:tr>
            </a:tbl>
          </a:graphicData>
        </a:graphic>
      </p:graphicFrame>
      <p:sp>
        <p:nvSpPr>
          <p:cNvPr id="5" name="Footer Placeholder 4">
            <a:extLst>
              <a:ext uri="{FF2B5EF4-FFF2-40B4-BE49-F238E27FC236}">
                <a16:creationId xmlns:a16="http://schemas.microsoft.com/office/drawing/2014/main" id="{77223C7D-212A-4977-B3BF-E4428C0BA2F7}"/>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CA9EAB76-C5B1-45DE-9416-45120FBC3611}"/>
              </a:ext>
            </a:extLst>
          </p:cNvPr>
          <p:cNvSpPr>
            <a:spLocks noGrp="1"/>
          </p:cNvSpPr>
          <p:nvPr>
            <p:ph type="sldNum" sz="quarter" idx="12"/>
          </p:nvPr>
        </p:nvSpPr>
        <p:spPr/>
        <p:txBody>
          <a:bodyPr/>
          <a:lstStyle/>
          <a:p>
            <a:fld id="{76711B12-96E3-4CC6-8596-5FF84CCB8B40}" type="slidenum">
              <a:rPr lang="LID4096" smtClean="0"/>
              <a:t>94</a:t>
            </a:fld>
            <a:endParaRPr lang="LID4096"/>
          </a:p>
        </p:txBody>
      </p:sp>
      <p:pic>
        <p:nvPicPr>
          <p:cNvPr id="8" name="Picture 7">
            <a:extLst>
              <a:ext uri="{FF2B5EF4-FFF2-40B4-BE49-F238E27FC236}">
                <a16:creationId xmlns:a16="http://schemas.microsoft.com/office/drawing/2014/main" id="{309639FF-D887-46DB-B606-F2EFA6C70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3939451"/>
            <a:ext cx="2434472" cy="1483359"/>
          </a:xfrm>
          <a:prstGeom prst="rect">
            <a:avLst/>
          </a:prstGeom>
        </p:spPr>
      </p:pic>
    </p:spTree>
    <p:extLst>
      <p:ext uri="{BB962C8B-B14F-4D97-AF65-F5344CB8AC3E}">
        <p14:creationId xmlns:p14="http://schemas.microsoft.com/office/powerpoint/2010/main" val="7672873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DB78D71-BDF2-4250-9B74-B9AD6C552567}"/>
              </a:ext>
            </a:extLst>
          </p:cNvPr>
          <p:cNvSpPr>
            <a:spLocks noGrp="1"/>
          </p:cNvSpPr>
          <p:nvPr>
            <p:ph type="title"/>
          </p:nvPr>
        </p:nvSpPr>
        <p:spPr/>
        <p:txBody>
          <a:bodyPr/>
          <a:lstStyle/>
          <a:p>
            <a:pPr algn="ctr"/>
            <a:r>
              <a:rPr lang="en-US" b="1" dirty="0"/>
              <a:t>How To Subtract Binary Numbers</a:t>
            </a:r>
            <a:endParaRPr lang="LID4096" dirty="0"/>
          </a:p>
        </p:txBody>
      </p:sp>
      <p:sp>
        <p:nvSpPr>
          <p:cNvPr id="9" name="Content Placeholder 8">
            <a:extLst>
              <a:ext uri="{FF2B5EF4-FFF2-40B4-BE49-F238E27FC236}">
                <a16:creationId xmlns:a16="http://schemas.microsoft.com/office/drawing/2014/main" id="{D510E45E-DBB3-43E5-9C55-960627B7225D}"/>
              </a:ext>
            </a:extLst>
          </p:cNvPr>
          <p:cNvSpPr>
            <a:spLocks noGrp="1"/>
          </p:cNvSpPr>
          <p:nvPr>
            <p:ph sz="half" idx="1"/>
          </p:nvPr>
        </p:nvSpPr>
        <p:spPr/>
        <p:txBody>
          <a:bodyPr/>
          <a:lstStyle/>
          <a:p>
            <a:r>
              <a:rPr lang="en-US" dirty="0"/>
              <a:t>Here are some basics of subtraction:</a:t>
            </a:r>
          </a:p>
          <a:p>
            <a:pPr marL="0" indent="0">
              <a:buNone/>
            </a:pPr>
            <a:r>
              <a:rPr lang="en-US" dirty="0"/>
              <a:t>1 - 0 = </a:t>
            </a:r>
            <a:r>
              <a:rPr lang="en-US" b="1" dirty="0">
                <a:solidFill>
                  <a:srgbClr val="FFC000"/>
                </a:solidFill>
              </a:rPr>
              <a:t>1</a:t>
            </a:r>
          </a:p>
          <a:p>
            <a:pPr marL="0" indent="0">
              <a:buNone/>
            </a:pPr>
            <a:r>
              <a:rPr lang="en-US" dirty="0"/>
              <a:t>1 - 1 = </a:t>
            </a:r>
            <a:r>
              <a:rPr lang="en-US" b="1" dirty="0">
                <a:solidFill>
                  <a:srgbClr val="FFC000"/>
                </a:solidFill>
              </a:rPr>
              <a:t>0</a:t>
            </a:r>
            <a:endParaRPr lang="LID4096" b="1" dirty="0">
              <a:solidFill>
                <a:srgbClr val="FFC000"/>
              </a:solidFill>
            </a:endParaRPr>
          </a:p>
          <a:p>
            <a:pPr marL="0" indent="0">
              <a:buNone/>
            </a:pPr>
            <a:endParaRPr lang="LID4096" dirty="0"/>
          </a:p>
        </p:txBody>
      </p:sp>
      <p:sp>
        <p:nvSpPr>
          <p:cNvPr id="10" name="Content Placeholder 9">
            <a:extLst>
              <a:ext uri="{FF2B5EF4-FFF2-40B4-BE49-F238E27FC236}">
                <a16:creationId xmlns:a16="http://schemas.microsoft.com/office/drawing/2014/main" id="{0CADD6C7-2D85-493D-882B-6518268F7C90}"/>
              </a:ext>
            </a:extLst>
          </p:cNvPr>
          <p:cNvSpPr>
            <a:spLocks noGrp="1"/>
          </p:cNvSpPr>
          <p:nvPr>
            <p:ph sz="half" idx="2"/>
          </p:nvPr>
        </p:nvSpPr>
        <p:spPr/>
        <p:txBody>
          <a:bodyPr/>
          <a:lstStyle/>
          <a:p>
            <a:pPr marL="0" indent="0">
              <a:buNone/>
            </a:pPr>
            <a:r>
              <a:rPr lang="en-US" dirty="0"/>
              <a:t>  1 0  → 0  2</a:t>
            </a:r>
          </a:p>
          <a:p>
            <a:pPr marL="0" indent="0">
              <a:buNone/>
            </a:pPr>
            <a:r>
              <a:rPr lang="en-US" dirty="0"/>
              <a:t>   - 1  →     1</a:t>
            </a:r>
          </a:p>
          <a:p>
            <a:pPr marL="0" indent="0">
              <a:buNone/>
            </a:pPr>
            <a:r>
              <a:rPr lang="en-US" dirty="0"/>
              <a:t>____</a:t>
            </a:r>
          </a:p>
          <a:p>
            <a:pPr marL="0" indent="0">
              <a:buNone/>
            </a:pPr>
            <a:r>
              <a:rPr lang="en-US" dirty="0"/>
              <a:t>      </a:t>
            </a:r>
            <a:r>
              <a:rPr lang="en-US" b="1" dirty="0">
                <a:solidFill>
                  <a:srgbClr val="FFC000"/>
                </a:solidFill>
              </a:rPr>
              <a:t>1</a:t>
            </a:r>
            <a:r>
              <a:rPr lang="en-US" dirty="0"/>
              <a:t>  In base 2, will get a 2 from the </a:t>
            </a:r>
          </a:p>
          <a:p>
            <a:pPr marL="0" indent="0">
              <a:buNone/>
            </a:pPr>
            <a:r>
              <a:rPr lang="en-US" dirty="0"/>
              <a:t>          nearest value.</a:t>
            </a:r>
            <a:endParaRPr lang="LID4096" dirty="0"/>
          </a:p>
        </p:txBody>
      </p:sp>
      <p:sp>
        <p:nvSpPr>
          <p:cNvPr id="5" name="Footer Placeholder 4">
            <a:extLst>
              <a:ext uri="{FF2B5EF4-FFF2-40B4-BE49-F238E27FC236}">
                <a16:creationId xmlns:a16="http://schemas.microsoft.com/office/drawing/2014/main" id="{1C290F03-BFF4-4BE7-93DC-10C431B9A683}"/>
              </a:ext>
            </a:extLst>
          </p:cNvPr>
          <p:cNvSpPr>
            <a:spLocks noGrp="1"/>
          </p:cNvSpPr>
          <p:nvPr>
            <p:ph type="ftr" sz="quarter" idx="11"/>
          </p:nvPr>
        </p:nvSpPr>
        <p:spPr>
          <a:xfrm>
            <a:off x="1141410" y="6239482"/>
            <a:ext cx="6239309" cy="365125"/>
          </a:xfrm>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08C50F7C-73DD-4733-9162-49854F96E469}"/>
              </a:ext>
            </a:extLst>
          </p:cNvPr>
          <p:cNvSpPr>
            <a:spLocks noGrp="1"/>
          </p:cNvSpPr>
          <p:nvPr>
            <p:ph type="sldNum" sz="quarter" idx="12"/>
          </p:nvPr>
        </p:nvSpPr>
        <p:spPr/>
        <p:txBody>
          <a:bodyPr/>
          <a:lstStyle/>
          <a:p>
            <a:fld id="{76711B12-96E3-4CC6-8596-5FF84CCB8B40}" type="slidenum">
              <a:rPr lang="LID4096" smtClean="0"/>
              <a:t>95</a:t>
            </a:fld>
            <a:endParaRPr lang="LID4096"/>
          </a:p>
        </p:txBody>
      </p:sp>
      <p:graphicFrame>
        <p:nvGraphicFramePr>
          <p:cNvPr id="2" name="Table 2">
            <a:extLst>
              <a:ext uri="{FF2B5EF4-FFF2-40B4-BE49-F238E27FC236}">
                <a16:creationId xmlns:a16="http://schemas.microsoft.com/office/drawing/2014/main" id="{2303E9D8-12BD-483A-B01A-C786EF7E475D}"/>
              </a:ext>
            </a:extLst>
          </p:cNvPr>
          <p:cNvGraphicFramePr>
            <a:graphicFrameLocks noGrp="1"/>
          </p:cNvGraphicFramePr>
          <p:nvPr>
            <p:extLst>
              <p:ext uri="{D42A27DB-BD31-4B8C-83A1-F6EECF244321}">
                <p14:modId xmlns:p14="http://schemas.microsoft.com/office/powerpoint/2010/main" val="228837386"/>
              </p:ext>
            </p:extLst>
          </p:nvPr>
        </p:nvGraphicFramePr>
        <p:xfrm>
          <a:off x="1249575" y="4089398"/>
          <a:ext cx="1408784" cy="1854200"/>
        </p:xfrm>
        <a:graphic>
          <a:graphicData uri="http://schemas.openxmlformats.org/drawingml/2006/table">
            <a:tbl>
              <a:tblPr firstRow="1" bandRow="1">
                <a:tableStyleId>{5C22544A-7EE6-4342-B048-85BDC9FD1C3A}</a:tableStyleId>
              </a:tblPr>
              <a:tblGrid>
                <a:gridCol w="315274">
                  <a:extLst>
                    <a:ext uri="{9D8B030D-6E8A-4147-A177-3AD203B41FA5}">
                      <a16:colId xmlns:a16="http://schemas.microsoft.com/office/drawing/2014/main" val="3120610089"/>
                    </a:ext>
                  </a:extLst>
                </a:gridCol>
                <a:gridCol w="367646">
                  <a:extLst>
                    <a:ext uri="{9D8B030D-6E8A-4147-A177-3AD203B41FA5}">
                      <a16:colId xmlns:a16="http://schemas.microsoft.com/office/drawing/2014/main" val="1258312768"/>
                    </a:ext>
                  </a:extLst>
                </a:gridCol>
                <a:gridCol w="386499">
                  <a:extLst>
                    <a:ext uri="{9D8B030D-6E8A-4147-A177-3AD203B41FA5}">
                      <a16:colId xmlns:a16="http://schemas.microsoft.com/office/drawing/2014/main" val="65589524"/>
                    </a:ext>
                  </a:extLst>
                </a:gridCol>
                <a:gridCol w="339365">
                  <a:extLst>
                    <a:ext uri="{9D8B030D-6E8A-4147-A177-3AD203B41FA5}">
                      <a16:colId xmlns:a16="http://schemas.microsoft.com/office/drawing/2014/main" val="3069104266"/>
                    </a:ext>
                  </a:extLst>
                </a:gridCol>
              </a:tblGrid>
              <a:tr h="370840">
                <a:tc>
                  <a:txBody>
                    <a:bodyPr/>
                    <a:lstStyle/>
                    <a:p>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endParaRPr lang="LID4096" dirty="0">
                        <a:solidFill>
                          <a:schemeClr val="tx1"/>
                        </a:solidFill>
                      </a:endParaRPr>
                    </a:p>
                  </a:txBody>
                  <a:tcPr>
                    <a:noFill/>
                  </a:tcPr>
                </a:tc>
                <a:extLst>
                  <a:ext uri="{0D108BD9-81ED-4DB2-BD59-A6C34878D82A}">
                    <a16:rowId xmlns:a16="http://schemas.microsoft.com/office/drawing/2014/main" val="4195065135"/>
                  </a:ext>
                </a:extLst>
              </a:tr>
              <a:tr h="370840">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3368018862"/>
                  </a:ext>
                </a:extLst>
              </a:tr>
              <a:tr h="370840">
                <a:tc>
                  <a:txBody>
                    <a:bodyPr/>
                    <a:lstStyle/>
                    <a:p>
                      <a:r>
                        <a:rPr lang="en-US" b="1" dirty="0">
                          <a:solidFill>
                            <a:srgbClr val="FF0000"/>
                          </a:solidFill>
                        </a:rPr>
                        <a:t>1</a:t>
                      </a:r>
                      <a:endParaRPr lang="LID4096" b="1" dirty="0">
                        <a:solidFill>
                          <a:srgbClr val="FF0000"/>
                        </a:solidFill>
                      </a:endParaRPr>
                    </a:p>
                  </a:txBody>
                  <a:tcPr>
                    <a:noFill/>
                  </a:tcPr>
                </a:tc>
                <a:tc>
                  <a:txBody>
                    <a:bodyPr/>
                    <a:lstStyle/>
                    <a:p>
                      <a:r>
                        <a:rPr lang="en-US" b="1" dirty="0">
                          <a:solidFill>
                            <a:srgbClr val="FF0000"/>
                          </a:solidFill>
                        </a:rPr>
                        <a:t>0</a:t>
                      </a:r>
                      <a:endParaRPr lang="LID4096" b="1" dirty="0">
                        <a:solidFill>
                          <a:srgbClr val="FF0000"/>
                        </a:solidFill>
                      </a:endParaRPr>
                    </a:p>
                  </a:txBody>
                  <a:tcPr>
                    <a:noFill/>
                  </a:tcPr>
                </a:tc>
                <a:tc>
                  <a:txBody>
                    <a:bodyPr/>
                    <a:lstStyle/>
                    <a:p>
                      <a:r>
                        <a:rPr lang="en-US" b="1" dirty="0">
                          <a:solidFill>
                            <a:srgbClr val="FF0000"/>
                          </a:solidFill>
                        </a:rPr>
                        <a:t>0</a:t>
                      </a:r>
                      <a:endParaRPr lang="LID4096" b="1" dirty="0">
                        <a:solidFill>
                          <a:srgbClr val="FF0000"/>
                        </a:solidFill>
                      </a:endParaRPr>
                    </a:p>
                  </a:txBody>
                  <a:tcPr>
                    <a:noFill/>
                  </a:tcPr>
                </a:tc>
                <a:tc>
                  <a:txBody>
                    <a:bodyPr/>
                    <a:lstStyle/>
                    <a:p>
                      <a:r>
                        <a:rPr lang="en-US" b="1" dirty="0">
                          <a:solidFill>
                            <a:srgbClr val="FF0000"/>
                          </a:solidFill>
                        </a:rPr>
                        <a:t>0</a:t>
                      </a:r>
                      <a:endParaRPr lang="LID4096" b="1" dirty="0">
                        <a:solidFill>
                          <a:srgbClr val="FF0000"/>
                        </a:solidFill>
                      </a:endParaRPr>
                    </a:p>
                  </a:txBody>
                  <a:tcPr>
                    <a:noFill/>
                  </a:tcPr>
                </a:tc>
                <a:extLst>
                  <a:ext uri="{0D108BD9-81ED-4DB2-BD59-A6C34878D82A}">
                    <a16:rowId xmlns:a16="http://schemas.microsoft.com/office/drawing/2014/main" val="2109624389"/>
                  </a:ext>
                </a:extLst>
              </a:tr>
              <a:tr h="370840">
                <a:tc>
                  <a:txBody>
                    <a:bodyPr/>
                    <a:lstStyle/>
                    <a:p>
                      <a:r>
                        <a:rPr lang="en-US" dirty="0">
                          <a:solidFill>
                            <a:schemeClr val="tx1"/>
                          </a:solidFill>
                        </a:rPr>
                        <a:t>-</a:t>
                      </a:r>
                      <a:endParaRPr lang="LID4096" dirty="0">
                        <a:solidFill>
                          <a:schemeClr val="tx1"/>
                        </a:solidFill>
                      </a:endParaRPr>
                    </a:p>
                  </a:txBody>
                  <a:tcPr>
                    <a:noFill/>
                  </a:tcPr>
                </a:tc>
                <a:tc>
                  <a:txBody>
                    <a:bodyPr/>
                    <a:lstStyle/>
                    <a:p>
                      <a:endParaRPr lang="LID4096" b="1"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b="1" dirty="0">
                          <a:solidFill>
                            <a:srgbClr val="FF0000"/>
                          </a:solidFill>
                        </a:rPr>
                        <a:t>1</a:t>
                      </a:r>
                      <a:endParaRPr lang="LID4096" b="1" dirty="0">
                        <a:solidFill>
                          <a:srgbClr val="FF0000"/>
                        </a:solidFill>
                      </a:endParaRPr>
                    </a:p>
                  </a:txBody>
                  <a:tcPr>
                    <a:noFill/>
                  </a:tcPr>
                </a:tc>
                <a:extLst>
                  <a:ext uri="{0D108BD9-81ED-4DB2-BD59-A6C34878D82A}">
                    <a16:rowId xmlns:a16="http://schemas.microsoft.com/office/drawing/2014/main" val="1757556036"/>
                  </a:ext>
                </a:extLst>
              </a:tr>
              <a:tr h="370840">
                <a:tc>
                  <a:txBody>
                    <a:bodyPr/>
                    <a:lstStyle/>
                    <a:p>
                      <a:r>
                        <a:rPr lang="en-US" b="1" dirty="0">
                          <a:solidFill>
                            <a:srgbClr val="FFC000"/>
                          </a:solidFill>
                        </a:rPr>
                        <a:t>0</a:t>
                      </a:r>
                      <a:endParaRPr lang="LID4096" b="1" dirty="0">
                        <a:solidFill>
                          <a:srgbClr val="FFC000"/>
                        </a:solidFill>
                      </a:endParaRPr>
                    </a:p>
                  </a:txBody>
                  <a:tcPr>
                    <a:noFill/>
                  </a:tcPr>
                </a:tc>
                <a:tc>
                  <a:txBody>
                    <a:bodyPr/>
                    <a:lstStyle/>
                    <a:p>
                      <a:r>
                        <a:rPr lang="en-US" b="1" dirty="0">
                          <a:solidFill>
                            <a:srgbClr val="FFC000"/>
                          </a:solidFill>
                        </a:rPr>
                        <a:t>1</a:t>
                      </a:r>
                      <a:endParaRPr lang="LID4096" b="1" dirty="0">
                        <a:solidFill>
                          <a:srgbClr val="FFC000"/>
                        </a:solidFill>
                      </a:endParaRPr>
                    </a:p>
                  </a:txBody>
                  <a:tcPr>
                    <a:noFill/>
                  </a:tcPr>
                </a:tc>
                <a:tc>
                  <a:txBody>
                    <a:bodyPr/>
                    <a:lstStyle/>
                    <a:p>
                      <a:r>
                        <a:rPr lang="en-US" b="1" dirty="0">
                          <a:solidFill>
                            <a:srgbClr val="FFC000"/>
                          </a:solidFill>
                        </a:rPr>
                        <a:t>1</a:t>
                      </a:r>
                      <a:endParaRPr lang="LID4096" b="1" dirty="0">
                        <a:solidFill>
                          <a:srgbClr val="FFC000"/>
                        </a:solidFill>
                      </a:endParaRPr>
                    </a:p>
                  </a:txBody>
                  <a:tcPr>
                    <a:noFill/>
                  </a:tcPr>
                </a:tc>
                <a:tc>
                  <a:txBody>
                    <a:bodyPr/>
                    <a:lstStyle/>
                    <a:p>
                      <a:r>
                        <a:rPr lang="en-US" b="1" dirty="0">
                          <a:solidFill>
                            <a:srgbClr val="FFC000"/>
                          </a:solidFill>
                        </a:rPr>
                        <a:t>1</a:t>
                      </a:r>
                      <a:endParaRPr lang="LID4096" b="1" dirty="0">
                        <a:solidFill>
                          <a:srgbClr val="FFC000"/>
                        </a:solidFill>
                      </a:endParaRPr>
                    </a:p>
                  </a:txBody>
                  <a:tcPr>
                    <a:noFill/>
                  </a:tcPr>
                </a:tc>
                <a:extLst>
                  <a:ext uri="{0D108BD9-81ED-4DB2-BD59-A6C34878D82A}">
                    <a16:rowId xmlns:a16="http://schemas.microsoft.com/office/drawing/2014/main" val="535959645"/>
                  </a:ext>
                </a:extLst>
              </a:tr>
            </a:tbl>
          </a:graphicData>
        </a:graphic>
      </p:graphicFrame>
      <p:cxnSp>
        <p:nvCxnSpPr>
          <p:cNvPr id="4" name="Straight Connector 3">
            <a:extLst>
              <a:ext uri="{FF2B5EF4-FFF2-40B4-BE49-F238E27FC236}">
                <a16:creationId xmlns:a16="http://schemas.microsoft.com/office/drawing/2014/main" id="{795891AD-C7CA-4A07-B8CB-2D587EE76ACC}"/>
              </a:ext>
            </a:extLst>
          </p:cNvPr>
          <p:cNvCxnSpPr/>
          <p:nvPr/>
        </p:nvCxnSpPr>
        <p:spPr>
          <a:xfrm flipV="1">
            <a:off x="1226757" y="4917516"/>
            <a:ext cx="277567" cy="197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2F325E9-0F28-4A06-87A9-52E06A4A1A19}"/>
              </a:ext>
            </a:extLst>
          </p:cNvPr>
          <p:cNvCxnSpPr/>
          <p:nvPr/>
        </p:nvCxnSpPr>
        <p:spPr>
          <a:xfrm flipV="1">
            <a:off x="1559891" y="4928447"/>
            <a:ext cx="277567" cy="197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F23FCC7-2F13-4DB1-8DF2-C59E7870F81F}"/>
              </a:ext>
            </a:extLst>
          </p:cNvPr>
          <p:cNvCxnSpPr/>
          <p:nvPr/>
        </p:nvCxnSpPr>
        <p:spPr>
          <a:xfrm flipV="1">
            <a:off x="1943354" y="4913627"/>
            <a:ext cx="277567" cy="197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75FD6BA-EEFD-415B-AE35-8F945DE19EB9}"/>
              </a:ext>
            </a:extLst>
          </p:cNvPr>
          <p:cNvCxnSpPr/>
          <p:nvPr/>
        </p:nvCxnSpPr>
        <p:spPr>
          <a:xfrm flipV="1">
            <a:off x="1584698" y="4578086"/>
            <a:ext cx="277567" cy="197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DC3415F-6736-401A-9498-811FEDE13BC8}"/>
              </a:ext>
            </a:extLst>
          </p:cNvPr>
          <p:cNvCxnSpPr/>
          <p:nvPr/>
        </p:nvCxnSpPr>
        <p:spPr>
          <a:xfrm flipV="1">
            <a:off x="1953967" y="4578086"/>
            <a:ext cx="277567" cy="197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5543485-F737-4344-8280-3AE080F942D9}"/>
              </a:ext>
            </a:extLst>
          </p:cNvPr>
          <p:cNvSpPr/>
          <p:nvPr/>
        </p:nvSpPr>
        <p:spPr>
          <a:xfrm>
            <a:off x="3023334" y="4554833"/>
            <a:ext cx="87716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a:t>
            </a:r>
          </a:p>
        </p:txBody>
      </p:sp>
      <p:graphicFrame>
        <p:nvGraphicFramePr>
          <p:cNvPr id="16" name="Table 2">
            <a:extLst>
              <a:ext uri="{FF2B5EF4-FFF2-40B4-BE49-F238E27FC236}">
                <a16:creationId xmlns:a16="http://schemas.microsoft.com/office/drawing/2014/main" id="{48FF3EA5-A178-44AE-8C11-3E2328D0FEA1}"/>
              </a:ext>
            </a:extLst>
          </p:cNvPr>
          <p:cNvGraphicFramePr>
            <a:graphicFrameLocks noGrp="1"/>
          </p:cNvGraphicFramePr>
          <p:nvPr>
            <p:extLst>
              <p:ext uri="{D42A27DB-BD31-4B8C-83A1-F6EECF244321}">
                <p14:modId xmlns:p14="http://schemas.microsoft.com/office/powerpoint/2010/main" val="4088603820"/>
              </p:ext>
            </p:extLst>
          </p:nvPr>
        </p:nvGraphicFramePr>
        <p:xfrm>
          <a:off x="4145177" y="4106812"/>
          <a:ext cx="1408784" cy="1854200"/>
        </p:xfrm>
        <a:graphic>
          <a:graphicData uri="http://schemas.openxmlformats.org/drawingml/2006/table">
            <a:tbl>
              <a:tblPr firstRow="1" bandRow="1">
                <a:tableStyleId>{5C22544A-7EE6-4342-B048-85BDC9FD1C3A}</a:tableStyleId>
              </a:tblPr>
              <a:tblGrid>
                <a:gridCol w="315274">
                  <a:extLst>
                    <a:ext uri="{9D8B030D-6E8A-4147-A177-3AD203B41FA5}">
                      <a16:colId xmlns:a16="http://schemas.microsoft.com/office/drawing/2014/main" val="3120610089"/>
                    </a:ext>
                  </a:extLst>
                </a:gridCol>
                <a:gridCol w="367646">
                  <a:extLst>
                    <a:ext uri="{9D8B030D-6E8A-4147-A177-3AD203B41FA5}">
                      <a16:colId xmlns:a16="http://schemas.microsoft.com/office/drawing/2014/main" val="1258312768"/>
                    </a:ext>
                  </a:extLst>
                </a:gridCol>
                <a:gridCol w="386499">
                  <a:extLst>
                    <a:ext uri="{9D8B030D-6E8A-4147-A177-3AD203B41FA5}">
                      <a16:colId xmlns:a16="http://schemas.microsoft.com/office/drawing/2014/main" val="65589524"/>
                    </a:ext>
                  </a:extLst>
                </a:gridCol>
                <a:gridCol w="339365">
                  <a:extLst>
                    <a:ext uri="{9D8B030D-6E8A-4147-A177-3AD203B41FA5}">
                      <a16:colId xmlns:a16="http://schemas.microsoft.com/office/drawing/2014/main" val="3069104266"/>
                    </a:ext>
                  </a:extLst>
                </a:gridCol>
              </a:tblGrid>
              <a:tr h="370840">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4195065135"/>
                  </a:ext>
                </a:extLst>
              </a:tr>
              <a:tr h="370840">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extLst>
                  <a:ext uri="{0D108BD9-81ED-4DB2-BD59-A6C34878D82A}">
                    <a16:rowId xmlns:a16="http://schemas.microsoft.com/office/drawing/2014/main" val="3368018862"/>
                  </a:ext>
                </a:extLst>
              </a:tr>
              <a:tr h="370840">
                <a:tc>
                  <a:txBody>
                    <a:bodyPr/>
                    <a:lstStyle/>
                    <a:p>
                      <a:r>
                        <a:rPr lang="en-US" b="1" dirty="0">
                          <a:solidFill>
                            <a:srgbClr val="FF0000"/>
                          </a:solidFill>
                        </a:rPr>
                        <a:t>8</a:t>
                      </a:r>
                      <a:endParaRPr lang="LID4096" b="1" dirty="0">
                        <a:solidFill>
                          <a:srgbClr val="FF0000"/>
                        </a:solidFill>
                      </a:endParaRPr>
                    </a:p>
                  </a:txBody>
                  <a:tcPr>
                    <a:noFill/>
                  </a:tcPr>
                </a:tc>
                <a:tc>
                  <a:txBody>
                    <a:bodyPr/>
                    <a:lstStyle/>
                    <a:p>
                      <a:endParaRPr lang="LID4096" b="1" dirty="0">
                        <a:solidFill>
                          <a:srgbClr val="FF0000"/>
                        </a:solidFill>
                      </a:endParaRPr>
                    </a:p>
                  </a:txBody>
                  <a:tcPr>
                    <a:noFill/>
                  </a:tcPr>
                </a:tc>
                <a:tc>
                  <a:txBody>
                    <a:bodyPr/>
                    <a:lstStyle/>
                    <a:p>
                      <a:endParaRPr lang="LID4096" b="1" dirty="0">
                        <a:solidFill>
                          <a:srgbClr val="FF0000"/>
                        </a:solidFill>
                      </a:endParaRPr>
                    </a:p>
                  </a:txBody>
                  <a:tcPr>
                    <a:noFill/>
                  </a:tcPr>
                </a:tc>
                <a:tc>
                  <a:txBody>
                    <a:bodyPr/>
                    <a:lstStyle/>
                    <a:p>
                      <a:endParaRPr lang="LID4096" b="1" dirty="0">
                        <a:solidFill>
                          <a:srgbClr val="FF0000"/>
                        </a:solidFill>
                      </a:endParaRPr>
                    </a:p>
                  </a:txBody>
                  <a:tcPr>
                    <a:noFill/>
                  </a:tcPr>
                </a:tc>
                <a:extLst>
                  <a:ext uri="{0D108BD9-81ED-4DB2-BD59-A6C34878D82A}">
                    <a16:rowId xmlns:a16="http://schemas.microsoft.com/office/drawing/2014/main" val="2109624389"/>
                  </a:ext>
                </a:extLst>
              </a:tr>
              <a:tr h="370840">
                <a:tc>
                  <a:txBody>
                    <a:bodyPr/>
                    <a:lstStyle/>
                    <a:p>
                      <a:r>
                        <a:rPr lang="en-US" dirty="0">
                          <a:solidFill>
                            <a:schemeClr val="tx1"/>
                          </a:solidFill>
                        </a:rPr>
                        <a:t>-</a:t>
                      </a:r>
                      <a:endParaRPr lang="LID4096" dirty="0">
                        <a:solidFill>
                          <a:schemeClr val="tx1"/>
                        </a:solidFill>
                      </a:endParaRPr>
                    </a:p>
                  </a:txBody>
                  <a:tcPr>
                    <a:noFill/>
                  </a:tcPr>
                </a:tc>
                <a:tc>
                  <a:txBody>
                    <a:bodyPr/>
                    <a:lstStyle/>
                    <a:p>
                      <a:endParaRPr lang="LID4096" b="1"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b="1" dirty="0">
                          <a:solidFill>
                            <a:srgbClr val="FF0000"/>
                          </a:solidFill>
                        </a:rPr>
                        <a:t>1</a:t>
                      </a:r>
                      <a:endParaRPr lang="LID4096" b="1" dirty="0">
                        <a:solidFill>
                          <a:srgbClr val="FF0000"/>
                        </a:solidFill>
                      </a:endParaRPr>
                    </a:p>
                  </a:txBody>
                  <a:tcPr>
                    <a:noFill/>
                  </a:tcPr>
                </a:tc>
                <a:extLst>
                  <a:ext uri="{0D108BD9-81ED-4DB2-BD59-A6C34878D82A}">
                    <a16:rowId xmlns:a16="http://schemas.microsoft.com/office/drawing/2014/main" val="1757556036"/>
                  </a:ext>
                </a:extLst>
              </a:tr>
              <a:tr h="370840">
                <a:tc>
                  <a:txBody>
                    <a:bodyPr/>
                    <a:lstStyle/>
                    <a:p>
                      <a:endParaRPr lang="LID4096" b="1" dirty="0">
                        <a:solidFill>
                          <a:srgbClr val="00B050"/>
                        </a:solidFill>
                      </a:endParaRPr>
                    </a:p>
                  </a:txBody>
                  <a:tcPr>
                    <a:noFill/>
                  </a:tcPr>
                </a:tc>
                <a:tc>
                  <a:txBody>
                    <a:bodyPr/>
                    <a:lstStyle/>
                    <a:p>
                      <a:endParaRPr lang="LID4096" b="1" dirty="0">
                        <a:solidFill>
                          <a:srgbClr val="00B050"/>
                        </a:solidFill>
                      </a:endParaRPr>
                    </a:p>
                  </a:txBody>
                  <a:tcPr>
                    <a:noFill/>
                  </a:tcPr>
                </a:tc>
                <a:tc>
                  <a:txBody>
                    <a:bodyPr/>
                    <a:lstStyle/>
                    <a:p>
                      <a:endParaRPr lang="LID4096" b="1" dirty="0">
                        <a:solidFill>
                          <a:srgbClr val="00B050"/>
                        </a:solidFill>
                      </a:endParaRPr>
                    </a:p>
                  </a:txBody>
                  <a:tcPr>
                    <a:noFill/>
                  </a:tcPr>
                </a:tc>
                <a:tc>
                  <a:txBody>
                    <a:bodyPr/>
                    <a:lstStyle/>
                    <a:p>
                      <a:r>
                        <a:rPr lang="en-US" b="1" dirty="0">
                          <a:solidFill>
                            <a:srgbClr val="FFC000"/>
                          </a:solidFill>
                        </a:rPr>
                        <a:t>7</a:t>
                      </a:r>
                      <a:endParaRPr lang="LID4096" b="1" dirty="0">
                        <a:solidFill>
                          <a:srgbClr val="FFC000"/>
                        </a:solidFill>
                      </a:endParaRPr>
                    </a:p>
                  </a:txBody>
                  <a:tcPr>
                    <a:noFill/>
                  </a:tcPr>
                </a:tc>
                <a:extLst>
                  <a:ext uri="{0D108BD9-81ED-4DB2-BD59-A6C34878D82A}">
                    <a16:rowId xmlns:a16="http://schemas.microsoft.com/office/drawing/2014/main" val="535959645"/>
                  </a:ext>
                </a:extLst>
              </a:tr>
            </a:tbl>
          </a:graphicData>
        </a:graphic>
      </p:graphicFrame>
      <p:pic>
        <p:nvPicPr>
          <p:cNvPr id="12" name="Picture 11">
            <a:extLst>
              <a:ext uri="{FF2B5EF4-FFF2-40B4-BE49-F238E27FC236}">
                <a16:creationId xmlns:a16="http://schemas.microsoft.com/office/drawing/2014/main" id="{1B184846-C634-4E16-9D33-033EBD2439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2208" y="2960016"/>
            <a:ext cx="1408784" cy="824301"/>
          </a:xfrm>
          <a:prstGeom prst="rect">
            <a:avLst/>
          </a:prstGeom>
        </p:spPr>
      </p:pic>
    </p:spTree>
    <p:extLst>
      <p:ext uri="{BB962C8B-B14F-4D97-AF65-F5344CB8AC3E}">
        <p14:creationId xmlns:p14="http://schemas.microsoft.com/office/powerpoint/2010/main" val="10497431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FE722-9C4F-468B-8051-88F216FF5D3D}"/>
              </a:ext>
            </a:extLst>
          </p:cNvPr>
          <p:cNvSpPr>
            <a:spLocks noGrp="1"/>
          </p:cNvSpPr>
          <p:nvPr>
            <p:ph type="title"/>
          </p:nvPr>
        </p:nvSpPr>
        <p:spPr/>
        <p:txBody>
          <a:bodyPr/>
          <a:lstStyle/>
          <a:p>
            <a:pPr algn="ctr"/>
            <a:r>
              <a:rPr lang="en-US" b="1" dirty="0"/>
              <a:t>1’s &amp; 2’s Complement </a:t>
            </a:r>
            <a:endParaRPr lang="LID4096" b="1" dirty="0"/>
          </a:p>
        </p:txBody>
      </p:sp>
      <p:sp>
        <p:nvSpPr>
          <p:cNvPr id="7" name="Text Placeholder 6">
            <a:extLst>
              <a:ext uri="{FF2B5EF4-FFF2-40B4-BE49-F238E27FC236}">
                <a16:creationId xmlns:a16="http://schemas.microsoft.com/office/drawing/2014/main" id="{C8E64717-F26F-44B2-A965-FD67B0E491B6}"/>
              </a:ext>
            </a:extLst>
          </p:cNvPr>
          <p:cNvSpPr>
            <a:spLocks noGrp="1"/>
          </p:cNvSpPr>
          <p:nvPr>
            <p:ph type="body" idx="1"/>
          </p:nvPr>
        </p:nvSpPr>
        <p:spPr/>
        <p:txBody>
          <a:bodyPr/>
          <a:lstStyle/>
          <a:p>
            <a:pPr algn="ctr"/>
            <a:r>
              <a:rPr lang="en-US" b="1" dirty="0"/>
              <a:t>1’s Complement </a:t>
            </a:r>
            <a:endParaRPr lang="LID4096" b="1" dirty="0"/>
          </a:p>
        </p:txBody>
      </p:sp>
      <p:sp>
        <p:nvSpPr>
          <p:cNvPr id="8" name="Content Placeholder 7">
            <a:extLst>
              <a:ext uri="{FF2B5EF4-FFF2-40B4-BE49-F238E27FC236}">
                <a16:creationId xmlns:a16="http://schemas.microsoft.com/office/drawing/2014/main" id="{DFA845DD-4BB2-44BE-9185-2A1035A69C66}"/>
              </a:ext>
            </a:extLst>
          </p:cNvPr>
          <p:cNvSpPr>
            <a:spLocks noGrp="1"/>
          </p:cNvSpPr>
          <p:nvPr>
            <p:ph sz="half" idx="2"/>
          </p:nvPr>
        </p:nvSpPr>
        <p:spPr/>
        <p:txBody>
          <a:bodyPr>
            <a:normAutofit fontScale="92500" lnSpcReduction="20000"/>
          </a:bodyPr>
          <a:lstStyle/>
          <a:p>
            <a:r>
              <a:rPr lang="en-US" dirty="0"/>
              <a:t>Obtain 1’s complement of </a:t>
            </a:r>
            <a:r>
              <a:rPr lang="en-US" b="1" dirty="0">
                <a:solidFill>
                  <a:srgbClr val="FFC000"/>
                </a:solidFill>
              </a:rPr>
              <a:t>1010</a:t>
            </a:r>
            <a:r>
              <a:rPr lang="en-US" dirty="0"/>
              <a:t>.</a:t>
            </a:r>
          </a:p>
          <a:p>
            <a:r>
              <a:rPr lang="en-US" b="1" dirty="0"/>
              <a:t>NOTE:</a:t>
            </a:r>
            <a:r>
              <a:rPr lang="en-US" dirty="0"/>
              <a:t> In ones complement we </a:t>
            </a:r>
            <a:r>
              <a:rPr lang="en-US" b="1" dirty="0"/>
              <a:t>slip</a:t>
            </a:r>
            <a:r>
              <a:rPr lang="en-US" dirty="0"/>
              <a:t> the numbers, 1 becomes 0 and 0 becomes 1.</a:t>
            </a:r>
          </a:p>
          <a:p>
            <a:r>
              <a:rPr lang="en-US" dirty="0"/>
              <a:t>Therefore 1’s complement of </a:t>
            </a:r>
            <a:r>
              <a:rPr lang="en-US" b="1" dirty="0">
                <a:solidFill>
                  <a:srgbClr val="FFC000"/>
                </a:solidFill>
              </a:rPr>
              <a:t>1010</a:t>
            </a:r>
            <a:r>
              <a:rPr lang="en-US" dirty="0"/>
              <a:t> is </a:t>
            </a:r>
            <a:r>
              <a:rPr lang="en-US" b="1" dirty="0">
                <a:solidFill>
                  <a:srgbClr val="00B050"/>
                </a:solidFill>
              </a:rPr>
              <a:t>0101</a:t>
            </a:r>
            <a:r>
              <a:rPr lang="en-US" dirty="0"/>
              <a:t>.</a:t>
            </a:r>
            <a:endParaRPr lang="LID4096" dirty="0"/>
          </a:p>
        </p:txBody>
      </p:sp>
      <p:sp>
        <p:nvSpPr>
          <p:cNvPr id="9" name="Text Placeholder 8">
            <a:extLst>
              <a:ext uri="{FF2B5EF4-FFF2-40B4-BE49-F238E27FC236}">
                <a16:creationId xmlns:a16="http://schemas.microsoft.com/office/drawing/2014/main" id="{B0CB5D9C-216C-49B8-ABEB-73DD352C5A23}"/>
              </a:ext>
            </a:extLst>
          </p:cNvPr>
          <p:cNvSpPr>
            <a:spLocks noGrp="1"/>
          </p:cNvSpPr>
          <p:nvPr>
            <p:ph type="body" sz="quarter" idx="3"/>
          </p:nvPr>
        </p:nvSpPr>
        <p:spPr/>
        <p:txBody>
          <a:bodyPr/>
          <a:lstStyle/>
          <a:p>
            <a:pPr algn="ctr"/>
            <a:r>
              <a:rPr lang="en-US" b="1" dirty="0"/>
              <a:t>2’s Complement </a:t>
            </a:r>
            <a:endParaRPr lang="LID4096" b="1" dirty="0"/>
          </a:p>
        </p:txBody>
      </p:sp>
      <p:sp>
        <p:nvSpPr>
          <p:cNvPr id="10" name="Content Placeholder 9">
            <a:extLst>
              <a:ext uri="{FF2B5EF4-FFF2-40B4-BE49-F238E27FC236}">
                <a16:creationId xmlns:a16="http://schemas.microsoft.com/office/drawing/2014/main" id="{9C8DEFC0-F7DE-407A-9A66-7F1E2A896664}"/>
              </a:ext>
            </a:extLst>
          </p:cNvPr>
          <p:cNvSpPr>
            <a:spLocks noGrp="1"/>
          </p:cNvSpPr>
          <p:nvPr>
            <p:ph sz="quarter" idx="4"/>
          </p:nvPr>
        </p:nvSpPr>
        <p:spPr/>
        <p:txBody>
          <a:bodyPr>
            <a:normAutofit fontScale="92500" lnSpcReduction="20000"/>
          </a:bodyPr>
          <a:lstStyle/>
          <a:p>
            <a:r>
              <a:rPr lang="en-US" dirty="0"/>
              <a:t>Formular:</a:t>
            </a:r>
          </a:p>
          <a:p>
            <a:pPr marL="0" indent="0">
              <a:buNone/>
            </a:pPr>
            <a:r>
              <a:rPr lang="en-US" dirty="0"/>
              <a:t>   </a:t>
            </a:r>
            <a:r>
              <a:rPr lang="en-US" b="1" dirty="0"/>
              <a:t>2’s complement = 1’s complement + 1</a:t>
            </a:r>
          </a:p>
          <a:p>
            <a:pPr marL="0" indent="0">
              <a:buNone/>
            </a:pPr>
            <a:r>
              <a:rPr lang="en-US" b="1" dirty="0"/>
              <a:t>QUESTION:</a:t>
            </a:r>
            <a:r>
              <a:rPr lang="en-US" dirty="0"/>
              <a:t> Obtain 1’s complement of </a:t>
            </a:r>
            <a:r>
              <a:rPr lang="en-US" b="1" dirty="0">
                <a:solidFill>
                  <a:srgbClr val="FFC000"/>
                </a:solidFill>
              </a:rPr>
              <a:t>10111010</a:t>
            </a:r>
            <a:r>
              <a:rPr lang="en-US" dirty="0"/>
              <a:t>.</a:t>
            </a:r>
          </a:p>
          <a:p>
            <a:pPr marL="0" indent="0">
              <a:buNone/>
            </a:pPr>
            <a:r>
              <a:rPr lang="en-US" dirty="0"/>
              <a:t>1s complement = </a:t>
            </a:r>
            <a:r>
              <a:rPr lang="en-US" b="1" dirty="0">
                <a:solidFill>
                  <a:srgbClr val="00B050"/>
                </a:solidFill>
              </a:rPr>
              <a:t>01000101</a:t>
            </a:r>
          </a:p>
          <a:p>
            <a:pPr marL="0" indent="0">
              <a:buNone/>
            </a:pPr>
            <a:r>
              <a:rPr lang="en-US" dirty="0"/>
              <a:t>2s complement = </a:t>
            </a:r>
            <a:r>
              <a:rPr lang="en-US" b="1" dirty="0">
                <a:solidFill>
                  <a:srgbClr val="0070C0"/>
                </a:solidFill>
              </a:rPr>
              <a:t>01000110</a:t>
            </a:r>
            <a:r>
              <a:rPr lang="en-US" dirty="0"/>
              <a:t> </a:t>
            </a:r>
          </a:p>
          <a:p>
            <a:pPr marL="0" indent="0">
              <a:buNone/>
            </a:pPr>
            <a:endParaRPr lang="LID4096" dirty="0"/>
          </a:p>
        </p:txBody>
      </p:sp>
      <p:sp>
        <p:nvSpPr>
          <p:cNvPr id="5" name="Footer Placeholder 4">
            <a:extLst>
              <a:ext uri="{FF2B5EF4-FFF2-40B4-BE49-F238E27FC236}">
                <a16:creationId xmlns:a16="http://schemas.microsoft.com/office/drawing/2014/main" id="{98E7D1A0-2737-4848-AE1A-B4A2CE5538F8}"/>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0655E5C3-2023-4B79-B76C-1043EF2701B5}"/>
              </a:ext>
            </a:extLst>
          </p:cNvPr>
          <p:cNvSpPr>
            <a:spLocks noGrp="1"/>
          </p:cNvSpPr>
          <p:nvPr>
            <p:ph type="sldNum" sz="quarter" idx="12"/>
          </p:nvPr>
        </p:nvSpPr>
        <p:spPr/>
        <p:txBody>
          <a:bodyPr/>
          <a:lstStyle/>
          <a:p>
            <a:fld id="{76711B12-96E3-4CC6-8596-5FF84CCB8B40}" type="slidenum">
              <a:rPr lang="LID4096" smtClean="0"/>
              <a:t>96</a:t>
            </a:fld>
            <a:endParaRPr lang="LID4096"/>
          </a:p>
        </p:txBody>
      </p:sp>
    </p:spTree>
    <p:extLst>
      <p:ext uri="{BB962C8B-B14F-4D97-AF65-F5344CB8AC3E}">
        <p14:creationId xmlns:p14="http://schemas.microsoft.com/office/powerpoint/2010/main" val="17744586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C462E-8C34-4575-A9A6-164C6A632706}"/>
              </a:ext>
            </a:extLst>
          </p:cNvPr>
          <p:cNvSpPr>
            <a:spLocks noGrp="1"/>
          </p:cNvSpPr>
          <p:nvPr>
            <p:ph type="title"/>
          </p:nvPr>
        </p:nvSpPr>
        <p:spPr/>
        <p:txBody>
          <a:bodyPr/>
          <a:lstStyle/>
          <a:p>
            <a:pPr algn="ctr"/>
            <a:r>
              <a:rPr lang="en-US" b="1" dirty="0"/>
              <a:t>Signed Magnitude </a:t>
            </a:r>
            <a:endParaRPr lang="LID4096" b="1" dirty="0"/>
          </a:p>
        </p:txBody>
      </p:sp>
      <p:sp>
        <p:nvSpPr>
          <p:cNvPr id="3" name="Text Placeholder 2">
            <a:extLst>
              <a:ext uri="{FF2B5EF4-FFF2-40B4-BE49-F238E27FC236}">
                <a16:creationId xmlns:a16="http://schemas.microsoft.com/office/drawing/2014/main" id="{F9F26BD3-6709-42A9-9B03-44ECF0924045}"/>
              </a:ext>
            </a:extLst>
          </p:cNvPr>
          <p:cNvSpPr>
            <a:spLocks noGrp="1"/>
          </p:cNvSpPr>
          <p:nvPr>
            <p:ph type="body" idx="1"/>
          </p:nvPr>
        </p:nvSpPr>
        <p:spPr/>
        <p:txBody>
          <a:bodyPr/>
          <a:lstStyle/>
          <a:p>
            <a:pPr algn="ctr"/>
            <a:r>
              <a:rPr lang="en-US" b="1" dirty="0"/>
              <a:t>Converting a Binary</a:t>
            </a:r>
            <a:endParaRPr lang="LID4096" b="1" dirty="0"/>
          </a:p>
        </p:txBody>
      </p:sp>
      <p:sp>
        <p:nvSpPr>
          <p:cNvPr id="4" name="Content Placeholder 3">
            <a:extLst>
              <a:ext uri="{FF2B5EF4-FFF2-40B4-BE49-F238E27FC236}">
                <a16:creationId xmlns:a16="http://schemas.microsoft.com/office/drawing/2014/main" id="{491A2FF2-70B8-4B9D-BFDB-9AE24B73C653}"/>
              </a:ext>
            </a:extLst>
          </p:cNvPr>
          <p:cNvSpPr>
            <a:spLocks noGrp="1"/>
          </p:cNvSpPr>
          <p:nvPr>
            <p:ph sz="half" idx="2"/>
          </p:nvPr>
        </p:nvSpPr>
        <p:spPr/>
        <p:txBody>
          <a:bodyPr>
            <a:normAutofit fontScale="92500" lnSpcReduction="10000"/>
          </a:bodyPr>
          <a:lstStyle/>
          <a:p>
            <a:r>
              <a:rPr lang="en-US" dirty="0"/>
              <a:t>Let’s take an example, let’s express (</a:t>
            </a:r>
            <a:r>
              <a:rPr lang="en-US" b="1" dirty="0"/>
              <a:t>-6</a:t>
            </a:r>
            <a:r>
              <a:rPr lang="en-US" dirty="0"/>
              <a:t>) using the signed magnitude.</a:t>
            </a:r>
          </a:p>
          <a:p>
            <a:pPr marL="457200" indent="-457200">
              <a:buFont typeface="+mj-lt"/>
              <a:buAutoNum type="arabicPeriod"/>
            </a:pPr>
            <a:r>
              <a:rPr lang="en-US" dirty="0"/>
              <a:t>What is (</a:t>
            </a:r>
            <a:r>
              <a:rPr lang="en-US" b="1" dirty="0"/>
              <a:t>+6</a:t>
            </a:r>
            <a:r>
              <a:rPr lang="en-US" dirty="0"/>
              <a:t>) in binary?</a:t>
            </a:r>
          </a:p>
          <a:p>
            <a:pPr marL="0" indent="0">
              <a:buNone/>
            </a:pPr>
            <a:r>
              <a:rPr lang="en-US" dirty="0"/>
              <a:t>      </a:t>
            </a:r>
            <a:r>
              <a:rPr lang="en-US" b="1" dirty="0">
                <a:solidFill>
                  <a:srgbClr val="FF0000"/>
                </a:solidFill>
              </a:rPr>
              <a:t>8 4 2 1</a:t>
            </a:r>
          </a:p>
          <a:p>
            <a:pPr marL="0" indent="0">
              <a:buNone/>
            </a:pPr>
            <a:r>
              <a:rPr lang="en-US" dirty="0"/>
              <a:t>      </a:t>
            </a:r>
            <a:r>
              <a:rPr lang="en-US" b="1" dirty="0"/>
              <a:t>0</a:t>
            </a:r>
            <a:r>
              <a:rPr lang="en-US" dirty="0"/>
              <a:t> </a:t>
            </a:r>
            <a:r>
              <a:rPr lang="en-US" b="1" dirty="0">
                <a:solidFill>
                  <a:srgbClr val="FFC000"/>
                </a:solidFill>
              </a:rPr>
              <a:t>1 1 0 </a:t>
            </a:r>
            <a:r>
              <a:rPr lang="en-US" dirty="0"/>
              <a:t>= </a:t>
            </a:r>
            <a:r>
              <a:rPr lang="en-US" b="1" dirty="0"/>
              <a:t>+6</a:t>
            </a:r>
            <a:endParaRPr lang="LID4096" b="1" dirty="0"/>
          </a:p>
        </p:txBody>
      </p:sp>
      <p:sp>
        <p:nvSpPr>
          <p:cNvPr id="5" name="Text Placeholder 4">
            <a:extLst>
              <a:ext uri="{FF2B5EF4-FFF2-40B4-BE49-F238E27FC236}">
                <a16:creationId xmlns:a16="http://schemas.microsoft.com/office/drawing/2014/main" id="{0091B738-C368-436C-8B57-FC2F4D6A3A83}"/>
              </a:ext>
            </a:extLst>
          </p:cNvPr>
          <p:cNvSpPr>
            <a:spLocks noGrp="1"/>
          </p:cNvSpPr>
          <p:nvPr>
            <p:ph type="body" sz="quarter" idx="3"/>
          </p:nvPr>
        </p:nvSpPr>
        <p:spPr/>
        <p:txBody>
          <a:bodyPr/>
          <a:lstStyle/>
          <a:p>
            <a:pPr algn="ctr"/>
            <a:r>
              <a:rPr lang="en-US" b="1" dirty="0"/>
              <a:t>Negative Binary Representation </a:t>
            </a:r>
            <a:endParaRPr lang="LID4096" b="1" dirty="0"/>
          </a:p>
        </p:txBody>
      </p:sp>
      <p:sp>
        <p:nvSpPr>
          <p:cNvPr id="6" name="Content Placeholder 5">
            <a:extLst>
              <a:ext uri="{FF2B5EF4-FFF2-40B4-BE49-F238E27FC236}">
                <a16:creationId xmlns:a16="http://schemas.microsoft.com/office/drawing/2014/main" id="{740818A3-714A-472F-B35C-4AE121B62C56}"/>
              </a:ext>
            </a:extLst>
          </p:cNvPr>
          <p:cNvSpPr>
            <a:spLocks noGrp="1"/>
          </p:cNvSpPr>
          <p:nvPr>
            <p:ph sz="quarter" idx="4"/>
          </p:nvPr>
        </p:nvSpPr>
        <p:spPr/>
        <p:txBody>
          <a:bodyPr>
            <a:normAutofit fontScale="92500" lnSpcReduction="10000"/>
          </a:bodyPr>
          <a:lstStyle/>
          <a:p>
            <a:pPr marL="457200" indent="-457200">
              <a:buAutoNum type="arabicPeriod" startAt="2"/>
            </a:pPr>
            <a:r>
              <a:rPr lang="en-US" dirty="0"/>
              <a:t>The </a:t>
            </a:r>
            <a:r>
              <a:rPr lang="en-US" b="1" dirty="0"/>
              <a:t>Sign (+) </a:t>
            </a:r>
            <a:r>
              <a:rPr lang="en-US" dirty="0"/>
              <a:t>will change from </a:t>
            </a:r>
            <a:r>
              <a:rPr lang="en-US" b="1" dirty="0"/>
              <a:t>0</a:t>
            </a:r>
            <a:r>
              <a:rPr lang="en-US" dirty="0"/>
              <a:t> to </a:t>
            </a:r>
            <a:r>
              <a:rPr lang="en-US" b="1" dirty="0"/>
              <a:t>1</a:t>
            </a:r>
            <a:r>
              <a:rPr lang="en-US" dirty="0"/>
              <a:t> </a:t>
            </a:r>
            <a:r>
              <a:rPr lang="en-US" b="1" dirty="0"/>
              <a:t>Sign (-).</a:t>
            </a:r>
          </a:p>
          <a:p>
            <a:pPr marL="0" indent="0">
              <a:buNone/>
            </a:pPr>
            <a:r>
              <a:rPr lang="en-US" b="1" dirty="0">
                <a:solidFill>
                  <a:srgbClr val="FF0000"/>
                </a:solidFill>
              </a:rPr>
              <a:t>                           8 4 2 1</a:t>
            </a:r>
          </a:p>
          <a:p>
            <a:pPr marL="0" indent="0">
              <a:buNone/>
            </a:pPr>
            <a:r>
              <a:rPr lang="en-US" dirty="0"/>
              <a:t>                          1 </a:t>
            </a:r>
            <a:r>
              <a:rPr lang="en-US" b="1" dirty="0">
                <a:solidFill>
                  <a:srgbClr val="FFC000"/>
                </a:solidFill>
              </a:rPr>
              <a:t>1 1 0</a:t>
            </a:r>
          </a:p>
          <a:p>
            <a:pPr marL="0" indent="0">
              <a:buNone/>
            </a:pPr>
            <a:r>
              <a:rPr lang="en-US" b="1" dirty="0"/>
              <a:t>NOTE: 1</a:t>
            </a:r>
            <a:r>
              <a:rPr lang="en-US" dirty="0"/>
              <a:t> represent </a:t>
            </a:r>
            <a:r>
              <a:rPr lang="en-US" b="1" dirty="0"/>
              <a:t>negative</a:t>
            </a:r>
            <a:r>
              <a:rPr lang="en-US" dirty="0"/>
              <a:t> and </a:t>
            </a:r>
            <a:r>
              <a:rPr lang="en-US" b="1" dirty="0"/>
              <a:t>0</a:t>
            </a:r>
            <a:r>
              <a:rPr lang="en-US" dirty="0"/>
              <a:t> </a:t>
            </a:r>
            <a:r>
              <a:rPr lang="en-US" b="1" dirty="0"/>
              <a:t>positive</a:t>
            </a:r>
          </a:p>
        </p:txBody>
      </p:sp>
      <p:sp>
        <p:nvSpPr>
          <p:cNvPr id="7" name="Footer Placeholder 6">
            <a:extLst>
              <a:ext uri="{FF2B5EF4-FFF2-40B4-BE49-F238E27FC236}">
                <a16:creationId xmlns:a16="http://schemas.microsoft.com/office/drawing/2014/main" id="{C76F75D0-0BF0-42A8-A0B7-8A092E92241E}"/>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8" name="Slide Number Placeholder 7">
            <a:extLst>
              <a:ext uri="{FF2B5EF4-FFF2-40B4-BE49-F238E27FC236}">
                <a16:creationId xmlns:a16="http://schemas.microsoft.com/office/drawing/2014/main" id="{2A45301D-8129-4061-8F2C-4F551A71C3AB}"/>
              </a:ext>
            </a:extLst>
          </p:cNvPr>
          <p:cNvSpPr>
            <a:spLocks noGrp="1"/>
          </p:cNvSpPr>
          <p:nvPr>
            <p:ph type="sldNum" sz="quarter" idx="12"/>
          </p:nvPr>
        </p:nvSpPr>
        <p:spPr/>
        <p:txBody>
          <a:bodyPr/>
          <a:lstStyle/>
          <a:p>
            <a:fld id="{76711B12-96E3-4CC6-8596-5FF84CCB8B40}" type="slidenum">
              <a:rPr lang="LID4096" smtClean="0"/>
              <a:t>97</a:t>
            </a:fld>
            <a:endParaRPr lang="LID4096"/>
          </a:p>
        </p:txBody>
      </p:sp>
      <p:cxnSp>
        <p:nvCxnSpPr>
          <p:cNvPr id="10" name="Connector: Elbow 9">
            <a:extLst>
              <a:ext uri="{FF2B5EF4-FFF2-40B4-BE49-F238E27FC236}">
                <a16:creationId xmlns:a16="http://schemas.microsoft.com/office/drawing/2014/main" id="{788C93D5-843B-476D-8A8C-89B6109D0030}"/>
              </a:ext>
            </a:extLst>
          </p:cNvPr>
          <p:cNvCxnSpPr/>
          <p:nvPr/>
        </p:nvCxnSpPr>
        <p:spPr>
          <a:xfrm>
            <a:off x="1979629" y="5307291"/>
            <a:ext cx="1093509" cy="25452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E1EBCAB-7BE2-4677-A10B-B8B864179156}"/>
              </a:ext>
            </a:extLst>
          </p:cNvPr>
          <p:cNvSpPr/>
          <p:nvPr/>
        </p:nvSpPr>
        <p:spPr>
          <a:xfrm>
            <a:off x="3053549" y="5361760"/>
            <a:ext cx="1282722"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Magnitude</a:t>
            </a:r>
          </a:p>
        </p:txBody>
      </p:sp>
      <p:sp>
        <p:nvSpPr>
          <p:cNvPr id="12" name="Rectangle 11">
            <a:extLst>
              <a:ext uri="{FF2B5EF4-FFF2-40B4-BE49-F238E27FC236}">
                <a16:creationId xmlns:a16="http://schemas.microsoft.com/office/drawing/2014/main" id="{4297F157-0BF7-4AAC-8CFA-D25E31BA6D03}"/>
              </a:ext>
            </a:extLst>
          </p:cNvPr>
          <p:cNvSpPr/>
          <p:nvPr/>
        </p:nvSpPr>
        <p:spPr>
          <a:xfrm>
            <a:off x="1326131" y="5508357"/>
            <a:ext cx="1002198"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Sign (+)</a:t>
            </a:r>
          </a:p>
        </p:txBody>
      </p:sp>
      <p:cxnSp>
        <p:nvCxnSpPr>
          <p:cNvPr id="14" name="Straight Arrow Connector 13">
            <a:extLst>
              <a:ext uri="{FF2B5EF4-FFF2-40B4-BE49-F238E27FC236}">
                <a16:creationId xmlns:a16="http://schemas.microsoft.com/office/drawing/2014/main" id="{DEDE4AC0-2DFE-419D-8BAF-89C5219BAF63}"/>
              </a:ext>
            </a:extLst>
          </p:cNvPr>
          <p:cNvCxnSpPr/>
          <p:nvPr/>
        </p:nvCxnSpPr>
        <p:spPr>
          <a:xfrm flipH="1">
            <a:off x="1596381" y="5307291"/>
            <a:ext cx="109871" cy="2545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FEBB816-E576-4330-BBE4-01400687CE35}"/>
              </a:ext>
            </a:extLst>
          </p:cNvPr>
          <p:cNvSpPr/>
          <p:nvPr/>
        </p:nvSpPr>
        <p:spPr>
          <a:xfrm>
            <a:off x="6640567" y="4430106"/>
            <a:ext cx="915635"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Sign (-)</a:t>
            </a:r>
          </a:p>
        </p:txBody>
      </p:sp>
      <p:cxnSp>
        <p:nvCxnSpPr>
          <p:cNvPr id="17" name="Straight Arrow Connector 16">
            <a:extLst>
              <a:ext uri="{FF2B5EF4-FFF2-40B4-BE49-F238E27FC236}">
                <a16:creationId xmlns:a16="http://schemas.microsoft.com/office/drawing/2014/main" id="{0225F58A-F58E-4929-A663-DF96B663D8A5}"/>
              </a:ext>
            </a:extLst>
          </p:cNvPr>
          <p:cNvCxnSpPr/>
          <p:nvPr/>
        </p:nvCxnSpPr>
        <p:spPr>
          <a:xfrm flipH="1">
            <a:off x="7466029" y="4675695"/>
            <a:ext cx="79185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1682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B8CFB-CC86-44E0-9F9A-65973B129ABF}"/>
              </a:ext>
            </a:extLst>
          </p:cNvPr>
          <p:cNvSpPr>
            <a:spLocks noGrp="1"/>
          </p:cNvSpPr>
          <p:nvPr>
            <p:ph type="title"/>
          </p:nvPr>
        </p:nvSpPr>
        <p:spPr/>
        <p:txBody>
          <a:bodyPr/>
          <a:lstStyle/>
          <a:p>
            <a:pPr algn="ctr"/>
            <a:r>
              <a:rPr lang="en-US" b="1" dirty="0"/>
              <a:t>2’s Complement </a:t>
            </a:r>
            <a:endParaRPr lang="LID4096" b="1" dirty="0"/>
          </a:p>
        </p:txBody>
      </p:sp>
      <p:sp>
        <p:nvSpPr>
          <p:cNvPr id="3" name="Text Placeholder 2">
            <a:extLst>
              <a:ext uri="{FF2B5EF4-FFF2-40B4-BE49-F238E27FC236}">
                <a16:creationId xmlns:a16="http://schemas.microsoft.com/office/drawing/2014/main" id="{C2F711D2-3B24-4556-AA90-48137D028AA4}"/>
              </a:ext>
            </a:extLst>
          </p:cNvPr>
          <p:cNvSpPr>
            <a:spLocks noGrp="1"/>
          </p:cNvSpPr>
          <p:nvPr>
            <p:ph type="body" idx="1"/>
          </p:nvPr>
        </p:nvSpPr>
        <p:spPr/>
        <p:txBody>
          <a:bodyPr/>
          <a:lstStyle/>
          <a:p>
            <a:pPr algn="ctr"/>
            <a:r>
              <a:rPr lang="en-US" b="1" dirty="0"/>
              <a:t>Negative numbers</a:t>
            </a:r>
            <a:endParaRPr lang="LID4096" b="1" dirty="0"/>
          </a:p>
        </p:txBody>
      </p:sp>
      <p:sp>
        <p:nvSpPr>
          <p:cNvPr id="4" name="Content Placeholder 3">
            <a:extLst>
              <a:ext uri="{FF2B5EF4-FFF2-40B4-BE49-F238E27FC236}">
                <a16:creationId xmlns:a16="http://schemas.microsoft.com/office/drawing/2014/main" id="{42A18AAB-6DD1-41AC-9CEC-31E3043D6415}"/>
              </a:ext>
            </a:extLst>
          </p:cNvPr>
          <p:cNvSpPr>
            <a:spLocks noGrp="1"/>
          </p:cNvSpPr>
          <p:nvPr>
            <p:ph sz="half" idx="2"/>
          </p:nvPr>
        </p:nvSpPr>
        <p:spPr/>
        <p:txBody>
          <a:bodyPr/>
          <a:lstStyle/>
          <a:p>
            <a:r>
              <a:rPr lang="en-US" dirty="0"/>
              <a:t>Represent </a:t>
            </a:r>
            <a:r>
              <a:rPr lang="en-US" b="1" dirty="0"/>
              <a:t>-12 </a:t>
            </a:r>
            <a:r>
              <a:rPr lang="en-US" dirty="0"/>
              <a:t>in binary using the 2’s complement.</a:t>
            </a:r>
          </a:p>
          <a:p>
            <a:pPr marL="0" indent="0">
              <a:buNone/>
            </a:pPr>
            <a:r>
              <a:rPr lang="en-US" dirty="0"/>
              <a:t>   </a:t>
            </a:r>
            <a:r>
              <a:rPr lang="en-US" b="1" dirty="0">
                <a:solidFill>
                  <a:srgbClr val="FF0000"/>
                </a:solidFill>
              </a:rPr>
              <a:t>16 8 4 2 1</a:t>
            </a:r>
          </a:p>
          <a:p>
            <a:pPr marL="0" indent="0">
              <a:buNone/>
            </a:pPr>
            <a:r>
              <a:rPr lang="en-US" dirty="0"/>
              <a:t>     </a:t>
            </a:r>
            <a:r>
              <a:rPr lang="en-US" b="1" dirty="0">
                <a:solidFill>
                  <a:srgbClr val="FFC000"/>
                </a:solidFill>
              </a:rPr>
              <a:t>0 1 1 0 0 </a:t>
            </a:r>
            <a:r>
              <a:rPr lang="en-US" dirty="0"/>
              <a:t>= </a:t>
            </a:r>
            <a:r>
              <a:rPr lang="en-US" b="1" dirty="0"/>
              <a:t>12</a:t>
            </a:r>
          </a:p>
          <a:p>
            <a:pPr marL="0" indent="0">
              <a:buNone/>
            </a:pPr>
            <a:r>
              <a:rPr lang="en-US" dirty="0"/>
              <a:t>     </a:t>
            </a:r>
            <a:r>
              <a:rPr lang="en-US" b="1" dirty="0"/>
              <a:t>1</a:t>
            </a:r>
            <a:r>
              <a:rPr lang="en-US" b="1" dirty="0">
                <a:solidFill>
                  <a:srgbClr val="00B050"/>
                </a:solidFill>
              </a:rPr>
              <a:t> 0 0 1 1 </a:t>
            </a:r>
            <a:r>
              <a:rPr lang="en-US" dirty="0"/>
              <a:t>= 1’s complement </a:t>
            </a:r>
            <a:endParaRPr lang="LID4096" dirty="0"/>
          </a:p>
        </p:txBody>
      </p:sp>
      <p:sp>
        <p:nvSpPr>
          <p:cNvPr id="5" name="Text Placeholder 4">
            <a:extLst>
              <a:ext uri="{FF2B5EF4-FFF2-40B4-BE49-F238E27FC236}">
                <a16:creationId xmlns:a16="http://schemas.microsoft.com/office/drawing/2014/main" id="{EDFBF5E9-ED4A-4377-B34C-28A686857205}"/>
              </a:ext>
            </a:extLst>
          </p:cNvPr>
          <p:cNvSpPr>
            <a:spLocks noGrp="1"/>
          </p:cNvSpPr>
          <p:nvPr>
            <p:ph type="body" sz="quarter" idx="3"/>
          </p:nvPr>
        </p:nvSpPr>
        <p:spPr/>
        <p:txBody>
          <a:bodyPr/>
          <a:lstStyle/>
          <a:p>
            <a:pPr algn="ctr"/>
            <a:r>
              <a:rPr lang="en-US" b="1" dirty="0"/>
              <a:t>2’s Complement (-12)</a:t>
            </a:r>
            <a:endParaRPr lang="LID4096" b="1" dirty="0"/>
          </a:p>
        </p:txBody>
      </p:sp>
      <p:sp>
        <p:nvSpPr>
          <p:cNvPr id="6" name="Content Placeholder 5">
            <a:extLst>
              <a:ext uri="{FF2B5EF4-FFF2-40B4-BE49-F238E27FC236}">
                <a16:creationId xmlns:a16="http://schemas.microsoft.com/office/drawing/2014/main" id="{9773B179-65D1-44BA-A510-A58C6EB373DD}"/>
              </a:ext>
            </a:extLst>
          </p:cNvPr>
          <p:cNvSpPr>
            <a:spLocks noGrp="1"/>
          </p:cNvSpPr>
          <p:nvPr>
            <p:ph sz="quarter" idx="4"/>
          </p:nvPr>
        </p:nvSpPr>
        <p:spPr/>
        <p:txBody>
          <a:bodyPr/>
          <a:lstStyle/>
          <a:p>
            <a:pPr marL="0" indent="0">
              <a:buNone/>
            </a:pPr>
            <a:r>
              <a:rPr lang="en-US" b="1" dirty="0">
                <a:solidFill>
                  <a:srgbClr val="00B050"/>
                </a:solidFill>
              </a:rPr>
              <a:t>1 0 0 1 1</a:t>
            </a:r>
          </a:p>
          <a:p>
            <a:pPr marL="0" indent="0">
              <a:buNone/>
            </a:pPr>
            <a:r>
              <a:rPr lang="en-US" dirty="0"/>
              <a:t>+          1</a:t>
            </a:r>
          </a:p>
          <a:p>
            <a:pPr marL="0" indent="0">
              <a:buNone/>
            </a:pPr>
            <a:r>
              <a:rPr lang="en-US" dirty="0"/>
              <a:t>________</a:t>
            </a:r>
          </a:p>
          <a:p>
            <a:pPr marL="0" indent="0">
              <a:buNone/>
            </a:pPr>
            <a:r>
              <a:rPr lang="en-US" dirty="0"/>
              <a:t> </a:t>
            </a:r>
            <a:r>
              <a:rPr lang="en-US" b="1" dirty="0"/>
              <a:t>1</a:t>
            </a:r>
            <a:r>
              <a:rPr lang="en-US" b="1" dirty="0">
                <a:solidFill>
                  <a:srgbClr val="00B0F0"/>
                </a:solidFill>
              </a:rPr>
              <a:t> 0 1 0 0  </a:t>
            </a:r>
            <a:r>
              <a:rPr lang="en-US" dirty="0"/>
              <a:t>= -</a:t>
            </a:r>
            <a:r>
              <a:rPr lang="en-US" b="1" dirty="0">
                <a:solidFill>
                  <a:srgbClr val="FF0000"/>
                </a:solidFill>
              </a:rPr>
              <a:t>16</a:t>
            </a:r>
            <a:r>
              <a:rPr lang="en-US" dirty="0"/>
              <a:t> + </a:t>
            </a:r>
            <a:r>
              <a:rPr lang="en-US" b="1" dirty="0">
                <a:solidFill>
                  <a:srgbClr val="FF0000"/>
                </a:solidFill>
              </a:rPr>
              <a:t>4</a:t>
            </a:r>
            <a:r>
              <a:rPr lang="en-US" dirty="0"/>
              <a:t> = </a:t>
            </a:r>
            <a:r>
              <a:rPr lang="en-US" b="1" dirty="0"/>
              <a:t>-12</a:t>
            </a:r>
            <a:endParaRPr lang="LID4096" b="1" dirty="0"/>
          </a:p>
        </p:txBody>
      </p:sp>
      <p:sp>
        <p:nvSpPr>
          <p:cNvPr id="7" name="Footer Placeholder 6">
            <a:extLst>
              <a:ext uri="{FF2B5EF4-FFF2-40B4-BE49-F238E27FC236}">
                <a16:creationId xmlns:a16="http://schemas.microsoft.com/office/drawing/2014/main" id="{CB3F43B2-CF83-4C5C-876A-F4B67BD11029}"/>
              </a:ext>
            </a:extLst>
          </p:cNvPr>
          <p:cNvSpPr>
            <a:spLocks noGrp="1"/>
          </p:cNvSpPr>
          <p:nvPr>
            <p:ph type="ftr" sz="quarter" idx="11"/>
          </p:nvPr>
        </p:nvSpPr>
        <p:spPr>
          <a:xfrm>
            <a:off x="1141410" y="6288640"/>
            <a:ext cx="6239309" cy="365125"/>
          </a:xfrm>
        </p:spPr>
        <p:txBody>
          <a:bodyPr/>
          <a:lstStyle/>
          <a:p>
            <a:r>
              <a:rPr lang="en-GB" dirty="0"/>
              <a:t>Prepared by James Soko for Mr. Paul M. Mutunda © 2025 Kapasa Makasa University </a:t>
            </a:r>
            <a:endParaRPr lang="LID4096" dirty="0"/>
          </a:p>
        </p:txBody>
      </p:sp>
      <p:sp>
        <p:nvSpPr>
          <p:cNvPr id="8" name="Slide Number Placeholder 7">
            <a:extLst>
              <a:ext uri="{FF2B5EF4-FFF2-40B4-BE49-F238E27FC236}">
                <a16:creationId xmlns:a16="http://schemas.microsoft.com/office/drawing/2014/main" id="{3FEC0E75-1281-4C27-AF7E-276A27609763}"/>
              </a:ext>
            </a:extLst>
          </p:cNvPr>
          <p:cNvSpPr>
            <a:spLocks noGrp="1"/>
          </p:cNvSpPr>
          <p:nvPr>
            <p:ph type="sldNum" sz="quarter" idx="12"/>
          </p:nvPr>
        </p:nvSpPr>
        <p:spPr/>
        <p:txBody>
          <a:bodyPr/>
          <a:lstStyle/>
          <a:p>
            <a:fld id="{76711B12-96E3-4CC6-8596-5FF84CCB8B40}" type="slidenum">
              <a:rPr lang="LID4096" smtClean="0"/>
              <a:t>98</a:t>
            </a:fld>
            <a:endParaRPr lang="LID4096"/>
          </a:p>
        </p:txBody>
      </p:sp>
      <p:sp>
        <p:nvSpPr>
          <p:cNvPr id="9" name="Rectangle 8">
            <a:extLst>
              <a:ext uri="{FF2B5EF4-FFF2-40B4-BE49-F238E27FC236}">
                <a16:creationId xmlns:a16="http://schemas.microsoft.com/office/drawing/2014/main" id="{9AB514F3-BCDA-400F-B232-924C7012BA61}"/>
              </a:ext>
            </a:extLst>
          </p:cNvPr>
          <p:cNvSpPr/>
          <p:nvPr/>
        </p:nvSpPr>
        <p:spPr>
          <a:xfrm>
            <a:off x="1857080" y="5335571"/>
            <a:ext cx="952108" cy="32993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AA172983-3063-474C-9ABC-D9209FFE446C}"/>
              </a:ext>
            </a:extLst>
          </p:cNvPr>
          <p:cNvSpPr/>
          <p:nvPr/>
        </p:nvSpPr>
        <p:spPr>
          <a:xfrm>
            <a:off x="1630837" y="5335571"/>
            <a:ext cx="226242" cy="3299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Rectangle 10">
            <a:extLst>
              <a:ext uri="{FF2B5EF4-FFF2-40B4-BE49-F238E27FC236}">
                <a16:creationId xmlns:a16="http://schemas.microsoft.com/office/drawing/2014/main" id="{8FA6E6D7-8DF6-41D2-9BA4-12760FFFA06B}"/>
              </a:ext>
            </a:extLst>
          </p:cNvPr>
          <p:cNvSpPr/>
          <p:nvPr/>
        </p:nvSpPr>
        <p:spPr>
          <a:xfrm>
            <a:off x="6509228" y="4906964"/>
            <a:ext cx="1032215" cy="296632"/>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Rectangle 11">
            <a:extLst>
              <a:ext uri="{FF2B5EF4-FFF2-40B4-BE49-F238E27FC236}">
                <a16:creationId xmlns:a16="http://schemas.microsoft.com/office/drawing/2014/main" id="{F40FB5B6-E6A8-4D92-8B46-3E2409CA6073}"/>
              </a:ext>
            </a:extLst>
          </p:cNvPr>
          <p:cNvSpPr/>
          <p:nvPr/>
        </p:nvSpPr>
        <p:spPr>
          <a:xfrm>
            <a:off x="6356829" y="4906964"/>
            <a:ext cx="152399" cy="296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4" name="Straight Arrow Connector 13">
            <a:extLst>
              <a:ext uri="{FF2B5EF4-FFF2-40B4-BE49-F238E27FC236}">
                <a16:creationId xmlns:a16="http://schemas.microsoft.com/office/drawing/2014/main" id="{4D822782-2537-4258-92F0-F4C2CCE82189}"/>
              </a:ext>
            </a:extLst>
          </p:cNvPr>
          <p:cNvCxnSpPr>
            <a:stCxn id="11" idx="2"/>
          </p:cNvCxnSpPr>
          <p:nvPr/>
        </p:nvCxnSpPr>
        <p:spPr>
          <a:xfrm>
            <a:off x="7025336" y="5203596"/>
            <a:ext cx="7060" cy="4619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8DF1A59-6538-4E7C-BE54-EB281A18A03B}"/>
              </a:ext>
            </a:extLst>
          </p:cNvPr>
          <p:cNvCxnSpPr>
            <a:cxnSpLocks/>
            <a:stCxn id="12" idx="2"/>
          </p:cNvCxnSpPr>
          <p:nvPr/>
        </p:nvCxnSpPr>
        <p:spPr>
          <a:xfrm>
            <a:off x="6433029" y="5203596"/>
            <a:ext cx="0" cy="4619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955DEB7-E02E-4408-ABE5-5AE2A11F58A2}"/>
              </a:ext>
            </a:extLst>
          </p:cNvPr>
          <p:cNvSpPr/>
          <p:nvPr/>
        </p:nvSpPr>
        <p:spPr>
          <a:xfrm>
            <a:off x="5714381" y="5589227"/>
            <a:ext cx="915635"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Sign (-)</a:t>
            </a:r>
          </a:p>
        </p:txBody>
      </p:sp>
      <p:sp>
        <p:nvSpPr>
          <p:cNvPr id="19" name="Rectangle 18">
            <a:extLst>
              <a:ext uri="{FF2B5EF4-FFF2-40B4-BE49-F238E27FC236}">
                <a16:creationId xmlns:a16="http://schemas.microsoft.com/office/drawing/2014/main" id="{561E17F2-E9FA-41C4-9516-6E3E0656E064}"/>
              </a:ext>
            </a:extLst>
          </p:cNvPr>
          <p:cNvSpPr/>
          <p:nvPr/>
        </p:nvSpPr>
        <p:spPr>
          <a:xfrm>
            <a:off x="6837852" y="5597786"/>
            <a:ext cx="1282723"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Magnitude</a:t>
            </a:r>
            <a:endParaRPr lang="en-U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419736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ACD87-8B0F-4312-A8C9-B6483E943A04}"/>
              </a:ext>
            </a:extLst>
          </p:cNvPr>
          <p:cNvSpPr>
            <a:spLocks noGrp="1"/>
          </p:cNvSpPr>
          <p:nvPr>
            <p:ph type="title"/>
          </p:nvPr>
        </p:nvSpPr>
        <p:spPr/>
        <p:txBody>
          <a:bodyPr/>
          <a:lstStyle/>
          <a:p>
            <a:pPr algn="ctr"/>
            <a:r>
              <a:rPr lang="en-US" b="1" dirty="0"/>
              <a:t>2’s complement Subtraction </a:t>
            </a:r>
            <a:endParaRPr lang="LID4096" b="1" dirty="0"/>
          </a:p>
        </p:txBody>
      </p:sp>
      <p:sp>
        <p:nvSpPr>
          <p:cNvPr id="3" name="Text Placeholder 2">
            <a:extLst>
              <a:ext uri="{FF2B5EF4-FFF2-40B4-BE49-F238E27FC236}">
                <a16:creationId xmlns:a16="http://schemas.microsoft.com/office/drawing/2014/main" id="{0F6121A5-9E07-4032-9C53-1F5256AA05E9}"/>
              </a:ext>
            </a:extLst>
          </p:cNvPr>
          <p:cNvSpPr>
            <a:spLocks noGrp="1"/>
          </p:cNvSpPr>
          <p:nvPr>
            <p:ph type="body" idx="1"/>
          </p:nvPr>
        </p:nvSpPr>
        <p:spPr/>
        <p:txBody>
          <a:bodyPr/>
          <a:lstStyle/>
          <a:p>
            <a:pPr algn="ctr"/>
            <a:r>
              <a:rPr lang="en-US" b="1" dirty="0"/>
              <a:t>Binary Conversation </a:t>
            </a:r>
            <a:endParaRPr lang="LID4096" b="1" dirty="0"/>
          </a:p>
        </p:txBody>
      </p:sp>
      <p:sp>
        <p:nvSpPr>
          <p:cNvPr id="4" name="Content Placeholder 3">
            <a:extLst>
              <a:ext uri="{FF2B5EF4-FFF2-40B4-BE49-F238E27FC236}">
                <a16:creationId xmlns:a16="http://schemas.microsoft.com/office/drawing/2014/main" id="{077F5AB0-5DA4-4578-9B38-BAF7EC441844}"/>
              </a:ext>
            </a:extLst>
          </p:cNvPr>
          <p:cNvSpPr>
            <a:spLocks noGrp="1"/>
          </p:cNvSpPr>
          <p:nvPr>
            <p:ph sz="half" idx="2"/>
          </p:nvPr>
        </p:nvSpPr>
        <p:spPr/>
        <p:txBody>
          <a:bodyPr>
            <a:normAutofit fontScale="70000" lnSpcReduction="20000"/>
          </a:bodyPr>
          <a:lstStyle/>
          <a:p>
            <a:r>
              <a:rPr lang="en-US" dirty="0"/>
              <a:t>Let’s subtract </a:t>
            </a:r>
            <a:r>
              <a:rPr lang="en-US" b="1" dirty="0"/>
              <a:t>39 – (25).</a:t>
            </a:r>
          </a:p>
          <a:p>
            <a:r>
              <a:rPr lang="en-US" dirty="0"/>
              <a:t>Using normal math operation 39 – 25 = 14.</a:t>
            </a:r>
          </a:p>
          <a:p>
            <a:pPr marL="457200" indent="-457200">
              <a:buFont typeface="+mj-lt"/>
              <a:buAutoNum type="arabicPeriod"/>
            </a:pPr>
            <a:r>
              <a:rPr lang="en-US" dirty="0"/>
              <a:t>Convert 39 and 25 into binary.</a:t>
            </a:r>
          </a:p>
          <a:p>
            <a:pPr marL="0" indent="0">
              <a:buNone/>
            </a:pPr>
            <a:r>
              <a:rPr lang="en-US" dirty="0"/>
              <a:t>       </a:t>
            </a:r>
            <a:r>
              <a:rPr lang="en-US" b="1" dirty="0">
                <a:solidFill>
                  <a:srgbClr val="FF0000"/>
                </a:solidFill>
              </a:rPr>
              <a:t>64 32 16 8 4 2 1</a:t>
            </a:r>
          </a:p>
          <a:p>
            <a:pPr marL="0" indent="0">
              <a:buNone/>
            </a:pPr>
            <a:r>
              <a:rPr lang="en-US" dirty="0"/>
              <a:t>          </a:t>
            </a:r>
            <a:r>
              <a:rPr lang="en-US" b="1" dirty="0">
                <a:solidFill>
                  <a:srgbClr val="FFC000"/>
                </a:solidFill>
              </a:rPr>
              <a:t>0  1   0 0 1 1 1 </a:t>
            </a:r>
            <a:r>
              <a:rPr lang="en-US" dirty="0"/>
              <a:t>= </a:t>
            </a:r>
            <a:r>
              <a:rPr lang="en-US" b="1" dirty="0"/>
              <a:t>39</a:t>
            </a:r>
          </a:p>
          <a:p>
            <a:pPr marL="0" indent="0">
              <a:buNone/>
            </a:pPr>
            <a:r>
              <a:rPr lang="en-US" dirty="0"/>
              <a:t>        - </a:t>
            </a:r>
            <a:r>
              <a:rPr lang="en-US" b="1" dirty="0">
                <a:solidFill>
                  <a:srgbClr val="FFC000"/>
                </a:solidFill>
              </a:rPr>
              <a:t>0  0   1 1 0 0 1 </a:t>
            </a:r>
            <a:r>
              <a:rPr lang="en-US" dirty="0"/>
              <a:t>= </a:t>
            </a:r>
            <a:r>
              <a:rPr lang="en-US" b="1" dirty="0"/>
              <a:t>25</a:t>
            </a:r>
          </a:p>
          <a:p>
            <a:pPr marL="0" indent="0">
              <a:buNone/>
            </a:pPr>
            <a:r>
              <a:rPr lang="en-US" b="1" dirty="0"/>
              <a:t>           0   0  0 1 1 1 0 </a:t>
            </a:r>
            <a:r>
              <a:rPr lang="en-US" dirty="0"/>
              <a:t>=</a:t>
            </a:r>
            <a:r>
              <a:rPr lang="en-US" b="1" dirty="0"/>
              <a:t> 14</a:t>
            </a:r>
            <a:r>
              <a:rPr lang="en-US" dirty="0"/>
              <a:t>,</a:t>
            </a:r>
            <a:r>
              <a:rPr lang="en-US" b="1" dirty="0"/>
              <a:t> </a:t>
            </a:r>
            <a:r>
              <a:rPr lang="en-US" dirty="0"/>
              <a:t>Proof</a:t>
            </a:r>
            <a:r>
              <a:rPr lang="en-US" b="1" dirty="0"/>
              <a:t> (</a:t>
            </a:r>
            <a:r>
              <a:rPr lang="en-US" b="1" dirty="0">
                <a:solidFill>
                  <a:srgbClr val="FF0000"/>
                </a:solidFill>
              </a:rPr>
              <a:t>8</a:t>
            </a:r>
            <a:r>
              <a:rPr lang="en-US" b="1" dirty="0"/>
              <a:t>+</a:t>
            </a:r>
            <a:r>
              <a:rPr lang="en-US" b="1" dirty="0">
                <a:solidFill>
                  <a:srgbClr val="FF0000"/>
                </a:solidFill>
              </a:rPr>
              <a:t>4</a:t>
            </a:r>
            <a:r>
              <a:rPr lang="en-US" b="1" dirty="0"/>
              <a:t>+</a:t>
            </a:r>
            <a:r>
              <a:rPr lang="en-US" b="1" dirty="0">
                <a:solidFill>
                  <a:srgbClr val="FF0000"/>
                </a:solidFill>
              </a:rPr>
              <a:t>12</a:t>
            </a:r>
            <a:r>
              <a:rPr lang="en-US" b="1" dirty="0"/>
              <a:t>)</a:t>
            </a:r>
            <a:endParaRPr lang="LID4096" b="1" dirty="0"/>
          </a:p>
        </p:txBody>
      </p:sp>
      <p:sp>
        <p:nvSpPr>
          <p:cNvPr id="5" name="Text Placeholder 4">
            <a:extLst>
              <a:ext uri="{FF2B5EF4-FFF2-40B4-BE49-F238E27FC236}">
                <a16:creationId xmlns:a16="http://schemas.microsoft.com/office/drawing/2014/main" id="{49FACF64-0B23-4022-8664-3D2230A5B48D}"/>
              </a:ext>
            </a:extLst>
          </p:cNvPr>
          <p:cNvSpPr>
            <a:spLocks noGrp="1"/>
          </p:cNvSpPr>
          <p:nvPr>
            <p:ph type="body" sz="quarter" idx="3"/>
          </p:nvPr>
        </p:nvSpPr>
        <p:spPr/>
        <p:txBody>
          <a:bodyPr/>
          <a:lstStyle/>
          <a:p>
            <a:pPr algn="ctr"/>
            <a:r>
              <a:rPr lang="en-US" b="1" dirty="0"/>
              <a:t>1’s &amp; 2’s Complement </a:t>
            </a:r>
            <a:endParaRPr lang="LID4096" b="1" dirty="0"/>
          </a:p>
        </p:txBody>
      </p:sp>
      <p:sp>
        <p:nvSpPr>
          <p:cNvPr id="6" name="Content Placeholder 5">
            <a:extLst>
              <a:ext uri="{FF2B5EF4-FFF2-40B4-BE49-F238E27FC236}">
                <a16:creationId xmlns:a16="http://schemas.microsoft.com/office/drawing/2014/main" id="{5B13F0AF-A9F9-4C9C-8B27-2B5078348DFB}"/>
              </a:ext>
            </a:extLst>
          </p:cNvPr>
          <p:cNvSpPr>
            <a:spLocks noGrp="1"/>
          </p:cNvSpPr>
          <p:nvPr>
            <p:ph sz="quarter" idx="4"/>
          </p:nvPr>
        </p:nvSpPr>
        <p:spPr/>
        <p:txBody>
          <a:bodyPr>
            <a:normAutofit fontScale="70000" lnSpcReduction="20000"/>
          </a:bodyPr>
          <a:lstStyle/>
          <a:p>
            <a:pPr marL="457200" indent="-457200">
              <a:buAutoNum type="arabicPeriod" startAt="2"/>
            </a:pPr>
            <a:r>
              <a:rPr lang="en-US" dirty="0"/>
              <a:t>Find the 1’s complement 25.</a:t>
            </a:r>
          </a:p>
          <a:p>
            <a:pPr marL="0" indent="0">
              <a:buNone/>
            </a:pPr>
            <a:r>
              <a:rPr lang="en-US" dirty="0"/>
              <a:t>       </a:t>
            </a:r>
            <a:r>
              <a:rPr lang="en-US" b="1" dirty="0">
                <a:solidFill>
                  <a:srgbClr val="00B050"/>
                </a:solidFill>
              </a:rPr>
              <a:t>1 1 0 0 1 1 0 </a:t>
            </a:r>
            <a:r>
              <a:rPr lang="en-US" dirty="0"/>
              <a:t>= </a:t>
            </a:r>
            <a:r>
              <a:rPr lang="en-US" b="1" dirty="0"/>
              <a:t>25</a:t>
            </a:r>
            <a:r>
              <a:rPr lang="en-US" dirty="0"/>
              <a:t> 1’s complement </a:t>
            </a:r>
          </a:p>
          <a:p>
            <a:pPr marL="457200" indent="-457200">
              <a:buAutoNum type="arabicPeriod" startAt="3"/>
            </a:pPr>
            <a:r>
              <a:rPr lang="en-US" dirty="0"/>
              <a:t>Find the 2’s complement of 25.</a:t>
            </a:r>
          </a:p>
          <a:p>
            <a:pPr marL="0" indent="0">
              <a:buNone/>
            </a:pPr>
            <a:r>
              <a:rPr lang="en-US" dirty="0"/>
              <a:t>       </a:t>
            </a:r>
            <a:r>
              <a:rPr lang="en-US" b="1" dirty="0">
                <a:solidFill>
                  <a:srgbClr val="00B0F0"/>
                </a:solidFill>
              </a:rPr>
              <a:t>1 1 0 0 1 1 1 </a:t>
            </a:r>
            <a:r>
              <a:rPr lang="en-US" dirty="0"/>
              <a:t>= </a:t>
            </a:r>
            <a:r>
              <a:rPr lang="en-US" b="1" dirty="0"/>
              <a:t>25 </a:t>
            </a:r>
            <a:r>
              <a:rPr lang="en-US" dirty="0"/>
              <a:t>2’s complement </a:t>
            </a:r>
          </a:p>
          <a:p>
            <a:pPr marL="0" indent="0">
              <a:buNone/>
            </a:pPr>
            <a:r>
              <a:rPr lang="en-US" b="1" dirty="0"/>
              <a:t>NOTE:</a:t>
            </a:r>
            <a:r>
              <a:rPr lang="en-US" dirty="0"/>
              <a:t> We are targeting </a:t>
            </a:r>
            <a:r>
              <a:rPr lang="en-US" b="1" dirty="0"/>
              <a:t>25</a:t>
            </a:r>
            <a:r>
              <a:rPr lang="en-US" dirty="0"/>
              <a:t>, because in 2’s complement subtraction we </a:t>
            </a:r>
            <a:r>
              <a:rPr lang="en-US" b="1" dirty="0"/>
              <a:t>change the sign </a:t>
            </a:r>
            <a:r>
              <a:rPr lang="en-US" dirty="0"/>
              <a:t>of the number after the minus (-) sign, so </a:t>
            </a:r>
            <a:r>
              <a:rPr lang="en-US" b="1" dirty="0"/>
              <a:t>25</a:t>
            </a:r>
            <a:r>
              <a:rPr lang="en-US" dirty="0"/>
              <a:t> becomes </a:t>
            </a:r>
            <a:r>
              <a:rPr lang="en-US" b="1" dirty="0"/>
              <a:t>-25</a:t>
            </a:r>
            <a:r>
              <a:rPr lang="en-US" dirty="0"/>
              <a:t>.</a:t>
            </a:r>
          </a:p>
        </p:txBody>
      </p:sp>
      <p:sp>
        <p:nvSpPr>
          <p:cNvPr id="7" name="Footer Placeholder 6">
            <a:extLst>
              <a:ext uri="{FF2B5EF4-FFF2-40B4-BE49-F238E27FC236}">
                <a16:creationId xmlns:a16="http://schemas.microsoft.com/office/drawing/2014/main" id="{7BD887BA-F23A-4894-94D9-AB83FA668A76}"/>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8" name="Slide Number Placeholder 7">
            <a:extLst>
              <a:ext uri="{FF2B5EF4-FFF2-40B4-BE49-F238E27FC236}">
                <a16:creationId xmlns:a16="http://schemas.microsoft.com/office/drawing/2014/main" id="{56564702-1ED0-4EEF-9AC1-D99319265263}"/>
              </a:ext>
            </a:extLst>
          </p:cNvPr>
          <p:cNvSpPr>
            <a:spLocks noGrp="1"/>
          </p:cNvSpPr>
          <p:nvPr>
            <p:ph type="sldNum" sz="quarter" idx="12"/>
          </p:nvPr>
        </p:nvSpPr>
        <p:spPr/>
        <p:txBody>
          <a:bodyPr/>
          <a:lstStyle/>
          <a:p>
            <a:fld id="{76711B12-96E3-4CC6-8596-5FF84CCB8B40}" type="slidenum">
              <a:rPr lang="LID4096" smtClean="0"/>
              <a:t>99</a:t>
            </a:fld>
            <a:endParaRPr lang="LID4096"/>
          </a:p>
        </p:txBody>
      </p:sp>
      <p:cxnSp>
        <p:nvCxnSpPr>
          <p:cNvPr id="10" name="Straight Connector 9">
            <a:extLst>
              <a:ext uri="{FF2B5EF4-FFF2-40B4-BE49-F238E27FC236}">
                <a16:creationId xmlns:a16="http://schemas.microsoft.com/office/drawing/2014/main" id="{523D9B96-D12B-4B1E-8B0E-727945DF9C44}"/>
              </a:ext>
            </a:extLst>
          </p:cNvPr>
          <p:cNvCxnSpPr/>
          <p:nvPr/>
        </p:nvCxnSpPr>
        <p:spPr>
          <a:xfrm flipV="1">
            <a:off x="2045616" y="4760914"/>
            <a:ext cx="169683" cy="938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0FFE9C5-6D67-4D26-A173-E04D7368C7CD}"/>
              </a:ext>
            </a:extLst>
          </p:cNvPr>
          <p:cNvSpPr/>
          <p:nvPr/>
        </p:nvSpPr>
        <p:spPr>
          <a:xfrm>
            <a:off x="1961384" y="4483914"/>
            <a:ext cx="269626" cy="276999"/>
          </a:xfrm>
          <a:prstGeom prst="rect">
            <a:avLst/>
          </a:prstGeom>
          <a:noFill/>
        </p:spPr>
        <p:txBody>
          <a:bodyPr wrap="none" lIns="91440" tIns="45720" rIns="91440" bIns="45720">
            <a:spAutoFit/>
          </a:bodyPr>
          <a:lstStyle/>
          <a:p>
            <a:pPr algn="ctr"/>
            <a:r>
              <a:rPr lang="en-US" sz="1200" b="0" cap="none" spc="0" dirty="0">
                <a:ln w="0"/>
                <a:solidFill>
                  <a:schemeClr val="tx1"/>
                </a:solidFill>
                <a:effectLst>
                  <a:outerShdw blurRad="38100" dist="19050" dir="2700000" algn="tl" rotWithShape="0">
                    <a:schemeClr val="dk1">
                      <a:alpha val="40000"/>
                    </a:schemeClr>
                  </a:outerShdw>
                </a:effectLst>
              </a:rPr>
              <a:t>0</a:t>
            </a:r>
          </a:p>
        </p:txBody>
      </p:sp>
      <p:sp>
        <p:nvSpPr>
          <p:cNvPr id="12" name="Rectangle 11">
            <a:extLst>
              <a:ext uri="{FF2B5EF4-FFF2-40B4-BE49-F238E27FC236}">
                <a16:creationId xmlns:a16="http://schemas.microsoft.com/office/drawing/2014/main" id="{0C98196A-62CA-4DA8-B85D-5D77CE66C251}"/>
              </a:ext>
            </a:extLst>
          </p:cNvPr>
          <p:cNvSpPr/>
          <p:nvPr/>
        </p:nvSpPr>
        <p:spPr>
          <a:xfrm>
            <a:off x="2277535" y="4496620"/>
            <a:ext cx="269626" cy="276999"/>
          </a:xfrm>
          <a:prstGeom prst="rect">
            <a:avLst/>
          </a:prstGeom>
          <a:noFill/>
        </p:spPr>
        <p:txBody>
          <a:bodyPr wrap="none" lIns="91440" tIns="45720" rIns="91440" bIns="45720">
            <a:spAutoFit/>
          </a:bodyPr>
          <a:lstStyle/>
          <a:p>
            <a:pPr algn="ctr"/>
            <a:r>
              <a:rPr lang="en-US" sz="1200" dirty="0">
                <a:ln w="0"/>
                <a:effectLst>
                  <a:outerShdw blurRad="38100" dist="19050" dir="2700000" algn="tl" rotWithShape="0">
                    <a:schemeClr val="dk1">
                      <a:alpha val="40000"/>
                    </a:schemeClr>
                  </a:outerShdw>
                </a:effectLst>
              </a:rPr>
              <a:t>2</a:t>
            </a:r>
            <a:endParaRPr lang="en-US" sz="1200" b="0" cap="none" spc="0" dirty="0">
              <a:ln w="0"/>
              <a:solidFill>
                <a:schemeClr val="tx1"/>
              </a:solidFill>
              <a:effectLst>
                <a:outerShdw blurRad="38100" dist="19050" dir="2700000" algn="tl" rotWithShape="0">
                  <a:schemeClr val="dk1">
                    <a:alpha val="40000"/>
                  </a:schemeClr>
                </a:outerShdw>
              </a:effectLst>
            </a:endParaRPr>
          </a:p>
        </p:txBody>
      </p:sp>
      <p:cxnSp>
        <p:nvCxnSpPr>
          <p:cNvPr id="16" name="Straight Connector 15">
            <a:extLst>
              <a:ext uri="{FF2B5EF4-FFF2-40B4-BE49-F238E27FC236}">
                <a16:creationId xmlns:a16="http://schemas.microsoft.com/office/drawing/2014/main" id="{9C0EE6A0-DADF-46EC-BD45-AC15D070FC81}"/>
              </a:ext>
            </a:extLst>
          </p:cNvPr>
          <p:cNvCxnSpPr>
            <a:cxnSpLocks/>
          </p:cNvCxnSpPr>
          <p:nvPr/>
        </p:nvCxnSpPr>
        <p:spPr>
          <a:xfrm flipV="1">
            <a:off x="2277535" y="4572222"/>
            <a:ext cx="269626" cy="1257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8FDFF0E-6B94-405D-9993-3BF10658B4CF}"/>
              </a:ext>
            </a:extLst>
          </p:cNvPr>
          <p:cNvSpPr/>
          <p:nvPr/>
        </p:nvSpPr>
        <p:spPr>
          <a:xfrm>
            <a:off x="2334007" y="4381764"/>
            <a:ext cx="269626" cy="276999"/>
          </a:xfrm>
          <a:prstGeom prst="rect">
            <a:avLst/>
          </a:prstGeom>
          <a:noFill/>
        </p:spPr>
        <p:txBody>
          <a:bodyPr wrap="none" lIns="91440" tIns="45720" rIns="91440" bIns="45720">
            <a:spAutoFit/>
          </a:bodyPr>
          <a:lstStyle/>
          <a:p>
            <a:pPr algn="ctr"/>
            <a:r>
              <a:rPr lang="en-US" sz="1200" dirty="0">
                <a:ln w="0"/>
                <a:effectLst>
                  <a:outerShdw blurRad="38100" dist="19050" dir="2700000" algn="tl" rotWithShape="0">
                    <a:schemeClr val="dk1">
                      <a:alpha val="40000"/>
                    </a:schemeClr>
                  </a:outerShdw>
                </a:effectLst>
              </a:rPr>
              <a:t>1</a:t>
            </a:r>
            <a:endParaRPr lang="en-US" sz="1200" b="0" cap="none" spc="0" dirty="0">
              <a:ln w="0"/>
              <a:solidFill>
                <a:schemeClr val="tx1"/>
              </a:solidFill>
              <a:effectLst>
                <a:outerShdw blurRad="38100" dist="19050" dir="2700000" algn="tl" rotWithShape="0">
                  <a:schemeClr val="dk1">
                    <a:alpha val="40000"/>
                  </a:schemeClr>
                </a:outerShdw>
              </a:effectLst>
            </a:endParaRPr>
          </a:p>
        </p:txBody>
      </p:sp>
      <p:sp>
        <p:nvSpPr>
          <p:cNvPr id="18" name="Rectangle 17">
            <a:extLst>
              <a:ext uri="{FF2B5EF4-FFF2-40B4-BE49-F238E27FC236}">
                <a16:creationId xmlns:a16="http://schemas.microsoft.com/office/drawing/2014/main" id="{1B515A87-58CD-485D-B15C-8461B0D97543}"/>
              </a:ext>
            </a:extLst>
          </p:cNvPr>
          <p:cNvSpPr/>
          <p:nvPr/>
        </p:nvSpPr>
        <p:spPr>
          <a:xfrm>
            <a:off x="2440584" y="4496618"/>
            <a:ext cx="269626" cy="276999"/>
          </a:xfrm>
          <a:prstGeom prst="rect">
            <a:avLst/>
          </a:prstGeom>
          <a:noFill/>
        </p:spPr>
        <p:txBody>
          <a:bodyPr wrap="none" lIns="91440" tIns="45720" rIns="91440" bIns="45720">
            <a:spAutoFit/>
          </a:bodyPr>
          <a:lstStyle/>
          <a:p>
            <a:pPr algn="ctr"/>
            <a:r>
              <a:rPr lang="en-US" sz="1200" dirty="0">
                <a:ln w="0"/>
                <a:effectLst>
                  <a:outerShdw blurRad="38100" dist="19050" dir="2700000" algn="tl" rotWithShape="0">
                    <a:schemeClr val="dk1">
                      <a:alpha val="40000"/>
                    </a:schemeClr>
                  </a:outerShdw>
                </a:effectLst>
              </a:rPr>
              <a:t>2</a:t>
            </a:r>
            <a:endParaRPr lang="en-US" sz="12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016271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D6CA1-5A33-4791-844C-24585CE4D76C}"/>
              </a:ext>
            </a:extLst>
          </p:cNvPr>
          <p:cNvSpPr>
            <a:spLocks noGrp="1"/>
          </p:cNvSpPr>
          <p:nvPr>
            <p:ph type="title"/>
          </p:nvPr>
        </p:nvSpPr>
        <p:spPr/>
        <p:txBody>
          <a:bodyPr/>
          <a:lstStyle/>
          <a:p>
            <a:pPr algn="ctr"/>
            <a:r>
              <a:rPr lang="en-US" b="1" dirty="0"/>
              <a:t>2’s complement Subtraction (Continues…)</a:t>
            </a:r>
            <a:endParaRPr lang="LID4096" dirty="0"/>
          </a:p>
        </p:txBody>
      </p:sp>
      <p:sp>
        <p:nvSpPr>
          <p:cNvPr id="3" name="Text Placeholder 2">
            <a:extLst>
              <a:ext uri="{FF2B5EF4-FFF2-40B4-BE49-F238E27FC236}">
                <a16:creationId xmlns:a16="http://schemas.microsoft.com/office/drawing/2014/main" id="{2066657E-A2CF-4DB8-BB5D-AA61E65260C6}"/>
              </a:ext>
            </a:extLst>
          </p:cNvPr>
          <p:cNvSpPr>
            <a:spLocks noGrp="1"/>
          </p:cNvSpPr>
          <p:nvPr>
            <p:ph type="body" idx="1"/>
          </p:nvPr>
        </p:nvSpPr>
        <p:spPr/>
        <p:txBody>
          <a:bodyPr/>
          <a:lstStyle/>
          <a:p>
            <a:pPr algn="ctr"/>
            <a:r>
              <a:rPr lang="en-US" b="1" dirty="0"/>
              <a:t>2’s complement subtraction </a:t>
            </a:r>
            <a:endParaRPr lang="LID4096" b="1" dirty="0"/>
          </a:p>
        </p:txBody>
      </p:sp>
      <p:sp>
        <p:nvSpPr>
          <p:cNvPr id="4" name="Content Placeholder 3">
            <a:extLst>
              <a:ext uri="{FF2B5EF4-FFF2-40B4-BE49-F238E27FC236}">
                <a16:creationId xmlns:a16="http://schemas.microsoft.com/office/drawing/2014/main" id="{39DB43B4-7B18-4AAF-88BA-FCB1A1DF8486}"/>
              </a:ext>
            </a:extLst>
          </p:cNvPr>
          <p:cNvSpPr>
            <a:spLocks noGrp="1"/>
          </p:cNvSpPr>
          <p:nvPr>
            <p:ph sz="half" idx="2"/>
          </p:nvPr>
        </p:nvSpPr>
        <p:spPr/>
        <p:txBody>
          <a:bodyPr>
            <a:normAutofit fontScale="85000" lnSpcReduction="10000"/>
          </a:bodyPr>
          <a:lstStyle/>
          <a:p>
            <a:pPr marL="457200" indent="-457200">
              <a:buAutoNum type="arabicPeriod" startAt="4"/>
            </a:pPr>
            <a:r>
              <a:rPr lang="en-US" dirty="0"/>
              <a:t>Finally, do the 2’s complement subtraction of 39 and 25.</a:t>
            </a:r>
          </a:p>
          <a:p>
            <a:pPr marL="0" indent="0">
              <a:buNone/>
            </a:pPr>
            <a:r>
              <a:rPr lang="en-US" dirty="0"/>
              <a:t>       </a:t>
            </a:r>
            <a:r>
              <a:rPr lang="en-US" b="1" dirty="0">
                <a:solidFill>
                  <a:srgbClr val="FFC000"/>
                </a:solidFill>
              </a:rPr>
              <a:t>0 1 0 0 1 1 1</a:t>
            </a:r>
          </a:p>
          <a:p>
            <a:pPr marL="0" indent="0">
              <a:buNone/>
            </a:pPr>
            <a:r>
              <a:rPr lang="en-US" dirty="0"/>
              <a:t>     +</a:t>
            </a:r>
            <a:r>
              <a:rPr lang="en-US" b="1" dirty="0">
                <a:solidFill>
                  <a:srgbClr val="00B0F0"/>
                </a:solidFill>
              </a:rPr>
              <a:t>1 1 0 0 1 1 1         </a:t>
            </a:r>
          </a:p>
          <a:p>
            <a:pPr marL="0" indent="0">
              <a:buNone/>
            </a:pPr>
            <a:r>
              <a:rPr lang="en-US" b="1" dirty="0">
                <a:solidFill>
                  <a:srgbClr val="FFC000"/>
                </a:solidFill>
              </a:rPr>
              <a:t>  </a:t>
            </a:r>
            <a:r>
              <a:rPr lang="en-US" b="1" dirty="0"/>
              <a:t>(1)</a:t>
            </a:r>
            <a:r>
              <a:rPr lang="en-US" b="1" dirty="0">
                <a:solidFill>
                  <a:srgbClr val="FFC000"/>
                </a:solidFill>
              </a:rPr>
              <a:t> 0 0 0 1 1 1 0</a:t>
            </a:r>
          </a:p>
        </p:txBody>
      </p:sp>
      <p:sp>
        <p:nvSpPr>
          <p:cNvPr id="5" name="Text Placeholder 4">
            <a:extLst>
              <a:ext uri="{FF2B5EF4-FFF2-40B4-BE49-F238E27FC236}">
                <a16:creationId xmlns:a16="http://schemas.microsoft.com/office/drawing/2014/main" id="{9AECCE8B-50FE-4C5B-ABB8-0A98C9F2B7AF}"/>
              </a:ext>
            </a:extLst>
          </p:cNvPr>
          <p:cNvSpPr>
            <a:spLocks noGrp="1"/>
          </p:cNvSpPr>
          <p:nvPr>
            <p:ph type="body" sz="quarter" idx="3"/>
          </p:nvPr>
        </p:nvSpPr>
        <p:spPr/>
        <p:txBody>
          <a:bodyPr/>
          <a:lstStyle/>
          <a:p>
            <a:pPr algn="ctr"/>
            <a:r>
              <a:rPr lang="en-US" b="1" dirty="0"/>
              <a:t>Verification </a:t>
            </a:r>
            <a:endParaRPr lang="LID4096" b="1" dirty="0"/>
          </a:p>
        </p:txBody>
      </p:sp>
      <p:sp>
        <p:nvSpPr>
          <p:cNvPr id="6" name="Content Placeholder 5">
            <a:extLst>
              <a:ext uri="{FF2B5EF4-FFF2-40B4-BE49-F238E27FC236}">
                <a16:creationId xmlns:a16="http://schemas.microsoft.com/office/drawing/2014/main" id="{4D9B3D37-736A-42D1-9213-621CADCD76FC}"/>
              </a:ext>
            </a:extLst>
          </p:cNvPr>
          <p:cNvSpPr>
            <a:spLocks noGrp="1"/>
          </p:cNvSpPr>
          <p:nvPr>
            <p:ph sz="quarter" idx="4"/>
          </p:nvPr>
        </p:nvSpPr>
        <p:spPr/>
        <p:txBody>
          <a:bodyPr>
            <a:normAutofit fontScale="85000" lnSpcReduction="10000"/>
          </a:bodyPr>
          <a:lstStyle/>
          <a:p>
            <a:r>
              <a:rPr lang="en-US" dirty="0"/>
              <a:t>Is </a:t>
            </a:r>
            <a:r>
              <a:rPr lang="en-US" b="1" dirty="0">
                <a:solidFill>
                  <a:srgbClr val="FFC000"/>
                </a:solidFill>
              </a:rPr>
              <a:t>0001110</a:t>
            </a:r>
            <a:r>
              <a:rPr lang="en-US" dirty="0"/>
              <a:t> 14?</a:t>
            </a:r>
          </a:p>
          <a:p>
            <a:pPr marL="0" indent="0">
              <a:buNone/>
            </a:pPr>
            <a:r>
              <a:rPr lang="en-US" dirty="0"/>
              <a:t>   128 64 32 16 </a:t>
            </a:r>
            <a:r>
              <a:rPr lang="en-US" b="1" dirty="0">
                <a:solidFill>
                  <a:srgbClr val="FF0000"/>
                </a:solidFill>
              </a:rPr>
              <a:t>8 4 2 </a:t>
            </a:r>
            <a:r>
              <a:rPr lang="en-US" dirty="0"/>
              <a:t>1</a:t>
            </a:r>
          </a:p>
          <a:p>
            <a:pPr marL="0" indent="0">
              <a:buNone/>
            </a:pPr>
            <a:r>
              <a:rPr lang="en-US" dirty="0"/>
              <a:t>       0   </a:t>
            </a:r>
            <a:r>
              <a:rPr lang="en-US" b="1" dirty="0">
                <a:solidFill>
                  <a:srgbClr val="FFC000"/>
                </a:solidFill>
              </a:rPr>
              <a:t>0   0   0 1 1 1 0</a:t>
            </a:r>
          </a:p>
          <a:p>
            <a:r>
              <a:rPr lang="en-US" b="1" dirty="0">
                <a:solidFill>
                  <a:srgbClr val="FF0000"/>
                </a:solidFill>
              </a:rPr>
              <a:t>8 </a:t>
            </a:r>
            <a:r>
              <a:rPr lang="en-US" dirty="0"/>
              <a:t>+ </a:t>
            </a:r>
            <a:r>
              <a:rPr lang="en-US" b="1" dirty="0">
                <a:solidFill>
                  <a:srgbClr val="FF0000"/>
                </a:solidFill>
              </a:rPr>
              <a:t>4 </a:t>
            </a:r>
            <a:r>
              <a:rPr lang="en-US" dirty="0"/>
              <a:t>+ </a:t>
            </a:r>
            <a:r>
              <a:rPr lang="en-US" b="1" dirty="0">
                <a:solidFill>
                  <a:srgbClr val="FF0000"/>
                </a:solidFill>
              </a:rPr>
              <a:t>2</a:t>
            </a:r>
            <a:r>
              <a:rPr lang="en-US" dirty="0"/>
              <a:t> = 14</a:t>
            </a:r>
            <a:r>
              <a:rPr lang="en-US" b="1" dirty="0"/>
              <a:t>, NOTE: </a:t>
            </a:r>
            <a:r>
              <a:rPr lang="en-US" dirty="0"/>
              <a:t>In 2’s complement subtraction we </a:t>
            </a:r>
            <a:r>
              <a:rPr lang="en-US" b="1" dirty="0"/>
              <a:t>add</a:t>
            </a:r>
            <a:r>
              <a:rPr lang="en-US" dirty="0"/>
              <a:t> two binaries, think of it as 39 – 25 is the same as 39 + (-25).</a:t>
            </a:r>
            <a:endParaRPr lang="LID4096" dirty="0"/>
          </a:p>
        </p:txBody>
      </p:sp>
      <p:sp>
        <p:nvSpPr>
          <p:cNvPr id="7" name="Footer Placeholder 6">
            <a:extLst>
              <a:ext uri="{FF2B5EF4-FFF2-40B4-BE49-F238E27FC236}">
                <a16:creationId xmlns:a16="http://schemas.microsoft.com/office/drawing/2014/main" id="{941BCF34-4884-43DA-ACBC-92C475BD33C8}"/>
              </a:ext>
            </a:extLst>
          </p:cNvPr>
          <p:cNvSpPr>
            <a:spLocks noGrp="1"/>
          </p:cNvSpPr>
          <p:nvPr>
            <p:ph type="ftr" sz="quarter" idx="11"/>
          </p:nvPr>
        </p:nvSpPr>
        <p:spPr>
          <a:xfrm>
            <a:off x="1141410" y="6402383"/>
            <a:ext cx="6239309" cy="365125"/>
          </a:xfrm>
        </p:spPr>
        <p:txBody>
          <a:bodyPr/>
          <a:lstStyle/>
          <a:p>
            <a:r>
              <a:rPr lang="en-GB" dirty="0"/>
              <a:t>Prepared by James Soko for Mr. Paul M. Mutunda © 2025 Kapasa Makasa University </a:t>
            </a:r>
            <a:endParaRPr lang="LID4096" dirty="0"/>
          </a:p>
        </p:txBody>
      </p:sp>
      <p:sp>
        <p:nvSpPr>
          <p:cNvPr id="8" name="Slide Number Placeholder 7">
            <a:extLst>
              <a:ext uri="{FF2B5EF4-FFF2-40B4-BE49-F238E27FC236}">
                <a16:creationId xmlns:a16="http://schemas.microsoft.com/office/drawing/2014/main" id="{95D0A7E8-B3B9-4AEF-AAF1-3B77ED7302CC}"/>
              </a:ext>
            </a:extLst>
          </p:cNvPr>
          <p:cNvSpPr>
            <a:spLocks noGrp="1"/>
          </p:cNvSpPr>
          <p:nvPr>
            <p:ph type="sldNum" sz="quarter" idx="12"/>
          </p:nvPr>
        </p:nvSpPr>
        <p:spPr/>
        <p:txBody>
          <a:bodyPr/>
          <a:lstStyle/>
          <a:p>
            <a:fld id="{76711B12-96E3-4CC6-8596-5FF84CCB8B40}" type="slidenum">
              <a:rPr lang="LID4096" smtClean="0"/>
              <a:t>100</a:t>
            </a:fld>
            <a:endParaRPr lang="LID4096"/>
          </a:p>
        </p:txBody>
      </p:sp>
      <p:sp>
        <p:nvSpPr>
          <p:cNvPr id="22" name="Rectangle 21">
            <a:extLst>
              <a:ext uri="{FF2B5EF4-FFF2-40B4-BE49-F238E27FC236}">
                <a16:creationId xmlns:a16="http://schemas.microsoft.com/office/drawing/2014/main" id="{9E6364A2-7FA1-4B41-AFA4-D6608632FC88}"/>
              </a:ext>
            </a:extLst>
          </p:cNvPr>
          <p:cNvSpPr/>
          <p:nvPr/>
        </p:nvSpPr>
        <p:spPr>
          <a:xfrm>
            <a:off x="1541004" y="5315544"/>
            <a:ext cx="3717877" cy="923330"/>
          </a:xfrm>
          <a:prstGeom prst="rect">
            <a:avLst/>
          </a:prstGeom>
          <a:noFill/>
        </p:spPr>
        <p:txBody>
          <a:bodyPr wrap="none" lIns="91440" tIns="45720" rIns="91440" bIns="45720">
            <a:spAutoFit/>
          </a:bodyPr>
          <a:lstStyle/>
          <a:p>
            <a:pPr algn="ctr"/>
            <a:r>
              <a:rPr lang="en-US" b="1" cap="none" spc="0" dirty="0">
                <a:ln w="0"/>
                <a:solidFill>
                  <a:srgbClr val="FF0000"/>
                </a:solidFill>
                <a:effectLst>
                  <a:outerShdw blurRad="38100" dist="19050" dir="2700000" algn="tl" rotWithShape="0">
                    <a:schemeClr val="dk1">
                      <a:alpha val="40000"/>
                    </a:schemeClr>
                  </a:outerShdw>
                </a:effectLst>
              </a:rPr>
              <a:t>NOTE:</a:t>
            </a:r>
            <a:r>
              <a:rPr lang="en-US" b="0" cap="none" spc="0" dirty="0">
                <a:ln w="0"/>
                <a:solidFill>
                  <a:schemeClr val="tx1"/>
                </a:solidFill>
                <a:effectLst>
                  <a:outerShdw blurRad="38100" dist="19050" dir="2700000" algn="tl" rotWithShape="0">
                    <a:schemeClr val="dk1">
                      <a:alpha val="40000"/>
                    </a:schemeClr>
                  </a:outerShdw>
                </a:effectLst>
              </a:rPr>
              <a:t> We have a carry 1 at the end,</a:t>
            </a:r>
          </a:p>
          <a:p>
            <a:pPr algn="ctr"/>
            <a:r>
              <a:rPr lang="en-US" dirty="0">
                <a:ln w="0"/>
                <a:effectLst>
                  <a:outerShdw blurRad="38100" dist="19050" dir="2700000" algn="tl" rotWithShape="0">
                    <a:schemeClr val="dk1">
                      <a:alpha val="40000"/>
                    </a:schemeClr>
                  </a:outerShdw>
                </a:effectLst>
              </a:rPr>
              <a:t>but we are just ignoring it, meaning an</a:t>
            </a:r>
          </a:p>
          <a:p>
            <a:pPr algn="ctr"/>
            <a:r>
              <a:rPr lang="en-US" b="1" cap="none" spc="0" dirty="0">
                <a:ln w="0"/>
                <a:solidFill>
                  <a:schemeClr val="tx1"/>
                </a:solidFill>
                <a:effectLst>
                  <a:outerShdw blurRad="38100" dist="19050" dir="2700000" algn="tl" rotWithShape="0">
                    <a:schemeClr val="dk1">
                      <a:alpha val="40000"/>
                    </a:schemeClr>
                  </a:outerShdw>
                </a:effectLst>
              </a:rPr>
              <a:t>overflow</a:t>
            </a:r>
            <a:r>
              <a:rPr lang="en-US" b="0" cap="none" spc="0" dirty="0">
                <a:ln w="0"/>
                <a:solidFill>
                  <a:schemeClr val="tx1"/>
                </a:solidFill>
                <a:effectLst>
                  <a:outerShdw blurRad="38100" dist="19050" dir="2700000" algn="tl" rotWithShape="0">
                    <a:schemeClr val="dk1">
                      <a:alpha val="40000"/>
                    </a:schemeClr>
                  </a:outerShdw>
                </a:effectLst>
              </a:rPr>
              <a:t> as occurred.</a:t>
            </a:r>
          </a:p>
        </p:txBody>
      </p:sp>
    </p:spTree>
    <p:extLst>
      <p:ext uri="{BB962C8B-B14F-4D97-AF65-F5344CB8AC3E}">
        <p14:creationId xmlns:p14="http://schemas.microsoft.com/office/powerpoint/2010/main" val="26155327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679DA02-FC85-4F92-8E0F-8C2830FDF847}"/>
              </a:ext>
            </a:extLst>
          </p:cNvPr>
          <p:cNvSpPr>
            <a:spLocks noGrp="1"/>
          </p:cNvSpPr>
          <p:nvPr>
            <p:ph type="ctrTitle"/>
          </p:nvPr>
        </p:nvSpPr>
        <p:spPr/>
        <p:txBody>
          <a:bodyPr/>
          <a:lstStyle/>
          <a:p>
            <a:pPr algn="ctr"/>
            <a:r>
              <a:rPr lang="en-US" b="1" dirty="0"/>
              <a:t>PERT Chart</a:t>
            </a:r>
            <a:endParaRPr lang="LID4096" b="1" dirty="0"/>
          </a:p>
        </p:txBody>
      </p:sp>
      <p:sp>
        <p:nvSpPr>
          <p:cNvPr id="10" name="Subtitle 9">
            <a:extLst>
              <a:ext uri="{FF2B5EF4-FFF2-40B4-BE49-F238E27FC236}">
                <a16:creationId xmlns:a16="http://schemas.microsoft.com/office/drawing/2014/main" id="{730F9B66-C686-405A-962F-6751B389B856}"/>
              </a:ext>
            </a:extLst>
          </p:cNvPr>
          <p:cNvSpPr>
            <a:spLocks noGrp="1"/>
          </p:cNvSpPr>
          <p:nvPr>
            <p:ph type="subTitle" idx="1"/>
          </p:nvPr>
        </p:nvSpPr>
        <p:spPr/>
        <p:txBody>
          <a:bodyPr/>
          <a:lstStyle/>
          <a:p>
            <a:pPr algn="ctr"/>
            <a:r>
              <a:rPr lang="en-US" b="1" dirty="0"/>
              <a:t>Unit 2.2</a:t>
            </a:r>
            <a:endParaRPr lang="LID4096" b="1" dirty="0"/>
          </a:p>
        </p:txBody>
      </p:sp>
      <p:sp>
        <p:nvSpPr>
          <p:cNvPr id="7" name="Footer Placeholder 6">
            <a:extLst>
              <a:ext uri="{FF2B5EF4-FFF2-40B4-BE49-F238E27FC236}">
                <a16:creationId xmlns:a16="http://schemas.microsoft.com/office/drawing/2014/main" id="{E248C1FE-99E3-470C-BC28-3DF48D783C92}"/>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8" name="Slide Number Placeholder 7">
            <a:extLst>
              <a:ext uri="{FF2B5EF4-FFF2-40B4-BE49-F238E27FC236}">
                <a16:creationId xmlns:a16="http://schemas.microsoft.com/office/drawing/2014/main" id="{10555FF5-D7CA-4020-8AEF-71B1936F2BEA}"/>
              </a:ext>
            </a:extLst>
          </p:cNvPr>
          <p:cNvSpPr>
            <a:spLocks noGrp="1"/>
          </p:cNvSpPr>
          <p:nvPr>
            <p:ph type="sldNum" sz="quarter" idx="12"/>
          </p:nvPr>
        </p:nvSpPr>
        <p:spPr/>
        <p:txBody>
          <a:bodyPr/>
          <a:lstStyle/>
          <a:p>
            <a:fld id="{76711B12-96E3-4CC6-8596-5FF84CCB8B40}" type="slidenum">
              <a:rPr lang="LID4096" smtClean="0"/>
              <a:t>101</a:t>
            </a:fld>
            <a:endParaRPr lang="LID4096"/>
          </a:p>
        </p:txBody>
      </p:sp>
    </p:spTree>
    <p:extLst>
      <p:ext uri="{BB962C8B-B14F-4D97-AF65-F5344CB8AC3E}">
        <p14:creationId xmlns:p14="http://schemas.microsoft.com/office/powerpoint/2010/main" val="30202572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DCDDA9F-9304-462A-83D6-C70F6341E992}"/>
              </a:ext>
            </a:extLst>
          </p:cNvPr>
          <p:cNvSpPr>
            <a:spLocks noGrp="1"/>
          </p:cNvSpPr>
          <p:nvPr>
            <p:ph type="title"/>
          </p:nvPr>
        </p:nvSpPr>
        <p:spPr/>
        <p:txBody>
          <a:bodyPr/>
          <a:lstStyle/>
          <a:p>
            <a:pPr algn="ctr"/>
            <a:r>
              <a:rPr lang="en-US" b="1" dirty="0"/>
              <a:t>Benefits of a PERT Chart</a:t>
            </a:r>
            <a:endParaRPr lang="LID4096" b="1" dirty="0"/>
          </a:p>
        </p:txBody>
      </p:sp>
      <p:sp>
        <p:nvSpPr>
          <p:cNvPr id="3" name="Content Placeholder 2">
            <a:extLst>
              <a:ext uri="{FF2B5EF4-FFF2-40B4-BE49-F238E27FC236}">
                <a16:creationId xmlns:a16="http://schemas.microsoft.com/office/drawing/2014/main" id="{609775B3-8E75-4C9C-9E25-9F3D5274B2B5}"/>
              </a:ext>
            </a:extLst>
          </p:cNvPr>
          <p:cNvSpPr>
            <a:spLocks noGrp="1"/>
          </p:cNvSpPr>
          <p:nvPr>
            <p:ph sz="half" idx="1"/>
          </p:nvPr>
        </p:nvSpPr>
        <p:spPr/>
        <p:txBody>
          <a:bodyPr>
            <a:normAutofit fontScale="77500" lnSpcReduction="20000"/>
          </a:bodyPr>
          <a:lstStyle/>
          <a:p>
            <a:r>
              <a:rPr lang="en-US" b="1" dirty="0"/>
              <a:t>Program Evaluation and Review Technique (PERT) chart </a:t>
            </a:r>
            <a:r>
              <a:rPr lang="en-US" dirty="0"/>
              <a:t>is a project management tool used to plan, schedule, and coordinate tasks within a project by visually mapping activities and their dependencies.</a:t>
            </a:r>
          </a:p>
          <a:p>
            <a:r>
              <a:rPr lang="en-US" b="1" dirty="0"/>
              <a:t>Benefits</a:t>
            </a:r>
            <a:r>
              <a:rPr lang="en-US" dirty="0"/>
              <a:t> of a PERT Chart include;</a:t>
            </a:r>
          </a:p>
          <a:p>
            <a:pPr marL="457200" indent="-457200">
              <a:buFont typeface="+mj-lt"/>
              <a:buAutoNum type="arabicPeriod"/>
            </a:pPr>
            <a:r>
              <a:rPr lang="en-GB" dirty="0"/>
              <a:t>Visualization of dependencies</a:t>
            </a:r>
          </a:p>
          <a:p>
            <a:pPr marL="457200" indent="-457200">
              <a:buFont typeface="+mj-lt"/>
              <a:buAutoNum type="arabicPeriod"/>
            </a:pPr>
            <a:r>
              <a:rPr lang="en-GB" dirty="0"/>
              <a:t>Critical path identification</a:t>
            </a:r>
          </a:p>
          <a:p>
            <a:pPr marL="457200" indent="-457200">
              <a:buFont typeface="+mj-lt"/>
              <a:buAutoNum type="arabicPeriod"/>
            </a:pPr>
            <a:r>
              <a:rPr lang="en-GB" dirty="0"/>
              <a:t>Effective time management</a:t>
            </a:r>
            <a:endParaRPr lang="LID4096" dirty="0"/>
          </a:p>
        </p:txBody>
      </p:sp>
      <p:sp>
        <p:nvSpPr>
          <p:cNvPr id="7" name="Content Placeholder 6">
            <a:extLst>
              <a:ext uri="{FF2B5EF4-FFF2-40B4-BE49-F238E27FC236}">
                <a16:creationId xmlns:a16="http://schemas.microsoft.com/office/drawing/2014/main" id="{DD60340B-9777-4BE4-B8B6-BD501C25E174}"/>
              </a:ext>
            </a:extLst>
          </p:cNvPr>
          <p:cNvSpPr>
            <a:spLocks noGrp="1"/>
          </p:cNvSpPr>
          <p:nvPr>
            <p:ph sz="half" idx="2"/>
          </p:nvPr>
        </p:nvSpPr>
        <p:spPr/>
        <p:txBody>
          <a:bodyPr>
            <a:normAutofit fontScale="77500" lnSpcReduction="20000"/>
          </a:bodyPr>
          <a:lstStyle/>
          <a:p>
            <a:pPr marL="457200" indent="-457200">
              <a:buAutoNum type="arabicPeriod" startAt="4"/>
            </a:pPr>
            <a:r>
              <a:rPr lang="en-US" dirty="0"/>
              <a:t>Risk management</a:t>
            </a:r>
          </a:p>
          <a:p>
            <a:pPr marL="457200" indent="-457200">
              <a:buAutoNum type="arabicPeriod" startAt="4"/>
            </a:pPr>
            <a:r>
              <a:rPr lang="en-US" dirty="0"/>
              <a:t>Clear communication</a:t>
            </a:r>
          </a:p>
          <a:p>
            <a:pPr marL="457200" indent="-457200">
              <a:buAutoNum type="arabicPeriod" startAt="4"/>
            </a:pPr>
            <a:r>
              <a:rPr lang="en-US" dirty="0"/>
              <a:t>Resource optimization</a:t>
            </a:r>
          </a:p>
          <a:p>
            <a:pPr marL="457200" indent="-457200">
              <a:buAutoNum type="arabicPeriod" startAt="4"/>
            </a:pPr>
            <a:r>
              <a:rPr lang="en-US" dirty="0"/>
              <a:t>Project monitoring and control</a:t>
            </a:r>
          </a:p>
        </p:txBody>
      </p:sp>
      <p:sp>
        <p:nvSpPr>
          <p:cNvPr id="4" name="Footer Placeholder 3">
            <a:extLst>
              <a:ext uri="{FF2B5EF4-FFF2-40B4-BE49-F238E27FC236}">
                <a16:creationId xmlns:a16="http://schemas.microsoft.com/office/drawing/2014/main" id="{A8FC28DF-58F4-4F8E-B3E2-CC579DE1AAAB}"/>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E6DDAD77-E6FE-43AC-AE17-17A2205EC15B}"/>
              </a:ext>
            </a:extLst>
          </p:cNvPr>
          <p:cNvSpPr>
            <a:spLocks noGrp="1"/>
          </p:cNvSpPr>
          <p:nvPr>
            <p:ph type="sldNum" sz="quarter" idx="12"/>
          </p:nvPr>
        </p:nvSpPr>
        <p:spPr/>
        <p:txBody>
          <a:bodyPr/>
          <a:lstStyle/>
          <a:p>
            <a:fld id="{76711B12-96E3-4CC6-8596-5FF84CCB8B40}" type="slidenum">
              <a:rPr lang="LID4096" smtClean="0"/>
              <a:t>102</a:t>
            </a:fld>
            <a:endParaRPr lang="LID4096"/>
          </a:p>
        </p:txBody>
      </p:sp>
    </p:spTree>
    <p:extLst>
      <p:ext uri="{BB962C8B-B14F-4D97-AF65-F5344CB8AC3E}">
        <p14:creationId xmlns:p14="http://schemas.microsoft.com/office/powerpoint/2010/main" val="35617299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0FC41-49F8-4542-8A5D-E7B0C89C63DF}"/>
              </a:ext>
            </a:extLst>
          </p:cNvPr>
          <p:cNvSpPr>
            <a:spLocks noGrp="1"/>
          </p:cNvSpPr>
          <p:nvPr>
            <p:ph type="title"/>
          </p:nvPr>
        </p:nvSpPr>
        <p:spPr/>
        <p:txBody>
          <a:bodyPr/>
          <a:lstStyle/>
          <a:p>
            <a:pPr algn="ctr"/>
            <a:r>
              <a:rPr lang="en-GB" b="1" dirty="0"/>
              <a:t>Challenges of PERT Charts </a:t>
            </a:r>
            <a:endParaRPr lang="LID4096" b="1" dirty="0"/>
          </a:p>
        </p:txBody>
      </p:sp>
      <p:sp>
        <p:nvSpPr>
          <p:cNvPr id="8" name="Text Placeholder 7">
            <a:extLst>
              <a:ext uri="{FF2B5EF4-FFF2-40B4-BE49-F238E27FC236}">
                <a16:creationId xmlns:a16="http://schemas.microsoft.com/office/drawing/2014/main" id="{64D52303-47F3-42E2-8FEF-083133220029}"/>
              </a:ext>
            </a:extLst>
          </p:cNvPr>
          <p:cNvSpPr>
            <a:spLocks noGrp="1"/>
          </p:cNvSpPr>
          <p:nvPr>
            <p:ph type="body" idx="1"/>
          </p:nvPr>
        </p:nvSpPr>
        <p:spPr/>
        <p:txBody>
          <a:bodyPr/>
          <a:lstStyle/>
          <a:p>
            <a:pPr algn="ctr"/>
            <a:r>
              <a:rPr lang="en-US" b="1" dirty="0"/>
              <a:t>Limitation </a:t>
            </a:r>
            <a:endParaRPr lang="LID4096" b="1" dirty="0"/>
          </a:p>
        </p:txBody>
      </p:sp>
      <p:sp>
        <p:nvSpPr>
          <p:cNvPr id="7" name="Content Placeholder 6">
            <a:extLst>
              <a:ext uri="{FF2B5EF4-FFF2-40B4-BE49-F238E27FC236}">
                <a16:creationId xmlns:a16="http://schemas.microsoft.com/office/drawing/2014/main" id="{0B4C6396-98B6-4B6B-8941-594061E6700F}"/>
              </a:ext>
            </a:extLst>
          </p:cNvPr>
          <p:cNvSpPr>
            <a:spLocks noGrp="1"/>
          </p:cNvSpPr>
          <p:nvPr>
            <p:ph sz="half" idx="2"/>
          </p:nvPr>
        </p:nvSpPr>
        <p:spPr/>
        <p:txBody>
          <a:bodyPr>
            <a:normAutofit fontScale="62500" lnSpcReduction="20000"/>
          </a:bodyPr>
          <a:lstStyle/>
          <a:p>
            <a:r>
              <a:rPr lang="en-US" dirty="0"/>
              <a:t>The accuracy of the PERT chart depends heavily on the quality of the estimates for the activity times. </a:t>
            </a:r>
            <a:endParaRPr lang="LID4096" dirty="0"/>
          </a:p>
        </p:txBody>
      </p:sp>
      <p:sp>
        <p:nvSpPr>
          <p:cNvPr id="9" name="Text Placeholder 8">
            <a:extLst>
              <a:ext uri="{FF2B5EF4-FFF2-40B4-BE49-F238E27FC236}">
                <a16:creationId xmlns:a16="http://schemas.microsoft.com/office/drawing/2014/main" id="{33EEA8B5-5EB6-477F-BE88-AC3CBF64BEB5}"/>
              </a:ext>
            </a:extLst>
          </p:cNvPr>
          <p:cNvSpPr>
            <a:spLocks noGrp="1"/>
          </p:cNvSpPr>
          <p:nvPr>
            <p:ph type="body" sz="quarter" idx="3"/>
          </p:nvPr>
        </p:nvSpPr>
        <p:spPr/>
        <p:txBody>
          <a:bodyPr/>
          <a:lstStyle/>
          <a:p>
            <a:pPr algn="ctr"/>
            <a:r>
              <a:rPr lang="en-US" b="1" dirty="0"/>
              <a:t>Key Features </a:t>
            </a:r>
            <a:endParaRPr lang="LID4096" b="1" dirty="0"/>
          </a:p>
        </p:txBody>
      </p:sp>
      <p:sp>
        <p:nvSpPr>
          <p:cNvPr id="10" name="Content Placeholder 9">
            <a:extLst>
              <a:ext uri="{FF2B5EF4-FFF2-40B4-BE49-F238E27FC236}">
                <a16:creationId xmlns:a16="http://schemas.microsoft.com/office/drawing/2014/main" id="{AE629D2A-5F3B-4CD2-B8D5-2953C545337B}"/>
              </a:ext>
            </a:extLst>
          </p:cNvPr>
          <p:cNvSpPr>
            <a:spLocks noGrp="1"/>
          </p:cNvSpPr>
          <p:nvPr>
            <p:ph sz="quarter" idx="4"/>
          </p:nvPr>
        </p:nvSpPr>
        <p:spPr/>
        <p:txBody>
          <a:bodyPr>
            <a:normAutofit fontScale="62500" lnSpcReduction="20000"/>
          </a:bodyPr>
          <a:lstStyle/>
          <a:p>
            <a:pPr marL="457200" indent="-457200">
              <a:buFont typeface="+mj-lt"/>
              <a:buAutoNum type="arabicPeriod"/>
            </a:pPr>
            <a:r>
              <a:rPr lang="en-GB" b="1" dirty="0"/>
              <a:t>Optimistic time (O/to) </a:t>
            </a:r>
            <a:r>
              <a:rPr lang="en-GB" dirty="0"/>
              <a:t>– </a:t>
            </a:r>
            <a:r>
              <a:rPr lang="en-US" dirty="0"/>
              <a:t> Shortest duration if everything goes perfectly.</a:t>
            </a:r>
          </a:p>
          <a:p>
            <a:pPr marL="457200" indent="-457200">
              <a:buFont typeface="+mj-lt"/>
              <a:buAutoNum type="arabicPeriod"/>
            </a:pPr>
            <a:r>
              <a:rPr lang="en-GB" b="1" dirty="0"/>
              <a:t>Pessimistic time (P/tp) </a:t>
            </a:r>
            <a:r>
              <a:rPr lang="en-GB" dirty="0"/>
              <a:t>– Longest possible duration if challenges occur. </a:t>
            </a:r>
          </a:p>
          <a:p>
            <a:pPr marL="457200" indent="-457200">
              <a:buFont typeface="+mj-lt"/>
              <a:buAutoNum type="arabicPeriod"/>
            </a:pPr>
            <a:r>
              <a:rPr lang="en-GB" b="1" dirty="0"/>
              <a:t>Most likely time (M/tm) </a:t>
            </a:r>
            <a:r>
              <a:rPr lang="en-GB" dirty="0"/>
              <a:t>–  Expected duration under normal conditions.</a:t>
            </a:r>
          </a:p>
          <a:p>
            <a:pPr marL="457200" indent="-457200">
              <a:buFont typeface="+mj-lt"/>
              <a:buAutoNum type="arabicPeriod"/>
            </a:pPr>
            <a:r>
              <a:rPr lang="en-GB" b="1" dirty="0"/>
              <a:t>Critical path </a:t>
            </a:r>
            <a:r>
              <a:rPr lang="en-GB" dirty="0"/>
              <a:t>- </a:t>
            </a:r>
            <a:r>
              <a:rPr lang="en-US" dirty="0"/>
              <a:t> The longest path through the network, which determines the shortest time for project completion.</a:t>
            </a:r>
            <a:endParaRPr lang="LID4096" dirty="0"/>
          </a:p>
        </p:txBody>
      </p:sp>
      <p:sp>
        <p:nvSpPr>
          <p:cNvPr id="5" name="Footer Placeholder 4">
            <a:extLst>
              <a:ext uri="{FF2B5EF4-FFF2-40B4-BE49-F238E27FC236}">
                <a16:creationId xmlns:a16="http://schemas.microsoft.com/office/drawing/2014/main" id="{C722EA9D-12E3-4BDE-990F-3B6F1E01A9A7}"/>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AAA88F2F-B453-41E0-BFDC-6BB0D53CC344}"/>
              </a:ext>
            </a:extLst>
          </p:cNvPr>
          <p:cNvSpPr>
            <a:spLocks noGrp="1"/>
          </p:cNvSpPr>
          <p:nvPr>
            <p:ph type="sldNum" sz="quarter" idx="12"/>
          </p:nvPr>
        </p:nvSpPr>
        <p:spPr/>
        <p:txBody>
          <a:bodyPr/>
          <a:lstStyle/>
          <a:p>
            <a:fld id="{76711B12-96E3-4CC6-8596-5FF84CCB8B40}" type="slidenum">
              <a:rPr lang="LID4096" smtClean="0"/>
              <a:t>103</a:t>
            </a:fld>
            <a:endParaRPr lang="LID4096"/>
          </a:p>
        </p:txBody>
      </p:sp>
    </p:spTree>
    <p:extLst>
      <p:ext uri="{BB962C8B-B14F-4D97-AF65-F5344CB8AC3E}">
        <p14:creationId xmlns:p14="http://schemas.microsoft.com/office/powerpoint/2010/main" val="388913037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2608-D7A8-48EF-BB35-52F18DA057EB}"/>
              </a:ext>
            </a:extLst>
          </p:cNvPr>
          <p:cNvSpPr>
            <a:spLocks noGrp="1"/>
          </p:cNvSpPr>
          <p:nvPr>
            <p:ph type="title"/>
          </p:nvPr>
        </p:nvSpPr>
        <p:spPr/>
        <p:txBody>
          <a:bodyPr/>
          <a:lstStyle/>
          <a:p>
            <a:pPr algn="ctr"/>
            <a:r>
              <a:rPr lang="en-US" b="1" dirty="0"/>
              <a:t> Software for developing PERT Charts</a:t>
            </a:r>
            <a:endParaRPr lang="LID4096" b="1" dirty="0"/>
          </a:p>
        </p:txBody>
      </p:sp>
      <p:sp>
        <p:nvSpPr>
          <p:cNvPr id="9" name="Content Placeholder 8">
            <a:extLst>
              <a:ext uri="{FF2B5EF4-FFF2-40B4-BE49-F238E27FC236}">
                <a16:creationId xmlns:a16="http://schemas.microsoft.com/office/drawing/2014/main" id="{0DC14647-8704-4853-B2D8-307B0996122E}"/>
              </a:ext>
            </a:extLst>
          </p:cNvPr>
          <p:cNvSpPr>
            <a:spLocks noGrp="1"/>
          </p:cNvSpPr>
          <p:nvPr>
            <p:ph idx="1"/>
          </p:nvPr>
        </p:nvSpPr>
        <p:spPr/>
        <p:txBody>
          <a:bodyPr/>
          <a:lstStyle/>
          <a:p>
            <a:pPr marL="457200" indent="-457200">
              <a:buFont typeface="+mj-lt"/>
              <a:buAutoNum type="arabicPeriod"/>
            </a:pPr>
            <a:r>
              <a:rPr lang="en-GB" dirty="0"/>
              <a:t> LucidChart</a:t>
            </a:r>
          </a:p>
          <a:p>
            <a:pPr marL="457200" indent="-457200">
              <a:buFont typeface="+mj-lt"/>
              <a:buAutoNum type="arabicPeriod"/>
            </a:pPr>
            <a:r>
              <a:rPr lang="en-GB" dirty="0"/>
              <a:t>SmartDraw</a:t>
            </a:r>
          </a:p>
          <a:p>
            <a:pPr marL="457200" indent="-457200">
              <a:buFont typeface="+mj-lt"/>
              <a:buAutoNum type="arabicPeriod"/>
            </a:pPr>
            <a:r>
              <a:rPr lang="en-GB" dirty="0"/>
              <a:t>EdrawMax</a:t>
            </a:r>
          </a:p>
          <a:p>
            <a:pPr marL="457200" indent="-457200">
              <a:buFont typeface="+mj-lt"/>
              <a:buAutoNum type="arabicPeriod"/>
            </a:pPr>
            <a:r>
              <a:rPr lang="en-GB" dirty="0"/>
              <a:t>Creately</a:t>
            </a:r>
          </a:p>
          <a:p>
            <a:pPr marL="457200" indent="-457200">
              <a:buFont typeface="+mj-lt"/>
              <a:buAutoNum type="arabicPeriod"/>
            </a:pPr>
            <a:r>
              <a:rPr lang="en-GB" dirty="0"/>
              <a:t>Microsoft Visio</a:t>
            </a:r>
            <a:endParaRPr lang="LID4096" dirty="0"/>
          </a:p>
        </p:txBody>
      </p:sp>
      <p:sp>
        <p:nvSpPr>
          <p:cNvPr id="7" name="Footer Placeholder 6">
            <a:extLst>
              <a:ext uri="{FF2B5EF4-FFF2-40B4-BE49-F238E27FC236}">
                <a16:creationId xmlns:a16="http://schemas.microsoft.com/office/drawing/2014/main" id="{071C7F7A-3F25-4BCE-80C0-82EDA8A55527}"/>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8" name="Slide Number Placeholder 7">
            <a:extLst>
              <a:ext uri="{FF2B5EF4-FFF2-40B4-BE49-F238E27FC236}">
                <a16:creationId xmlns:a16="http://schemas.microsoft.com/office/drawing/2014/main" id="{784575F6-4C6F-478D-BE1C-144EF9E088EC}"/>
              </a:ext>
            </a:extLst>
          </p:cNvPr>
          <p:cNvSpPr>
            <a:spLocks noGrp="1"/>
          </p:cNvSpPr>
          <p:nvPr>
            <p:ph type="sldNum" sz="quarter" idx="12"/>
          </p:nvPr>
        </p:nvSpPr>
        <p:spPr/>
        <p:txBody>
          <a:bodyPr/>
          <a:lstStyle/>
          <a:p>
            <a:fld id="{76711B12-96E3-4CC6-8596-5FF84CCB8B40}" type="slidenum">
              <a:rPr lang="LID4096" smtClean="0"/>
              <a:t>104</a:t>
            </a:fld>
            <a:endParaRPr lang="LID4096"/>
          </a:p>
        </p:txBody>
      </p:sp>
    </p:spTree>
    <p:extLst>
      <p:ext uri="{BB962C8B-B14F-4D97-AF65-F5344CB8AC3E}">
        <p14:creationId xmlns:p14="http://schemas.microsoft.com/office/powerpoint/2010/main" val="28633063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01A2B-8140-4AC3-8343-579D333B0033}"/>
              </a:ext>
            </a:extLst>
          </p:cNvPr>
          <p:cNvSpPr>
            <a:spLocks noGrp="1"/>
          </p:cNvSpPr>
          <p:nvPr>
            <p:ph type="title"/>
          </p:nvPr>
        </p:nvSpPr>
        <p:spPr/>
        <p:txBody>
          <a:bodyPr/>
          <a:lstStyle/>
          <a:p>
            <a:pPr algn="ctr"/>
            <a:r>
              <a:rPr lang="en-US" b="1" dirty="0"/>
              <a:t>PERT Chart Example 1</a:t>
            </a:r>
            <a:endParaRPr lang="LID4096" b="1" dirty="0"/>
          </a:p>
        </p:txBody>
      </p:sp>
      <p:sp>
        <p:nvSpPr>
          <p:cNvPr id="3" name="Content Placeholder 2">
            <a:extLst>
              <a:ext uri="{FF2B5EF4-FFF2-40B4-BE49-F238E27FC236}">
                <a16:creationId xmlns:a16="http://schemas.microsoft.com/office/drawing/2014/main" id="{6CAD1A40-6856-484A-B747-D07751C3D174}"/>
              </a:ext>
            </a:extLst>
          </p:cNvPr>
          <p:cNvSpPr>
            <a:spLocks noGrp="1"/>
          </p:cNvSpPr>
          <p:nvPr>
            <p:ph sz="half" idx="1"/>
          </p:nvPr>
        </p:nvSpPr>
        <p:spPr/>
        <p:txBody>
          <a:bodyPr/>
          <a:lstStyle/>
          <a:p>
            <a:r>
              <a:rPr lang="en-US" dirty="0"/>
              <a:t>Question</a:t>
            </a:r>
          </a:p>
          <a:p>
            <a:pPr marL="0" indent="0">
              <a:buNone/>
            </a:pPr>
            <a:endParaRPr lang="LID4096" dirty="0"/>
          </a:p>
        </p:txBody>
      </p:sp>
      <p:sp>
        <p:nvSpPr>
          <p:cNvPr id="4" name="Content Placeholder 3">
            <a:extLst>
              <a:ext uri="{FF2B5EF4-FFF2-40B4-BE49-F238E27FC236}">
                <a16:creationId xmlns:a16="http://schemas.microsoft.com/office/drawing/2014/main" id="{8F91FBD6-DC69-40E8-B9F9-4D4F432404D1}"/>
              </a:ext>
            </a:extLst>
          </p:cNvPr>
          <p:cNvSpPr>
            <a:spLocks noGrp="1"/>
          </p:cNvSpPr>
          <p:nvPr>
            <p:ph sz="half" idx="2"/>
          </p:nvPr>
        </p:nvSpPr>
        <p:spPr/>
        <p:txBody>
          <a:bodyPr/>
          <a:lstStyle/>
          <a:p>
            <a:r>
              <a:rPr lang="en-US" dirty="0"/>
              <a:t>PERT Chart</a:t>
            </a:r>
          </a:p>
          <a:p>
            <a:pPr marL="0" indent="0">
              <a:buNone/>
            </a:pPr>
            <a:endParaRPr lang="LID4096" dirty="0"/>
          </a:p>
        </p:txBody>
      </p:sp>
      <p:sp>
        <p:nvSpPr>
          <p:cNvPr id="5" name="Footer Placeholder 4">
            <a:extLst>
              <a:ext uri="{FF2B5EF4-FFF2-40B4-BE49-F238E27FC236}">
                <a16:creationId xmlns:a16="http://schemas.microsoft.com/office/drawing/2014/main" id="{D489DCE5-4166-4F4E-924B-55C3E8E0C50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5BA1F777-59DB-463C-A1E4-E172ABBB197F}"/>
              </a:ext>
            </a:extLst>
          </p:cNvPr>
          <p:cNvSpPr>
            <a:spLocks noGrp="1"/>
          </p:cNvSpPr>
          <p:nvPr>
            <p:ph type="sldNum" sz="quarter" idx="12"/>
          </p:nvPr>
        </p:nvSpPr>
        <p:spPr/>
        <p:txBody>
          <a:bodyPr/>
          <a:lstStyle/>
          <a:p>
            <a:fld id="{76711B12-96E3-4CC6-8596-5FF84CCB8B40}" type="slidenum">
              <a:rPr lang="LID4096" smtClean="0"/>
              <a:t>105</a:t>
            </a:fld>
            <a:endParaRPr lang="LID4096"/>
          </a:p>
        </p:txBody>
      </p:sp>
      <p:graphicFrame>
        <p:nvGraphicFramePr>
          <p:cNvPr id="8" name="Table 8">
            <a:extLst>
              <a:ext uri="{FF2B5EF4-FFF2-40B4-BE49-F238E27FC236}">
                <a16:creationId xmlns:a16="http://schemas.microsoft.com/office/drawing/2014/main" id="{509757A3-DC04-48CB-8E43-E77C129E2489}"/>
              </a:ext>
            </a:extLst>
          </p:cNvPr>
          <p:cNvGraphicFramePr>
            <a:graphicFrameLocks noGrp="1"/>
          </p:cNvGraphicFramePr>
          <p:nvPr>
            <p:extLst>
              <p:ext uri="{D42A27DB-BD31-4B8C-83A1-F6EECF244321}">
                <p14:modId xmlns:p14="http://schemas.microsoft.com/office/powerpoint/2010/main" val="2586910206"/>
              </p:ext>
            </p:extLst>
          </p:nvPr>
        </p:nvGraphicFramePr>
        <p:xfrm>
          <a:off x="1485246" y="2877661"/>
          <a:ext cx="2766243" cy="2225040"/>
        </p:xfrm>
        <a:graphic>
          <a:graphicData uri="http://schemas.openxmlformats.org/drawingml/2006/table">
            <a:tbl>
              <a:tblPr firstRow="1" bandRow="1">
                <a:tableStyleId>{5C22544A-7EE6-4342-B048-85BDC9FD1C3A}</a:tableStyleId>
              </a:tblPr>
              <a:tblGrid>
                <a:gridCol w="1163686">
                  <a:extLst>
                    <a:ext uri="{9D8B030D-6E8A-4147-A177-3AD203B41FA5}">
                      <a16:colId xmlns:a16="http://schemas.microsoft.com/office/drawing/2014/main" val="916816838"/>
                    </a:ext>
                  </a:extLst>
                </a:gridCol>
                <a:gridCol w="1602557">
                  <a:extLst>
                    <a:ext uri="{9D8B030D-6E8A-4147-A177-3AD203B41FA5}">
                      <a16:colId xmlns:a16="http://schemas.microsoft.com/office/drawing/2014/main" val="1341280851"/>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Dependencies</a:t>
                      </a:r>
                      <a:endParaRPr lang="LID4096" dirty="0">
                        <a:solidFill>
                          <a:schemeClr val="tx1"/>
                        </a:solidFill>
                      </a:endParaRPr>
                    </a:p>
                  </a:txBody>
                  <a:tcPr>
                    <a:noFill/>
                  </a:tcPr>
                </a:tc>
                <a:extLst>
                  <a:ext uri="{0D108BD9-81ED-4DB2-BD59-A6C34878D82A}">
                    <a16:rowId xmlns:a16="http://schemas.microsoft.com/office/drawing/2014/main" val="452846576"/>
                  </a:ext>
                </a:extLst>
              </a:tr>
              <a:tr h="370840">
                <a:tc>
                  <a:txBody>
                    <a:bodyPr/>
                    <a:lstStyle/>
                    <a:p>
                      <a:r>
                        <a:rPr lang="en-US" dirty="0">
                          <a:solidFill>
                            <a:schemeClr val="tx1"/>
                          </a:solidFill>
                        </a:rPr>
                        <a:t>A</a:t>
                      </a:r>
                      <a:endParaRPr lang="LID4096" dirty="0">
                        <a:solidFill>
                          <a:schemeClr val="tx1"/>
                        </a:solidFill>
                      </a:endParaRPr>
                    </a:p>
                  </a:txBody>
                  <a:tcPr>
                    <a:noFill/>
                  </a:tcPr>
                </a:tc>
                <a:tc>
                  <a:txBody>
                    <a:bodyPr/>
                    <a:lstStyle/>
                    <a:p>
                      <a:endParaRPr lang="LID4096" dirty="0">
                        <a:solidFill>
                          <a:schemeClr val="tx1"/>
                        </a:solidFill>
                      </a:endParaRPr>
                    </a:p>
                  </a:txBody>
                  <a:tcPr>
                    <a:noFill/>
                  </a:tcPr>
                </a:tc>
                <a:extLst>
                  <a:ext uri="{0D108BD9-81ED-4DB2-BD59-A6C34878D82A}">
                    <a16:rowId xmlns:a16="http://schemas.microsoft.com/office/drawing/2014/main" val="3140191134"/>
                  </a:ext>
                </a:extLst>
              </a:tr>
              <a:tr h="370840">
                <a:tc>
                  <a:txBody>
                    <a:bodyPr/>
                    <a:lstStyle/>
                    <a:p>
                      <a:r>
                        <a:rPr lang="en-US" dirty="0">
                          <a:solidFill>
                            <a:schemeClr val="tx1"/>
                          </a:solidFill>
                        </a:rPr>
                        <a:t>B</a:t>
                      </a:r>
                      <a:endParaRPr lang="LID4096" dirty="0">
                        <a:solidFill>
                          <a:schemeClr val="tx1"/>
                        </a:solidFill>
                      </a:endParaRPr>
                    </a:p>
                  </a:txBody>
                  <a:tcPr>
                    <a:noFill/>
                  </a:tcPr>
                </a:tc>
                <a:tc>
                  <a:txBody>
                    <a:bodyPr/>
                    <a:lstStyle/>
                    <a:p>
                      <a:endParaRPr lang="LID4096" dirty="0">
                        <a:solidFill>
                          <a:schemeClr val="tx1"/>
                        </a:solidFill>
                      </a:endParaRPr>
                    </a:p>
                  </a:txBody>
                  <a:tcPr>
                    <a:noFill/>
                  </a:tcPr>
                </a:tc>
                <a:extLst>
                  <a:ext uri="{0D108BD9-81ED-4DB2-BD59-A6C34878D82A}">
                    <a16:rowId xmlns:a16="http://schemas.microsoft.com/office/drawing/2014/main" val="2425068029"/>
                  </a:ext>
                </a:extLst>
              </a:tr>
              <a:tr h="370840">
                <a:tc>
                  <a:txBody>
                    <a:bodyPr/>
                    <a:lstStyle/>
                    <a:p>
                      <a:r>
                        <a:rPr lang="en-US" dirty="0">
                          <a:solidFill>
                            <a:schemeClr val="tx1"/>
                          </a:solidFill>
                        </a:rPr>
                        <a:t>C</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extLst>
                  <a:ext uri="{0D108BD9-81ED-4DB2-BD59-A6C34878D82A}">
                    <a16:rowId xmlns:a16="http://schemas.microsoft.com/office/drawing/2014/main" val="1961207053"/>
                  </a:ext>
                </a:extLst>
              </a:tr>
              <a:tr h="370840">
                <a:tc>
                  <a:txBody>
                    <a:bodyPr/>
                    <a:lstStyle/>
                    <a:p>
                      <a:r>
                        <a:rPr lang="en-US" dirty="0">
                          <a:solidFill>
                            <a:schemeClr val="tx1"/>
                          </a:solidFill>
                        </a:rPr>
                        <a:t>D</a:t>
                      </a:r>
                      <a:endParaRPr lang="LID4096" dirty="0">
                        <a:solidFill>
                          <a:schemeClr val="tx1"/>
                        </a:solidFill>
                      </a:endParaRPr>
                    </a:p>
                  </a:txBody>
                  <a:tcPr>
                    <a:noFill/>
                  </a:tcPr>
                </a:tc>
                <a:tc>
                  <a:txBody>
                    <a:bodyPr/>
                    <a:lstStyle/>
                    <a:p>
                      <a:r>
                        <a:rPr lang="en-US" dirty="0">
                          <a:solidFill>
                            <a:schemeClr val="tx1"/>
                          </a:solidFill>
                        </a:rPr>
                        <a:t>B</a:t>
                      </a:r>
                      <a:endParaRPr lang="LID4096" dirty="0">
                        <a:solidFill>
                          <a:schemeClr val="tx1"/>
                        </a:solidFill>
                      </a:endParaRPr>
                    </a:p>
                  </a:txBody>
                  <a:tcPr>
                    <a:noFill/>
                  </a:tcPr>
                </a:tc>
                <a:extLst>
                  <a:ext uri="{0D108BD9-81ED-4DB2-BD59-A6C34878D82A}">
                    <a16:rowId xmlns:a16="http://schemas.microsoft.com/office/drawing/2014/main" val="24945900"/>
                  </a:ext>
                </a:extLst>
              </a:tr>
              <a:tr h="370840">
                <a:tc>
                  <a:txBody>
                    <a:bodyPr/>
                    <a:lstStyle/>
                    <a:p>
                      <a:r>
                        <a:rPr lang="en-US" dirty="0">
                          <a:solidFill>
                            <a:schemeClr val="tx1"/>
                          </a:solidFill>
                        </a:rPr>
                        <a:t>E</a:t>
                      </a:r>
                      <a:endParaRPr lang="LID4096" dirty="0">
                        <a:solidFill>
                          <a:schemeClr val="tx1"/>
                        </a:solidFill>
                      </a:endParaRPr>
                    </a:p>
                  </a:txBody>
                  <a:tcPr>
                    <a:noFill/>
                  </a:tcPr>
                </a:tc>
                <a:tc>
                  <a:txBody>
                    <a:bodyPr/>
                    <a:lstStyle/>
                    <a:p>
                      <a:r>
                        <a:rPr lang="en-US" dirty="0">
                          <a:solidFill>
                            <a:schemeClr val="tx1"/>
                          </a:solidFill>
                        </a:rPr>
                        <a:t>C,D</a:t>
                      </a:r>
                      <a:endParaRPr lang="LID4096" dirty="0">
                        <a:solidFill>
                          <a:schemeClr val="tx1"/>
                        </a:solidFill>
                      </a:endParaRPr>
                    </a:p>
                  </a:txBody>
                  <a:tcPr>
                    <a:noFill/>
                  </a:tcPr>
                </a:tc>
                <a:extLst>
                  <a:ext uri="{0D108BD9-81ED-4DB2-BD59-A6C34878D82A}">
                    <a16:rowId xmlns:a16="http://schemas.microsoft.com/office/drawing/2014/main" val="2658076189"/>
                  </a:ext>
                </a:extLst>
              </a:tr>
            </a:tbl>
          </a:graphicData>
        </a:graphic>
      </p:graphicFrame>
      <p:sp>
        <p:nvSpPr>
          <p:cNvPr id="9" name="Oval 8">
            <a:extLst>
              <a:ext uri="{FF2B5EF4-FFF2-40B4-BE49-F238E27FC236}">
                <a16:creationId xmlns:a16="http://schemas.microsoft.com/office/drawing/2014/main" id="{25C958DF-E075-4BBC-8CE6-767EC7AEE888}"/>
              </a:ext>
            </a:extLst>
          </p:cNvPr>
          <p:cNvSpPr/>
          <p:nvPr/>
        </p:nvSpPr>
        <p:spPr>
          <a:xfrm>
            <a:off x="7041221" y="3057427"/>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Oval 9">
            <a:extLst>
              <a:ext uri="{FF2B5EF4-FFF2-40B4-BE49-F238E27FC236}">
                <a16:creationId xmlns:a16="http://schemas.microsoft.com/office/drawing/2014/main" id="{A9216EB5-C924-45E0-877D-ACBE927B9050}"/>
              </a:ext>
            </a:extLst>
          </p:cNvPr>
          <p:cNvSpPr/>
          <p:nvPr/>
        </p:nvSpPr>
        <p:spPr>
          <a:xfrm>
            <a:off x="8913427" y="3057427"/>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960AFC9E-B799-470B-8073-00E68B5FEB39}"/>
              </a:ext>
            </a:extLst>
          </p:cNvPr>
          <p:cNvSpPr/>
          <p:nvPr/>
        </p:nvSpPr>
        <p:spPr>
          <a:xfrm>
            <a:off x="10824017" y="3051928"/>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Oval 11">
            <a:extLst>
              <a:ext uri="{FF2B5EF4-FFF2-40B4-BE49-F238E27FC236}">
                <a16:creationId xmlns:a16="http://schemas.microsoft.com/office/drawing/2014/main" id="{9666801C-F467-48E0-B4C0-0693CBB81602}"/>
              </a:ext>
            </a:extLst>
          </p:cNvPr>
          <p:cNvSpPr/>
          <p:nvPr/>
        </p:nvSpPr>
        <p:spPr>
          <a:xfrm>
            <a:off x="5908102" y="4204355"/>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Oval 12">
            <a:extLst>
              <a:ext uri="{FF2B5EF4-FFF2-40B4-BE49-F238E27FC236}">
                <a16:creationId xmlns:a16="http://schemas.microsoft.com/office/drawing/2014/main" id="{849E04B8-C0D5-4F80-88B2-C9CB9DE20040}"/>
              </a:ext>
            </a:extLst>
          </p:cNvPr>
          <p:cNvSpPr/>
          <p:nvPr/>
        </p:nvSpPr>
        <p:spPr>
          <a:xfrm>
            <a:off x="7041221" y="5339024"/>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5" name="Straight Arrow Connector 14">
            <a:extLst>
              <a:ext uri="{FF2B5EF4-FFF2-40B4-BE49-F238E27FC236}">
                <a16:creationId xmlns:a16="http://schemas.microsoft.com/office/drawing/2014/main" id="{F2AD930B-058C-401A-8A1D-E1F6AD286FB1}"/>
              </a:ext>
            </a:extLst>
          </p:cNvPr>
          <p:cNvCxnSpPr>
            <a:stCxn id="12" idx="7"/>
            <a:endCxn id="9" idx="3"/>
          </p:cNvCxnSpPr>
          <p:nvPr/>
        </p:nvCxnSpPr>
        <p:spPr>
          <a:xfrm flipV="1">
            <a:off x="6567897" y="3701129"/>
            <a:ext cx="586527" cy="613668"/>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8EF4E928-A460-4AAF-85FB-C8BB75F373D6}"/>
              </a:ext>
            </a:extLst>
          </p:cNvPr>
          <p:cNvCxnSpPr>
            <a:stCxn id="9" idx="6"/>
            <a:endCxn id="10" idx="2"/>
          </p:cNvCxnSpPr>
          <p:nvPr/>
        </p:nvCxnSpPr>
        <p:spPr>
          <a:xfrm>
            <a:off x="7814219" y="3434499"/>
            <a:ext cx="10992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76022CE-9295-4D8D-B1F0-7CBBBCFBA4E2}"/>
              </a:ext>
            </a:extLst>
          </p:cNvPr>
          <p:cNvCxnSpPr>
            <a:stCxn id="10" idx="6"/>
            <a:endCxn id="11" idx="2"/>
          </p:cNvCxnSpPr>
          <p:nvPr/>
        </p:nvCxnSpPr>
        <p:spPr>
          <a:xfrm flipV="1">
            <a:off x="9686425" y="3429000"/>
            <a:ext cx="1137592" cy="54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3939D23-5DA1-4072-AE84-3C515EE42016}"/>
              </a:ext>
            </a:extLst>
          </p:cNvPr>
          <p:cNvCxnSpPr>
            <a:stCxn id="12" idx="5"/>
            <a:endCxn id="13" idx="1"/>
          </p:cNvCxnSpPr>
          <p:nvPr/>
        </p:nvCxnSpPr>
        <p:spPr>
          <a:xfrm>
            <a:off x="6567897" y="4848057"/>
            <a:ext cx="586527" cy="6014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996616-37EF-4A55-90DB-B601303992CA}"/>
              </a:ext>
            </a:extLst>
          </p:cNvPr>
          <p:cNvCxnSpPr>
            <a:stCxn id="13" idx="6"/>
            <a:endCxn id="10" idx="4"/>
          </p:cNvCxnSpPr>
          <p:nvPr/>
        </p:nvCxnSpPr>
        <p:spPr>
          <a:xfrm flipV="1">
            <a:off x="7814219" y="3811571"/>
            <a:ext cx="1485707" cy="1904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2DBE123-1D07-4A5C-B445-0FFD9FE29F97}"/>
              </a:ext>
            </a:extLst>
          </p:cNvPr>
          <p:cNvCxnSpPr>
            <a:stCxn id="12" idx="0"/>
            <a:endCxn id="12" idx="4"/>
          </p:cNvCxnSpPr>
          <p:nvPr/>
        </p:nvCxnSpPr>
        <p:spPr>
          <a:xfrm>
            <a:off x="6294601" y="4204355"/>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6BB6050-1622-4975-B425-6602FF801E57}"/>
              </a:ext>
            </a:extLst>
          </p:cNvPr>
          <p:cNvCxnSpPr>
            <a:stCxn id="9" idx="0"/>
            <a:endCxn id="9" idx="4"/>
          </p:cNvCxnSpPr>
          <p:nvPr/>
        </p:nvCxnSpPr>
        <p:spPr>
          <a:xfrm>
            <a:off x="7427720" y="3057427"/>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469C70C-7548-4736-A92B-4B4C177BFCE1}"/>
              </a:ext>
            </a:extLst>
          </p:cNvPr>
          <p:cNvCxnSpPr>
            <a:stCxn id="13" idx="0"/>
            <a:endCxn id="13" idx="4"/>
          </p:cNvCxnSpPr>
          <p:nvPr/>
        </p:nvCxnSpPr>
        <p:spPr>
          <a:xfrm>
            <a:off x="7427720" y="5339024"/>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F7B9D03-E3D6-42DF-8E50-998CB0281AD5}"/>
              </a:ext>
            </a:extLst>
          </p:cNvPr>
          <p:cNvCxnSpPr>
            <a:stCxn id="11" idx="0"/>
            <a:endCxn id="11" idx="4"/>
          </p:cNvCxnSpPr>
          <p:nvPr/>
        </p:nvCxnSpPr>
        <p:spPr>
          <a:xfrm>
            <a:off x="11210516" y="3051928"/>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2E82565-223D-4E02-9055-94B539711F96}"/>
              </a:ext>
            </a:extLst>
          </p:cNvPr>
          <p:cNvCxnSpPr>
            <a:stCxn id="12" idx="6"/>
          </p:cNvCxnSpPr>
          <p:nvPr/>
        </p:nvCxnSpPr>
        <p:spPr>
          <a:xfrm flipH="1">
            <a:off x="6294601" y="4581427"/>
            <a:ext cx="3864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ECF4AA8-3E03-4A7D-AF85-8C15610CAFCF}"/>
              </a:ext>
            </a:extLst>
          </p:cNvPr>
          <p:cNvCxnSpPr>
            <a:stCxn id="9" idx="6"/>
          </p:cNvCxnSpPr>
          <p:nvPr/>
        </p:nvCxnSpPr>
        <p:spPr>
          <a:xfrm flipH="1" flipV="1">
            <a:off x="7427720" y="3429000"/>
            <a:ext cx="386499" cy="5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8A3F6C0-A9CB-4C66-A6E4-5EE4B3A1D0CC}"/>
              </a:ext>
            </a:extLst>
          </p:cNvPr>
          <p:cNvCxnSpPr>
            <a:stCxn id="10" idx="0"/>
            <a:endCxn id="10" idx="4"/>
          </p:cNvCxnSpPr>
          <p:nvPr/>
        </p:nvCxnSpPr>
        <p:spPr>
          <a:xfrm>
            <a:off x="9299926" y="3057427"/>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BDC72AC-9153-4323-AF78-B45E0BE19D2C}"/>
              </a:ext>
            </a:extLst>
          </p:cNvPr>
          <p:cNvCxnSpPr>
            <a:stCxn id="13" idx="6"/>
          </p:cNvCxnSpPr>
          <p:nvPr/>
        </p:nvCxnSpPr>
        <p:spPr>
          <a:xfrm flipH="1">
            <a:off x="7427720" y="5716096"/>
            <a:ext cx="3864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A6F08C4-3684-4E41-80CA-6399D2BE258F}"/>
              </a:ext>
            </a:extLst>
          </p:cNvPr>
          <p:cNvCxnSpPr>
            <a:stCxn id="10" idx="6"/>
          </p:cNvCxnSpPr>
          <p:nvPr/>
        </p:nvCxnSpPr>
        <p:spPr>
          <a:xfrm flipH="1" flipV="1">
            <a:off x="9299926" y="3429000"/>
            <a:ext cx="386499" cy="5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7C5D821-5501-4632-A554-C4ACE7450308}"/>
              </a:ext>
            </a:extLst>
          </p:cNvPr>
          <p:cNvCxnSpPr>
            <a:stCxn id="11" idx="6"/>
          </p:cNvCxnSpPr>
          <p:nvPr/>
        </p:nvCxnSpPr>
        <p:spPr>
          <a:xfrm flipH="1">
            <a:off x="11210515" y="3429000"/>
            <a:ext cx="3865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8AD0A7DC-77A7-4FED-8F58-B0FB454AC33C}"/>
              </a:ext>
            </a:extLst>
          </p:cNvPr>
          <p:cNvSpPr/>
          <p:nvPr/>
        </p:nvSpPr>
        <p:spPr>
          <a:xfrm>
            <a:off x="6744077" y="3797037"/>
            <a:ext cx="308097"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A</a:t>
            </a:r>
          </a:p>
        </p:txBody>
      </p:sp>
      <p:sp>
        <p:nvSpPr>
          <p:cNvPr id="45" name="Rectangle 44">
            <a:extLst>
              <a:ext uri="{FF2B5EF4-FFF2-40B4-BE49-F238E27FC236}">
                <a16:creationId xmlns:a16="http://schemas.microsoft.com/office/drawing/2014/main" id="{788F13DE-CF13-4264-B3AB-7BFE071130FF}"/>
              </a:ext>
            </a:extLst>
          </p:cNvPr>
          <p:cNvSpPr/>
          <p:nvPr/>
        </p:nvSpPr>
        <p:spPr>
          <a:xfrm>
            <a:off x="6726591" y="4958499"/>
            <a:ext cx="287259"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B</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46" name="Rectangle 45">
            <a:extLst>
              <a:ext uri="{FF2B5EF4-FFF2-40B4-BE49-F238E27FC236}">
                <a16:creationId xmlns:a16="http://schemas.microsoft.com/office/drawing/2014/main" id="{9C3D7308-7746-43A6-842B-5F89284BF11B}"/>
              </a:ext>
            </a:extLst>
          </p:cNvPr>
          <p:cNvSpPr/>
          <p:nvPr/>
        </p:nvSpPr>
        <p:spPr>
          <a:xfrm>
            <a:off x="8133494" y="3265222"/>
            <a:ext cx="308098"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C</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47" name="Rectangle 46">
            <a:extLst>
              <a:ext uri="{FF2B5EF4-FFF2-40B4-BE49-F238E27FC236}">
                <a16:creationId xmlns:a16="http://schemas.microsoft.com/office/drawing/2014/main" id="{973F4B29-539E-4F6B-9FB6-A06BC22E4012}"/>
              </a:ext>
            </a:extLst>
          </p:cNvPr>
          <p:cNvSpPr/>
          <p:nvPr/>
        </p:nvSpPr>
        <p:spPr>
          <a:xfrm>
            <a:off x="8455756" y="4581427"/>
            <a:ext cx="308098"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D</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48" name="Rectangle 47">
            <a:extLst>
              <a:ext uri="{FF2B5EF4-FFF2-40B4-BE49-F238E27FC236}">
                <a16:creationId xmlns:a16="http://schemas.microsoft.com/office/drawing/2014/main" id="{C97FC035-0F84-460C-B427-09CABE8EBD69}"/>
              </a:ext>
            </a:extLst>
          </p:cNvPr>
          <p:cNvSpPr/>
          <p:nvPr/>
        </p:nvSpPr>
        <p:spPr>
          <a:xfrm>
            <a:off x="9976327" y="3265222"/>
            <a:ext cx="274435"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E</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49" name="Rectangle 48">
            <a:extLst>
              <a:ext uri="{FF2B5EF4-FFF2-40B4-BE49-F238E27FC236}">
                <a16:creationId xmlns:a16="http://schemas.microsoft.com/office/drawing/2014/main" id="{BCA712B1-3887-4A39-A6B0-0AC0799DFBF3}"/>
              </a:ext>
            </a:extLst>
          </p:cNvPr>
          <p:cNvSpPr/>
          <p:nvPr/>
        </p:nvSpPr>
        <p:spPr>
          <a:xfrm>
            <a:off x="5954203" y="4350594"/>
            <a:ext cx="354585"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1</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50" name="Rectangle 49">
            <a:extLst>
              <a:ext uri="{FF2B5EF4-FFF2-40B4-BE49-F238E27FC236}">
                <a16:creationId xmlns:a16="http://schemas.microsoft.com/office/drawing/2014/main" id="{DAFDAFAD-7288-4CB8-BA6F-961E3B0D62F8}"/>
              </a:ext>
            </a:extLst>
          </p:cNvPr>
          <p:cNvSpPr/>
          <p:nvPr/>
        </p:nvSpPr>
        <p:spPr>
          <a:xfrm>
            <a:off x="7068131" y="3193426"/>
            <a:ext cx="354585"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2</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51" name="Rectangle 50">
            <a:extLst>
              <a:ext uri="{FF2B5EF4-FFF2-40B4-BE49-F238E27FC236}">
                <a16:creationId xmlns:a16="http://schemas.microsoft.com/office/drawing/2014/main" id="{B7BD073B-0761-4D88-B379-F89277E6F35F}"/>
              </a:ext>
            </a:extLst>
          </p:cNvPr>
          <p:cNvSpPr/>
          <p:nvPr/>
        </p:nvSpPr>
        <p:spPr>
          <a:xfrm>
            <a:off x="7049636" y="5480519"/>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3</a:t>
            </a:r>
          </a:p>
        </p:txBody>
      </p:sp>
      <p:sp>
        <p:nvSpPr>
          <p:cNvPr id="52" name="Rectangle 51">
            <a:extLst>
              <a:ext uri="{FF2B5EF4-FFF2-40B4-BE49-F238E27FC236}">
                <a16:creationId xmlns:a16="http://schemas.microsoft.com/office/drawing/2014/main" id="{F97968D2-E27C-4318-A0F6-5940C816C70D}"/>
              </a:ext>
            </a:extLst>
          </p:cNvPr>
          <p:cNvSpPr/>
          <p:nvPr/>
        </p:nvSpPr>
        <p:spPr>
          <a:xfrm>
            <a:off x="8952105" y="3181579"/>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4</a:t>
            </a:r>
          </a:p>
        </p:txBody>
      </p:sp>
      <p:sp>
        <p:nvSpPr>
          <p:cNvPr id="53" name="Rectangle 52">
            <a:extLst>
              <a:ext uri="{FF2B5EF4-FFF2-40B4-BE49-F238E27FC236}">
                <a16:creationId xmlns:a16="http://schemas.microsoft.com/office/drawing/2014/main" id="{0EDF8ED1-1BC5-475A-955C-5A450C0160CA}"/>
              </a:ext>
            </a:extLst>
          </p:cNvPr>
          <p:cNvSpPr/>
          <p:nvPr/>
        </p:nvSpPr>
        <p:spPr>
          <a:xfrm>
            <a:off x="10852465" y="3193426"/>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5</a:t>
            </a:r>
          </a:p>
        </p:txBody>
      </p:sp>
    </p:spTree>
    <p:extLst>
      <p:ext uri="{BB962C8B-B14F-4D97-AF65-F5344CB8AC3E}">
        <p14:creationId xmlns:p14="http://schemas.microsoft.com/office/powerpoint/2010/main" val="42315612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01A2B-8140-4AC3-8343-579D333B0033}"/>
              </a:ext>
            </a:extLst>
          </p:cNvPr>
          <p:cNvSpPr>
            <a:spLocks noGrp="1"/>
          </p:cNvSpPr>
          <p:nvPr>
            <p:ph type="title"/>
          </p:nvPr>
        </p:nvSpPr>
        <p:spPr/>
        <p:txBody>
          <a:bodyPr/>
          <a:lstStyle/>
          <a:p>
            <a:pPr algn="ctr"/>
            <a:r>
              <a:rPr lang="en-US" b="1" dirty="0"/>
              <a:t>PERT Chart Example 2</a:t>
            </a:r>
            <a:endParaRPr lang="LID4096" b="1" dirty="0"/>
          </a:p>
        </p:txBody>
      </p:sp>
      <p:sp>
        <p:nvSpPr>
          <p:cNvPr id="3" name="Content Placeholder 2">
            <a:extLst>
              <a:ext uri="{FF2B5EF4-FFF2-40B4-BE49-F238E27FC236}">
                <a16:creationId xmlns:a16="http://schemas.microsoft.com/office/drawing/2014/main" id="{6CAD1A40-6856-484A-B747-D07751C3D174}"/>
              </a:ext>
            </a:extLst>
          </p:cNvPr>
          <p:cNvSpPr>
            <a:spLocks noGrp="1"/>
          </p:cNvSpPr>
          <p:nvPr>
            <p:ph sz="half" idx="1"/>
          </p:nvPr>
        </p:nvSpPr>
        <p:spPr/>
        <p:txBody>
          <a:bodyPr/>
          <a:lstStyle/>
          <a:p>
            <a:r>
              <a:rPr lang="en-US" dirty="0"/>
              <a:t>Question</a:t>
            </a:r>
          </a:p>
          <a:p>
            <a:pPr marL="0" indent="0">
              <a:buNone/>
            </a:pPr>
            <a:endParaRPr lang="LID4096" dirty="0"/>
          </a:p>
        </p:txBody>
      </p:sp>
      <p:sp>
        <p:nvSpPr>
          <p:cNvPr id="4" name="Content Placeholder 3">
            <a:extLst>
              <a:ext uri="{FF2B5EF4-FFF2-40B4-BE49-F238E27FC236}">
                <a16:creationId xmlns:a16="http://schemas.microsoft.com/office/drawing/2014/main" id="{8F91FBD6-DC69-40E8-B9F9-4D4F432404D1}"/>
              </a:ext>
            </a:extLst>
          </p:cNvPr>
          <p:cNvSpPr>
            <a:spLocks noGrp="1"/>
          </p:cNvSpPr>
          <p:nvPr>
            <p:ph sz="half" idx="2"/>
          </p:nvPr>
        </p:nvSpPr>
        <p:spPr/>
        <p:txBody>
          <a:bodyPr/>
          <a:lstStyle/>
          <a:p>
            <a:r>
              <a:rPr lang="en-US" dirty="0"/>
              <a:t>PERT Chart</a:t>
            </a:r>
          </a:p>
        </p:txBody>
      </p:sp>
      <p:sp>
        <p:nvSpPr>
          <p:cNvPr id="5" name="Footer Placeholder 4">
            <a:extLst>
              <a:ext uri="{FF2B5EF4-FFF2-40B4-BE49-F238E27FC236}">
                <a16:creationId xmlns:a16="http://schemas.microsoft.com/office/drawing/2014/main" id="{D489DCE5-4166-4F4E-924B-55C3E8E0C50A}"/>
              </a:ext>
            </a:extLst>
          </p:cNvPr>
          <p:cNvSpPr>
            <a:spLocks noGrp="1"/>
          </p:cNvSpPr>
          <p:nvPr>
            <p:ph type="ftr" sz="quarter" idx="11"/>
          </p:nvPr>
        </p:nvSpPr>
        <p:spPr>
          <a:xfrm>
            <a:off x="6428817" y="6439395"/>
            <a:ext cx="6239309" cy="365125"/>
          </a:xfrm>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5BA1F777-59DB-463C-A1E4-E172ABBB197F}"/>
              </a:ext>
            </a:extLst>
          </p:cNvPr>
          <p:cNvSpPr>
            <a:spLocks noGrp="1"/>
          </p:cNvSpPr>
          <p:nvPr>
            <p:ph type="sldNum" sz="quarter" idx="12"/>
          </p:nvPr>
        </p:nvSpPr>
        <p:spPr/>
        <p:txBody>
          <a:bodyPr/>
          <a:lstStyle/>
          <a:p>
            <a:fld id="{76711B12-96E3-4CC6-8596-5FF84CCB8B40}" type="slidenum">
              <a:rPr lang="LID4096" smtClean="0"/>
              <a:t>106</a:t>
            </a:fld>
            <a:endParaRPr lang="LID4096"/>
          </a:p>
        </p:txBody>
      </p:sp>
      <p:graphicFrame>
        <p:nvGraphicFramePr>
          <p:cNvPr id="8" name="Table 8">
            <a:extLst>
              <a:ext uri="{FF2B5EF4-FFF2-40B4-BE49-F238E27FC236}">
                <a16:creationId xmlns:a16="http://schemas.microsoft.com/office/drawing/2014/main" id="{509757A3-DC04-48CB-8E43-E77C129E2489}"/>
              </a:ext>
            </a:extLst>
          </p:cNvPr>
          <p:cNvGraphicFramePr>
            <a:graphicFrameLocks noGrp="1"/>
          </p:cNvGraphicFramePr>
          <p:nvPr>
            <p:extLst>
              <p:ext uri="{D42A27DB-BD31-4B8C-83A1-F6EECF244321}">
                <p14:modId xmlns:p14="http://schemas.microsoft.com/office/powerpoint/2010/main" val="722698067"/>
              </p:ext>
            </p:extLst>
          </p:nvPr>
        </p:nvGraphicFramePr>
        <p:xfrm>
          <a:off x="2674910" y="2322332"/>
          <a:ext cx="2766243" cy="4079240"/>
        </p:xfrm>
        <a:graphic>
          <a:graphicData uri="http://schemas.openxmlformats.org/drawingml/2006/table">
            <a:tbl>
              <a:tblPr firstRow="1" bandRow="1">
                <a:tableStyleId>{5C22544A-7EE6-4342-B048-85BDC9FD1C3A}</a:tableStyleId>
              </a:tblPr>
              <a:tblGrid>
                <a:gridCol w="1163686">
                  <a:extLst>
                    <a:ext uri="{9D8B030D-6E8A-4147-A177-3AD203B41FA5}">
                      <a16:colId xmlns:a16="http://schemas.microsoft.com/office/drawing/2014/main" val="916816838"/>
                    </a:ext>
                  </a:extLst>
                </a:gridCol>
                <a:gridCol w="1602557">
                  <a:extLst>
                    <a:ext uri="{9D8B030D-6E8A-4147-A177-3AD203B41FA5}">
                      <a16:colId xmlns:a16="http://schemas.microsoft.com/office/drawing/2014/main" val="1341280851"/>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Dependencies</a:t>
                      </a:r>
                      <a:endParaRPr lang="LID4096" dirty="0">
                        <a:solidFill>
                          <a:schemeClr val="tx1"/>
                        </a:solidFill>
                      </a:endParaRPr>
                    </a:p>
                  </a:txBody>
                  <a:tcPr>
                    <a:noFill/>
                  </a:tcPr>
                </a:tc>
                <a:extLst>
                  <a:ext uri="{0D108BD9-81ED-4DB2-BD59-A6C34878D82A}">
                    <a16:rowId xmlns:a16="http://schemas.microsoft.com/office/drawing/2014/main" val="452846576"/>
                  </a:ext>
                </a:extLst>
              </a:tr>
              <a:tr h="370840">
                <a:tc>
                  <a:txBody>
                    <a:bodyPr/>
                    <a:lstStyle/>
                    <a:p>
                      <a:r>
                        <a:rPr lang="en-US" dirty="0">
                          <a:solidFill>
                            <a:schemeClr val="tx1"/>
                          </a:solidFill>
                        </a:rPr>
                        <a:t>A</a:t>
                      </a:r>
                      <a:endParaRPr lang="LID4096" dirty="0">
                        <a:solidFill>
                          <a:schemeClr val="tx1"/>
                        </a:solidFill>
                      </a:endParaRPr>
                    </a:p>
                  </a:txBody>
                  <a:tcPr>
                    <a:noFill/>
                  </a:tcPr>
                </a:tc>
                <a:tc>
                  <a:txBody>
                    <a:bodyPr/>
                    <a:lstStyle/>
                    <a:p>
                      <a:endParaRPr lang="LID4096" dirty="0">
                        <a:solidFill>
                          <a:schemeClr val="tx1"/>
                        </a:solidFill>
                      </a:endParaRPr>
                    </a:p>
                  </a:txBody>
                  <a:tcPr>
                    <a:noFill/>
                  </a:tcPr>
                </a:tc>
                <a:extLst>
                  <a:ext uri="{0D108BD9-81ED-4DB2-BD59-A6C34878D82A}">
                    <a16:rowId xmlns:a16="http://schemas.microsoft.com/office/drawing/2014/main" val="3140191134"/>
                  </a:ext>
                </a:extLst>
              </a:tr>
              <a:tr h="370840">
                <a:tc>
                  <a:txBody>
                    <a:bodyPr/>
                    <a:lstStyle/>
                    <a:p>
                      <a:r>
                        <a:rPr lang="en-US" dirty="0">
                          <a:solidFill>
                            <a:schemeClr val="tx1"/>
                          </a:solidFill>
                        </a:rPr>
                        <a:t>B</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extLst>
                  <a:ext uri="{0D108BD9-81ED-4DB2-BD59-A6C34878D82A}">
                    <a16:rowId xmlns:a16="http://schemas.microsoft.com/office/drawing/2014/main" val="2425068029"/>
                  </a:ext>
                </a:extLst>
              </a:tr>
              <a:tr h="370840">
                <a:tc>
                  <a:txBody>
                    <a:bodyPr/>
                    <a:lstStyle/>
                    <a:p>
                      <a:r>
                        <a:rPr lang="en-US" dirty="0">
                          <a:solidFill>
                            <a:schemeClr val="tx1"/>
                          </a:solidFill>
                        </a:rPr>
                        <a:t>C</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extLst>
                  <a:ext uri="{0D108BD9-81ED-4DB2-BD59-A6C34878D82A}">
                    <a16:rowId xmlns:a16="http://schemas.microsoft.com/office/drawing/2014/main" val="1961207053"/>
                  </a:ext>
                </a:extLst>
              </a:tr>
              <a:tr h="370840">
                <a:tc>
                  <a:txBody>
                    <a:bodyPr/>
                    <a:lstStyle/>
                    <a:p>
                      <a:r>
                        <a:rPr lang="en-US" dirty="0">
                          <a:solidFill>
                            <a:schemeClr val="tx1"/>
                          </a:solidFill>
                        </a:rPr>
                        <a:t>D</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extLst>
                  <a:ext uri="{0D108BD9-81ED-4DB2-BD59-A6C34878D82A}">
                    <a16:rowId xmlns:a16="http://schemas.microsoft.com/office/drawing/2014/main" val="24945900"/>
                  </a:ext>
                </a:extLst>
              </a:tr>
              <a:tr h="370840">
                <a:tc>
                  <a:txBody>
                    <a:bodyPr/>
                    <a:lstStyle/>
                    <a:p>
                      <a:r>
                        <a:rPr lang="en-US" dirty="0">
                          <a:solidFill>
                            <a:schemeClr val="tx1"/>
                          </a:solidFill>
                        </a:rPr>
                        <a:t>E</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extLst>
                  <a:ext uri="{0D108BD9-81ED-4DB2-BD59-A6C34878D82A}">
                    <a16:rowId xmlns:a16="http://schemas.microsoft.com/office/drawing/2014/main" val="2658076189"/>
                  </a:ext>
                </a:extLst>
              </a:tr>
              <a:tr h="370840">
                <a:tc>
                  <a:txBody>
                    <a:bodyPr/>
                    <a:lstStyle/>
                    <a:p>
                      <a:r>
                        <a:rPr lang="en-US" dirty="0">
                          <a:solidFill>
                            <a:schemeClr val="tx1"/>
                          </a:solidFill>
                        </a:rPr>
                        <a:t>F</a:t>
                      </a:r>
                      <a:endParaRPr lang="LID4096" dirty="0">
                        <a:solidFill>
                          <a:schemeClr val="tx1"/>
                        </a:solidFill>
                      </a:endParaRPr>
                    </a:p>
                  </a:txBody>
                  <a:tcPr>
                    <a:noFill/>
                  </a:tcPr>
                </a:tc>
                <a:tc>
                  <a:txBody>
                    <a:bodyPr/>
                    <a:lstStyle/>
                    <a:p>
                      <a:r>
                        <a:rPr lang="en-US" dirty="0">
                          <a:solidFill>
                            <a:schemeClr val="tx1"/>
                          </a:solidFill>
                        </a:rPr>
                        <a:t>E</a:t>
                      </a:r>
                      <a:endParaRPr lang="LID4096" dirty="0">
                        <a:solidFill>
                          <a:schemeClr val="tx1"/>
                        </a:solidFill>
                      </a:endParaRPr>
                    </a:p>
                  </a:txBody>
                  <a:tcPr>
                    <a:noFill/>
                  </a:tcPr>
                </a:tc>
                <a:extLst>
                  <a:ext uri="{0D108BD9-81ED-4DB2-BD59-A6C34878D82A}">
                    <a16:rowId xmlns:a16="http://schemas.microsoft.com/office/drawing/2014/main" val="3162665891"/>
                  </a:ext>
                </a:extLst>
              </a:tr>
              <a:tr h="370840">
                <a:tc>
                  <a:txBody>
                    <a:bodyPr/>
                    <a:lstStyle/>
                    <a:p>
                      <a:r>
                        <a:rPr lang="en-US" dirty="0">
                          <a:solidFill>
                            <a:schemeClr val="tx1"/>
                          </a:solidFill>
                        </a:rPr>
                        <a:t>G</a:t>
                      </a:r>
                      <a:endParaRPr lang="LID4096" dirty="0">
                        <a:solidFill>
                          <a:schemeClr val="tx1"/>
                        </a:solidFill>
                      </a:endParaRPr>
                    </a:p>
                  </a:txBody>
                  <a:tcPr>
                    <a:noFill/>
                  </a:tcPr>
                </a:tc>
                <a:tc>
                  <a:txBody>
                    <a:bodyPr/>
                    <a:lstStyle/>
                    <a:p>
                      <a:r>
                        <a:rPr lang="en-US" dirty="0">
                          <a:solidFill>
                            <a:schemeClr val="tx1"/>
                          </a:solidFill>
                        </a:rPr>
                        <a:t>D</a:t>
                      </a:r>
                      <a:endParaRPr lang="LID4096" dirty="0">
                        <a:solidFill>
                          <a:schemeClr val="tx1"/>
                        </a:solidFill>
                      </a:endParaRPr>
                    </a:p>
                  </a:txBody>
                  <a:tcPr>
                    <a:noFill/>
                  </a:tcPr>
                </a:tc>
                <a:extLst>
                  <a:ext uri="{0D108BD9-81ED-4DB2-BD59-A6C34878D82A}">
                    <a16:rowId xmlns:a16="http://schemas.microsoft.com/office/drawing/2014/main" val="442765724"/>
                  </a:ext>
                </a:extLst>
              </a:tr>
              <a:tr h="370840">
                <a:tc>
                  <a:txBody>
                    <a:bodyPr/>
                    <a:lstStyle/>
                    <a:p>
                      <a:r>
                        <a:rPr lang="en-US" dirty="0">
                          <a:solidFill>
                            <a:schemeClr val="tx1"/>
                          </a:solidFill>
                        </a:rPr>
                        <a:t>H</a:t>
                      </a:r>
                      <a:endParaRPr lang="LID4096" dirty="0">
                        <a:solidFill>
                          <a:schemeClr val="tx1"/>
                        </a:solidFill>
                      </a:endParaRPr>
                    </a:p>
                  </a:txBody>
                  <a:tcPr>
                    <a:noFill/>
                  </a:tcPr>
                </a:tc>
                <a:tc>
                  <a:txBody>
                    <a:bodyPr/>
                    <a:lstStyle/>
                    <a:p>
                      <a:r>
                        <a:rPr lang="en-US" dirty="0">
                          <a:solidFill>
                            <a:schemeClr val="tx1"/>
                          </a:solidFill>
                        </a:rPr>
                        <a:t>G,F</a:t>
                      </a:r>
                      <a:endParaRPr lang="LID4096" dirty="0">
                        <a:solidFill>
                          <a:schemeClr val="tx1"/>
                        </a:solidFill>
                      </a:endParaRPr>
                    </a:p>
                  </a:txBody>
                  <a:tcPr>
                    <a:noFill/>
                  </a:tcPr>
                </a:tc>
                <a:extLst>
                  <a:ext uri="{0D108BD9-81ED-4DB2-BD59-A6C34878D82A}">
                    <a16:rowId xmlns:a16="http://schemas.microsoft.com/office/drawing/2014/main" val="3974974670"/>
                  </a:ext>
                </a:extLst>
              </a:tr>
              <a:tr h="370840">
                <a:tc>
                  <a:txBody>
                    <a:bodyPr/>
                    <a:lstStyle/>
                    <a:p>
                      <a:r>
                        <a:rPr lang="en-US" dirty="0">
                          <a:solidFill>
                            <a:schemeClr val="tx1"/>
                          </a:solidFill>
                        </a:rPr>
                        <a:t>I</a:t>
                      </a:r>
                      <a:endParaRPr lang="LID4096" dirty="0">
                        <a:solidFill>
                          <a:schemeClr val="tx1"/>
                        </a:solidFill>
                      </a:endParaRPr>
                    </a:p>
                  </a:txBody>
                  <a:tcPr>
                    <a:noFill/>
                  </a:tcPr>
                </a:tc>
                <a:tc>
                  <a:txBody>
                    <a:bodyPr/>
                    <a:lstStyle/>
                    <a:p>
                      <a:r>
                        <a:rPr lang="en-US" dirty="0">
                          <a:solidFill>
                            <a:schemeClr val="tx1"/>
                          </a:solidFill>
                        </a:rPr>
                        <a:t>C,H</a:t>
                      </a:r>
                      <a:endParaRPr lang="LID4096" dirty="0">
                        <a:solidFill>
                          <a:schemeClr val="tx1"/>
                        </a:solidFill>
                      </a:endParaRPr>
                    </a:p>
                  </a:txBody>
                  <a:tcPr>
                    <a:noFill/>
                  </a:tcPr>
                </a:tc>
                <a:extLst>
                  <a:ext uri="{0D108BD9-81ED-4DB2-BD59-A6C34878D82A}">
                    <a16:rowId xmlns:a16="http://schemas.microsoft.com/office/drawing/2014/main" val="2992437813"/>
                  </a:ext>
                </a:extLst>
              </a:tr>
              <a:tr h="370840">
                <a:tc>
                  <a:txBody>
                    <a:bodyPr/>
                    <a:lstStyle/>
                    <a:p>
                      <a:r>
                        <a:rPr lang="en-US" dirty="0">
                          <a:solidFill>
                            <a:schemeClr val="tx1"/>
                          </a:solidFill>
                        </a:rPr>
                        <a:t>J</a:t>
                      </a:r>
                      <a:endParaRPr lang="LID4096" dirty="0">
                        <a:solidFill>
                          <a:schemeClr val="tx1"/>
                        </a:solidFill>
                      </a:endParaRPr>
                    </a:p>
                  </a:txBody>
                  <a:tcPr>
                    <a:noFill/>
                  </a:tcPr>
                </a:tc>
                <a:tc>
                  <a:txBody>
                    <a:bodyPr/>
                    <a:lstStyle/>
                    <a:p>
                      <a:r>
                        <a:rPr lang="en-US" dirty="0">
                          <a:solidFill>
                            <a:schemeClr val="tx1"/>
                          </a:solidFill>
                        </a:rPr>
                        <a:t>B</a:t>
                      </a:r>
                      <a:endParaRPr lang="LID4096" dirty="0">
                        <a:solidFill>
                          <a:schemeClr val="tx1"/>
                        </a:solidFill>
                      </a:endParaRPr>
                    </a:p>
                  </a:txBody>
                  <a:tcPr>
                    <a:noFill/>
                  </a:tcPr>
                </a:tc>
                <a:extLst>
                  <a:ext uri="{0D108BD9-81ED-4DB2-BD59-A6C34878D82A}">
                    <a16:rowId xmlns:a16="http://schemas.microsoft.com/office/drawing/2014/main" val="2663025216"/>
                  </a:ext>
                </a:extLst>
              </a:tr>
            </a:tbl>
          </a:graphicData>
        </a:graphic>
      </p:graphicFrame>
      <p:sp>
        <p:nvSpPr>
          <p:cNvPr id="12" name="Oval 11">
            <a:extLst>
              <a:ext uri="{FF2B5EF4-FFF2-40B4-BE49-F238E27FC236}">
                <a16:creationId xmlns:a16="http://schemas.microsoft.com/office/drawing/2014/main" id="{9666801C-F467-48E0-B4C0-0693CBB81602}"/>
              </a:ext>
            </a:extLst>
          </p:cNvPr>
          <p:cNvSpPr/>
          <p:nvPr/>
        </p:nvSpPr>
        <p:spPr>
          <a:xfrm>
            <a:off x="5892624" y="4121568"/>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8" name="Oval 37">
            <a:extLst>
              <a:ext uri="{FF2B5EF4-FFF2-40B4-BE49-F238E27FC236}">
                <a16:creationId xmlns:a16="http://schemas.microsoft.com/office/drawing/2014/main" id="{16549B8D-9962-43BE-B560-58FF074B7143}"/>
              </a:ext>
            </a:extLst>
          </p:cNvPr>
          <p:cNvSpPr/>
          <p:nvPr/>
        </p:nvSpPr>
        <p:spPr>
          <a:xfrm>
            <a:off x="6974653" y="4121567"/>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0" name="Oval 39">
            <a:extLst>
              <a:ext uri="{FF2B5EF4-FFF2-40B4-BE49-F238E27FC236}">
                <a16:creationId xmlns:a16="http://schemas.microsoft.com/office/drawing/2014/main" id="{A6998829-CEDD-4C04-9E48-99F3EC5D736B}"/>
              </a:ext>
            </a:extLst>
          </p:cNvPr>
          <p:cNvSpPr/>
          <p:nvPr/>
        </p:nvSpPr>
        <p:spPr>
          <a:xfrm>
            <a:off x="7854452" y="2948233"/>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4" name="Oval 53">
            <a:extLst>
              <a:ext uri="{FF2B5EF4-FFF2-40B4-BE49-F238E27FC236}">
                <a16:creationId xmlns:a16="http://schemas.microsoft.com/office/drawing/2014/main" id="{FFF2AB50-8408-4252-ADD5-E5B92AE2F861}"/>
              </a:ext>
            </a:extLst>
          </p:cNvPr>
          <p:cNvSpPr/>
          <p:nvPr/>
        </p:nvSpPr>
        <p:spPr>
          <a:xfrm>
            <a:off x="7530757" y="5494738"/>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6" name="Oval 55">
            <a:extLst>
              <a:ext uri="{FF2B5EF4-FFF2-40B4-BE49-F238E27FC236}">
                <a16:creationId xmlns:a16="http://schemas.microsoft.com/office/drawing/2014/main" id="{AC1D7152-F888-4EEC-9364-618D7841C79F}"/>
              </a:ext>
            </a:extLst>
          </p:cNvPr>
          <p:cNvSpPr/>
          <p:nvPr/>
        </p:nvSpPr>
        <p:spPr>
          <a:xfrm>
            <a:off x="11180219" y="2948232"/>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4" name="Straight Arrow Connector 13">
            <a:extLst>
              <a:ext uri="{FF2B5EF4-FFF2-40B4-BE49-F238E27FC236}">
                <a16:creationId xmlns:a16="http://schemas.microsoft.com/office/drawing/2014/main" id="{82AB0BD7-2E89-4D02-B362-C95CA9FED74D}"/>
              </a:ext>
            </a:extLst>
          </p:cNvPr>
          <p:cNvCxnSpPr>
            <a:stCxn id="12" idx="6"/>
            <a:endCxn id="38" idx="2"/>
          </p:cNvCxnSpPr>
          <p:nvPr/>
        </p:nvCxnSpPr>
        <p:spPr>
          <a:xfrm flipV="1">
            <a:off x="6385322" y="4361951"/>
            <a:ext cx="58933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9D2E6C7-678B-49E9-B6CB-BF3ED783A945}"/>
              </a:ext>
            </a:extLst>
          </p:cNvPr>
          <p:cNvCxnSpPr>
            <a:stCxn id="38" idx="6"/>
            <a:endCxn id="40" idx="3"/>
          </p:cNvCxnSpPr>
          <p:nvPr/>
        </p:nvCxnSpPr>
        <p:spPr>
          <a:xfrm flipV="1">
            <a:off x="7467351" y="3358593"/>
            <a:ext cx="459255" cy="10033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0E7AC67-C69D-435C-9B54-F4B3685AE735}"/>
              </a:ext>
            </a:extLst>
          </p:cNvPr>
          <p:cNvCxnSpPr>
            <a:stCxn id="38" idx="6"/>
            <a:endCxn id="54" idx="1"/>
          </p:cNvCxnSpPr>
          <p:nvPr/>
        </p:nvCxnSpPr>
        <p:spPr>
          <a:xfrm>
            <a:off x="7467351" y="4361951"/>
            <a:ext cx="135560" cy="12031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FE9C317-C83D-4CA3-BEAE-DBDD23AAC073}"/>
              </a:ext>
            </a:extLst>
          </p:cNvPr>
          <p:cNvCxnSpPr>
            <a:stCxn id="40" idx="6"/>
            <a:endCxn id="56" idx="2"/>
          </p:cNvCxnSpPr>
          <p:nvPr/>
        </p:nvCxnSpPr>
        <p:spPr>
          <a:xfrm flipV="1">
            <a:off x="8347150" y="3188616"/>
            <a:ext cx="2833069" cy="1"/>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4" name="Straight Connector 63">
            <a:extLst>
              <a:ext uri="{FF2B5EF4-FFF2-40B4-BE49-F238E27FC236}">
                <a16:creationId xmlns:a16="http://schemas.microsoft.com/office/drawing/2014/main" id="{7250925F-BDA8-4A00-87AE-E1BC43E1FA21}"/>
              </a:ext>
            </a:extLst>
          </p:cNvPr>
          <p:cNvCxnSpPr>
            <a:stCxn id="12" idx="0"/>
            <a:endCxn id="12" idx="4"/>
          </p:cNvCxnSpPr>
          <p:nvPr/>
        </p:nvCxnSpPr>
        <p:spPr>
          <a:xfrm>
            <a:off x="6138973" y="4121568"/>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F37752B-0635-4F5E-B2E1-62827A0C49D7}"/>
              </a:ext>
            </a:extLst>
          </p:cNvPr>
          <p:cNvCxnSpPr>
            <a:stCxn id="38" idx="0"/>
            <a:endCxn id="38" idx="4"/>
          </p:cNvCxnSpPr>
          <p:nvPr/>
        </p:nvCxnSpPr>
        <p:spPr>
          <a:xfrm>
            <a:off x="7221002" y="4121567"/>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80B02EB-9019-4302-B84B-314739658B2C}"/>
              </a:ext>
            </a:extLst>
          </p:cNvPr>
          <p:cNvCxnSpPr>
            <a:stCxn id="40" idx="0"/>
            <a:endCxn id="40" idx="4"/>
          </p:cNvCxnSpPr>
          <p:nvPr/>
        </p:nvCxnSpPr>
        <p:spPr>
          <a:xfrm>
            <a:off x="8100801" y="2948233"/>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E2A6E63-79C3-49C6-B0A0-3E0CA6BC3EE1}"/>
              </a:ext>
            </a:extLst>
          </p:cNvPr>
          <p:cNvCxnSpPr>
            <a:stCxn id="56" idx="0"/>
            <a:endCxn id="56" idx="4"/>
          </p:cNvCxnSpPr>
          <p:nvPr/>
        </p:nvCxnSpPr>
        <p:spPr>
          <a:xfrm>
            <a:off x="11426568" y="2948232"/>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29438ED-7DDB-4FEB-9C77-F75840B53DE7}"/>
              </a:ext>
            </a:extLst>
          </p:cNvPr>
          <p:cNvCxnSpPr>
            <a:stCxn id="54" idx="0"/>
            <a:endCxn id="54" idx="4"/>
          </p:cNvCxnSpPr>
          <p:nvPr/>
        </p:nvCxnSpPr>
        <p:spPr>
          <a:xfrm>
            <a:off x="7777106" y="5494738"/>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F349E2F-2AB2-476E-A345-15C97D97F07D}"/>
              </a:ext>
            </a:extLst>
          </p:cNvPr>
          <p:cNvCxnSpPr>
            <a:stCxn id="40" idx="6"/>
          </p:cNvCxnSpPr>
          <p:nvPr/>
        </p:nvCxnSpPr>
        <p:spPr>
          <a:xfrm flipH="1" flipV="1">
            <a:off x="8100801" y="3188615"/>
            <a:ext cx="246349"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BB83B0E-BD9D-44CF-9669-8914ED9EBC9B}"/>
              </a:ext>
            </a:extLst>
          </p:cNvPr>
          <p:cNvCxnSpPr>
            <a:stCxn id="12" idx="6"/>
          </p:cNvCxnSpPr>
          <p:nvPr/>
        </p:nvCxnSpPr>
        <p:spPr>
          <a:xfrm flipH="1" flipV="1">
            <a:off x="6152607" y="4361949"/>
            <a:ext cx="232715"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BE58319-81EE-4025-9D44-E2FC8486BD32}"/>
              </a:ext>
            </a:extLst>
          </p:cNvPr>
          <p:cNvCxnSpPr>
            <a:stCxn id="38" idx="6"/>
          </p:cNvCxnSpPr>
          <p:nvPr/>
        </p:nvCxnSpPr>
        <p:spPr>
          <a:xfrm flipH="1" flipV="1">
            <a:off x="7221002" y="4361949"/>
            <a:ext cx="246349"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A57C3EF-8294-4CCD-B60B-982F80C870E9}"/>
              </a:ext>
            </a:extLst>
          </p:cNvPr>
          <p:cNvCxnSpPr>
            <a:stCxn id="54" idx="6"/>
          </p:cNvCxnSpPr>
          <p:nvPr/>
        </p:nvCxnSpPr>
        <p:spPr>
          <a:xfrm flipH="1" flipV="1">
            <a:off x="7755312" y="5735120"/>
            <a:ext cx="268143"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3A6BE76-88F4-47C0-BC4D-25D89F398845}"/>
              </a:ext>
            </a:extLst>
          </p:cNvPr>
          <p:cNvCxnSpPr>
            <a:stCxn id="56" idx="6"/>
          </p:cNvCxnSpPr>
          <p:nvPr/>
        </p:nvCxnSpPr>
        <p:spPr>
          <a:xfrm flipH="1" flipV="1">
            <a:off x="11426568" y="3188615"/>
            <a:ext cx="246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A004A8C9-B8F4-401E-9E6C-AAC6FC160A1D}"/>
              </a:ext>
            </a:extLst>
          </p:cNvPr>
          <p:cNvSpPr/>
          <p:nvPr/>
        </p:nvSpPr>
        <p:spPr>
          <a:xfrm>
            <a:off x="5871734" y="4131116"/>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1</a:t>
            </a:r>
          </a:p>
        </p:txBody>
      </p:sp>
      <p:sp>
        <p:nvSpPr>
          <p:cNvPr id="96" name="Rectangle 95">
            <a:extLst>
              <a:ext uri="{FF2B5EF4-FFF2-40B4-BE49-F238E27FC236}">
                <a16:creationId xmlns:a16="http://schemas.microsoft.com/office/drawing/2014/main" id="{8170A02B-50C9-4345-93F8-A0B7A0D3943B}"/>
              </a:ext>
            </a:extLst>
          </p:cNvPr>
          <p:cNvSpPr/>
          <p:nvPr/>
        </p:nvSpPr>
        <p:spPr>
          <a:xfrm>
            <a:off x="6925679" y="4131115"/>
            <a:ext cx="354584"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2</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97" name="Rectangle 96">
            <a:extLst>
              <a:ext uri="{FF2B5EF4-FFF2-40B4-BE49-F238E27FC236}">
                <a16:creationId xmlns:a16="http://schemas.microsoft.com/office/drawing/2014/main" id="{01DB61E8-8A64-4993-A693-7089436F1733}"/>
              </a:ext>
            </a:extLst>
          </p:cNvPr>
          <p:cNvSpPr/>
          <p:nvPr/>
        </p:nvSpPr>
        <p:spPr>
          <a:xfrm>
            <a:off x="6488019" y="4175565"/>
            <a:ext cx="308098"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A</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98" name="Rectangle 97">
            <a:extLst>
              <a:ext uri="{FF2B5EF4-FFF2-40B4-BE49-F238E27FC236}">
                <a16:creationId xmlns:a16="http://schemas.microsoft.com/office/drawing/2014/main" id="{8F436816-5EFE-4BFD-83C5-E88E3ADA7BB3}"/>
              </a:ext>
            </a:extLst>
          </p:cNvPr>
          <p:cNvSpPr/>
          <p:nvPr/>
        </p:nvSpPr>
        <p:spPr>
          <a:xfrm>
            <a:off x="7584351" y="3700818"/>
            <a:ext cx="287259"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B</a:t>
            </a:r>
          </a:p>
        </p:txBody>
      </p:sp>
      <p:sp>
        <p:nvSpPr>
          <p:cNvPr id="99" name="Rectangle 98">
            <a:extLst>
              <a:ext uri="{FF2B5EF4-FFF2-40B4-BE49-F238E27FC236}">
                <a16:creationId xmlns:a16="http://schemas.microsoft.com/office/drawing/2014/main" id="{77A559C1-2EEB-42EA-A694-11291517D936}"/>
              </a:ext>
            </a:extLst>
          </p:cNvPr>
          <p:cNvSpPr/>
          <p:nvPr/>
        </p:nvSpPr>
        <p:spPr>
          <a:xfrm>
            <a:off x="8437869" y="4253923"/>
            <a:ext cx="308098"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C</a:t>
            </a:r>
          </a:p>
        </p:txBody>
      </p:sp>
      <p:sp>
        <p:nvSpPr>
          <p:cNvPr id="100" name="Rectangle 99">
            <a:extLst>
              <a:ext uri="{FF2B5EF4-FFF2-40B4-BE49-F238E27FC236}">
                <a16:creationId xmlns:a16="http://schemas.microsoft.com/office/drawing/2014/main" id="{47AD1A0A-1445-4203-AD84-555922FBFCF3}"/>
              </a:ext>
            </a:extLst>
          </p:cNvPr>
          <p:cNvSpPr/>
          <p:nvPr/>
        </p:nvSpPr>
        <p:spPr>
          <a:xfrm>
            <a:off x="7870231" y="4476594"/>
            <a:ext cx="308098"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D</a:t>
            </a:r>
          </a:p>
        </p:txBody>
      </p:sp>
      <p:sp>
        <p:nvSpPr>
          <p:cNvPr id="101" name="Rectangle 100">
            <a:extLst>
              <a:ext uri="{FF2B5EF4-FFF2-40B4-BE49-F238E27FC236}">
                <a16:creationId xmlns:a16="http://schemas.microsoft.com/office/drawing/2014/main" id="{09F0BC10-1C71-4BF2-960E-B323314AA5EF}"/>
              </a:ext>
            </a:extLst>
          </p:cNvPr>
          <p:cNvSpPr/>
          <p:nvPr/>
        </p:nvSpPr>
        <p:spPr>
          <a:xfrm>
            <a:off x="7824402" y="2975362"/>
            <a:ext cx="354584"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3</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03" name="Rectangle 102">
            <a:extLst>
              <a:ext uri="{FF2B5EF4-FFF2-40B4-BE49-F238E27FC236}">
                <a16:creationId xmlns:a16="http://schemas.microsoft.com/office/drawing/2014/main" id="{34727CFF-A228-4C42-8AF6-7A1C680136B0}"/>
              </a:ext>
            </a:extLst>
          </p:cNvPr>
          <p:cNvSpPr/>
          <p:nvPr/>
        </p:nvSpPr>
        <p:spPr>
          <a:xfrm>
            <a:off x="7494675" y="5521989"/>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6</a:t>
            </a:r>
          </a:p>
        </p:txBody>
      </p:sp>
      <p:sp>
        <p:nvSpPr>
          <p:cNvPr id="104" name="Rectangle 103">
            <a:extLst>
              <a:ext uri="{FF2B5EF4-FFF2-40B4-BE49-F238E27FC236}">
                <a16:creationId xmlns:a16="http://schemas.microsoft.com/office/drawing/2014/main" id="{19C7DB0F-AFA9-4624-B62E-375E93DD3DBD}"/>
              </a:ext>
            </a:extLst>
          </p:cNvPr>
          <p:cNvSpPr/>
          <p:nvPr/>
        </p:nvSpPr>
        <p:spPr>
          <a:xfrm>
            <a:off x="8448640" y="5718150"/>
            <a:ext cx="274435"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F</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07" name="Oval 106">
            <a:extLst>
              <a:ext uri="{FF2B5EF4-FFF2-40B4-BE49-F238E27FC236}">
                <a16:creationId xmlns:a16="http://schemas.microsoft.com/office/drawing/2014/main" id="{C85862D7-2202-4244-9292-1FBE9E5466F5}"/>
              </a:ext>
            </a:extLst>
          </p:cNvPr>
          <p:cNvSpPr/>
          <p:nvPr/>
        </p:nvSpPr>
        <p:spPr>
          <a:xfrm>
            <a:off x="8432889" y="4798602"/>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09" name="Straight Arrow Connector 108">
            <a:extLst>
              <a:ext uri="{FF2B5EF4-FFF2-40B4-BE49-F238E27FC236}">
                <a16:creationId xmlns:a16="http://schemas.microsoft.com/office/drawing/2014/main" id="{897BE09B-F6CD-47EA-85EB-C529ED46386B}"/>
              </a:ext>
            </a:extLst>
          </p:cNvPr>
          <p:cNvCxnSpPr>
            <a:cxnSpLocks/>
            <a:stCxn id="38" idx="6"/>
            <a:endCxn id="107" idx="1"/>
          </p:cNvCxnSpPr>
          <p:nvPr/>
        </p:nvCxnSpPr>
        <p:spPr>
          <a:xfrm>
            <a:off x="7467351" y="4361951"/>
            <a:ext cx="1037692" cy="5070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F88AB9D3-A628-4C0B-930F-019110FFB704}"/>
              </a:ext>
            </a:extLst>
          </p:cNvPr>
          <p:cNvCxnSpPr>
            <a:stCxn id="107" idx="0"/>
            <a:endCxn id="107" idx="4"/>
          </p:cNvCxnSpPr>
          <p:nvPr/>
        </p:nvCxnSpPr>
        <p:spPr>
          <a:xfrm>
            <a:off x="8679238" y="4798602"/>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42A4A007-E7D1-4D8D-8939-21D94F2BEE48}"/>
              </a:ext>
            </a:extLst>
          </p:cNvPr>
          <p:cNvCxnSpPr>
            <a:stCxn id="107" idx="6"/>
          </p:cNvCxnSpPr>
          <p:nvPr/>
        </p:nvCxnSpPr>
        <p:spPr>
          <a:xfrm flipH="1" flipV="1">
            <a:off x="8697581" y="5038985"/>
            <a:ext cx="228006"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A0F5402F-9263-430F-BFC1-98B5F40171C5}"/>
              </a:ext>
            </a:extLst>
          </p:cNvPr>
          <p:cNvSpPr/>
          <p:nvPr/>
        </p:nvSpPr>
        <p:spPr>
          <a:xfrm>
            <a:off x="8382026" y="4783822"/>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5</a:t>
            </a:r>
          </a:p>
        </p:txBody>
      </p:sp>
      <p:sp>
        <p:nvSpPr>
          <p:cNvPr id="116" name="Rectangle 115">
            <a:extLst>
              <a:ext uri="{FF2B5EF4-FFF2-40B4-BE49-F238E27FC236}">
                <a16:creationId xmlns:a16="http://schemas.microsoft.com/office/drawing/2014/main" id="{F425328C-23F5-4143-987D-53FC646AB8F8}"/>
              </a:ext>
            </a:extLst>
          </p:cNvPr>
          <p:cNvSpPr/>
          <p:nvPr/>
        </p:nvSpPr>
        <p:spPr>
          <a:xfrm>
            <a:off x="7393540" y="4830490"/>
            <a:ext cx="274435"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E</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17" name="Oval 116">
            <a:extLst>
              <a:ext uri="{FF2B5EF4-FFF2-40B4-BE49-F238E27FC236}">
                <a16:creationId xmlns:a16="http://schemas.microsoft.com/office/drawing/2014/main" id="{9106361C-93D5-407E-B3A3-B44F8061FDB6}"/>
              </a:ext>
            </a:extLst>
          </p:cNvPr>
          <p:cNvSpPr/>
          <p:nvPr/>
        </p:nvSpPr>
        <p:spPr>
          <a:xfrm>
            <a:off x="9171734" y="5773128"/>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19" name="Straight Arrow Connector 118">
            <a:extLst>
              <a:ext uri="{FF2B5EF4-FFF2-40B4-BE49-F238E27FC236}">
                <a16:creationId xmlns:a16="http://schemas.microsoft.com/office/drawing/2014/main" id="{1E7EB34F-737C-49FA-A3D5-432091ACBD6B}"/>
              </a:ext>
            </a:extLst>
          </p:cNvPr>
          <p:cNvCxnSpPr>
            <a:stCxn id="54" idx="6"/>
            <a:endCxn id="117" idx="2"/>
          </p:cNvCxnSpPr>
          <p:nvPr/>
        </p:nvCxnSpPr>
        <p:spPr>
          <a:xfrm>
            <a:off x="8023455" y="5735122"/>
            <a:ext cx="1148279" cy="2783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94AD24B-3DE5-4877-94D8-30283DEA43C9}"/>
              </a:ext>
            </a:extLst>
          </p:cNvPr>
          <p:cNvCxnSpPr>
            <a:stCxn id="117" idx="0"/>
            <a:endCxn id="117" idx="4"/>
          </p:cNvCxnSpPr>
          <p:nvPr/>
        </p:nvCxnSpPr>
        <p:spPr>
          <a:xfrm>
            <a:off x="9418083" y="5773128"/>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B8491801-5A37-4BD9-821D-BBEA51237A8C}"/>
              </a:ext>
            </a:extLst>
          </p:cNvPr>
          <p:cNvCxnSpPr>
            <a:stCxn id="117" idx="6"/>
          </p:cNvCxnSpPr>
          <p:nvPr/>
        </p:nvCxnSpPr>
        <p:spPr>
          <a:xfrm flipH="1" flipV="1">
            <a:off x="9418083" y="6013511"/>
            <a:ext cx="246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Rectangle 123">
            <a:extLst>
              <a:ext uri="{FF2B5EF4-FFF2-40B4-BE49-F238E27FC236}">
                <a16:creationId xmlns:a16="http://schemas.microsoft.com/office/drawing/2014/main" id="{EBB5B07E-A134-4F23-A055-B5732BBBE882}"/>
              </a:ext>
            </a:extLst>
          </p:cNvPr>
          <p:cNvSpPr/>
          <p:nvPr/>
        </p:nvSpPr>
        <p:spPr>
          <a:xfrm>
            <a:off x="9148260" y="5785288"/>
            <a:ext cx="354584"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7</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32" name="Rectangle 131">
            <a:extLst>
              <a:ext uri="{FF2B5EF4-FFF2-40B4-BE49-F238E27FC236}">
                <a16:creationId xmlns:a16="http://schemas.microsoft.com/office/drawing/2014/main" id="{3A5B11B1-A72E-493D-90B7-F1D02CBDB5AF}"/>
              </a:ext>
            </a:extLst>
          </p:cNvPr>
          <p:cNvSpPr/>
          <p:nvPr/>
        </p:nvSpPr>
        <p:spPr>
          <a:xfrm>
            <a:off x="8843515" y="5313193"/>
            <a:ext cx="343364"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G</a:t>
            </a:r>
          </a:p>
        </p:txBody>
      </p:sp>
      <p:cxnSp>
        <p:nvCxnSpPr>
          <p:cNvPr id="135" name="Straight Arrow Connector 134">
            <a:extLst>
              <a:ext uri="{FF2B5EF4-FFF2-40B4-BE49-F238E27FC236}">
                <a16:creationId xmlns:a16="http://schemas.microsoft.com/office/drawing/2014/main" id="{83C7C71A-EECD-41AA-B888-3E4F1F111904}"/>
              </a:ext>
            </a:extLst>
          </p:cNvPr>
          <p:cNvCxnSpPr>
            <a:cxnSpLocks/>
            <a:stCxn id="107" idx="5"/>
            <a:endCxn id="117" idx="1"/>
          </p:cNvCxnSpPr>
          <p:nvPr/>
        </p:nvCxnSpPr>
        <p:spPr>
          <a:xfrm>
            <a:off x="8853433" y="5208962"/>
            <a:ext cx="390455" cy="6345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4447D963-4836-4B2D-A314-39C9F5BC51D0}"/>
              </a:ext>
            </a:extLst>
          </p:cNvPr>
          <p:cNvSpPr/>
          <p:nvPr/>
        </p:nvSpPr>
        <p:spPr>
          <a:xfrm>
            <a:off x="9847927" y="4262919"/>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39" name="Straight Connector 138">
            <a:extLst>
              <a:ext uri="{FF2B5EF4-FFF2-40B4-BE49-F238E27FC236}">
                <a16:creationId xmlns:a16="http://schemas.microsoft.com/office/drawing/2014/main" id="{0DA60086-0FD7-4CD6-9C22-9E4CCD8345EC}"/>
              </a:ext>
            </a:extLst>
          </p:cNvPr>
          <p:cNvCxnSpPr>
            <a:stCxn id="137" idx="0"/>
            <a:endCxn id="137" idx="4"/>
          </p:cNvCxnSpPr>
          <p:nvPr/>
        </p:nvCxnSpPr>
        <p:spPr>
          <a:xfrm>
            <a:off x="10094276" y="4262919"/>
            <a:ext cx="0" cy="48076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8689745C-CDC2-41F7-A0AA-EC8844A1E213}"/>
              </a:ext>
            </a:extLst>
          </p:cNvPr>
          <p:cNvCxnSpPr>
            <a:stCxn id="137" idx="6"/>
          </p:cNvCxnSpPr>
          <p:nvPr/>
        </p:nvCxnSpPr>
        <p:spPr>
          <a:xfrm flipH="1" flipV="1">
            <a:off x="10094276" y="4503302"/>
            <a:ext cx="246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Rectangle 141">
            <a:extLst>
              <a:ext uri="{FF2B5EF4-FFF2-40B4-BE49-F238E27FC236}">
                <a16:creationId xmlns:a16="http://schemas.microsoft.com/office/drawing/2014/main" id="{FB73E247-E404-45AF-A148-F7FE35A18222}"/>
              </a:ext>
            </a:extLst>
          </p:cNvPr>
          <p:cNvSpPr/>
          <p:nvPr/>
        </p:nvSpPr>
        <p:spPr>
          <a:xfrm>
            <a:off x="9796462" y="4250040"/>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4</a:t>
            </a:r>
          </a:p>
        </p:txBody>
      </p:sp>
      <p:cxnSp>
        <p:nvCxnSpPr>
          <p:cNvPr id="144" name="Straight Arrow Connector 143">
            <a:extLst>
              <a:ext uri="{FF2B5EF4-FFF2-40B4-BE49-F238E27FC236}">
                <a16:creationId xmlns:a16="http://schemas.microsoft.com/office/drawing/2014/main" id="{22EBF430-880B-4584-A4EC-F077160A9539}"/>
              </a:ext>
            </a:extLst>
          </p:cNvPr>
          <p:cNvCxnSpPr>
            <a:cxnSpLocks/>
            <a:stCxn id="117" idx="6"/>
            <a:endCxn id="137" idx="4"/>
          </p:cNvCxnSpPr>
          <p:nvPr/>
        </p:nvCxnSpPr>
        <p:spPr>
          <a:xfrm flipV="1">
            <a:off x="9664432" y="4743686"/>
            <a:ext cx="429844" cy="12698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D2024594-559E-4D85-B17D-59B0D5CE5582}"/>
              </a:ext>
            </a:extLst>
          </p:cNvPr>
          <p:cNvSpPr/>
          <p:nvPr/>
        </p:nvSpPr>
        <p:spPr>
          <a:xfrm>
            <a:off x="9725305" y="5198338"/>
            <a:ext cx="308098"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H</a:t>
            </a:r>
          </a:p>
        </p:txBody>
      </p:sp>
      <p:sp>
        <p:nvSpPr>
          <p:cNvPr id="148" name="Rectangle 147">
            <a:extLst>
              <a:ext uri="{FF2B5EF4-FFF2-40B4-BE49-F238E27FC236}">
                <a16:creationId xmlns:a16="http://schemas.microsoft.com/office/drawing/2014/main" id="{75D62DD9-C0CB-4A11-AD56-B88BDD691105}"/>
              </a:ext>
            </a:extLst>
          </p:cNvPr>
          <p:cNvSpPr/>
          <p:nvPr/>
        </p:nvSpPr>
        <p:spPr>
          <a:xfrm>
            <a:off x="10547089" y="3851663"/>
            <a:ext cx="229551"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I</a:t>
            </a:r>
          </a:p>
        </p:txBody>
      </p:sp>
      <p:sp>
        <p:nvSpPr>
          <p:cNvPr id="149" name="Rectangle 148">
            <a:extLst>
              <a:ext uri="{FF2B5EF4-FFF2-40B4-BE49-F238E27FC236}">
                <a16:creationId xmlns:a16="http://schemas.microsoft.com/office/drawing/2014/main" id="{B938D729-F109-4C5F-82B7-559951961E93}"/>
              </a:ext>
            </a:extLst>
          </p:cNvPr>
          <p:cNvSpPr/>
          <p:nvPr/>
        </p:nvSpPr>
        <p:spPr>
          <a:xfrm>
            <a:off x="11141042" y="2967334"/>
            <a:ext cx="354584"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8</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50" name="Rectangle 149">
            <a:extLst>
              <a:ext uri="{FF2B5EF4-FFF2-40B4-BE49-F238E27FC236}">
                <a16:creationId xmlns:a16="http://schemas.microsoft.com/office/drawing/2014/main" id="{7E7C2401-89E6-42B1-BA53-D8AA4C228D1F}"/>
              </a:ext>
            </a:extLst>
          </p:cNvPr>
          <p:cNvSpPr/>
          <p:nvPr/>
        </p:nvSpPr>
        <p:spPr>
          <a:xfrm>
            <a:off x="9462892" y="3027447"/>
            <a:ext cx="263214"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J</a:t>
            </a:r>
            <a:endParaRPr lang="en-US" sz="1600" b="0" cap="none" spc="0" dirty="0">
              <a:ln w="0"/>
              <a:solidFill>
                <a:schemeClr val="tx1"/>
              </a:solidFill>
              <a:effectLst>
                <a:outerShdw blurRad="38100" dist="19050" dir="2700000" algn="tl" rotWithShape="0">
                  <a:schemeClr val="dk1">
                    <a:alpha val="40000"/>
                  </a:schemeClr>
                </a:outerShdw>
              </a:effectLst>
            </a:endParaRPr>
          </a:p>
        </p:txBody>
      </p:sp>
      <p:cxnSp>
        <p:nvCxnSpPr>
          <p:cNvPr id="154" name="Straight Arrow Connector 153">
            <a:extLst>
              <a:ext uri="{FF2B5EF4-FFF2-40B4-BE49-F238E27FC236}">
                <a16:creationId xmlns:a16="http://schemas.microsoft.com/office/drawing/2014/main" id="{57AB4F30-2E69-4452-B583-F4F7AD01B235}"/>
              </a:ext>
            </a:extLst>
          </p:cNvPr>
          <p:cNvCxnSpPr>
            <a:cxnSpLocks/>
            <a:stCxn id="38" idx="6"/>
            <a:endCxn id="142" idx="1"/>
          </p:cNvCxnSpPr>
          <p:nvPr/>
        </p:nvCxnSpPr>
        <p:spPr>
          <a:xfrm>
            <a:off x="7467351" y="4361951"/>
            <a:ext cx="2329111" cy="1189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0F456B12-C0AD-4C50-A3C3-B5C6E4197AB7}"/>
              </a:ext>
            </a:extLst>
          </p:cNvPr>
          <p:cNvCxnSpPr>
            <a:stCxn id="137" idx="7"/>
            <a:endCxn id="149" idx="2"/>
          </p:cNvCxnSpPr>
          <p:nvPr/>
        </p:nvCxnSpPr>
        <p:spPr>
          <a:xfrm flipV="1">
            <a:off x="10268471" y="3428999"/>
            <a:ext cx="1049863" cy="904327"/>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1863267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9EB2337-EFA1-47DF-B016-B05067F59143}"/>
              </a:ext>
            </a:extLst>
          </p:cNvPr>
          <p:cNvSpPr>
            <a:spLocks noGrp="1"/>
          </p:cNvSpPr>
          <p:nvPr>
            <p:ph type="title"/>
          </p:nvPr>
        </p:nvSpPr>
        <p:spPr/>
        <p:txBody>
          <a:bodyPr/>
          <a:lstStyle/>
          <a:p>
            <a:pPr algn="ctr"/>
            <a:r>
              <a:rPr lang="en-US" b="1" dirty="0"/>
              <a:t>Question</a:t>
            </a:r>
            <a:endParaRPr lang="LID4096" b="1" dirty="0"/>
          </a:p>
        </p:txBody>
      </p:sp>
      <p:sp>
        <p:nvSpPr>
          <p:cNvPr id="4" name="Content Placeholder 3">
            <a:extLst>
              <a:ext uri="{FF2B5EF4-FFF2-40B4-BE49-F238E27FC236}">
                <a16:creationId xmlns:a16="http://schemas.microsoft.com/office/drawing/2014/main" id="{17D4A72A-3F69-4DCB-841B-DF02A866F202}"/>
              </a:ext>
            </a:extLst>
          </p:cNvPr>
          <p:cNvSpPr>
            <a:spLocks noGrp="1"/>
          </p:cNvSpPr>
          <p:nvPr>
            <p:ph idx="1"/>
          </p:nvPr>
        </p:nvSpPr>
        <p:spPr/>
        <p:txBody>
          <a:bodyPr/>
          <a:lstStyle/>
          <a:p>
            <a:pPr marL="457200" indent="-457200">
              <a:buFont typeface="+mj-lt"/>
              <a:buAutoNum type="arabicPeriod"/>
            </a:pPr>
            <a:r>
              <a:rPr lang="en-US" dirty="0"/>
              <a:t>Construct a network diagram.</a:t>
            </a:r>
          </a:p>
          <a:p>
            <a:pPr marL="457200" indent="-457200">
              <a:buFont typeface="+mj-lt"/>
              <a:buAutoNum type="arabicPeriod"/>
            </a:pPr>
            <a:r>
              <a:rPr lang="en-US" dirty="0"/>
              <a:t>Find the critical path.</a:t>
            </a:r>
          </a:p>
          <a:p>
            <a:pPr marL="457200" indent="-457200">
              <a:buFont typeface="+mj-lt"/>
              <a:buAutoNum type="arabicPeriod"/>
            </a:pPr>
            <a:r>
              <a:rPr lang="en-US" dirty="0"/>
              <a:t>Determine the duration the project is likely to take you to complete.</a:t>
            </a:r>
            <a:endParaRPr lang="LID4096" dirty="0"/>
          </a:p>
        </p:txBody>
      </p:sp>
      <p:sp>
        <p:nvSpPr>
          <p:cNvPr id="5" name="Footer Placeholder 4">
            <a:extLst>
              <a:ext uri="{FF2B5EF4-FFF2-40B4-BE49-F238E27FC236}">
                <a16:creationId xmlns:a16="http://schemas.microsoft.com/office/drawing/2014/main" id="{160F0832-10F7-4F9E-93B4-C952EBED5F8E}"/>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68378DBA-90D8-498A-9E36-D68E2D68A556}"/>
              </a:ext>
            </a:extLst>
          </p:cNvPr>
          <p:cNvSpPr>
            <a:spLocks noGrp="1"/>
          </p:cNvSpPr>
          <p:nvPr>
            <p:ph type="sldNum" sz="quarter" idx="12"/>
          </p:nvPr>
        </p:nvSpPr>
        <p:spPr/>
        <p:txBody>
          <a:bodyPr/>
          <a:lstStyle/>
          <a:p>
            <a:fld id="{76711B12-96E3-4CC6-8596-5FF84CCB8B40}" type="slidenum">
              <a:rPr lang="LID4096" smtClean="0"/>
              <a:t>107</a:t>
            </a:fld>
            <a:endParaRPr lang="LID4096"/>
          </a:p>
        </p:txBody>
      </p:sp>
    </p:spTree>
    <p:extLst>
      <p:ext uri="{BB962C8B-B14F-4D97-AF65-F5344CB8AC3E}">
        <p14:creationId xmlns:p14="http://schemas.microsoft.com/office/powerpoint/2010/main" val="23967894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01A2B-8140-4AC3-8343-579D333B0033}"/>
              </a:ext>
            </a:extLst>
          </p:cNvPr>
          <p:cNvSpPr>
            <a:spLocks noGrp="1"/>
          </p:cNvSpPr>
          <p:nvPr>
            <p:ph type="title"/>
          </p:nvPr>
        </p:nvSpPr>
        <p:spPr/>
        <p:txBody>
          <a:bodyPr/>
          <a:lstStyle/>
          <a:p>
            <a:pPr algn="ctr"/>
            <a:r>
              <a:rPr lang="en-US" b="1" dirty="0"/>
              <a:t>PERT Chart Example 3</a:t>
            </a:r>
            <a:endParaRPr lang="LID4096" b="1" dirty="0"/>
          </a:p>
        </p:txBody>
      </p:sp>
      <p:sp>
        <p:nvSpPr>
          <p:cNvPr id="3" name="Content Placeholder 2">
            <a:extLst>
              <a:ext uri="{FF2B5EF4-FFF2-40B4-BE49-F238E27FC236}">
                <a16:creationId xmlns:a16="http://schemas.microsoft.com/office/drawing/2014/main" id="{6CAD1A40-6856-484A-B747-D07751C3D174}"/>
              </a:ext>
            </a:extLst>
          </p:cNvPr>
          <p:cNvSpPr>
            <a:spLocks noGrp="1"/>
          </p:cNvSpPr>
          <p:nvPr>
            <p:ph sz="half" idx="1"/>
          </p:nvPr>
        </p:nvSpPr>
        <p:spPr/>
        <p:txBody>
          <a:bodyPr/>
          <a:lstStyle/>
          <a:p>
            <a:pPr marL="457200" indent="-457200">
              <a:buFont typeface="+mj-lt"/>
              <a:buAutoNum type="arabicPeriod"/>
            </a:pPr>
            <a:r>
              <a:rPr lang="en-US" dirty="0"/>
              <a:t>Construct a network diagram.</a:t>
            </a:r>
          </a:p>
          <a:p>
            <a:pPr marL="0" indent="0">
              <a:buNone/>
            </a:pPr>
            <a:endParaRPr lang="LID4096" dirty="0"/>
          </a:p>
        </p:txBody>
      </p:sp>
      <p:sp>
        <p:nvSpPr>
          <p:cNvPr id="4" name="Content Placeholder 3">
            <a:extLst>
              <a:ext uri="{FF2B5EF4-FFF2-40B4-BE49-F238E27FC236}">
                <a16:creationId xmlns:a16="http://schemas.microsoft.com/office/drawing/2014/main" id="{8F91FBD6-DC69-40E8-B9F9-4D4F432404D1}"/>
              </a:ext>
            </a:extLst>
          </p:cNvPr>
          <p:cNvSpPr>
            <a:spLocks noGrp="1"/>
          </p:cNvSpPr>
          <p:nvPr>
            <p:ph sz="half" idx="2"/>
          </p:nvPr>
        </p:nvSpPr>
        <p:spPr/>
        <p:txBody>
          <a:bodyPr/>
          <a:lstStyle/>
          <a:p>
            <a:r>
              <a:rPr lang="en-US" dirty="0"/>
              <a:t>PERT Chart</a:t>
            </a:r>
          </a:p>
        </p:txBody>
      </p:sp>
      <p:sp>
        <p:nvSpPr>
          <p:cNvPr id="5" name="Footer Placeholder 4">
            <a:extLst>
              <a:ext uri="{FF2B5EF4-FFF2-40B4-BE49-F238E27FC236}">
                <a16:creationId xmlns:a16="http://schemas.microsoft.com/office/drawing/2014/main" id="{D489DCE5-4166-4F4E-924B-55C3E8E0C50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5BA1F777-59DB-463C-A1E4-E172ABBB197F}"/>
              </a:ext>
            </a:extLst>
          </p:cNvPr>
          <p:cNvSpPr>
            <a:spLocks noGrp="1"/>
          </p:cNvSpPr>
          <p:nvPr>
            <p:ph type="sldNum" sz="quarter" idx="12"/>
          </p:nvPr>
        </p:nvSpPr>
        <p:spPr>
          <a:xfrm>
            <a:off x="11047411" y="6380915"/>
            <a:ext cx="771089" cy="365125"/>
          </a:xfrm>
        </p:spPr>
        <p:txBody>
          <a:bodyPr/>
          <a:lstStyle/>
          <a:p>
            <a:fld id="{76711B12-96E3-4CC6-8596-5FF84CCB8B40}" type="slidenum">
              <a:rPr lang="LID4096" smtClean="0"/>
              <a:t>108</a:t>
            </a:fld>
            <a:endParaRPr lang="LID4096" dirty="0"/>
          </a:p>
        </p:txBody>
      </p:sp>
      <p:graphicFrame>
        <p:nvGraphicFramePr>
          <p:cNvPr id="8" name="Table 8">
            <a:extLst>
              <a:ext uri="{FF2B5EF4-FFF2-40B4-BE49-F238E27FC236}">
                <a16:creationId xmlns:a16="http://schemas.microsoft.com/office/drawing/2014/main" id="{509757A3-DC04-48CB-8E43-E77C129E2489}"/>
              </a:ext>
            </a:extLst>
          </p:cNvPr>
          <p:cNvGraphicFramePr>
            <a:graphicFrameLocks noGrp="1"/>
          </p:cNvGraphicFramePr>
          <p:nvPr>
            <p:extLst>
              <p:ext uri="{D42A27DB-BD31-4B8C-83A1-F6EECF244321}">
                <p14:modId xmlns:p14="http://schemas.microsoft.com/office/powerpoint/2010/main" val="2509962788"/>
              </p:ext>
            </p:extLst>
          </p:nvPr>
        </p:nvGraphicFramePr>
        <p:xfrm>
          <a:off x="1485246" y="2877661"/>
          <a:ext cx="3558094" cy="2494280"/>
        </p:xfrm>
        <a:graphic>
          <a:graphicData uri="http://schemas.openxmlformats.org/drawingml/2006/table">
            <a:tbl>
              <a:tblPr firstRow="1" bandRow="1">
                <a:tableStyleId>{5C22544A-7EE6-4342-B048-85BDC9FD1C3A}</a:tableStyleId>
              </a:tblPr>
              <a:tblGrid>
                <a:gridCol w="1069418">
                  <a:extLst>
                    <a:ext uri="{9D8B030D-6E8A-4147-A177-3AD203B41FA5}">
                      <a16:colId xmlns:a16="http://schemas.microsoft.com/office/drawing/2014/main" val="916816838"/>
                    </a:ext>
                  </a:extLst>
                </a:gridCol>
                <a:gridCol w="1451728">
                  <a:extLst>
                    <a:ext uri="{9D8B030D-6E8A-4147-A177-3AD203B41FA5}">
                      <a16:colId xmlns:a16="http://schemas.microsoft.com/office/drawing/2014/main" val="1341280851"/>
                    </a:ext>
                  </a:extLst>
                </a:gridCol>
                <a:gridCol w="1036948">
                  <a:extLst>
                    <a:ext uri="{9D8B030D-6E8A-4147-A177-3AD203B41FA5}">
                      <a16:colId xmlns:a16="http://schemas.microsoft.com/office/drawing/2014/main" val="3177267949"/>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Dependencies</a:t>
                      </a:r>
                      <a:endParaRPr lang="LID4096" dirty="0">
                        <a:solidFill>
                          <a:schemeClr val="tx1"/>
                        </a:solidFill>
                      </a:endParaRPr>
                    </a:p>
                  </a:txBody>
                  <a:tcPr>
                    <a:noFill/>
                  </a:tcPr>
                </a:tc>
                <a:tc>
                  <a:txBody>
                    <a:bodyPr/>
                    <a:lstStyle/>
                    <a:p>
                      <a:r>
                        <a:rPr lang="en-US" dirty="0">
                          <a:solidFill>
                            <a:schemeClr val="tx1"/>
                          </a:solidFill>
                        </a:rPr>
                        <a:t>Duration (Days)</a:t>
                      </a:r>
                      <a:endParaRPr lang="LID4096" dirty="0">
                        <a:solidFill>
                          <a:schemeClr val="tx1"/>
                        </a:solidFill>
                      </a:endParaRPr>
                    </a:p>
                  </a:txBody>
                  <a:tcPr>
                    <a:noFill/>
                  </a:tcPr>
                </a:tc>
                <a:extLst>
                  <a:ext uri="{0D108BD9-81ED-4DB2-BD59-A6C34878D82A}">
                    <a16:rowId xmlns:a16="http://schemas.microsoft.com/office/drawing/2014/main" val="452846576"/>
                  </a:ext>
                </a:extLst>
              </a:tr>
              <a:tr h="370840">
                <a:tc>
                  <a:txBody>
                    <a:bodyPr/>
                    <a:lstStyle/>
                    <a:p>
                      <a:r>
                        <a:rPr lang="en-US" dirty="0">
                          <a:solidFill>
                            <a:schemeClr val="tx1"/>
                          </a:solidFill>
                        </a:rPr>
                        <a:t>A</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extLst>
                  <a:ext uri="{0D108BD9-81ED-4DB2-BD59-A6C34878D82A}">
                    <a16:rowId xmlns:a16="http://schemas.microsoft.com/office/drawing/2014/main" val="3140191134"/>
                  </a:ext>
                </a:extLst>
              </a:tr>
              <a:tr h="370840">
                <a:tc>
                  <a:txBody>
                    <a:bodyPr/>
                    <a:lstStyle/>
                    <a:p>
                      <a:r>
                        <a:rPr lang="en-US" dirty="0">
                          <a:solidFill>
                            <a:schemeClr val="tx1"/>
                          </a:solidFill>
                        </a:rPr>
                        <a:t>B</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2425068029"/>
                  </a:ext>
                </a:extLst>
              </a:tr>
              <a:tr h="370840">
                <a:tc>
                  <a:txBody>
                    <a:bodyPr/>
                    <a:lstStyle/>
                    <a:p>
                      <a:r>
                        <a:rPr lang="en-US" dirty="0">
                          <a:solidFill>
                            <a:schemeClr val="tx1"/>
                          </a:solidFill>
                        </a:rPr>
                        <a:t>C</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extLst>
                  <a:ext uri="{0D108BD9-81ED-4DB2-BD59-A6C34878D82A}">
                    <a16:rowId xmlns:a16="http://schemas.microsoft.com/office/drawing/2014/main" val="1961207053"/>
                  </a:ext>
                </a:extLst>
              </a:tr>
              <a:tr h="370840">
                <a:tc>
                  <a:txBody>
                    <a:bodyPr/>
                    <a:lstStyle/>
                    <a:p>
                      <a:r>
                        <a:rPr lang="en-US" dirty="0">
                          <a:solidFill>
                            <a:schemeClr val="tx1"/>
                          </a:solidFill>
                        </a:rPr>
                        <a:t>D</a:t>
                      </a:r>
                      <a:endParaRPr lang="LID4096" dirty="0">
                        <a:solidFill>
                          <a:schemeClr val="tx1"/>
                        </a:solidFill>
                      </a:endParaRPr>
                    </a:p>
                  </a:txBody>
                  <a:tcPr>
                    <a:noFill/>
                  </a:tcPr>
                </a:tc>
                <a:tc>
                  <a:txBody>
                    <a:bodyPr/>
                    <a:lstStyle/>
                    <a:p>
                      <a:r>
                        <a:rPr lang="en-US" dirty="0">
                          <a:solidFill>
                            <a:schemeClr val="tx1"/>
                          </a:solidFill>
                        </a:rPr>
                        <a:t>B</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24945900"/>
                  </a:ext>
                </a:extLst>
              </a:tr>
              <a:tr h="370840">
                <a:tc>
                  <a:txBody>
                    <a:bodyPr/>
                    <a:lstStyle/>
                    <a:p>
                      <a:r>
                        <a:rPr lang="en-US" dirty="0">
                          <a:solidFill>
                            <a:schemeClr val="tx1"/>
                          </a:solidFill>
                        </a:rPr>
                        <a:t>E</a:t>
                      </a:r>
                      <a:endParaRPr lang="LID4096" dirty="0">
                        <a:solidFill>
                          <a:schemeClr val="tx1"/>
                        </a:solidFill>
                      </a:endParaRPr>
                    </a:p>
                  </a:txBody>
                  <a:tcPr>
                    <a:noFill/>
                  </a:tcPr>
                </a:tc>
                <a:tc>
                  <a:txBody>
                    <a:bodyPr/>
                    <a:lstStyle/>
                    <a:p>
                      <a:r>
                        <a:rPr lang="en-US" dirty="0">
                          <a:solidFill>
                            <a:schemeClr val="tx1"/>
                          </a:solidFill>
                        </a:rPr>
                        <a:t>C,D</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2658076189"/>
                  </a:ext>
                </a:extLst>
              </a:tr>
            </a:tbl>
          </a:graphicData>
        </a:graphic>
      </p:graphicFrame>
      <p:sp>
        <p:nvSpPr>
          <p:cNvPr id="9" name="Oval 8">
            <a:extLst>
              <a:ext uri="{FF2B5EF4-FFF2-40B4-BE49-F238E27FC236}">
                <a16:creationId xmlns:a16="http://schemas.microsoft.com/office/drawing/2014/main" id="{25C958DF-E075-4BBC-8CE6-767EC7AEE888}"/>
              </a:ext>
            </a:extLst>
          </p:cNvPr>
          <p:cNvSpPr/>
          <p:nvPr/>
        </p:nvSpPr>
        <p:spPr>
          <a:xfrm>
            <a:off x="7041221" y="3057427"/>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Oval 9">
            <a:extLst>
              <a:ext uri="{FF2B5EF4-FFF2-40B4-BE49-F238E27FC236}">
                <a16:creationId xmlns:a16="http://schemas.microsoft.com/office/drawing/2014/main" id="{A9216EB5-C924-45E0-877D-ACBE927B9050}"/>
              </a:ext>
            </a:extLst>
          </p:cNvPr>
          <p:cNvSpPr/>
          <p:nvPr/>
        </p:nvSpPr>
        <p:spPr>
          <a:xfrm>
            <a:off x="8913427" y="3057427"/>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960AFC9E-B799-470B-8073-00E68B5FEB39}"/>
              </a:ext>
            </a:extLst>
          </p:cNvPr>
          <p:cNvSpPr/>
          <p:nvPr/>
        </p:nvSpPr>
        <p:spPr>
          <a:xfrm>
            <a:off x="10824017" y="3051928"/>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Oval 11">
            <a:extLst>
              <a:ext uri="{FF2B5EF4-FFF2-40B4-BE49-F238E27FC236}">
                <a16:creationId xmlns:a16="http://schemas.microsoft.com/office/drawing/2014/main" id="{9666801C-F467-48E0-B4C0-0693CBB81602}"/>
              </a:ext>
            </a:extLst>
          </p:cNvPr>
          <p:cNvSpPr/>
          <p:nvPr/>
        </p:nvSpPr>
        <p:spPr>
          <a:xfrm>
            <a:off x="5908102" y="4204355"/>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Oval 12">
            <a:extLst>
              <a:ext uri="{FF2B5EF4-FFF2-40B4-BE49-F238E27FC236}">
                <a16:creationId xmlns:a16="http://schemas.microsoft.com/office/drawing/2014/main" id="{849E04B8-C0D5-4F80-88B2-C9CB9DE20040}"/>
              </a:ext>
            </a:extLst>
          </p:cNvPr>
          <p:cNvSpPr/>
          <p:nvPr/>
        </p:nvSpPr>
        <p:spPr>
          <a:xfrm>
            <a:off x="7041221" y="5339024"/>
            <a:ext cx="772998" cy="75414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5" name="Straight Arrow Connector 14">
            <a:extLst>
              <a:ext uri="{FF2B5EF4-FFF2-40B4-BE49-F238E27FC236}">
                <a16:creationId xmlns:a16="http://schemas.microsoft.com/office/drawing/2014/main" id="{F2AD930B-058C-401A-8A1D-E1F6AD286FB1}"/>
              </a:ext>
            </a:extLst>
          </p:cNvPr>
          <p:cNvCxnSpPr>
            <a:stCxn id="12" idx="7"/>
            <a:endCxn id="9" idx="3"/>
          </p:cNvCxnSpPr>
          <p:nvPr/>
        </p:nvCxnSpPr>
        <p:spPr>
          <a:xfrm flipV="1">
            <a:off x="6567897" y="3701129"/>
            <a:ext cx="586527" cy="613668"/>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8EF4E928-A460-4AAF-85FB-C8BB75F373D6}"/>
              </a:ext>
            </a:extLst>
          </p:cNvPr>
          <p:cNvCxnSpPr>
            <a:stCxn id="9" idx="6"/>
            <a:endCxn id="10" idx="2"/>
          </p:cNvCxnSpPr>
          <p:nvPr/>
        </p:nvCxnSpPr>
        <p:spPr>
          <a:xfrm>
            <a:off x="7814219" y="3434499"/>
            <a:ext cx="10992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76022CE-9295-4D8D-B1F0-7CBBBCFBA4E2}"/>
              </a:ext>
            </a:extLst>
          </p:cNvPr>
          <p:cNvCxnSpPr>
            <a:stCxn id="10" idx="6"/>
            <a:endCxn id="11" idx="2"/>
          </p:cNvCxnSpPr>
          <p:nvPr/>
        </p:nvCxnSpPr>
        <p:spPr>
          <a:xfrm flipV="1">
            <a:off x="9686425" y="3429000"/>
            <a:ext cx="1137592" cy="54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3939D23-5DA1-4072-AE84-3C515EE42016}"/>
              </a:ext>
            </a:extLst>
          </p:cNvPr>
          <p:cNvCxnSpPr>
            <a:stCxn id="12" idx="5"/>
            <a:endCxn id="13" idx="1"/>
          </p:cNvCxnSpPr>
          <p:nvPr/>
        </p:nvCxnSpPr>
        <p:spPr>
          <a:xfrm>
            <a:off x="6567897" y="4848057"/>
            <a:ext cx="586527" cy="6014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996616-37EF-4A55-90DB-B601303992CA}"/>
              </a:ext>
            </a:extLst>
          </p:cNvPr>
          <p:cNvCxnSpPr>
            <a:stCxn id="13" idx="6"/>
            <a:endCxn id="10" idx="4"/>
          </p:cNvCxnSpPr>
          <p:nvPr/>
        </p:nvCxnSpPr>
        <p:spPr>
          <a:xfrm flipV="1">
            <a:off x="7814219" y="3811571"/>
            <a:ext cx="1485707" cy="1904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2DBE123-1D07-4A5C-B445-0FFD9FE29F97}"/>
              </a:ext>
            </a:extLst>
          </p:cNvPr>
          <p:cNvCxnSpPr>
            <a:stCxn id="12" idx="0"/>
            <a:endCxn id="12" idx="4"/>
          </p:cNvCxnSpPr>
          <p:nvPr/>
        </p:nvCxnSpPr>
        <p:spPr>
          <a:xfrm>
            <a:off x="6294601" y="4204355"/>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6BB6050-1622-4975-B425-6602FF801E57}"/>
              </a:ext>
            </a:extLst>
          </p:cNvPr>
          <p:cNvCxnSpPr>
            <a:stCxn id="9" idx="0"/>
            <a:endCxn id="9" idx="4"/>
          </p:cNvCxnSpPr>
          <p:nvPr/>
        </p:nvCxnSpPr>
        <p:spPr>
          <a:xfrm>
            <a:off x="7427720" y="3057427"/>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469C70C-7548-4736-A92B-4B4C177BFCE1}"/>
              </a:ext>
            </a:extLst>
          </p:cNvPr>
          <p:cNvCxnSpPr>
            <a:stCxn id="13" idx="0"/>
            <a:endCxn id="13" idx="4"/>
          </p:cNvCxnSpPr>
          <p:nvPr/>
        </p:nvCxnSpPr>
        <p:spPr>
          <a:xfrm>
            <a:off x="7427720" y="5339024"/>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F7B9D03-E3D6-42DF-8E50-998CB0281AD5}"/>
              </a:ext>
            </a:extLst>
          </p:cNvPr>
          <p:cNvCxnSpPr>
            <a:stCxn id="11" idx="0"/>
            <a:endCxn id="11" idx="4"/>
          </p:cNvCxnSpPr>
          <p:nvPr/>
        </p:nvCxnSpPr>
        <p:spPr>
          <a:xfrm>
            <a:off x="11210516" y="3051928"/>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2E82565-223D-4E02-9055-94B539711F96}"/>
              </a:ext>
            </a:extLst>
          </p:cNvPr>
          <p:cNvCxnSpPr>
            <a:stCxn id="12" idx="6"/>
          </p:cNvCxnSpPr>
          <p:nvPr/>
        </p:nvCxnSpPr>
        <p:spPr>
          <a:xfrm flipH="1">
            <a:off x="6294601" y="4581427"/>
            <a:ext cx="3864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ECF4AA8-3E03-4A7D-AF85-8C15610CAFCF}"/>
              </a:ext>
            </a:extLst>
          </p:cNvPr>
          <p:cNvCxnSpPr>
            <a:stCxn id="9" idx="6"/>
          </p:cNvCxnSpPr>
          <p:nvPr/>
        </p:nvCxnSpPr>
        <p:spPr>
          <a:xfrm flipH="1" flipV="1">
            <a:off x="7427720" y="3429000"/>
            <a:ext cx="386499" cy="5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8A3F6C0-A9CB-4C66-A6E4-5EE4B3A1D0CC}"/>
              </a:ext>
            </a:extLst>
          </p:cNvPr>
          <p:cNvCxnSpPr>
            <a:stCxn id="10" idx="0"/>
            <a:endCxn id="10" idx="4"/>
          </p:cNvCxnSpPr>
          <p:nvPr/>
        </p:nvCxnSpPr>
        <p:spPr>
          <a:xfrm>
            <a:off x="9299926" y="3057427"/>
            <a:ext cx="0" cy="754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BDC72AC-9153-4323-AF78-B45E0BE19D2C}"/>
              </a:ext>
            </a:extLst>
          </p:cNvPr>
          <p:cNvCxnSpPr>
            <a:stCxn id="13" idx="6"/>
          </p:cNvCxnSpPr>
          <p:nvPr/>
        </p:nvCxnSpPr>
        <p:spPr>
          <a:xfrm flipH="1">
            <a:off x="7427720" y="5716096"/>
            <a:ext cx="3864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A6F08C4-3684-4E41-80CA-6399D2BE258F}"/>
              </a:ext>
            </a:extLst>
          </p:cNvPr>
          <p:cNvCxnSpPr>
            <a:stCxn id="10" idx="6"/>
          </p:cNvCxnSpPr>
          <p:nvPr/>
        </p:nvCxnSpPr>
        <p:spPr>
          <a:xfrm flipH="1" flipV="1">
            <a:off x="9299926" y="3429000"/>
            <a:ext cx="386499" cy="5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7C5D821-5501-4632-A554-C4ACE7450308}"/>
              </a:ext>
            </a:extLst>
          </p:cNvPr>
          <p:cNvCxnSpPr>
            <a:stCxn id="11" idx="6"/>
          </p:cNvCxnSpPr>
          <p:nvPr/>
        </p:nvCxnSpPr>
        <p:spPr>
          <a:xfrm flipH="1">
            <a:off x="11210515" y="3429000"/>
            <a:ext cx="3865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8AD0A7DC-77A7-4FED-8F58-B0FB454AC33C}"/>
              </a:ext>
            </a:extLst>
          </p:cNvPr>
          <p:cNvSpPr/>
          <p:nvPr/>
        </p:nvSpPr>
        <p:spPr>
          <a:xfrm>
            <a:off x="6744077" y="3797037"/>
            <a:ext cx="308097"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A</a:t>
            </a:r>
          </a:p>
        </p:txBody>
      </p:sp>
      <p:sp>
        <p:nvSpPr>
          <p:cNvPr id="45" name="Rectangle 44">
            <a:extLst>
              <a:ext uri="{FF2B5EF4-FFF2-40B4-BE49-F238E27FC236}">
                <a16:creationId xmlns:a16="http://schemas.microsoft.com/office/drawing/2014/main" id="{788F13DE-CF13-4264-B3AB-7BFE071130FF}"/>
              </a:ext>
            </a:extLst>
          </p:cNvPr>
          <p:cNvSpPr/>
          <p:nvPr/>
        </p:nvSpPr>
        <p:spPr>
          <a:xfrm>
            <a:off x="6726591" y="4958499"/>
            <a:ext cx="287259"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B</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46" name="Rectangle 45">
            <a:extLst>
              <a:ext uri="{FF2B5EF4-FFF2-40B4-BE49-F238E27FC236}">
                <a16:creationId xmlns:a16="http://schemas.microsoft.com/office/drawing/2014/main" id="{9C3D7308-7746-43A6-842B-5F89284BF11B}"/>
              </a:ext>
            </a:extLst>
          </p:cNvPr>
          <p:cNvSpPr/>
          <p:nvPr/>
        </p:nvSpPr>
        <p:spPr>
          <a:xfrm>
            <a:off x="8525214" y="4810207"/>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(2)</a:t>
            </a:r>
          </a:p>
        </p:txBody>
      </p:sp>
      <p:sp>
        <p:nvSpPr>
          <p:cNvPr id="47" name="Rectangle 46">
            <a:extLst>
              <a:ext uri="{FF2B5EF4-FFF2-40B4-BE49-F238E27FC236}">
                <a16:creationId xmlns:a16="http://schemas.microsoft.com/office/drawing/2014/main" id="{973F4B29-539E-4F6B-9FB6-A06BC22E4012}"/>
              </a:ext>
            </a:extLst>
          </p:cNvPr>
          <p:cNvSpPr/>
          <p:nvPr/>
        </p:nvSpPr>
        <p:spPr>
          <a:xfrm>
            <a:off x="8455756" y="4581427"/>
            <a:ext cx="308098"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D</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48" name="Rectangle 47">
            <a:extLst>
              <a:ext uri="{FF2B5EF4-FFF2-40B4-BE49-F238E27FC236}">
                <a16:creationId xmlns:a16="http://schemas.microsoft.com/office/drawing/2014/main" id="{C97FC035-0F84-460C-B427-09CABE8EBD69}"/>
              </a:ext>
            </a:extLst>
          </p:cNvPr>
          <p:cNvSpPr/>
          <p:nvPr/>
        </p:nvSpPr>
        <p:spPr>
          <a:xfrm>
            <a:off x="9976327" y="3265222"/>
            <a:ext cx="274435"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E</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49" name="Rectangle 48">
            <a:extLst>
              <a:ext uri="{FF2B5EF4-FFF2-40B4-BE49-F238E27FC236}">
                <a16:creationId xmlns:a16="http://schemas.microsoft.com/office/drawing/2014/main" id="{BCA712B1-3887-4A39-A6B0-0AC0799DFBF3}"/>
              </a:ext>
            </a:extLst>
          </p:cNvPr>
          <p:cNvSpPr/>
          <p:nvPr/>
        </p:nvSpPr>
        <p:spPr>
          <a:xfrm>
            <a:off x="5954203" y="4350594"/>
            <a:ext cx="354585"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1</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50" name="Rectangle 49">
            <a:extLst>
              <a:ext uri="{FF2B5EF4-FFF2-40B4-BE49-F238E27FC236}">
                <a16:creationId xmlns:a16="http://schemas.microsoft.com/office/drawing/2014/main" id="{DAFDAFAD-7288-4CB8-BA6F-961E3B0D62F8}"/>
              </a:ext>
            </a:extLst>
          </p:cNvPr>
          <p:cNvSpPr/>
          <p:nvPr/>
        </p:nvSpPr>
        <p:spPr>
          <a:xfrm>
            <a:off x="7068131" y="3193426"/>
            <a:ext cx="354585"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2</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51" name="Rectangle 50">
            <a:extLst>
              <a:ext uri="{FF2B5EF4-FFF2-40B4-BE49-F238E27FC236}">
                <a16:creationId xmlns:a16="http://schemas.microsoft.com/office/drawing/2014/main" id="{B7BD073B-0761-4D88-B379-F89277E6F35F}"/>
              </a:ext>
            </a:extLst>
          </p:cNvPr>
          <p:cNvSpPr/>
          <p:nvPr/>
        </p:nvSpPr>
        <p:spPr>
          <a:xfrm>
            <a:off x="7049636" y="5480519"/>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3</a:t>
            </a:r>
          </a:p>
        </p:txBody>
      </p:sp>
      <p:sp>
        <p:nvSpPr>
          <p:cNvPr id="52" name="Rectangle 51">
            <a:extLst>
              <a:ext uri="{FF2B5EF4-FFF2-40B4-BE49-F238E27FC236}">
                <a16:creationId xmlns:a16="http://schemas.microsoft.com/office/drawing/2014/main" id="{F97968D2-E27C-4318-A0F6-5940C816C70D}"/>
              </a:ext>
            </a:extLst>
          </p:cNvPr>
          <p:cNvSpPr/>
          <p:nvPr/>
        </p:nvSpPr>
        <p:spPr>
          <a:xfrm>
            <a:off x="8952105" y="3181579"/>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4</a:t>
            </a:r>
          </a:p>
        </p:txBody>
      </p:sp>
      <p:sp>
        <p:nvSpPr>
          <p:cNvPr id="53" name="Rectangle 52">
            <a:extLst>
              <a:ext uri="{FF2B5EF4-FFF2-40B4-BE49-F238E27FC236}">
                <a16:creationId xmlns:a16="http://schemas.microsoft.com/office/drawing/2014/main" id="{0EDF8ED1-1BC5-475A-955C-5A450C0160CA}"/>
              </a:ext>
            </a:extLst>
          </p:cNvPr>
          <p:cNvSpPr/>
          <p:nvPr/>
        </p:nvSpPr>
        <p:spPr>
          <a:xfrm>
            <a:off x="10852465" y="3193426"/>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5</a:t>
            </a:r>
          </a:p>
        </p:txBody>
      </p:sp>
      <p:sp>
        <p:nvSpPr>
          <p:cNvPr id="38" name="Rectangle 37">
            <a:extLst>
              <a:ext uri="{FF2B5EF4-FFF2-40B4-BE49-F238E27FC236}">
                <a16:creationId xmlns:a16="http://schemas.microsoft.com/office/drawing/2014/main" id="{6DB9F4E8-6672-4E08-8013-EF3C8D69FDDC}"/>
              </a:ext>
            </a:extLst>
          </p:cNvPr>
          <p:cNvSpPr/>
          <p:nvPr/>
        </p:nvSpPr>
        <p:spPr>
          <a:xfrm>
            <a:off x="6505979" y="3625178"/>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(5)</a:t>
            </a:r>
          </a:p>
        </p:txBody>
      </p:sp>
      <p:sp>
        <p:nvSpPr>
          <p:cNvPr id="40" name="Rectangle 39">
            <a:extLst>
              <a:ext uri="{FF2B5EF4-FFF2-40B4-BE49-F238E27FC236}">
                <a16:creationId xmlns:a16="http://schemas.microsoft.com/office/drawing/2014/main" id="{37A6AA59-0A40-421F-B9FA-1C33758C811D}"/>
              </a:ext>
            </a:extLst>
          </p:cNvPr>
          <p:cNvSpPr/>
          <p:nvPr/>
        </p:nvSpPr>
        <p:spPr>
          <a:xfrm>
            <a:off x="8045634" y="2963254"/>
            <a:ext cx="524503"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(10)</a:t>
            </a:r>
          </a:p>
        </p:txBody>
      </p:sp>
      <p:sp>
        <p:nvSpPr>
          <p:cNvPr id="42" name="Rectangle 41">
            <a:extLst>
              <a:ext uri="{FF2B5EF4-FFF2-40B4-BE49-F238E27FC236}">
                <a16:creationId xmlns:a16="http://schemas.microsoft.com/office/drawing/2014/main" id="{1891B68B-B65E-42E9-A40F-B8A283C39E05}"/>
              </a:ext>
            </a:extLst>
          </p:cNvPr>
          <p:cNvSpPr/>
          <p:nvPr/>
        </p:nvSpPr>
        <p:spPr>
          <a:xfrm>
            <a:off x="9880477" y="2936884"/>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(6)</a:t>
            </a:r>
          </a:p>
        </p:txBody>
      </p:sp>
      <p:sp>
        <p:nvSpPr>
          <p:cNvPr id="54" name="Rectangle 53">
            <a:extLst>
              <a:ext uri="{FF2B5EF4-FFF2-40B4-BE49-F238E27FC236}">
                <a16:creationId xmlns:a16="http://schemas.microsoft.com/office/drawing/2014/main" id="{F1CD3A5F-5F0A-405B-8135-6F41494D08A7}"/>
              </a:ext>
            </a:extLst>
          </p:cNvPr>
          <p:cNvSpPr/>
          <p:nvPr/>
        </p:nvSpPr>
        <p:spPr>
          <a:xfrm>
            <a:off x="6483980" y="5110897"/>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(3)</a:t>
            </a:r>
          </a:p>
        </p:txBody>
      </p:sp>
      <p:sp>
        <p:nvSpPr>
          <p:cNvPr id="55" name="Rectangle 54">
            <a:extLst>
              <a:ext uri="{FF2B5EF4-FFF2-40B4-BE49-F238E27FC236}">
                <a16:creationId xmlns:a16="http://schemas.microsoft.com/office/drawing/2014/main" id="{84EFC529-4E3C-419A-8973-1D4A05E6F7E3}"/>
              </a:ext>
            </a:extLst>
          </p:cNvPr>
          <p:cNvSpPr/>
          <p:nvPr/>
        </p:nvSpPr>
        <p:spPr>
          <a:xfrm>
            <a:off x="8285894" y="3417622"/>
            <a:ext cx="308098"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C</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56" name="Rectangle 55">
            <a:extLst>
              <a:ext uri="{FF2B5EF4-FFF2-40B4-BE49-F238E27FC236}">
                <a16:creationId xmlns:a16="http://schemas.microsoft.com/office/drawing/2014/main" id="{1E6DF513-C01D-4FB9-BD44-6C239838D1CC}"/>
              </a:ext>
            </a:extLst>
          </p:cNvPr>
          <p:cNvSpPr/>
          <p:nvPr/>
        </p:nvSpPr>
        <p:spPr>
          <a:xfrm>
            <a:off x="6298127" y="4555420"/>
            <a:ext cx="29848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0</a:t>
            </a:r>
          </a:p>
        </p:txBody>
      </p:sp>
      <p:sp>
        <p:nvSpPr>
          <p:cNvPr id="57" name="Rectangle 56">
            <a:extLst>
              <a:ext uri="{FF2B5EF4-FFF2-40B4-BE49-F238E27FC236}">
                <a16:creationId xmlns:a16="http://schemas.microsoft.com/office/drawing/2014/main" id="{E6C13860-F605-4954-B716-FFCE1F6EC269}"/>
              </a:ext>
            </a:extLst>
          </p:cNvPr>
          <p:cNvSpPr/>
          <p:nvPr/>
        </p:nvSpPr>
        <p:spPr>
          <a:xfrm>
            <a:off x="7429199" y="3394412"/>
            <a:ext cx="298480"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5</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58" name="Rectangle 57">
            <a:extLst>
              <a:ext uri="{FF2B5EF4-FFF2-40B4-BE49-F238E27FC236}">
                <a16:creationId xmlns:a16="http://schemas.microsoft.com/office/drawing/2014/main" id="{F9945FCA-FAAC-47E5-8413-4F57BFC76C8E}"/>
              </a:ext>
            </a:extLst>
          </p:cNvPr>
          <p:cNvSpPr/>
          <p:nvPr/>
        </p:nvSpPr>
        <p:spPr>
          <a:xfrm>
            <a:off x="7429199" y="5697415"/>
            <a:ext cx="29848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3</a:t>
            </a:r>
          </a:p>
        </p:txBody>
      </p:sp>
      <p:sp>
        <p:nvSpPr>
          <p:cNvPr id="59" name="Rectangle 58">
            <a:extLst>
              <a:ext uri="{FF2B5EF4-FFF2-40B4-BE49-F238E27FC236}">
                <a16:creationId xmlns:a16="http://schemas.microsoft.com/office/drawing/2014/main" id="{844FB4A3-6E35-400C-AD8C-671B23A65137}"/>
              </a:ext>
            </a:extLst>
          </p:cNvPr>
          <p:cNvSpPr/>
          <p:nvPr/>
        </p:nvSpPr>
        <p:spPr>
          <a:xfrm>
            <a:off x="9233727" y="3412411"/>
            <a:ext cx="412293"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15</a:t>
            </a:r>
          </a:p>
        </p:txBody>
      </p:sp>
      <p:sp>
        <p:nvSpPr>
          <p:cNvPr id="60" name="Rectangle 59">
            <a:extLst>
              <a:ext uri="{FF2B5EF4-FFF2-40B4-BE49-F238E27FC236}">
                <a16:creationId xmlns:a16="http://schemas.microsoft.com/office/drawing/2014/main" id="{248B6607-42BC-4100-9310-340FD7610FC0}"/>
              </a:ext>
            </a:extLst>
          </p:cNvPr>
          <p:cNvSpPr/>
          <p:nvPr/>
        </p:nvSpPr>
        <p:spPr>
          <a:xfrm>
            <a:off x="11171162" y="3425870"/>
            <a:ext cx="412293"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21</a:t>
            </a:r>
          </a:p>
        </p:txBody>
      </p:sp>
      <p:sp>
        <p:nvSpPr>
          <p:cNvPr id="61" name="Rectangle 60">
            <a:extLst>
              <a:ext uri="{FF2B5EF4-FFF2-40B4-BE49-F238E27FC236}">
                <a16:creationId xmlns:a16="http://schemas.microsoft.com/office/drawing/2014/main" id="{1076E12A-C4DE-400D-BA81-B45C358F0A22}"/>
              </a:ext>
            </a:extLst>
          </p:cNvPr>
          <p:cNvSpPr/>
          <p:nvPr/>
        </p:nvSpPr>
        <p:spPr>
          <a:xfrm>
            <a:off x="8112922" y="5273538"/>
            <a:ext cx="3586752" cy="338554"/>
          </a:xfrm>
          <a:prstGeom prst="rect">
            <a:avLst/>
          </a:prstGeom>
          <a:noFill/>
        </p:spPr>
        <p:txBody>
          <a:bodyPr wrap="none" lIns="91440" tIns="45720" rIns="91440" bIns="45720">
            <a:spAutoFit/>
          </a:bodyPr>
          <a:lstStyle/>
          <a:p>
            <a:pPr algn="ctr"/>
            <a:r>
              <a:rPr lang="en-US" sz="1600" b="1" cap="none" spc="0" dirty="0">
                <a:ln w="0"/>
                <a:solidFill>
                  <a:schemeClr val="tx1"/>
                </a:solidFill>
                <a:effectLst>
                  <a:outerShdw blurRad="38100" dist="19050" dir="2700000" algn="tl" rotWithShape="0">
                    <a:schemeClr val="dk1">
                      <a:alpha val="40000"/>
                    </a:schemeClr>
                  </a:outerShdw>
                </a:effectLst>
              </a:rPr>
              <a:t>Earliest</a:t>
            </a:r>
            <a:r>
              <a:rPr lang="en-US" sz="1600" b="1" dirty="0">
                <a:ln w="0"/>
                <a:effectLst>
                  <a:outerShdw blurRad="38100" dist="19050" dir="2700000" algn="tl" rotWithShape="0">
                    <a:schemeClr val="dk1">
                      <a:alpha val="40000"/>
                    </a:schemeClr>
                  </a:outerShdw>
                </a:effectLst>
              </a:rPr>
              <a:t> Finish Time (EF) </a:t>
            </a:r>
            <a:r>
              <a:rPr lang="en-US" sz="1600" dirty="0">
                <a:ln w="0"/>
                <a:effectLst>
                  <a:outerShdw blurRad="38100" dist="19050" dir="2700000" algn="tl" rotWithShape="0">
                    <a:schemeClr val="dk1">
                      <a:alpha val="40000"/>
                    </a:schemeClr>
                  </a:outerShdw>
                </a:effectLst>
              </a:rPr>
              <a:t>= ES + Duration</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62" name="Rectangle 61">
            <a:extLst>
              <a:ext uri="{FF2B5EF4-FFF2-40B4-BE49-F238E27FC236}">
                <a16:creationId xmlns:a16="http://schemas.microsoft.com/office/drawing/2014/main" id="{5EFDB70A-E16B-4741-A92F-E6C8A53B7CC5}"/>
              </a:ext>
            </a:extLst>
          </p:cNvPr>
          <p:cNvSpPr/>
          <p:nvPr/>
        </p:nvSpPr>
        <p:spPr>
          <a:xfrm>
            <a:off x="8272323" y="5575031"/>
            <a:ext cx="3267946" cy="338554"/>
          </a:xfrm>
          <a:prstGeom prst="rect">
            <a:avLst/>
          </a:prstGeom>
          <a:noFill/>
        </p:spPr>
        <p:txBody>
          <a:bodyPr wrap="none" lIns="91440" tIns="45720" rIns="91440" bIns="45720">
            <a:spAutoFit/>
          </a:bodyPr>
          <a:lstStyle/>
          <a:p>
            <a:pPr algn="ctr"/>
            <a:r>
              <a:rPr lang="en-US" sz="1600" b="1" cap="none" spc="0" dirty="0">
                <a:ln w="0"/>
                <a:solidFill>
                  <a:schemeClr val="tx1"/>
                </a:solidFill>
                <a:effectLst>
                  <a:outerShdw blurRad="38100" dist="19050" dir="2700000" algn="tl" rotWithShape="0">
                    <a:schemeClr val="dk1">
                      <a:alpha val="40000"/>
                    </a:schemeClr>
                  </a:outerShdw>
                </a:effectLst>
              </a:rPr>
              <a:t>Latest Start Time (LS) </a:t>
            </a:r>
            <a:r>
              <a:rPr lang="en-US" sz="1600" b="0" cap="none" spc="0" dirty="0">
                <a:ln w="0"/>
                <a:solidFill>
                  <a:schemeClr val="tx1"/>
                </a:solidFill>
                <a:effectLst>
                  <a:outerShdw blurRad="38100" dist="19050" dir="2700000" algn="tl" rotWithShape="0">
                    <a:schemeClr val="dk1">
                      <a:alpha val="40000"/>
                    </a:schemeClr>
                  </a:outerShdw>
                </a:effectLst>
              </a:rPr>
              <a:t>= LF - Duration</a:t>
            </a:r>
          </a:p>
        </p:txBody>
      </p:sp>
      <p:sp>
        <p:nvSpPr>
          <p:cNvPr id="63" name="Rectangle 62">
            <a:extLst>
              <a:ext uri="{FF2B5EF4-FFF2-40B4-BE49-F238E27FC236}">
                <a16:creationId xmlns:a16="http://schemas.microsoft.com/office/drawing/2014/main" id="{7F9E3323-B274-4F15-9DD9-EF974C28D9FD}"/>
              </a:ext>
            </a:extLst>
          </p:cNvPr>
          <p:cNvSpPr/>
          <p:nvPr/>
        </p:nvSpPr>
        <p:spPr>
          <a:xfrm>
            <a:off x="8382323" y="5866692"/>
            <a:ext cx="3177793" cy="338554"/>
          </a:xfrm>
          <a:prstGeom prst="rect">
            <a:avLst/>
          </a:prstGeom>
          <a:noFill/>
        </p:spPr>
        <p:txBody>
          <a:bodyPr wrap="none" lIns="91440" tIns="45720" rIns="91440" bIns="45720">
            <a:spAutoFit/>
          </a:bodyPr>
          <a:lstStyle/>
          <a:p>
            <a:pPr algn="ctr"/>
            <a:r>
              <a:rPr lang="en-US" sz="1600" b="1" cap="none" spc="0" dirty="0">
                <a:ln w="0"/>
                <a:solidFill>
                  <a:schemeClr val="tx1"/>
                </a:solidFill>
                <a:effectLst>
                  <a:outerShdw blurRad="38100" dist="19050" dir="2700000" algn="tl" rotWithShape="0">
                    <a:schemeClr val="dk1">
                      <a:alpha val="40000"/>
                    </a:schemeClr>
                  </a:outerShdw>
                </a:effectLst>
              </a:rPr>
              <a:t>Critical Path (CMP) </a:t>
            </a:r>
            <a:r>
              <a:rPr lang="en-US" sz="1600" b="0" cap="none" spc="0" dirty="0">
                <a:ln w="0"/>
                <a:solidFill>
                  <a:schemeClr val="tx1"/>
                </a:solidFill>
                <a:effectLst>
                  <a:outerShdw blurRad="38100" dist="19050" dir="2700000" algn="tl" rotWithShape="0">
                    <a:schemeClr val="dk1">
                      <a:alpha val="40000"/>
                    </a:schemeClr>
                  </a:outerShdw>
                </a:effectLst>
              </a:rPr>
              <a:t>= 1 – 2 – 4 – 5 </a:t>
            </a:r>
          </a:p>
        </p:txBody>
      </p:sp>
      <p:sp>
        <p:nvSpPr>
          <p:cNvPr id="64" name="Rectangle 63">
            <a:extLst>
              <a:ext uri="{FF2B5EF4-FFF2-40B4-BE49-F238E27FC236}">
                <a16:creationId xmlns:a16="http://schemas.microsoft.com/office/drawing/2014/main" id="{96EBE36F-2052-4E10-8BCA-B9FEA1BB6B22}"/>
              </a:ext>
            </a:extLst>
          </p:cNvPr>
          <p:cNvSpPr/>
          <p:nvPr/>
        </p:nvSpPr>
        <p:spPr>
          <a:xfrm>
            <a:off x="8288550" y="6140044"/>
            <a:ext cx="3406253" cy="584775"/>
          </a:xfrm>
          <a:prstGeom prst="rect">
            <a:avLst/>
          </a:prstGeom>
          <a:noFill/>
        </p:spPr>
        <p:txBody>
          <a:bodyPr wrap="none" lIns="91440" tIns="45720" rIns="91440" bIns="45720">
            <a:spAutoFit/>
          </a:bodyPr>
          <a:lstStyle/>
          <a:p>
            <a:pPr algn="ctr"/>
            <a:r>
              <a:rPr lang="en-US" sz="1600" b="1" cap="none" spc="0" dirty="0">
                <a:ln w="0"/>
                <a:solidFill>
                  <a:schemeClr val="tx1"/>
                </a:solidFill>
                <a:effectLst>
                  <a:outerShdw blurRad="38100" dist="19050" dir="2700000" algn="tl" rotWithShape="0">
                    <a:schemeClr val="dk1">
                      <a:alpha val="40000"/>
                    </a:schemeClr>
                  </a:outerShdw>
                </a:effectLst>
              </a:rPr>
              <a:t>Duration of The Project </a:t>
            </a:r>
            <a:r>
              <a:rPr lang="en-US" sz="1600" b="0" cap="none" spc="0" dirty="0">
                <a:ln w="0"/>
                <a:solidFill>
                  <a:schemeClr val="tx1"/>
                </a:solidFill>
                <a:effectLst>
                  <a:outerShdw blurRad="38100" dist="19050" dir="2700000" algn="tl" rotWithShape="0">
                    <a:schemeClr val="dk1">
                      <a:alpha val="40000"/>
                    </a:schemeClr>
                  </a:outerShdw>
                </a:effectLst>
              </a:rPr>
              <a:t>= 5 + 10 + 6 </a:t>
            </a:r>
          </a:p>
          <a:p>
            <a:pPr algn="ctr"/>
            <a:r>
              <a:rPr lang="en-US" sz="1600" dirty="0">
                <a:ln w="0"/>
                <a:effectLst>
                  <a:outerShdw blurRad="38100" dist="19050" dir="2700000" algn="tl" rotWithShape="0">
                    <a:schemeClr val="dk1">
                      <a:alpha val="40000"/>
                    </a:schemeClr>
                  </a:outerShdw>
                </a:effectLst>
              </a:rPr>
              <a:t>                              = 21 Days</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65" name="Rectangle 64">
            <a:extLst>
              <a:ext uri="{FF2B5EF4-FFF2-40B4-BE49-F238E27FC236}">
                <a16:creationId xmlns:a16="http://schemas.microsoft.com/office/drawing/2014/main" id="{E05E6BF1-CFE4-46BD-AB38-F5CB60791892}"/>
              </a:ext>
            </a:extLst>
          </p:cNvPr>
          <p:cNvSpPr/>
          <p:nvPr/>
        </p:nvSpPr>
        <p:spPr>
          <a:xfrm>
            <a:off x="6290128" y="4294189"/>
            <a:ext cx="29848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0</a:t>
            </a:r>
          </a:p>
        </p:txBody>
      </p:sp>
      <p:sp>
        <p:nvSpPr>
          <p:cNvPr id="66" name="Rectangle 65">
            <a:extLst>
              <a:ext uri="{FF2B5EF4-FFF2-40B4-BE49-F238E27FC236}">
                <a16:creationId xmlns:a16="http://schemas.microsoft.com/office/drawing/2014/main" id="{CC15A153-6F84-4BDB-9AC6-8DC74FB21C62}"/>
              </a:ext>
            </a:extLst>
          </p:cNvPr>
          <p:cNvSpPr/>
          <p:nvPr/>
        </p:nvSpPr>
        <p:spPr>
          <a:xfrm>
            <a:off x="7420958" y="3106638"/>
            <a:ext cx="29848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5</a:t>
            </a:r>
          </a:p>
        </p:txBody>
      </p:sp>
      <p:sp>
        <p:nvSpPr>
          <p:cNvPr id="67" name="Rectangle 66">
            <a:extLst>
              <a:ext uri="{FF2B5EF4-FFF2-40B4-BE49-F238E27FC236}">
                <a16:creationId xmlns:a16="http://schemas.microsoft.com/office/drawing/2014/main" id="{23235446-345C-4D7C-AA5F-2A858199D7F3}"/>
              </a:ext>
            </a:extLst>
          </p:cNvPr>
          <p:cNvSpPr/>
          <p:nvPr/>
        </p:nvSpPr>
        <p:spPr>
          <a:xfrm>
            <a:off x="9220830" y="3106087"/>
            <a:ext cx="412293"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15</a:t>
            </a:r>
          </a:p>
        </p:txBody>
      </p:sp>
      <p:sp>
        <p:nvSpPr>
          <p:cNvPr id="68" name="Rectangle 67">
            <a:extLst>
              <a:ext uri="{FF2B5EF4-FFF2-40B4-BE49-F238E27FC236}">
                <a16:creationId xmlns:a16="http://schemas.microsoft.com/office/drawing/2014/main" id="{7038A71C-5EA6-427E-9B1D-1697E50AA4DD}"/>
              </a:ext>
            </a:extLst>
          </p:cNvPr>
          <p:cNvSpPr/>
          <p:nvPr/>
        </p:nvSpPr>
        <p:spPr>
          <a:xfrm>
            <a:off x="7379342" y="5400742"/>
            <a:ext cx="412293"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13</a:t>
            </a:r>
          </a:p>
        </p:txBody>
      </p:sp>
      <p:sp>
        <p:nvSpPr>
          <p:cNvPr id="69" name="Rectangle 68">
            <a:extLst>
              <a:ext uri="{FF2B5EF4-FFF2-40B4-BE49-F238E27FC236}">
                <a16:creationId xmlns:a16="http://schemas.microsoft.com/office/drawing/2014/main" id="{CAFAB02E-679F-441B-8AED-BD365EE2C255}"/>
              </a:ext>
            </a:extLst>
          </p:cNvPr>
          <p:cNvSpPr/>
          <p:nvPr/>
        </p:nvSpPr>
        <p:spPr>
          <a:xfrm>
            <a:off x="11176839" y="3102524"/>
            <a:ext cx="412293"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21</a:t>
            </a:r>
          </a:p>
        </p:txBody>
      </p:sp>
    </p:spTree>
    <p:extLst>
      <p:ext uri="{BB962C8B-B14F-4D97-AF65-F5344CB8AC3E}">
        <p14:creationId xmlns:p14="http://schemas.microsoft.com/office/powerpoint/2010/main" val="4374943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01A2B-8140-4AC3-8343-579D333B0033}"/>
              </a:ext>
            </a:extLst>
          </p:cNvPr>
          <p:cNvSpPr>
            <a:spLocks noGrp="1"/>
          </p:cNvSpPr>
          <p:nvPr>
            <p:ph type="title"/>
          </p:nvPr>
        </p:nvSpPr>
        <p:spPr/>
        <p:txBody>
          <a:bodyPr/>
          <a:lstStyle/>
          <a:p>
            <a:pPr algn="ctr"/>
            <a:r>
              <a:rPr lang="en-US" b="1" dirty="0"/>
              <a:t>PERT Chart Example 4</a:t>
            </a:r>
            <a:endParaRPr lang="LID4096" b="1" dirty="0"/>
          </a:p>
        </p:txBody>
      </p:sp>
      <p:sp>
        <p:nvSpPr>
          <p:cNvPr id="3" name="Content Placeholder 2">
            <a:extLst>
              <a:ext uri="{FF2B5EF4-FFF2-40B4-BE49-F238E27FC236}">
                <a16:creationId xmlns:a16="http://schemas.microsoft.com/office/drawing/2014/main" id="{6CAD1A40-6856-484A-B747-D07751C3D174}"/>
              </a:ext>
            </a:extLst>
          </p:cNvPr>
          <p:cNvSpPr>
            <a:spLocks noGrp="1"/>
          </p:cNvSpPr>
          <p:nvPr>
            <p:ph sz="half" idx="1"/>
          </p:nvPr>
        </p:nvSpPr>
        <p:spPr/>
        <p:txBody>
          <a:bodyPr/>
          <a:lstStyle/>
          <a:p>
            <a:endParaRPr lang="en-US" dirty="0"/>
          </a:p>
          <a:p>
            <a:pPr marL="0" indent="0">
              <a:buNone/>
            </a:pPr>
            <a:endParaRPr lang="LID4096" dirty="0"/>
          </a:p>
        </p:txBody>
      </p:sp>
      <p:sp>
        <p:nvSpPr>
          <p:cNvPr id="4" name="Content Placeholder 3">
            <a:extLst>
              <a:ext uri="{FF2B5EF4-FFF2-40B4-BE49-F238E27FC236}">
                <a16:creationId xmlns:a16="http://schemas.microsoft.com/office/drawing/2014/main" id="{8F91FBD6-DC69-40E8-B9F9-4D4F432404D1}"/>
              </a:ext>
            </a:extLst>
          </p:cNvPr>
          <p:cNvSpPr>
            <a:spLocks noGrp="1"/>
          </p:cNvSpPr>
          <p:nvPr>
            <p:ph sz="half" idx="2"/>
          </p:nvPr>
        </p:nvSpPr>
        <p:spPr/>
        <p:txBody>
          <a:bodyPr/>
          <a:lstStyle/>
          <a:p>
            <a:r>
              <a:rPr lang="en-US" dirty="0"/>
              <a:t>PERT Chart</a:t>
            </a:r>
          </a:p>
        </p:txBody>
      </p:sp>
      <p:sp>
        <p:nvSpPr>
          <p:cNvPr id="5" name="Footer Placeholder 4">
            <a:extLst>
              <a:ext uri="{FF2B5EF4-FFF2-40B4-BE49-F238E27FC236}">
                <a16:creationId xmlns:a16="http://schemas.microsoft.com/office/drawing/2014/main" id="{D489DCE5-4166-4F4E-924B-55C3E8E0C50A}"/>
              </a:ext>
            </a:extLst>
          </p:cNvPr>
          <p:cNvSpPr>
            <a:spLocks noGrp="1"/>
          </p:cNvSpPr>
          <p:nvPr>
            <p:ph type="ftr" sz="quarter" idx="11"/>
          </p:nvPr>
        </p:nvSpPr>
        <p:spPr>
          <a:xfrm>
            <a:off x="6428817" y="6439395"/>
            <a:ext cx="6239309" cy="365125"/>
          </a:xfrm>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5BA1F777-59DB-463C-A1E4-E172ABBB197F}"/>
              </a:ext>
            </a:extLst>
          </p:cNvPr>
          <p:cNvSpPr>
            <a:spLocks noGrp="1"/>
          </p:cNvSpPr>
          <p:nvPr>
            <p:ph type="sldNum" sz="quarter" idx="12"/>
          </p:nvPr>
        </p:nvSpPr>
        <p:spPr/>
        <p:txBody>
          <a:bodyPr/>
          <a:lstStyle/>
          <a:p>
            <a:fld id="{76711B12-96E3-4CC6-8596-5FF84CCB8B40}" type="slidenum">
              <a:rPr lang="LID4096" smtClean="0"/>
              <a:t>109</a:t>
            </a:fld>
            <a:endParaRPr lang="LID4096"/>
          </a:p>
        </p:txBody>
      </p:sp>
      <p:graphicFrame>
        <p:nvGraphicFramePr>
          <p:cNvPr id="8" name="Table 8">
            <a:extLst>
              <a:ext uri="{FF2B5EF4-FFF2-40B4-BE49-F238E27FC236}">
                <a16:creationId xmlns:a16="http://schemas.microsoft.com/office/drawing/2014/main" id="{509757A3-DC04-48CB-8E43-E77C129E2489}"/>
              </a:ext>
            </a:extLst>
          </p:cNvPr>
          <p:cNvGraphicFramePr>
            <a:graphicFrameLocks noGrp="1"/>
          </p:cNvGraphicFramePr>
          <p:nvPr>
            <p:extLst>
              <p:ext uri="{D42A27DB-BD31-4B8C-83A1-F6EECF244321}">
                <p14:modId xmlns:p14="http://schemas.microsoft.com/office/powerpoint/2010/main" val="1650635688"/>
              </p:ext>
            </p:extLst>
          </p:nvPr>
        </p:nvGraphicFramePr>
        <p:xfrm>
          <a:off x="1183945" y="2273477"/>
          <a:ext cx="3652006" cy="4348480"/>
        </p:xfrm>
        <a:graphic>
          <a:graphicData uri="http://schemas.openxmlformats.org/drawingml/2006/table">
            <a:tbl>
              <a:tblPr firstRow="1" bandRow="1">
                <a:tableStyleId>{5C22544A-7EE6-4342-B048-85BDC9FD1C3A}</a:tableStyleId>
              </a:tblPr>
              <a:tblGrid>
                <a:gridCol w="1135049">
                  <a:extLst>
                    <a:ext uri="{9D8B030D-6E8A-4147-A177-3AD203B41FA5}">
                      <a16:colId xmlns:a16="http://schemas.microsoft.com/office/drawing/2014/main" val="916816838"/>
                    </a:ext>
                  </a:extLst>
                </a:gridCol>
                <a:gridCol w="1498862">
                  <a:extLst>
                    <a:ext uri="{9D8B030D-6E8A-4147-A177-3AD203B41FA5}">
                      <a16:colId xmlns:a16="http://schemas.microsoft.com/office/drawing/2014/main" val="1341280851"/>
                    </a:ext>
                  </a:extLst>
                </a:gridCol>
                <a:gridCol w="1018095">
                  <a:extLst>
                    <a:ext uri="{9D8B030D-6E8A-4147-A177-3AD203B41FA5}">
                      <a16:colId xmlns:a16="http://schemas.microsoft.com/office/drawing/2014/main" val="1135769002"/>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Dependencies</a:t>
                      </a:r>
                      <a:endParaRPr lang="LID4096" dirty="0">
                        <a:solidFill>
                          <a:schemeClr val="tx1"/>
                        </a:solidFill>
                      </a:endParaRPr>
                    </a:p>
                  </a:txBody>
                  <a:tcPr>
                    <a:noFill/>
                  </a:tcPr>
                </a:tc>
                <a:tc>
                  <a:txBody>
                    <a:bodyPr/>
                    <a:lstStyle/>
                    <a:p>
                      <a:r>
                        <a:rPr lang="en-US" dirty="0">
                          <a:solidFill>
                            <a:schemeClr val="tx1"/>
                          </a:solidFill>
                        </a:rPr>
                        <a:t>Duration (Days)</a:t>
                      </a:r>
                      <a:endParaRPr lang="LID4096" dirty="0">
                        <a:solidFill>
                          <a:schemeClr val="tx1"/>
                        </a:solidFill>
                      </a:endParaRPr>
                    </a:p>
                  </a:txBody>
                  <a:tcPr>
                    <a:noFill/>
                  </a:tcPr>
                </a:tc>
                <a:extLst>
                  <a:ext uri="{0D108BD9-81ED-4DB2-BD59-A6C34878D82A}">
                    <a16:rowId xmlns:a16="http://schemas.microsoft.com/office/drawing/2014/main" val="452846576"/>
                  </a:ext>
                </a:extLst>
              </a:tr>
              <a:tr h="370840">
                <a:tc>
                  <a:txBody>
                    <a:bodyPr/>
                    <a:lstStyle/>
                    <a:p>
                      <a:r>
                        <a:rPr lang="en-US" dirty="0">
                          <a:solidFill>
                            <a:schemeClr val="tx1"/>
                          </a:solidFill>
                        </a:rPr>
                        <a:t>A</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extLst>
                  <a:ext uri="{0D108BD9-81ED-4DB2-BD59-A6C34878D82A}">
                    <a16:rowId xmlns:a16="http://schemas.microsoft.com/office/drawing/2014/main" val="3140191134"/>
                  </a:ext>
                </a:extLst>
              </a:tr>
              <a:tr h="370840">
                <a:tc>
                  <a:txBody>
                    <a:bodyPr/>
                    <a:lstStyle/>
                    <a:p>
                      <a:r>
                        <a:rPr lang="en-US" dirty="0">
                          <a:solidFill>
                            <a:schemeClr val="tx1"/>
                          </a:solidFill>
                        </a:rPr>
                        <a:t>B</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2425068029"/>
                  </a:ext>
                </a:extLst>
              </a:tr>
              <a:tr h="370840">
                <a:tc>
                  <a:txBody>
                    <a:bodyPr/>
                    <a:lstStyle/>
                    <a:p>
                      <a:r>
                        <a:rPr lang="en-US" dirty="0">
                          <a:solidFill>
                            <a:schemeClr val="tx1"/>
                          </a:solidFill>
                        </a:rPr>
                        <a:t>C</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1961207053"/>
                  </a:ext>
                </a:extLst>
              </a:tr>
              <a:tr h="370840">
                <a:tc>
                  <a:txBody>
                    <a:bodyPr/>
                    <a:lstStyle/>
                    <a:p>
                      <a:r>
                        <a:rPr lang="en-US" dirty="0">
                          <a:solidFill>
                            <a:schemeClr val="tx1"/>
                          </a:solidFill>
                        </a:rPr>
                        <a:t>D</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extLst>
                  <a:ext uri="{0D108BD9-81ED-4DB2-BD59-A6C34878D82A}">
                    <a16:rowId xmlns:a16="http://schemas.microsoft.com/office/drawing/2014/main" val="24945900"/>
                  </a:ext>
                </a:extLst>
              </a:tr>
              <a:tr h="370840">
                <a:tc>
                  <a:txBody>
                    <a:bodyPr/>
                    <a:lstStyle/>
                    <a:p>
                      <a:r>
                        <a:rPr lang="en-US" dirty="0">
                          <a:solidFill>
                            <a:schemeClr val="tx1"/>
                          </a:solidFill>
                        </a:rPr>
                        <a:t>E</a:t>
                      </a:r>
                      <a:endParaRPr lang="LID4096" dirty="0">
                        <a:solidFill>
                          <a:schemeClr val="tx1"/>
                        </a:solidFill>
                      </a:endParaRPr>
                    </a:p>
                  </a:txBody>
                  <a:tcPr>
                    <a:noFill/>
                  </a:tcPr>
                </a:tc>
                <a:tc>
                  <a:txBody>
                    <a:bodyPr/>
                    <a:lstStyle/>
                    <a:p>
                      <a:r>
                        <a:rPr lang="en-US" dirty="0">
                          <a:solidFill>
                            <a:schemeClr val="tx1"/>
                          </a:solidFill>
                        </a:rPr>
                        <a:t>B</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extLst>
                  <a:ext uri="{0D108BD9-81ED-4DB2-BD59-A6C34878D82A}">
                    <a16:rowId xmlns:a16="http://schemas.microsoft.com/office/drawing/2014/main" val="2658076189"/>
                  </a:ext>
                </a:extLst>
              </a:tr>
              <a:tr h="370840">
                <a:tc>
                  <a:txBody>
                    <a:bodyPr/>
                    <a:lstStyle/>
                    <a:p>
                      <a:r>
                        <a:rPr lang="en-US" dirty="0">
                          <a:solidFill>
                            <a:schemeClr val="tx1"/>
                          </a:solidFill>
                        </a:rPr>
                        <a:t>F</a:t>
                      </a:r>
                      <a:endParaRPr lang="LID4096" dirty="0">
                        <a:solidFill>
                          <a:schemeClr val="tx1"/>
                        </a:solidFill>
                      </a:endParaRPr>
                    </a:p>
                  </a:txBody>
                  <a:tcPr>
                    <a:noFill/>
                  </a:tcPr>
                </a:tc>
                <a:tc>
                  <a:txBody>
                    <a:bodyPr/>
                    <a:lstStyle/>
                    <a:p>
                      <a:r>
                        <a:rPr lang="en-US" dirty="0">
                          <a:solidFill>
                            <a:schemeClr val="tx1"/>
                          </a:solidFill>
                        </a:rPr>
                        <a:t>C</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162665891"/>
                  </a:ext>
                </a:extLst>
              </a:tr>
              <a:tr h="370840">
                <a:tc>
                  <a:txBody>
                    <a:bodyPr/>
                    <a:lstStyle/>
                    <a:p>
                      <a:r>
                        <a:rPr lang="en-US" dirty="0">
                          <a:solidFill>
                            <a:schemeClr val="tx1"/>
                          </a:solidFill>
                        </a:rPr>
                        <a:t>G</a:t>
                      </a:r>
                      <a:endParaRPr lang="LID4096" dirty="0">
                        <a:solidFill>
                          <a:schemeClr val="tx1"/>
                        </a:solidFill>
                      </a:endParaRPr>
                    </a:p>
                  </a:txBody>
                  <a:tcPr>
                    <a:noFill/>
                  </a:tcPr>
                </a:tc>
                <a:tc>
                  <a:txBody>
                    <a:bodyPr/>
                    <a:lstStyle/>
                    <a:p>
                      <a:r>
                        <a:rPr lang="en-US" dirty="0">
                          <a:solidFill>
                            <a:schemeClr val="tx1"/>
                          </a:solidFill>
                        </a:rPr>
                        <a:t>D</a:t>
                      </a:r>
                      <a:endParaRPr lang="LID4096" dirty="0">
                        <a:solidFill>
                          <a:schemeClr val="tx1"/>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extLst>
                  <a:ext uri="{0D108BD9-81ED-4DB2-BD59-A6C34878D82A}">
                    <a16:rowId xmlns:a16="http://schemas.microsoft.com/office/drawing/2014/main" val="442765724"/>
                  </a:ext>
                </a:extLst>
              </a:tr>
              <a:tr h="370840">
                <a:tc>
                  <a:txBody>
                    <a:bodyPr/>
                    <a:lstStyle/>
                    <a:p>
                      <a:r>
                        <a:rPr lang="en-US" dirty="0">
                          <a:solidFill>
                            <a:schemeClr val="tx1"/>
                          </a:solidFill>
                        </a:rPr>
                        <a:t>H</a:t>
                      </a:r>
                      <a:endParaRPr lang="LID4096" dirty="0">
                        <a:solidFill>
                          <a:schemeClr val="tx1"/>
                        </a:solidFill>
                      </a:endParaRPr>
                    </a:p>
                  </a:txBody>
                  <a:tcPr>
                    <a:noFill/>
                  </a:tcPr>
                </a:tc>
                <a:tc>
                  <a:txBody>
                    <a:bodyPr/>
                    <a:lstStyle/>
                    <a:p>
                      <a:r>
                        <a:rPr lang="en-US" dirty="0">
                          <a:solidFill>
                            <a:schemeClr val="tx1"/>
                          </a:solidFill>
                        </a:rPr>
                        <a:t>E</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3974974670"/>
                  </a:ext>
                </a:extLst>
              </a:tr>
              <a:tr h="370840">
                <a:tc>
                  <a:txBody>
                    <a:bodyPr/>
                    <a:lstStyle/>
                    <a:p>
                      <a:r>
                        <a:rPr lang="en-US" dirty="0">
                          <a:solidFill>
                            <a:schemeClr val="tx1"/>
                          </a:solidFill>
                        </a:rPr>
                        <a:t>I</a:t>
                      </a:r>
                      <a:endParaRPr lang="LID4096" dirty="0">
                        <a:solidFill>
                          <a:schemeClr val="tx1"/>
                        </a:solidFill>
                      </a:endParaRPr>
                    </a:p>
                  </a:txBody>
                  <a:tcPr>
                    <a:noFill/>
                  </a:tcPr>
                </a:tc>
                <a:tc>
                  <a:txBody>
                    <a:bodyPr/>
                    <a:lstStyle/>
                    <a:p>
                      <a:r>
                        <a:rPr lang="en-US" dirty="0">
                          <a:solidFill>
                            <a:schemeClr val="tx1"/>
                          </a:solidFill>
                        </a:rPr>
                        <a:t>F</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2992437813"/>
                  </a:ext>
                </a:extLst>
              </a:tr>
              <a:tr h="370840">
                <a:tc>
                  <a:txBody>
                    <a:bodyPr/>
                    <a:lstStyle/>
                    <a:p>
                      <a:r>
                        <a:rPr lang="en-US" dirty="0">
                          <a:solidFill>
                            <a:schemeClr val="tx1"/>
                          </a:solidFill>
                        </a:rPr>
                        <a:t>J</a:t>
                      </a:r>
                      <a:endParaRPr lang="LID4096" dirty="0">
                        <a:solidFill>
                          <a:schemeClr val="tx1"/>
                        </a:solidFill>
                      </a:endParaRPr>
                    </a:p>
                  </a:txBody>
                  <a:tcPr>
                    <a:noFill/>
                  </a:tcPr>
                </a:tc>
                <a:tc>
                  <a:txBody>
                    <a:bodyPr/>
                    <a:lstStyle/>
                    <a:p>
                      <a:r>
                        <a:rPr lang="en-US" dirty="0">
                          <a:solidFill>
                            <a:schemeClr val="tx1"/>
                          </a:solidFill>
                        </a:rPr>
                        <a:t>G,H,I</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2663025216"/>
                  </a:ext>
                </a:extLst>
              </a:tr>
            </a:tbl>
          </a:graphicData>
        </a:graphic>
      </p:graphicFrame>
      <p:sp>
        <p:nvSpPr>
          <p:cNvPr id="12" name="Oval 11">
            <a:extLst>
              <a:ext uri="{FF2B5EF4-FFF2-40B4-BE49-F238E27FC236}">
                <a16:creationId xmlns:a16="http://schemas.microsoft.com/office/drawing/2014/main" id="{9666801C-F467-48E0-B4C0-0693CBB81602}"/>
              </a:ext>
            </a:extLst>
          </p:cNvPr>
          <p:cNvSpPr/>
          <p:nvPr/>
        </p:nvSpPr>
        <p:spPr>
          <a:xfrm>
            <a:off x="5892624" y="4121568"/>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8" name="Oval 37">
            <a:extLst>
              <a:ext uri="{FF2B5EF4-FFF2-40B4-BE49-F238E27FC236}">
                <a16:creationId xmlns:a16="http://schemas.microsoft.com/office/drawing/2014/main" id="{16549B8D-9962-43BE-B560-58FF074B7143}"/>
              </a:ext>
            </a:extLst>
          </p:cNvPr>
          <p:cNvSpPr/>
          <p:nvPr/>
        </p:nvSpPr>
        <p:spPr>
          <a:xfrm>
            <a:off x="7079987" y="3148198"/>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0" name="Oval 39">
            <a:extLst>
              <a:ext uri="{FF2B5EF4-FFF2-40B4-BE49-F238E27FC236}">
                <a16:creationId xmlns:a16="http://schemas.microsoft.com/office/drawing/2014/main" id="{A6998829-CEDD-4C04-9E48-99F3EC5D736B}"/>
              </a:ext>
            </a:extLst>
          </p:cNvPr>
          <p:cNvSpPr/>
          <p:nvPr/>
        </p:nvSpPr>
        <p:spPr>
          <a:xfrm>
            <a:off x="7043710" y="5052943"/>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4" name="Oval 53">
            <a:extLst>
              <a:ext uri="{FF2B5EF4-FFF2-40B4-BE49-F238E27FC236}">
                <a16:creationId xmlns:a16="http://schemas.microsoft.com/office/drawing/2014/main" id="{FFF2AB50-8408-4252-ADD5-E5B92AE2F861}"/>
              </a:ext>
            </a:extLst>
          </p:cNvPr>
          <p:cNvSpPr/>
          <p:nvPr/>
        </p:nvSpPr>
        <p:spPr>
          <a:xfrm>
            <a:off x="8440443" y="5069955"/>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6" name="Oval 55">
            <a:extLst>
              <a:ext uri="{FF2B5EF4-FFF2-40B4-BE49-F238E27FC236}">
                <a16:creationId xmlns:a16="http://schemas.microsoft.com/office/drawing/2014/main" id="{AC1D7152-F888-4EEC-9364-618D7841C79F}"/>
              </a:ext>
            </a:extLst>
          </p:cNvPr>
          <p:cNvSpPr/>
          <p:nvPr/>
        </p:nvSpPr>
        <p:spPr>
          <a:xfrm>
            <a:off x="9649972" y="4161810"/>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64" name="Straight Connector 63">
            <a:extLst>
              <a:ext uri="{FF2B5EF4-FFF2-40B4-BE49-F238E27FC236}">
                <a16:creationId xmlns:a16="http://schemas.microsoft.com/office/drawing/2014/main" id="{7250925F-BDA8-4A00-87AE-E1BC43E1FA21}"/>
              </a:ext>
            </a:extLst>
          </p:cNvPr>
          <p:cNvCxnSpPr>
            <a:stCxn id="12" idx="0"/>
            <a:endCxn id="12" idx="4"/>
          </p:cNvCxnSpPr>
          <p:nvPr/>
        </p:nvCxnSpPr>
        <p:spPr>
          <a:xfrm>
            <a:off x="6138973" y="4121568"/>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F37752B-0635-4F5E-B2E1-62827A0C49D7}"/>
              </a:ext>
            </a:extLst>
          </p:cNvPr>
          <p:cNvCxnSpPr>
            <a:cxnSpLocks/>
            <a:stCxn id="38" idx="0"/>
            <a:endCxn id="38" idx="4"/>
          </p:cNvCxnSpPr>
          <p:nvPr/>
        </p:nvCxnSpPr>
        <p:spPr>
          <a:xfrm>
            <a:off x="7326336" y="3148198"/>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80B02EB-9019-4302-B84B-314739658B2C}"/>
              </a:ext>
            </a:extLst>
          </p:cNvPr>
          <p:cNvCxnSpPr>
            <a:stCxn id="40" idx="0"/>
            <a:endCxn id="40" idx="4"/>
          </p:cNvCxnSpPr>
          <p:nvPr/>
        </p:nvCxnSpPr>
        <p:spPr>
          <a:xfrm>
            <a:off x="7290059" y="5052943"/>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E2A6E63-79C3-49C6-B0A0-3E0CA6BC3EE1}"/>
              </a:ext>
            </a:extLst>
          </p:cNvPr>
          <p:cNvCxnSpPr>
            <a:stCxn id="56" idx="0"/>
            <a:endCxn id="56" idx="4"/>
          </p:cNvCxnSpPr>
          <p:nvPr/>
        </p:nvCxnSpPr>
        <p:spPr>
          <a:xfrm>
            <a:off x="9896321" y="4161810"/>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29438ED-7DDB-4FEB-9C77-F75840B53DE7}"/>
              </a:ext>
            </a:extLst>
          </p:cNvPr>
          <p:cNvCxnSpPr>
            <a:stCxn id="54" idx="0"/>
            <a:endCxn id="54" idx="4"/>
          </p:cNvCxnSpPr>
          <p:nvPr/>
        </p:nvCxnSpPr>
        <p:spPr>
          <a:xfrm>
            <a:off x="8686792" y="5069955"/>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F349E2F-2AB2-476E-A345-15C97D97F07D}"/>
              </a:ext>
            </a:extLst>
          </p:cNvPr>
          <p:cNvCxnSpPr>
            <a:stCxn id="40" idx="6"/>
          </p:cNvCxnSpPr>
          <p:nvPr/>
        </p:nvCxnSpPr>
        <p:spPr>
          <a:xfrm flipH="1" flipV="1">
            <a:off x="7290059" y="5293325"/>
            <a:ext cx="246349"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BB83B0E-BD9D-44CF-9669-8914ED9EBC9B}"/>
              </a:ext>
            </a:extLst>
          </p:cNvPr>
          <p:cNvCxnSpPr>
            <a:stCxn id="12" idx="6"/>
          </p:cNvCxnSpPr>
          <p:nvPr/>
        </p:nvCxnSpPr>
        <p:spPr>
          <a:xfrm flipH="1" flipV="1">
            <a:off x="6152607" y="4361949"/>
            <a:ext cx="232715"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BE58319-81EE-4025-9D44-E2FC8486BD32}"/>
              </a:ext>
            </a:extLst>
          </p:cNvPr>
          <p:cNvCxnSpPr>
            <a:stCxn id="38" idx="6"/>
          </p:cNvCxnSpPr>
          <p:nvPr/>
        </p:nvCxnSpPr>
        <p:spPr>
          <a:xfrm flipH="1" flipV="1">
            <a:off x="7326336" y="3388580"/>
            <a:ext cx="246349"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A57C3EF-8294-4CCD-B60B-982F80C870E9}"/>
              </a:ext>
            </a:extLst>
          </p:cNvPr>
          <p:cNvCxnSpPr>
            <a:stCxn id="54" idx="6"/>
          </p:cNvCxnSpPr>
          <p:nvPr/>
        </p:nvCxnSpPr>
        <p:spPr>
          <a:xfrm flipH="1" flipV="1">
            <a:off x="8664998" y="5310337"/>
            <a:ext cx="268143"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3A6BE76-88F4-47C0-BC4D-25D89F398845}"/>
              </a:ext>
            </a:extLst>
          </p:cNvPr>
          <p:cNvCxnSpPr>
            <a:stCxn id="56" idx="6"/>
          </p:cNvCxnSpPr>
          <p:nvPr/>
        </p:nvCxnSpPr>
        <p:spPr>
          <a:xfrm flipH="1" flipV="1">
            <a:off x="9896321" y="4402193"/>
            <a:ext cx="246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A004A8C9-B8F4-401E-9E6C-AAC6FC160A1D}"/>
              </a:ext>
            </a:extLst>
          </p:cNvPr>
          <p:cNvSpPr/>
          <p:nvPr/>
        </p:nvSpPr>
        <p:spPr>
          <a:xfrm>
            <a:off x="5871734" y="4131116"/>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1</a:t>
            </a:r>
          </a:p>
        </p:txBody>
      </p:sp>
      <p:sp>
        <p:nvSpPr>
          <p:cNvPr id="96" name="Rectangle 95">
            <a:extLst>
              <a:ext uri="{FF2B5EF4-FFF2-40B4-BE49-F238E27FC236}">
                <a16:creationId xmlns:a16="http://schemas.microsoft.com/office/drawing/2014/main" id="{8170A02B-50C9-4345-93F8-A0B7A0D3943B}"/>
              </a:ext>
            </a:extLst>
          </p:cNvPr>
          <p:cNvSpPr/>
          <p:nvPr/>
        </p:nvSpPr>
        <p:spPr>
          <a:xfrm>
            <a:off x="7043710" y="3104972"/>
            <a:ext cx="354584"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2</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97" name="Rectangle 96">
            <a:extLst>
              <a:ext uri="{FF2B5EF4-FFF2-40B4-BE49-F238E27FC236}">
                <a16:creationId xmlns:a16="http://schemas.microsoft.com/office/drawing/2014/main" id="{01DB61E8-8A64-4993-A693-7089436F1733}"/>
              </a:ext>
            </a:extLst>
          </p:cNvPr>
          <p:cNvSpPr/>
          <p:nvPr/>
        </p:nvSpPr>
        <p:spPr>
          <a:xfrm>
            <a:off x="6601223" y="3808334"/>
            <a:ext cx="308098"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A</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98" name="Rectangle 97">
            <a:extLst>
              <a:ext uri="{FF2B5EF4-FFF2-40B4-BE49-F238E27FC236}">
                <a16:creationId xmlns:a16="http://schemas.microsoft.com/office/drawing/2014/main" id="{8F436816-5EFE-4BFD-83C5-E88E3ADA7BB3}"/>
              </a:ext>
            </a:extLst>
          </p:cNvPr>
          <p:cNvSpPr/>
          <p:nvPr/>
        </p:nvSpPr>
        <p:spPr>
          <a:xfrm>
            <a:off x="6533626" y="4662588"/>
            <a:ext cx="287259"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B</a:t>
            </a:r>
          </a:p>
        </p:txBody>
      </p:sp>
      <p:sp>
        <p:nvSpPr>
          <p:cNvPr id="99" name="Rectangle 98">
            <a:extLst>
              <a:ext uri="{FF2B5EF4-FFF2-40B4-BE49-F238E27FC236}">
                <a16:creationId xmlns:a16="http://schemas.microsoft.com/office/drawing/2014/main" id="{77A559C1-2EEB-42EA-A694-11291517D936}"/>
              </a:ext>
            </a:extLst>
          </p:cNvPr>
          <p:cNvSpPr/>
          <p:nvPr/>
        </p:nvSpPr>
        <p:spPr>
          <a:xfrm>
            <a:off x="6559160" y="4216502"/>
            <a:ext cx="308098"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C</a:t>
            </a:r>
          </a:p>
        </p:txBody>
      </p:sp>
      <p:sp>
        <p:nvSpPr>
          <p:cNvPr id="100" name="Rectangle 99">
            <a:extLst>
              <a:ext uri="{FF2B5EF4-FFF2-40B4-BE49-F238E27FC236}">
                <a16:creationId xmlns:a16="http://schemas.microsoft.com/office/drawing/2014/main" id="{47AD1A0A-1445-4203-AD84-555922FBFCF3}"/>
              </a:ext>
            </a:extLst>
          </p:cNvPr>
          <p:cNvSpPr/>
          <p:nvPr/>
        </p:nvSpPr>
        <p:spPr>
          <a:xfrm>
            <a:off x="7784861" y="3233406"/>
            <a:ext cx="308098"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D</a:t>
            </a:r>
          </a:p>
        </p:txBody>
      </p:sp>
      <p:sp>
        <p:nvSpPr>
          <p:cNvPr id="101" name="Rectangle 100">
            <a:extLst>
              <a:ext uri="{FF2B5EF4-FFF2-40B4-BE49-F238E27FC236}">
                <a16:creationId xmlns:a16="http://schemas.microsoft.com/office/drawing/2014/main" id="{09F0BC10-1C71-4BF2-960E-B323314AA5EF}"/>
              </a:ext>
            </a:extLst>
          </p:cNvPr>
          <p:cNvSpPr/>
          <p:nvPr/>
        </p:nvSpPr>
        <p:spPr>
          <a:xfrm>
            <a:off x="7033218" y="5038985"/>
            <a:ext cx="354584"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3</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03" name="Rectangle 102">
            <a:extLst>
              <a:ext uri="{FF2B5EF4-FFF2-40B4-BE49-F238E27FC236}">
                <a16:creationId xmlns:a16="http://schemas.microsoft.com/office/drawing/2014/main" id="{34727CFF-A228-4C42-8AF6-7A1C680136B0}"/>
              </a:ext>
            </a:extLst>
          </p:cNvPr>
          <p:cNvSpPr/>
          <p:nvPr/>
        </p:nvSpPr>
        <p:spPr>
          <a:xfrm>
            <a:off x="8407591" y="5062492"/>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6</a:t>
            </a:r>
          </a:p>
        </p:txBody>
      </p:sp>
      <p:sp>
        <p:nvSpPr>
          <p:cNvPr id="104" name="Rectangle 103">
            <a:extLst>
              <a:ext uri="{FF2B5EF4-FFF2-40B4-BE49-F238E27FC236}">
                <a16:creationId xmlns:a16="http://schemas.microsoft.com/office/drawing/2014/main" id="{19C7DB0F-AFA9-4624-B62E-375E93DD3DBD}"/>
              </a:ext>
            </a:extLst>
          </p:cNvPr>
          <p:cNvSpPr/>
          <p:nvPr/>
        </p:nvSpPr>
        <p:spPr>
          <a:xfrm>
            <a:off x="7845409" y="4246671"/>
            <a:ext cx="274435"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F</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07" name="Oval 106">
            <a:extLst>
              <a:ext uri="{FF2B5EF4-FFF2-40B4-BE49-F238E27FC236}">
                <a16:creationId xmlns:a16="http://schemas.microsoft.com/office/drawing/2014/main" id="{C85862D7-2202-4244-9292-1FBE9E5466F5}"/>
              </a:ext>
            </a:extLst>
          </p:cNvPr>
          <p:cNvSpPr/>
          <p:nvPr/>
        </p:nvSpPr>
        <p:spPr>
          <a:xfrm>
            <a:off x="8437869" y="3148557"/>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11" name="Straight Connector 110">
            <a:extLst>
              <a:ext uri="{FF2B5EF4-FFF2-40B4-BE49-F238E27FC236}">
                <a16:creationId xmlns:a16="http://schemas.microsoft.com/office/drawing/2014/main" id="{F88AB9D3-A628-4C0B-930F-019110FFB704}"/>
              </a:ext>
            </a:extLst>
          </p:cNvPr>
          <p:cNvCxnSpPr>
            <a:cxnSpLocks/>
            <a:stCxn id="107" idx="0"/>
            <a:endCxn id="107" idx="4"/>
          </p:cNvCxnSpPr>
          <p:nvPr/>
        </p:nvCxnSpPr>
        <p:spPr>
          <a:xfrm>
            <a:off x="8684218" y="3148557"/>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42A4A007-E7D1-4D8D-8939-21D94F2BEE48}"/>
              </a:ext>
            </a:extLst>
          </p:cNvPr>
          <p:cNvCxnSpPr>
            <a:cxnSpLocks/>
            <a:stCxn id="107" idx="6"/>
          </p:cNvCxnSpPr>
          <p:nvPr/>
        </p:nvCxnSpPr>
        <p:spPr>
          <a:xfrm flipH="1" flipV="1">
            <a:off x="8702561" y="3388940"/>
            <a:ext cx="228006"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A0F5402F-9263-430F-BFC1-98B5F40171C5}"/>
              </a:ext>
            </a:extLst>
          </p:cNvPr>
          <p:cNvSpPr/>
          <p:nvPr/>
        </p:nvSpPr>
        <p:spPr>
          <a:xfrm>
            <a:off x="8437868" y="3152086"/>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5</a:t>
            </a:r>
          </a:p>
        </p:txBody>
      </p:sp>
      <p:sp>
        <p:nvSpPr>
          <p:cNvPr id="116" name="Rectangle 115">
            <a:extLst>
              <a:ext uri="{FF2B5EF4-FFF2-40B4-BE49-F238E27FC236}">
                <a16:creationId xmlns:a16="http://schemas.microsoft.com/office/drawing/2014/main" id="{F425328C-23F5-4143-987D-53FC646AB8F8}"/>
              </a:ext>
            </a:extLst>
          </p:cNvPr>
          <p:cNvSpPr/>
          <p:nvPr/>
        </p:nvSpPr>
        <p:spPr>
          <a:xfrm>
            <a:off x="7761263" y="5141060"/>
            <a:ext cx="274435"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E</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17" name="Oval 116">
            <a:extLst>
              <a:ext uri="{FF2B5EF4-FFF2-40B4-BE49-F238E27FC236}">
                <a16:creationId xmlns:a16="http://schemas.microsoft.com/office/drawing/2014/main" id="{9106361C-93D5-407E-B3A3-B44F8061FDB6}"/>
              </a:ext>
            </a:extLst>
          </p:cNvPr>
          <p:cNvSpPr/>
          <p:nvPr/>
        </p:nvSpPr>
        <p:spPr>
          <a:xfrm>
            <a:off x="8437868" y="4140773"/>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21" name="Straight Connector 120">
            <a:extLst>
              <a:ext uri="{FF2B5EF4-FFF2-40B4-BE49-F238E27FC236}">
                <a16:creationId xmlns:a16="http://schemas.microsoft.com/office/drawing/2014/main" id="{194AD24B-3DE5-4877-94D8-30283DEA43C9}"/>
              </a:ext>
            </a:extLst>
          </p:cNvPr>
          <p:cNvCxnSpPr>
            <a:cxnSpLocks/>
            <a:stCxn id="117" idx="0"/>
            <a:endCxn id="117" idx="4"/>
          </p:cNvCxnSpPr>
          <p:nvPr/>
        </p:nvCxnSpPr>
        <p:spPr>
          <a:xfrm>
            <a:off x="8684217" y="4140773"/>
            <a:ext cx="0" cy="480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B8491801-5A37-4BD9-821D-BBEA51237A8C}"/>
              </a:ext>
            </a:extLst>
          </p:cNvPr>
          <p:cNvCxnSpPr>
            <a:cxnSpLocks/>
            <a:stCxn id="117" idx="6"/>
          </p:cNvCxnSpPr>
          <p:nvPr/>
        </p:nvCxnSpPr>
        <p:spPr>
          <a:xfrm flipH="1" flipV="1">
            <a:off x="8684217" y="4381156"/>
            <a:ext cx="246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Rectangle 123">
            <a:extLst>
              <a:ext uri="{FF2B5EF4-FFF2-40B4-BE49-F238E27FC236}">
                <a16:creationId xmlns:a16="http://schemas.microsoft.com/office/drawing/2014/main" id="{EBB5B07E-A134-4F23-A055-B5732BBBE882}"/>
              </a:ext>
            </a:extLst>
          </p:cNvPr>
          <p:cNvSpPr/>
          <p:nvPr/>
        </p:nvSpPr>
        <p:spPr>
          <a:xfrm>
            <a:off x="8421364" y="4156346"/>
            <a:ext cx="354584"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7</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32" name="Rectangle 131">
            <a:extLst>
              <a:ext uri="{FF2B5EF4-FFF2-40B4-BE49-F238E27FC236}">
                <a16:creationId xmlns:a16="http://schemas.microsoft.com/office/drawing/2014/main" id="{3A5B11B1-A72E-493D-90B7-F1D02CBDB5AF}"/>
              </a:ext>
            </a:extLst>
          </p:cNvPr>
          <p:cNvSpPr/>
          <p:nvPr/>
        </p:nvSpPr>
        <p:spPr>
          <a:xfrm>
            <a:off x="9061724" y="3678545"/>
            <a:ext cx="343364"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G</a:t>
            </a:r>
          </a:p>
        </p:txBody>
      </p:sp>
      <p:sp>
        <p:nvSpPr>
          <p:cNvPr id="137" name="Oval 136">
            <a:extLst>
              <a:ext uri="{FF2B5EF4-FFF2-40B4-BE49-F238E27FC236}">
                <a16:creationId xmlns:a16="http://schemas.microsoft.com/office/drawing/2014/main" id="{4447D963-4836-4B2D-A314-39C9F5BC51D0}"/>
              </a:ext>
            </a:extLst>
          </p:cNvPr>
          <p:cNvSpPr/>
          <p:nvPr/>
        </p:nvSpPr>
        <p:spPr>
          <a:xfrm>
            <a:off x="7076472" y="4158377"/>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39" name="Straight Connector 138">
            <a:extLst>
              <a:ext uri="{FF2B5EF4-FFF2-40B4-BE49-F238E27FC236}">
                <a16:creationId xmlns:a16="http://schemas.microsoft.com/office/drawing/2014/main" id="{0DA60086-0FD7-4CD6-9C22-9E4CCD8345EC}"/>
              </a:ext>
            </a:extLst>
          </p:cNvPr>
          <p:cNvCxnSpPr>
            <a:stCxn id="137" idx="0"/>
            <a:endCxn id="137" idx="4"/>
          </p:cNvCxnSpPr>
          <p:nvPr/>
        </p:nvCxnSpPr>
        <p:spPr>
          <a:xfrm>
            <a:off x="7322821" y="4158377"/>
            <a:ext cx="0" cy="48076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8689745C-CDC2-41F7-A0AA-EC8844A1E213}"/>
              </a:ext>
            </a:extLst>
          </p:cNvPr>
          <p:cNvCxnSpPr>
            <a:stCxn id="137" idx="6"/>
          </p:cNvCxnSpPr>
          <p:nvPr/>
        </p:nvCxnSpPr>
        <p:spPr>
          <a:xfrm flipH="1" flipV="1">
            <a:off x="7322821" y="4398760"/>
            <a:ext cx="24634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Rectangle 141">
            <a:extLst>
              <a:ext uri="{FF2B5EF4-FFF2-40B4-BE49-F238E27FC236}">
                <a16:creationId xmlns:a16="http://schemas.microsoft.com/office/drawing/2014/main" id="{FB73E247-E404-45AF-A148-F7FE35A18222}"/>
              </a:ext>
            </a:extLst>
          </p:cNvPr>
          <p:cNvSpPr/>
          <p:nvPr/>
        </p:nvSpPr>
        <p:spPr>
          <a:xfrm>
            <a:off x="7063281" y="4139570"/>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4</a:t>
            </a:r>
          </a:p>
        </p:txBody>
      </p:sp>
      <p:sp>
        <p:nvSpPr>
          <p:cNvPr id="145" name="Rectangle 144">
            <a:extLst>
              <a:ext uri="{FF2B5EF4-FFF2-40B4-BE49-F238E27FC236}">
                <a16:creationId xmlns:a16="http://schemas.microsoft.com/office/drawing/2014/main" id="{D2024594-559E-4D85-B17D-59B0D5CE5582}"/>
              </a:ext>
            </a:extLst>
          </p:cNvPr>
          <p:cNvSpPr/>
          <p:nvPr/>
        </p:nvSpPr>
        <p:spPr>
          <a:xfrm>
            <a:off x="9108143" y="4738343"/>
            <a:ext cx="308098"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H</a:t>
            </a:r>
          </a:p>
        </p:txBody>
      </p:sp>
      <p:sp>
        <p:nvSpPr>
          <p:cNvPr id="148" name="Rectangle 147">
            <a:extLst>
              <a:ext uri="{FF2B5EF4-FFF2-40B4-BE49-F238E27FC236}">
                <a16:creationId xmlns:a16="http://schemas.microsoft.com/office/drawing/2014/main" id="{75D62DD9-C0CB-4A11-AD56-B88BDD691105}"/>
              </a:ext>
            </a:extLst>
          </p:cNvPr>
          <p:cNvSpPr/>
          <p:nvPr/>
        </p:nvSpPr>
        <p:spPr>
          <a:xfrm>
            <a:off x="9123343" y="4265340"/>
            <a:ext cx="229551"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I</a:t>
            </a:r>
          </a:p>
        </p:txBody>
      </p:sp>
      <p:sp>
        <p:nvSpPr>
          <p:cNvPr id="149" name="Rectangle 148">
            <a:extLst>
              <a:ext uri="{FF2B5EF4-FFF2-40B4-BE49-F238E27FC236}">
                <a16:creationId xmlns:a16="http://schemas.microsoft.com/office/drawing/2014/main" id="{B938D729-F109-4C5F-82B7-559951961E93}"/>
              </a:ext>
            </a:extLst>
          </p:cNvPr>
          <p:cNvSpPr/>
          <p:nvPr/>
        </p:nvSpPr>
        <p:spPr>
          <a:xfrm>
            <a:off x="9634404" y="4146888"/>
            <a:ext cx="354584"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8</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50" name="Rectangle 149">
            <a:extLst>
              <a:ext uri="{FF2B5EF4-FFF2-40B4-BE49-F238E27FC236}">
                <a16:creationId xmlns:a16="http://schemas.microsoft.com/office/drawing/2014/main" id="{7E7C2401-89E6-42B1-BA53-D8AA4C228D1F}"/>
              </a:ext>
            </a:extLst>
          </p:cNvPr>
          <p:cNvSpPr/>
          <p:nvPr/>
        </p:nvSpPr>
        <p:spPr>
          <a:xfrm>
            <a:off x="10265379" y="4262681"/>
            <a:ext cx="263214"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J</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71" name="Oval 70">
            <a:extLst>
              <a:ext uri="{FF2B5EF4-FFF2-40B4-BE49-F238E27FC236}">
                <a16:creationId xmlns:a16="http://schemas.microsoft.com/office/drawing/2014/main" id="{64789549-42CC-4D26-8357-DF1BFE10B326}"/>
              </a:ext>
            </a:extLst>
          </p:cNvPr>
          <p:cNvSpPr/>
          <p:nvPr/>
        </p:nvSpPr>
        <p:spPr>
          <a:xfrm>
            <a:off x="10763927" y="4175565"/>
            <a:ext cx="492698" cy="48076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22" name="Straight Arrow Connector 21">
            <a:extLst>
              <a:ext uri="{FF2B5EF4-FFF2-40B4-BE49-F238E27FC236}">
                <a16:creationId xmlns:a16="http://schemas.microsoft.com/office/drawing/2014/main" id="{811791B3-9393-45A0-95A3-07E479441C32}"/>
              </a:ext>
            </a:extLst>
          </p:cNvPr>
          <p:cNvCxnSpPr>
            <a:cxnSpLocks/>
            <a:stCxn id="12" idx="6"/>
            <a:endCxn id="38" idx="3"/>
          </p:cNvCxnSpPr>
          <p:nvPr/>
        </p:nvCxnSpPr>
        <p:spPr>
          <a:xfrm flipV="1">
            <a:off x="6385322" y="3558558"/>
            <a:ext cx="766819" cy="8033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FBF9B62-416D-4827-A73D-87F9E0CB2D51}"/>
              </a:ext>
            </a:extLst>
          </p:cNvPr>
          <p:cNvCxnSpPr>
            <a:stCxn id="12" idx="6"/>
            <a:endCxn id="142" idx="1"/>
          </p:cNvCxnSpPr>
          <p:nvPr/>
        </p:nvCxnSpPr>
        <p:spPr>
          <a:xfrm>
            <a:off x="6385322" y="4361952"/>
            <a:ext cx="677959" cy="84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03AE206-48A3-44BB-84AE-DF0BA953B445}"/>
              </a:ext>
            </a:extLst>
          </p:cNvPr>
          <p:cNvCxnSpPr>
            <a:stCxn id="12" idx="6"/>
            <a:endCxn id="40" idx="2"/>
          </p:cNvCxnSpPr>
          <p:nvPr/>
        </p:nvCxnSpPr>
        <p:spPr>
          <a:xfrm>
            <a:off x="6385322" y="4361952"/>
            <a:ext cx="658388" cy="9313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F3CFA00-600C-405D-BF1B-86EA6E5C1872}"/>
              </a:ext>
            </a:extLst>
          </p:cNvPr>
          <p:cNvCxnSpPr>
            <a:stCxn id="38" idx="6"/>
            <a:endCxn id="115" idx="1"/>
          </p:cNvCxnSpPr>
          <p:nvPr/>
        </p:nvCxnSpPr>
        <p:spPr>
          <a:xfrm flipV="1">
            <a:off x="7572685" y="3382919"/>
            <a:ext cx="865183" cy="56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5E77145-558C-4CF7-9F01-F37D83526BA5}"/>
              </a:ext>
            </a:extLst>
          </p:cNvPr>
          <p:cNvCxnSpPr>
            <a:stCxn id="137" idx="6"/>
            <a:endCxn id="117" idx="2"/>
          </p:cNvCxnSpPr>
          <p:nvPr/>
        </p:nvCxnSpPr>
        <p:spPr>
          <a:xfrm flipV="1">
            <a:off x="7569170" y="4381157"/>
            <a:ext cx="868698" cy="176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FF3B4E0-7A2A-43AF-B1B7-31847D36A53D}"/>
              </a:ext>
            </a:extLst>
          </p:cNvPr>
          <p:cNvCxnSpPr>
            <a:stCxn id="40" idx="6"/>
            <a:endCxn id="54" idx="2"/>
          </p:cNvCxnSpPr>
          <p:nvPr/>
        </p:nvCxnSpPr>
        <p:spPr>
          <a:xfrm>
            <a:off x="7536408" y="5293327"/>
            <a:ext cx="904035" cy="17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32468CC-B265-478D-9A72-D18EF49D0942}"/>
              </a:ext>
            </a:extLst>
          </p:cNvPr>
          <p:cNvCxnSpPr>
            <a:stCxn id="107" idx="6"/>
            <a:endCxn id="149" idx="1"/>
          </p:cNvCxnSpPr>
          <p:nvPr/>
        </p:nvCxnSpPr>
        <p:spPr>
          <a:xfrm>
            <a:off x="8930567" y="3388941"/>
            <a:ext cx="703837" cy="9887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98A2F3B-0B5F-4692-8F5F-7388C9586968}"/>
              </a:ext>
            </a:extLst>
          </p:cNvPr>
          <p:cNvCxnSpPr>
            <a:stCxn id="117" idx="6"/>
            <a:endCxn id="149" idx="1"/>
          </p:cNvCxnSpPr>
          <p:nvPr/>
        </p:nvCxnSpPr>
        <p:spPr>
          <a:xfrm flipV="1">
            <a:off x="8930566" y="4377721"/>
            <a:ext cx="703838" cy="3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55377E3-D320-49D4-A730-4BADFD3E0835}"/>
              </a:ext>
            </a:extLst>
          </p:cNvPr>
          <p:cNvCxnSpPr>
            <a:stCxn id="54" idx="6"/>
            <a:endCxn id="149" idx="1"/>
          </p:cNvCxnSpPr>
          <p:nvPr/>
        </p:nvCxnSpPr>
        <p:spPr>
          <a:xfrm flipV="1">
            <a:off x="8933141" y="4377721"/>
            <a:ext cx="701263" cy="9326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1ACA0AC-1D8A-4F81-9779-A0DF948AE525}"/>
              </a:ext>
            </a:extLst>
          </p:cNvPr>
          <p:cNvCxnSpPr>
            <a:stCxn id="56" idx="6"/>
            <a:endCxn id="71" idx="2"/>
          </p:cNvCxnSpPr>
          <p:nvPr/>
        </p:nvCxnSpPr>
        <p:spPr>
          <a:xfrm>
            <a:off x="10142670" y="4402194"/>
            <a:ext cx="621257" cy="137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EBCF2B4-81E9-4494-9243-AC5546C8EB90}"/>
              </a:ext>
            </a:extLst>
          </p:cNvPr>
          <p:cNvCxnSpPr>
            <a:stCxn id="71" idx="0"/>
            <a:endCxn id="71" idx="4"/>
          </p:cNvCxnSpPr>
          <p:nvPr/>
        </p:nvCxnSpPr>
        <p:spPr>
          <a:xfrm>
            <a:off x="11010276" y="4175565"/>
            <a:ext cx="0" cy="48076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2DCE265A-87AD-488C-A77F-C67C0E7B8E6E}"/>
              </a:ext>
            </a:extLst>
          </p:cNvPr>
          <p:cNvCxnSpPr>
            <a:stCxn id="71" idx="6"/>
          </p:cNvCxnSpPr>
          <p:nvPr/>
        </p:nvCxnSpPr>
        <p:spPr>
          <a:xfrm flipH="1" flipV="1">
            <a:off x="11010276" y="4409071"/>
            <a:ext cx="246349" cy="68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DC821F6D-B4D3-4C73-B7DB-398D1C6A1439}"/>
              </a:ext>
            </a:extLst>
          </p:cNvPr>
          <p:cNvSpPr/>
          <p:nvPr/>
        </p:nvSpPr>
        <p:spPr>
          <a:xfrm>
            <a:off x="7732445" y="2961591"/>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(5)</a:t>
            </a:r>
          </a:p>
        </p:txBody>
      </p:sp>
      <p:sp>
        <p:nvSpPr>
          <p:cNvPr id="105" name="Rectangle 104">
            <a:extLst>
              <a:ext uri="{FF2B5EF4-FFF2-40B4-BE49-F238E27FC236}">
                <a16:creationId xmlns:a16="http://schemas.microsoft.com/office/drawing/2014/main" id="{3701F53B-085B-425C-B205-619FADB3D4BD}"/>
              </a:ext>
            </a:extLst>
          </p:cNvPr>
          <p:cNvSpPr/>
          <p:nvPr/>
        </p:nvSpPr>
        <p:spPr>
          <a:xfrm>
            <a:off x="6271709" y="4954770"/>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(6)</a:t>
            </a:r>
          </a:p>
        </p:txBody>
      </p:sp>
      <p:sp>
        <p:nvSpPr>
          <p:cNvPr id="106" name="Rectangle 105">
            <a:extLst>
              <a:ext uri="{FF2B5EF4-FFF2-40B4-BE49-F238E27FC236}">
                <a16:creationId xmlns:a16="http://schemas.microsoft.com/office/drawing/2014/main" id="{F4DA1688-955C-45FE-A50A-35F509A84203}"/>
              </a:ext>
            </a:extLst>
          </p:cNvPr>
          <p:cNvSpPr/>
          <p:nvPr/>
        </p:nvSpPr>
        <p:spPr>
          <a:xfrm>
            <a:off x="6742739" y="4020223"/>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(3)</a:t>
            </a:r>
          </a:p>
        </p:txBody>
      </p:sp>
      <p:sp>
        <p:nvSpPr>
          <p:cNvPr id="108" name="Rectangle 107">
            <a:extLst>
              <a:ext uri="{FF2B5EF4-FFF2-40B4-BE49-F238E27FC236}">
                <a16:creationId xmlns:a16="http://schemas.microsoft.com/office/drawing/2014/main" id="{7A87F132-8505-41EB-BB65-91EFF1AD6E72}"/>
              </a:ext>
            </a:extLst>
          </p:cNvPr>
          <p:cNvSpPr/>
          <p:nvPr/>
        </p:nvSpPr>
        <p:spPr>
          <a:xfrm>
            <a:off x="6505979" y="3625178"/>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(5)</a:t>
            </a:r>
          </a:p>
        </p:txBody>
      </p:sp>
      <p:sp>
        <p:nvSpPr>
          <p:cNvPr id="110" name="Rectangle 109">
            <a:extLst>
              <a:ext uri="{FF2B5EF4-FFF2-40B4-BE49-F238E27FC236}">
                <a16:creationId xmlns:a16="http://schemas.microsoft.com/office/drawing/2014/main" id="{B7A3460F-D81A-463D-8C87-5667A6233A61}"/>
              </a:ext>
            </a:extLst>
          </p:cNvPr>
          <p:cNvSpPr/>
          <p:nvPr/>
        </p:nvSpPr>
        <p:spPr>
          <a:xfrm>
            <a:off x="7694500" y="4869708"/>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(7)</a:t>
            </a:r>
          </a:p>
        </p:txBody>
      </p:sp>
      <p:sp>
        <p:nvSpPr>
          <p:cNvPr id="112" name="Rectangle 111">
            <a:extLst>
              <a:ext uri="{FF2B5EF4-FFF2-40B4-BE49-F238E27FC236}">
                <a16:creationId xmlns:a16="http://schemas.microsoft.com/office/drawing/2014/main" id="{49B90283-87FF-4DAE-998B-2E317D98B825}"/>
              </a:ext>
            </a:extLst>
          </p:cNvPr>
          <p:cNvSpPr/>
          <p:nvPr/>
        </p:nvSpPr>
        <p:spPr>
          <a:xfrm>
            <a:off x="7912820" y="3920406"/>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(4)</a:t>
            </a:r>
          </a:p>
        </p:txBody>
      </p:sp>
      <p:sp>
        <p:nvSpPr>
          <p:cNvPr id="114" name="Rectangle 113">
            <a:extLst>
              <a:ext uri="{FF2B5EF4-FFF2-40B4-BE49-F238E27FC236}">
                <a16:creationId xmlns:a16="http://schemas.microsoft.com/office/drawing/2014/main" id="{58CC6F47-DEA5-4081-9291-3BCE7C6E1A89}"/>
              </a:ext>
            </a:extLst>
          </p:cNvPr>
          <p:cNvSpPr/>
          <p:nvPr/>
        </p:nvSpPr>
        <p:spPr>
          <a:xfrm>
            <a:off x="9223714" y="3548738"/>
            <a:ext cx="410690" cy="253916"/>
          </a:xfrm>
          <a:prstGeom prst="rect">
            <a:avLst/>
          </a:prstGeom>
          <a:noFill/>
        </p:spPr>
        <p:txBody>
          <a:bodyPr wrap="square" lIns="91440" tIns="45720" rIns="91440" bIns="45720">
            <a:spAutoFit/>
          </a:bodyPr>
          <a:lstStyle/>
          <a:p>
            <a:pPr algn="ctr"/>
            <a:r>
              <a:rPr lang="en-US" sz="1050" b="0" cap="none" spc="0" dirty="0">
                <a:ln w="0"/>
                <a:solidFill>
                  <a:schemeClr val="tx1"/>
                </a:solidFill>
                <a:effectLst>
                  <a:outerShdw blurRad="38100" dist="19050" dir="2700000" algn="tl" rotWithShape="0">
                    <a:schemeClr val="dk1">
                      <a:alpha val="40000"/>
                    </a:schemeClr>
                  </a:outerShdw>
                </a:effectLst>
              </a:rPr>
              <a:t>(10)</a:t>
            </a:r>
          </a:p>
        </p:txBody>
      </p:sp>
      <p:sp>
        <p:nvSpPr>
          <p:cNvPr id="118" name="Rectangle 117">
            <a:extLst>
              <a:ext uri="{FF2B5EF4-FFF2-40B4-BE49-F238E27FC236}">
                <a16:creationId xmlns:a16="http://schemas.microsoft.com/office/drawing/2014/main" id="{E0B2A569-E7F7-483F-A4BC-42211A9581B0}"/>
              </a:ext>
            </a:extLst>
          </p:cNvPr>
          <p:cNvSpPr/>
          <p:nvPr/>
        </p:nvSpPr>
        <p:spPr>
          <a:xfrm>
            <a:off x="9274832" y="4869708"/>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(2)</a:t>
            </a:r>
          </a:p>
        </p:txBody>
      </p:sp>
      <p:sp>
        <p:nvSpPr>
          <p:cNvPr id="120" name="Rectangle 119">
            <a:extLst>
              <a:ext uri="{FF2B5EF4-FFF2-40B4-BE49-F238E27FC236}">
                <a16:creationId xmlns:a16="http://schemas.microsoft.com/office/drawing/2014/main" id="{1243A817-8441-4D55-A9E5-3C88AF619B8E}"/>
              </a:ext>
            </a:extLst>
          </p:cNvPr>
          <p:cNvSpPr/>
          <p:nvPr/>
        </p:nvSpPr>
        <p:spPr>
          <a:xfrm>
            <a:off x="9006172" y="3975002"/>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(4)</a:t>
            </a:r>
          </a:p>
        </p:txBody>
      </p:sp>
      <p:sp>
        <p:nvSpPr>
          <p:cNvPr id="122" name="Rectangle 121">
            <a:extLst>
              <a:ext uri="{FF2B5EF4-FFF2-40B4-BE49-F238E27FC236}">
                <a16:creationId xmlns:a16="http://schemas.microsoft.com/office/drawing/2014/main" id="{F2A548BE-846F-4839-84D0-0581C3E8EE2E}"/>
              </a:ext>
            </a:extLst>
          </p:cNvPr>
          <p:cNvSpPr/>
          <p:nvPr/>
        </p:nvSpPr>
        <p:spPr>
          <a:xfrm>
            <a:off x="10231723" y="3958180"/>
            <a:ext cx="41069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(6)</a:t>
            </a:r>
          </a:p>
        </p:txBody>
      </p:sp>
      <p:sp>
        <p:nvSpPr>
          <p:cNvPr id="125" name="Rectangle 124">
            <a:extLst>
              <a:ext uri="{FF2B5EF4-FFF2-40B4-BE49-F238E27FC236}">
                <a16:creationId xmlns:a16="http://schemas.microsoft.com/office/drawing/2014/main" id="{86BFCCF1-CB0E-4C23-B694-82F4EFF04D76}"/>
              </a:ext>
            </a:extLst>
          </p:cNvPr>
          <p:cNvSpPr/>
          <p:nvPr/>
        </p:nvSpPr>
        <p:spPr>
          <a:xfrm>
            <a:off x="6091949" y="4286995"/>
            <a:ext cx="29848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0</a:t>
            </a:r>
          </a:p>
        </p:txBody>
      </p:sp>
      <p:sp>
        <p:nvSpPr>
          <p:cNvPr id="126" name="Rectangle 125">
            <a:extLst>
              <a:ext uri="{FF2B5EF4-FFF2-40B4-BE49-F238E27FC236}">
                <a16:creationId xmlns:a16="http://schemas.microsoft.com/office/drawing/2014/main" id="{2A73C4B0-F568-478D-9E9C-352772320B76}"/>
              </a:ext>
            </a:extLst>
          </p:cNvPr>
          <p:cNvSpPr/>
          <p:nvPr/>
        </p:nvSpPr>
        <p:spPr>
          <a:xfrm>
            <a:off x="7259998" y="3332517"/>
            <a:ext cx="298480"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5</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27" name="Rectangle 126">
            <a:extLst>
              <a:ext uri="{FF2B5EF4-FFF2-40B4-BE49-F238E27FC236}">
                <a16:creationId xmlns:a16="http://schemas.microsoft.com/office/drawing/2014/main" id="{70B82B8F-BF05-4DC0-B764-F7DCE971057B}"/>
              </a:ext>
            </a:extLst>
          </p:cNvPr>
          <p:cNvSpPr/>
          <p:nvPr/>
        </p:nvSpPr>
        <p:spPr>
          <a:xfrm>
            <a:off x="7260944" y="4339977"/>
            <a:ext cx="298480"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3</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28" name="Rectangle 127">
            <a:extLst>
              <a:ext uri="{FF2B5EF4-FFF2-40B4-BE49-F238E27FC236}">
                <a16:creationId xmlns:a16="http://schemas.microsoft.com/office/drawing/2014/main" id="{D0B56015-D65E-4BB4-825C-79FAF20291B9}"/>
              </a:ext>
            </a:extLst>
          </p:cNvPr>
          <p:cNvSpPr/>
          <p:nvPr/>
        </p:nvSpPr>
        <p:spPr>
          <a:xfrm>
            <a:off x="7225488" y="5215545"/>
            <a:ext cx="298480"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6</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29" name="Rectangle 128">
            <a:extLst>
              <a:ext uri="{FF2B5EF4-FFF2-40B4-BE49-F238E27FC236}">
                <a16:creationId xmlns:a16="http://schemas.microsoft.com/office/drawing/2014/main" id="{97614D51-F704-46CE-AD6E-2D67306EE728}"/>
              </a:ext>
            </a:extLst>
          </p:cNvPr>
          <p:cNvSpPr/>
          <p:nvPr/>
        </p:nvSpPr>
        <p:spPr>
          <a:xfrm>
            <a:off x="8619044" y="3375316"/>
            <a:ext cx="325730"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10</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30" name="Rectangle 129">
            <a:extLst>
              <a:ext uri="{FF2B5EF4-FFF2-40B4-BE49-F238E27FC236}">
                <a16:creationId xmlns:a16="http://schemas.microsoft.com/office/drawing/2014/main" id="{8EDEA8DF-7681-45E3-9B71-16DF80D43673}"/>
              </a:ext>
            </a:extLst>
          </p:cNvPr>
          <p:cNvSpPr/>
          <p:nvPr/>
        </p:nvSpPr>
        <p:spPr>
          <a:xfrm>
            <a:off x="8639629" y="4340450"/>
            <a:ext cx="298480"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7</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31" name="Rectangle 130">
            <a:extLst>
              <a:ext uri="{FF2B5EF4-FFF2-40B4-BE49-F238E27FC236}">
                <a16:creationId xmlns:a16="http://schemas.microsoft.com/office/drawing/2014/main" id="{6C8C7701-B003-4B53-BB1C-8DB0729B5C85}"/>
              </a:ext>
            </a:extLst>
          </p:cNvPr>
          <p:cNvSpPr/>
          <p:nvPr/>
        </p:nvSpPr>
        <p:spPr>
          <a:xfrm>
            <a:off x="8607094" y="5297804"/>
            <a:ext cx="325730"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13</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33" name="Rectangle 132">
            <a:extLst>
              <a:ext uri="{FF2B5EF4-FFF2-40B4-BE49-F238E27FC236}">
                <a16:creationId xmlns:a16="http://schemas.microsoft.com/office/drawing/2014/main" id="{FBA58535-D039-4DF1-BBCE-A4B7923C5B29}"/>
              </a:ext>
            </a:extLst>
          </p:cNvPr>
          <p:cNvSpPr/>
          <p:nvPr/>
        </p:nvSpPr>
        <p:spPr>
          <a:xfrm>
            <a:off x="9850166" y="4362332"/>
            <a:ext cx="325730"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20</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34" name="Rectangle 133">
            <a:extLst>
              <a:ext uri="{FF2B5EF4-FFF2-40B4-BE49-F238E27FC236}">
                <a16:creationId xmlns:a16="http://schemas.microsoft.com/office/drawing/2014/main" id="{BAACD4B1-BC34-435F-88E4-8BD0435A61CD}"/>
              </a:ext>
            </a:extLst>
          </p:cNvPr>
          <p:cNvSpPr/>
          <p:nvPr/>
        </p:nvSpPr>
        <p:spPr>
          <a:xfrm>
            <a:off x="10732158" y="4178421"/>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9</a:t>
            </a:r>
          </a:p>
        </p:txBody>
      </p:sp>
      <p:sp>
        <p:nvSpPr>
          <p:cNvPr id="136" name="Rectangle 135">
            <a:extLst>
              <a:ext uri="{FF2B5EF4-FFF2-40B4-BE49-F238E27FC236}">
                <a16:creationId xmlns:a16="http://schemas.microsoft.com/office/drawing/2014/main" id="{6E91752A-80F3-48C1-9FE7-C425D612BEFC}"/>
              </a:ext>
            </a:extLst>
          </p:cNvPr>
          <p:cNvSpPr/>
          <p:nvPr/>
        </p:nvSpPr>
        <p:spPr>
          <a:xfrm>
            <a:off x="10952512" y="4362331"/>
            <a:ext cx="325731"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26</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38" name="Rectangle 137">
            <a:extLst>
              <a:ext uri="{FF2B5EF4-FFF2-40B4-BE49-F238E27FC236}">
                <a16:creationId xmlns:a16="http://schemas.microsoft.com/office/drawing/2014/main" id="{D4EB2018-650D-44D6-B5D0-1E3E2A4E2DBA}"/>
              </a:ext>
            </a:extLst>
          </p:cNvPr>
          <p:cNvSpPr/>
          <p:nvPr/>
        </p:nvSpPr>
        <p:spPr>
          <a:xfrm>
            <a:off x="10945658" y="4190445"/>
            <a:ext cx="325731"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26</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40" name="Rectangle 139">
            <a:extLst>
              <a:ext uri="{FF2B5EF4-FFF2-40B4-BE49-F238E27FC236}">
                <a16:creationId xmlns:a16="http://schemas.microsoft.com/office/drawing/2014/main" id="{228C6D01-4618-4920-8875-6DFEF19E0E95}"/>
              </a:ext>
            </a:extLst>
          </p:cNvPr>
          <p:cNvSpPr/>
          <p:nvPr/>
        </p:nvSpPr>
        <p:spPr>
          <a:xfrm>
            <a:off x="9837463" y="4157523"/>
            <a:ext cx="325731"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20</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43" name="Rectangle 142">
            <a:extLst>
              <a:ext uri="{FF2B5EF4-FFF2-40B4-BE49-F238E27FC236}">
                <a16:creationId xmlns:a16="http://schemas.microsoft.com/office/drawing/2014/main" id="{11076107-6CB9-48A6-8BBF-BD0EDE46E69D}"/>
              </a:ext>
            </a:extLst>
          </p:cNvPr>
          <p:cNvSpPr/>
          <p:nvPr/>
        </p:nvSpPr>
        <p:spPr>
          <a:xfrm>
            <a:off x="8619043" y="3177582"/>
            <a:ext cx="325731"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10</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46" name="Rectangle 145">
            <a:extLst>
              <a:ext uri="{FF2B5EF4-FFF2-40B4-BE49-F238E27FC236}">
                <a16:creationId xmlns:a16="http://schemas.microsoft.com/office/drawing/2014/main" id="{4A720742-8C4F-4A5F-B571-BCE2E42AA1F6}"/>
              </a:ext>
            </a:extLst>
          </p:cNvPr>
          <p:cNvSpPr/>
          <p:nvPr/>
        </p:nvSpPr>
        <p:spPr>
          <a:xfrm>
            <a:off x="7263132" y="3126938"/>
            <a:ext cx="298480"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5</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47" name="Rectangle 146">
            <a:extLst>
              <a:ext uri="{FF2B5EF4-FFF2-40B4-BE49-F238E27FC236}">
                <a16:creationId xmlns:a16="http://schemas.microsoft.com/office/drawing/2014/main" id="{7197D735-5026-47D2-9B09-F63D7486CAC6}"/>
              </a:ext>
            </a:extLst>
          </p:cNvPr>
          <p:cNvSpPr/>
          <p:nvPr/>
        </p:nvSpPr>
        <p:spPr>
          <a:xfrm>
            <a:off x="6080967" y="4089683"/>
            <a:ext cx="298480"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0</a:t>
            </a:r>
          </a:p>
        </p:txBody>
      </p:sp>
      <p:sp>
        <p:nvSpPr>
          <p:cNvPr id="151" name="Rectangle 150">
            <a:extLst>
              <a:ext uri="{FF2B5EF4-FFF2-40B4-BE49-F238E27FC236}">
                <a16:creationId xmlns:a16="http://schemas.microsoft.com/office/drawing/2014/main" id="{45813D6E-C2C5-490D-9948-BA902A929261}"/>
              </a:ext>
            </a:extLst>
          </p:cNvPr>
          <p:cNvSpPr/>
          <p:nvPr/>
        </p:nvSpPr>
        <p:spPr>
          <a:xfrm>
            <a:off x="8609667" y="5120280"/>
            <a:ext cx="325731"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18</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52" name="Rectangle 151">
            <a:extLst>
              <a:ext uri="{FF2B5EF4-FFF2-40B4-BE49-F238E27FC236}">
                <a16:creationId xmlns:a16="http://schemas.microsoft.com/office/drawing/2014/main" id="{802D055A-34BB-48D8-BB7B-B4C7E89A4C3F}"/>
              </a:ext>
            </a:extLst>
          </p:cNvPr>
          <p:cNvSpPr/>
          <p:nvPr/>
        </p:nvSpPr>
        <p:spPr>
          <a:xfrm>
            <a:off x="7224936" y="5063116"/>
            <a:ext cx="325731"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11</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53" name="Rectangle 152">
            <a:extLst>
              <a:ext uri="{FF2B5EF4-FFF2-40B4-BE49-F238E27FC236}">
                <a16:creationId xmlns:a16="http://schemas.microsoft.com/office/drawing/2014/main" id="{C9B9EAA6-0BBF-4B3C-95B7-4182EC342675}"/>
              </a:ext>
            </a:extLst>
          </p:cNvPr>
          <p:cNvSpPr/>
          <p:nvPr/>
        </p:nvSpPr>
        <p:spPr>
          <a:xfrm>
            <a:off x="8620241" y="4157523"/>
            <a:ext cx="325731"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16</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155" name="Rectangle 154">
            <a:extLst>
              <a:ext uri="{FF2B5EF4-FFF2-40B4-BE49-F238E27FC236}">
                <a16:creationId xmlns:a16="http://schemas.microsoft.com/office/drawing/2014/main" id="{EB85D91D-AF3C-442E-9A41-1BECF4CF8605}"/>
              </a:ext>
            </a:extLst>
          </p:cNvPr>
          <p:cNvSpPr/>
          <p:nvPr/>
        </p:nvSpPr>
        <p:spPr>
          <a:xfrm>
            <a:off x="7254007" y="4178842"/>
            <a:ext cx="325731" cy="246221"/>
          </a:xfrm>
          <a:prstGeom prst="rect">
            <a:avLst/>
          </a:prstGeom>
          <a:noFill/>
        </p:spPr>
        <p:txBody>
          <a:bodyPr wrap="none" lIns="91440" tIns="45720" rIns="91440" bIns="45720">
            <a:spAutoFit/>
          </a:bodyPr>
          <a:lstStyle/>
          <a:p>
            <a:pPr algn="ctr"/>
            <a:r>
              <a:rPr lang="en-US" sz="1000" dirty="0">
                <a:ln w="0"/>
                <a:effectLst>
                  <a:outerShdw blurRad="38100" dist="19050" dir="2700000" algn="tl" rotWithShape="0">
                    <a:schemeClr val="dk1">
                      <a:alpha val="40000"/>
                    </a:schemeClr>
                  </a:outerShdw>
                </a:effectLst>
              </a:rPr>
              <a:t>12</a:t>
            </a:r>
            <a:endParaRPr lang="en-US" sz="1000" b="0" cap="none" spc="0" dirty="0">
              <a:ln w="0"/>
              <a:solidFill>
                <a:schemeClr val="tx1"/>
              </a:solidFill>
              <a:effectLst>
                <a:outerShdw blurRad="38100" dist="19050" dir="2700000" algn="tl" rotWithShape="0">
                  <a:schemeClr val="dk1">
                    <a:alpha val="40000"/>
                  </a:schemeClr>
                </a:outerShdw>
              </a:effectLst>
            </a:endParaRPr>
          </a:p>
        </p:txBody>
      </p:sp>
      <p:sp>
        <p:nvSpPr>
          <p:cNvPr id="93" name="Rectangle 92">
            <a:extLst>
              <a:ext uri="{FF2B5EF4-FFF2-40B4-BE49-F238E27FC236}">
                <a16:creationId xmlns:a16="http://schemas.microsoft.com/office/drawing/2014/main" id="{595115C5-643C-4F36-8A4C-260845546B21}"/>
              </a:ext>
            </a:extLst>
          </p:cNvPr>
          <p:cNvSpPr/>
          <p:nvPr/>
        </p:nvSpPr>
        <p:spPr>
          <a:xfrm>
            <a:off x="6105553" y="5660137"/>
            <a:ext cx="3528851" cy="338554"/>
          </a:xfrm>
          <a:prstGeom prst="rect">
            <a:avLst/>
          </a:prstGeom>
          <a:noFill/>
        </p:spPr>
        <p:txBody>
          <a:bodyPr wrap="none" lIns="91440" tIns="45720" rIns="91440" bIns="45720">
            <a:spAutoFit/>
          </a:bodyPr>
          <a:lstStyle/>
          <a:p>
            <a:pPr algn="ctr"/>
            <a:r>
              <a:rPr lang="en-US" sz="1600" b="1" cap="none" spc="0" dirty="0">
                <a:ln w="0"/>
                <a:solidFill>
                  <a:schemeClr val="tx1"/>
                </a:solidFill>
                <a:effectLst>
                  <a:outerShdw blurRad="38100" dist="19050" dir="2700000" algn="tl" rotWithShape="0">
                    <a:schemeClr val="dk1">
                      <a:alpha val="40000"/>
                    </a:schemeClr>
                  </a:outerShdw>
                </a:effectLst>
              </a:rPr>
              <a:t>Critical Path (CMP) </a:t>
            </a:r>
            <a:r>
              <a:rPr lang="en-US" sz="1600" b="0" cap="none" spc="0" dirty="0">
                <a:ln w="0"/>
                <a:solidFill>
                  <a:schemeClr val="tx1"/>
                </a:solidFill>
                <a:effectLst>
                  <a:outerShdw blurRad="38100" dist="19050" dir="2700000" algn="tl" rotWithShape="0">
                    <a:schemeClr val="dk1">
                      <a:alpha val="40000"/>
                    </a:schemeClr>
                  </a:outerShdw>
                </a:effectLst>
              </a:rPr>
              <a:t>= 1 – 2 – </a:t>
            </a:r>
            <a:r>
              <a:rPr lang="en-US" sz="1600" dirty="0">
                <a:ln w="0"/>
                <a:effectLst>
                  <a:outerShdw blurRad="38100" dist="19050" dir="2700000" algn="tl" rotWithShape="0">
                    <a:schemeClr val="dk1">
                      <a:alpha val="40000"/>
                    </a:schemeClr>
                  </a:outerShdw>
                </a:effectLst>
              </a:rPr>
              <a:t>5 – 8 – 9 </a:t>
            </a:r>
            <a:r>
              <a:rPr lang="en-US" sz="1600" b="0" cap="none" spc="0" dirty="0">
                <a:ln w="0"/>
                <a:solidFill>
                  <a:schemeClr val="tx1"/>
                </a:solidFill>
                <a:effectLst>
                  <a:outerShdw blurRad="38100" dist="19050" dir="2700000" algn="tl" rotWithShape="0">
                    <a:schemeClr val="dk1">
                      <a:alpha val="40000"/>
                    </a:schemeClr>
                  </a:outerShdw>
                </a:effectLst>
              </a:rPr>
              <a:t> </a:t>
            </a:r>
          </a:p>
        </p:txBody>
      </p:sp>
      <p:sp>
        <p:nvSpPr>
          <p:cNvPr id="94" name="Rectangle 93">
            <a:extLst>
              <a:ext uri="{FF2B5EF4-FFF2-40B4-BE49-F238E27FC236}">
                <a16:creationId xmlns:a16="http://schemas.microsoft.com/office/drawing/2014/main" id="{D12E1A8A-38ED-4239-A84D-88671362723E}"/>
              </a:ext>
            </a:extLst>
          </p:cNvPr>
          <p:cNvSpPr/>
          <p:nvPr/>
        </p:nvSpPr>
        <p:spPr>
          <a:xfrm>
            <a:off x="6111976" y="6015622"/>
            <a:ext cx="2914388" cy="584775"/>
          </a:xfrm>
          <a:prstGeom prst="rect">
            <a:avLst/>
          </a:prstGeom>
          <a:noFill/>
        </p:spPr>
        <p:txBody>
          <a:bodyPr wrap="none" lIns="91440" tIns="45720" rIns="91440" bIns="45720">
            <a:spAutoFit/>
          </a:bodyPr>
          <a:lstStyle/>
          <a:p>
            <a:pPr algn="ctr"/>
            <a:r>
              <a:rPr lang="en-US" sz="1600" b="1" cap="none" spc="0" dirty="0">
                <a:ln w="0"/>
                <a:solidFill>
                  <a:schemeClr val="tx1"/>
                </a:solidFill>
                <a:effectLst>
                  <a:outerShdw blurRad="38100" dist="19050" dir="2700000" algn="tl" rotWithShape="0">
                    <a:schemeClr val="dk1">
                      <a:alpha val="40000"/>
                    </a:schemeClr>
                  </a:outerShdw>
                </a:effectLst>
              </a:rPr>
              <a:t>Total Duration = 5 + 5 + 10 + 6</a:t>
            </a:r>
          </a:p>
          <a:p>
            <a:pPr algn="ctr"/>
            <a:r>
              <a:rPr lang="en-US" sz="1600" b="1" dirty="0">
                <a:ln w="0"/>
                <a:effectLst>
                  <a:outerShdw blurRad="38100" dist="19050" dir="2700000" algn="tl" rotWithShape="0">
                    <a:schemeClr val="dk1">
                      <a:alpha val="40000"/>
                    </a:schemeClr>
                  </a:outerShdw>
                </a:effectLst>
              </a:rPr>
              <a:t>   = 26</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109" name="Rectangle 108">
            <a:extLst>
              <a:ext uri="{FF2B5EF4-FFF2-40B4-BE49-F238E27FC236}">
                <a16:creationId xmlns:a16="http://schemas.microsoft.com/office/drawing/2014/main" id="{9CCC2E69-C18C-4D06-AD53-24A3587E80B8}"/>
              </a:ext>
            </a:extLst>
          </p:cNvPr>
          <p:cNvSpPr/>
          <p:nvPr/>
        </p:nvSpPr>
        <p:spPr>
          <a:xfrm>
            <a:off x="5833141" y="3896145"/>
            <a:ext cx="633507" cy="230832"/>
          </a:xfrm>
          <a:prstGeom prst="rect">
            <a:avLst/>
          </a:prstGeom>
          <a:noFill/>
        </p:spPr>
        <p:txBody>
          <a:bodyPr wrap="none" lIns="91440" tIns="45720" rIns="91440" bIns="45720">
            <a:spAutoFit/>
          </a:bodyPr>
          <a:lstStyle/>
          <a:p>
            <a:pPr algn="ctr"/>
            <a:r>
              <a:rPr lang="en-US" sz="900" b="0" cap="none" spc="0" dirty="0">
                <a:ln w="0"/>
                <a:solidFill>
                  <a:schemeClr val="tx1"/>
                </a:solidFill>
                <a:effectLst>
                  <a:outerShdw blurRad="38100" dist="19050" dir="2700000" algn="tl" rotWithShape="0">
                    <a:schemeClr val="dk1">
                      <a:alpha val="40000"/>
                    </a:schemeClr>
                  </a:outerShdw>
                </a:effectLst>
              </a:rPr>
              <a:t>Slack = 0</a:t>
            </a:r>
          </a:p>
        </p:txBody>
      </p:sp>
      <p:sp>
        <p:nvSpPr>
          <p:cNvPr id="119" name="Rectangle 118">
            <a:extLst>
              <a:ext uri="{FF2B5EF4-FFF2-40B4-BE49-F238E27FC236}">
                <a16:creationId xmlns:a16="http://schemas.microsoft.com/office/drawing/2014/main" id="{B630029A-5685-447C-983B-E5403C3F0B19}"/>
              </a:ext>
            </a:extLst>
          </p:cNvPr>
          <p:cNvSpPr/>
          <p:nvPr/>
        </p:nvSpPr>
        <p:spPr>
          <a:xfrm>
            <a:off x="7047637" y="2916123"/>
            <a:ext cx="633507" cy="230832"/>
          </a:xfrm>
          <a:prstGeom prst="rect">
            <a:avLst/>
          </a:prstGeom>
          <a:noFill/>
        </p:spPr>
        <p:txBody>
          <a:bodyPr wrap="none" lIns="91440" tIns="45720" rIns="91440" bIns="45720">
            <a:spAutoFit/>
          </a:bodyPr>
          <a:lstStyle/>
          <a:p>
            <a:pPr algn="ctr"/>
            <a:r>
              <a:rPr lang="en-US" sz="900" b="0" cap="none" spc="0" dirty="0">
                <a:ln w="0"/>
                <a:solidFill>
                  <a:schemeClr val="tx1"/>
                </a:solidFill>
                <a:effectLst>
                  <a:outerShdw blurRad="38100" dist="19050" dir="2700000" algn="tl" rotWithShape="0">
                    <a:schemeClr val="dk1">
                      <a:alpha val="40000"/>
                    </a:schemeClr>
                  </a:outerShdw>
                </a:effectLst>
              </a:rPr>
              <a:t>Slack = 0</a:t>
            </a:r>
          </a:p>
        </p:txBody>
      </p:sp>
      <p:sp>
        <p:nvSpPr>
          <p:cNvPr id="135" name="Rectangle 134">
            <a:extLst>
              <a:ext uri="{FF2B5EF4-FFF2-40B4-BE49-F238E27FC236}">
                <a16:creationId xmlns:a16="http://schemas.microsoft.com/office/drawing/2014/main" id="{DD448F95-C7E3-48B5-AC48-53DA5E2A8949}"/>
              </a:ext>
            </a:extLst>
          </p:cNvPr>
          <p:cNvSpPr/>
          <p:nvPr/>
        </p:nvSpPr>
        <p:spPr>
          <a:xfrm>
            <a:off x="8380242" y="2914988"/>
            <a:ext cx="633507" cy="230832"/>
          </a:xfrm>
          <a:prstGeom prst="rect">
            <a:avLst/>
          </a:prstGeom>
          <a:noFill/>
        </p:spPr>
        <p:txBody>
          <a:bodyPr wrap="none" lIns="91440" tIns="45720" rIns="91440" bIns="45720">
            <a:spAutoFit/>
          </a:bodyPr>
          <a:lstStyle/>
          <a:p>
            <a:pPr algn="ctr"/>
            <a:r>
              <a:rPr lang="en-US" sz="900" b="0" cap="none" spc="0" dirty="0">
                <a:ln w="0"/>
                <a:solidFill>
                  <a:schemeClr val="tx1"/>
                </a:solidFill>
                <a:effectLst>
                  <a:outerShdw blurRad="38100" dist="19050" dir="2700000" algn="tl" rotWithShape="0">
                    <a:schemeClr val="dk1">
                      <a:alpha val="40000"/>
                    </a:schemeClr>
                  </a:outerShdw>
                </a:effectLst>
              </a:rPr>
              <a:t>Slack = 0</a:t>
            </a:r>
          </a:p>
        </p:txBody>
      </p:sp>
      <p:sp>
        <p:nvSpPr>
          <p:cNvPr id="144" name="Rectangle 143">
            <a:extLst>
              <a:ext uri="{FF2B5EF4-FFF2-40B4-BE49-F238E27FC236}">
                <a16:creationId xmlns:a16="http://schemas.microsoft.com/office/drawing/2014/main" id="{0E02E76D-26B1-4451-8BC5-951E49FCF224}"/>
              </a:ext>
            </a:extLst>
          </p:cNvPr>
          <p:cNvSpPr/>
          <p:nvPr/>
        </p:nvSpPr>
        <p:spPr>
          <a:xfrm>
            <a:off x="9571768" y="3896145"/>
            <a:ext cx="633507" cy="230832"/>
          </a:xfrm>
          <a:prstGeom prst="rect">
            <a:avLst/>
          </a:prstGeom>
          <a:noFill/>
        </p:spPr>
        <p:txBody>
          <a:bodyPr wrap="none" lIns="91440" tIns="45720" rIns="91440" bIns="45720">
            <a:spAutoFit/>
          </a:bodyPr>
          <a:lstStyle/>
          <a:p>
            <a:pPr algn="ctr"/>
            <a:r>
              <a:rPr lang="en-US" sz="900" b="0" cap="none" spc="0" dirty="0">
                <a:ln w="0"/>
                <a:solidFill>
                  <a:schemeClr val="tx1"/>
                </a:solidFill>
                <a:effectLst>
                  <a:outerShdw blurRad="38100" dist="19050" dir="2700000" algn="tl" rotWithShape="0">
                    <a:schemeClr val="dk1">
                      <a:alpha val="40000"/>
                    </a:schemeClr>
                  </a:outerShdw>
                </a:effectLst>
              </a:rPr>
              <a:t>Slack = 0</a:t>
            </a:r>
          </a:p>
        </p:txBody>
      </p:sp>
      <p:sp>
        <p:nvSpPr>
          <p:cNvPr id="154" name="Rectangle 153">
            <a:extLst>
              <a:ext uri="{FF2B5EF4-FFF2-40B4-BE49-F238E27FC236}">
                <a16:creationId xmlns:a16="http://schemas.microsoft.com/office/drawing/2014/main" id="{9CFCC546-50F4-4184-ABF6-059A4FE96071}"/>
              </a:ext>
            </a:extLst>
          </p:cNvPr>
          <p:cNvSpPr/>
          <p:nvPr/>
        </p:nvSpPr>
        <p:spPr>
          <a:xfrm>
            <a:off x="10704882" y="3914091"/>
            <a:ext cx="633507" cy="230832"/>
          </a:xfrm>
          <a:prstGeom prst="rect">
            <a:avLst/>
          </a:prstGeom>
          <a:noFill/>
        </p:spPr>
        <p:txBody>
          <a:bodyPr wrap="none" lIns="91440" tIns="45720" rIns="91440" bIns="45720">
            <a:spAutoFit/>
          </a:bodyPr>
          <a:lstStyle/>
          <a:p>
            <a:pPr algn="ctr"/>
            <a:r>
              <a:rPr lang="en-US" sz="900" b="0" cap="none" spc="0" dirty="0">
                <a:ln w="0"/>
                <a:solidFill>
                  <a:schemeClr val="tx1"/>
                </a:solidFill>
                <a:effectLst>
                  <a:outerShdw blurRad="38100" dist="19050" dir="2700000" algn="tl" rotWithShape="0">
                    <a:schemeClr val="dk1">
                      <a:alpha val="40000"/>
                    </a:schemeClr>
                  </a:outerShdw>
                </a:effectLst>
              </a:rPr>
              <a:t>Slack = 0</a:t>
            </a:r>
          </a:p>
        </p:txBody>
      </p:sp>
      <p:sp>
        <p:nvSpPr>
          <p:cNvPr id="156" name="Rectangle 155">
            <a:extLst>
              <a:ext uri="{FF2B5EF4-FFF2-40B4-BE49-F238E27FC236}">
                <a16:creationId xmlns:a16="http://schemas.microsoft.com/office/drawing/2014/main" id="{E3894113-DE59-43CC-9DC7-59C8258BC81E}"/>
              </a:ext>
            </a:extLst>
          </p:cNvPr>
          <p:cNvSpPr/>
          <p:nvPr/>
        </p:nvSpPr>
        <p:spPr>
          <a:xfrm>
            <a:off x="7006067" y="3953847"/>
            <a:ext cx="633507" cy="230832"/>
          </a:xfrm>
          <a:prstGeom prst="rect">
            <a:avLst/>
          </a:prstGeom>
          <a:noFill/>
        </p:spPr>
        <p:txBody>
          <a:bodyPr wrap="none" lIns="91440" tIns="45720" rIns="91440" bIns="45720">
            <a:spAutoFit/>
          </a:bodyPr>
          <a:lstStyle/>
          <a:p>
            <a:pPr algn="ctr"/>
            <a:r>
              <a:rPr lang="en-US" sz="900" b="0" cap="none" spc="0" dirty="0">
                <a:ln w="0"/>
                <a:solidFill>
                  <a:schemeClr val="tx1"/>
                </a:solidFill>
                <a:effectLst>
                  <a:outerShdw blurRad="38100" dist="19050" dir="2700000" algn="tl" rotWithShape="0">
                    <a:schemeClr val="dk1">
                      <a:alpha val="40000"/>
                    </a:schemeClr>
                  </a:outerShdw>
                </a:effectLst>
              </a:rPr>
              <a:t>Slack = 9</a:t>
            </a:r>
          </a:p>
        </p:txBody>
      </p:sp>
      <p:sp>
        <p:nvSpPr>
          <p:cNvPr id="157" name="Rectangle 156">
            <a:extLst>
              <a:ext uri="{FF2B5EF4-FFF2-40B4-BE49-F238E27FC236}">
                <a16:creationId xmlns:a16="http://schemas.microsoft.com/office/drawing/2014/main" id="{B91E292A-6170-4862-B935-0DEBFE53CC22}"/>
              </a:ext>
            </a:extLst>
          </p:cNvPr>
          <p:cNvSpPr/>
          <p:nvPr/>
        </p:nvSpPr>
        <p:spPr>
          <a:xfrm>
            <a:off x="8356736" y="3926212"/>
            <a:ext cx="633507" cy="230832"/>
          </a:xfrm>
          <a:prstGeom prst="rect">
            <a:avLst/>
          </a:prstGeom>
          <a:noFill/>
        </p:spPr>
        <p:txBody>
          <a:bodyPr wrap="none" lIns="91440" tIns="45720" rIns="91440" bIns="45720">
            <a:spAutoFit/>
          </a:bodyPr>
          <a:lstStyle/>
          <a:p>
            <a:pPr algn="ctr"/>
            <a:r>
              <a:rPr lang="en-US" sz="900" b="0" cap="none" spc="0" dirty="0">
                <a:ln w="0"/>
                <a:solidFill>
                  <a:schemeClr val="tx1"/>
                </a:solidFill>
                <a:effectLst>
                  <a:outerShdw blurRad="38100" dist="19050" dir="2700000" algn="tl" rotWithShape="0">
                    <a:schemeClr val="dk1">
                      <a:alpha val="40000"/>
                    </a:schemeClr>
                  </a:outerShdw>
                </a:effectLst>
              </a:rPr>
              <a:t>Slack = 9</a:t>
            </a:r>
          </a:p>
        </p:txBody>
      </p:sp>
      <p:sp>
        <p:nvSpPr>
          <p:cNvPr id="158" name="Rectangle 157">
            <a:extLst>
              <a:ext uri="{FF2B5EF4-FFF2-40B4-BE49-F238E27FC236}">
                <a16:creationId xmlns:a16="http://schemas.microsoft.com/office/drawing/2014/main" id="{39E3552E-CFF6-4B27-9D14-4F2D5FAD3ECA}"/>
              </a:ext>
            </a:extLst>
          </p:cNvPr>
          <p:cNvSpPr/>
          <p:nvPr/>
        </p:nvSpPr>
        <p:spPr>
          <a:xfrm>
            <a:off x="6972647" y="5508166"/>
            <a:ext cx="633507" cy="230832"/>
          </a:xfrm>
          <a:prstGeom prst="rect">
            <a:avLst/>
          </a:prstGeom>
          <a:noFill/>
        </p:spPr>
        <p:txBody>
          <a:bodyPr wrap="none" lIns="91440" tIns="45720" rIns="91440" bIns="45720">
            <a:spAutoFit/>
          </a:bodyPr>
          <a:lstStyle/>
          <a:p>
            <a:pPr algn="ctr"/>
            <a:r>
              <a:rPr lang="en-US" sz="900" b="0" cap="none" spc="0" dirty="0">
                <a:ln w="0"/>
                <a:solidFill>
                  <a:schemeClr val="tx1"/>
                </a:solidFill>
                <a:effectLst>
                  <a:outerShdw blurRad="38100" dist="19050" dir="2700000" algn="tl" rotWithShape="0">
                    <a:schemeClr val="dk1">
                      <a:alpha val="40000"/>
                    </a:schemeClr>
                  </a:outerShdw>
                </a:effectLst>
              </a:rPr>
              <a:t>Slack = 5</a:t>
            </a:r>
          </a:p>
        </p:txBody>
      </p:sp>
      <p:sp>
        <p:nvSpPr>
          <p:cNvPr id="159" name="Rectangle 158">
            <a:extLst>
              <a:ext uri="{FF2B5EF4-FFF2-40B4-BE49-F238E27FC236}">
                <a16:creationId xmlns:a16="http://schemas.microsoft.com/office/drawing/2014/main" id="{839E7AAD-E4D4-4ADA-99F3-B303AC665EA2}"/>
              </a:ext>
            </a:extLst>
          </p:cNvPr>
          <p:cNvSpPr/>
          <p:nvPr/>
        </p:nvSpPr>
        <p:spPr>
          <a:xfrm>
            <a:off x="8380242" y="5518471"/>
            <a:ext cx="633507" cy="230832"/>
          </a:xfrm>
          <a:prstGeom prst="rect">
            <a:avLst/>
          </a:prstGeom>
          <a:noFill/>
        </p:spPr>
        <p:txBody>
          <a:bodyPr wrap="none" lIns="91440" tIns="45720" rIns="91440" bIns="45720">
            <a:spAutoFit/>
          </a:bodyPr>
          <a:lstStyle/>
          <a:p>
            <a:pPr algn="ctr"/>
            <a:r>
              <a:rPr lang="en-US" sz="900" b="0" cap="none" spc="0" dirty="0">
                <a:ln w="0"/>
                <a:solidFill>
                  <a:schemeClr val="tx1"/>
                </a:solidFill>
                <a:effectLst>
                  <a:outerShdw blurRad="38100" dist="19050" dir="2700000" algn="tl" rotWithShape="0">
                    <a:schemeClr val="dk1">
                      <a:alpha val="40000"/>
                    </a:schemeClr>
                  </a:outerShdw>
                </a:effectLst>
              </a:rPr>
              <a:t>Slack = 5</a:t>
            </a:r>
          </a:p>
        </p:txBody>
      </p:sp>
    </p:spTree>
    <p:extLst>
      <p:ext uri="{BB962C8B-B14F-4D97-AF65-F5344CB8AC3E}">
        <p14:creationId xmlns:p14="http://schemas.microsoft.com/office/powerpoint/2010/main" val="408390205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01A2B-8140-4AC3-8343-579D333B0033}"/>
              </a:ext>
            </a:extLst>
          </p:cNvPr>
          <p:cNvSpPr>
            <a:spLocks noGrp="1"/>
          </p:cNvSpPr>
          <p:nvPr>
            <p:ph type="title"/>
          </p:nvPr>
        </p:nvSpPr>
        <p:spPr>
          <a:xfrm>
            <a:off x="2113560" y="280718"/>
            <a:ext cx="7964880" cy="703305"/>
          </a:xfrm>
        </p:spPr>
        <p:txBody>
          <a:bodyPr/>
          <a:lstStyle/>
          <a:p>
            <a:pPr algn="ctr"/>
            <a:r>
              <a:rPr lang="en-US" b="1" dirty="0"/>
              <a:t>PERT Chart</a:t>
            </a:r>
            <a:endParaRPr lang="LID4096" b="1" dirty="0"/>
          </a:p>
        </p:txBody>
      </p:sp>
      <p:sp>
        <p:nvSpPr>
          <p:cNvPr id="3" name="Content Placeholder 2">
            <a:extLst>
              <a:ext uri="{FF2B5EF4-FFF2-40B4-BE49-F238E27FC236}">
                <a16:creationId xmlns:a16="http://schemas.microsoft.com/office/drawing/2014/main" id="{6CAD1A40-6856-484A-B747-D07751C3D174}"/>
              </a:ext>
            </a:extLst>
          </p:cNvPr>
          <p:cNvSpPr>
            <a:spLocks noGrp="1"/>
          </p:cNvSpPr>
          <p:nvPr>
            <p:ph sz="half" idx="1"/>
          </p:nvPr>
        </p:nvSpPr>
        <p:spPr/>
        <p:txBody>
          <a:bodyPr/>
          <a:lstStyle/>
          <a:p>
            <a:endParaRPr lang="en-US" dirty="0"/>
          </a:p>
          <a:p>
            <a:pPr marL="0" indent="0">
              <a:buNone/>
            </a:pPr>
            <a:endParaRPr lang="LID4096" dirty="0"/>
          </a:p>
        </p:txBody>
      </p:sp>
      <p:graphicFrame>
        <p:nvGraphicFramePr>
          <p:cNvPr id="7" name="Table 8">
            <a:extLst>
              <a:ext uri="{FF2B5EF4-FFF2-40B4-BE49-F238E27FC236}">
                <a16:creationId xmlns:a16="http://schemas.microsoft.com/office/drawing/2014/main" id="{063EA8AB-4628-4332-806A-D6A961CE2606}"/>
              </a:ext>
            </a:extLst>
          </p:cNvPr>
          <p:cNvGraphicFramePr>
            <a:graphicFrameLocks noGrp="1"/>
          </p:cNvGraphicFramePr>
          <p:nvPr>
            <p:ph sz="half" idx="2"/>
            <p:extLst>
              <p:ext uri="{D42A27DB-BD31-4B8C-83A1-F6EECF244321}">
                <p14:modId xmlns:p14="http://schemas.microsoft.com/office/powerpoint/2010/main" val="2830127761"/>
              </p:ext>
            </p:extLst>
          </p:nvPr>
        </p:nvGraphicFramePr>
        <p:xfrm>
          <a:off x="5009088" y="1929377"/>
          <a:ext cx="6472759" cy="3606800"/>
        </p:xfrm>
        <a:graphic>
          <a:graphicData uri="http://schemas.openxmlformats.org/drawingml/2006/table">
            <a:tbl>
              <a:tblPr firstRow="1" bandRow="1">
                <a:tableStyleId>{5C22544A-7EE6-4342-B048-85BDC9FD1C3A}</a:tableStyleId>
              </a:tblPr>
              <a:tblGrid>
                <a:gridCol w="1090455">
                  <a:extLst>
                    <a:ext uri="{9D8B030D-6E8A-4147-A177-3AD203B41FA5}">
                      <a16:colId xmlns:a16="http://schemas.microsoft.com/office/drawing/2014/main" val="212785267"/>
                    </a:ext>
                  </a:extLst>
                </a:gridCol>
                <a:gridCol w="2262032">
                  <a:extLst>
                    <a:ext uri="{9D8B030D-6E8A-4147-A177-3AD203B41FA5}">
                      <a16:colId xmlns:a16="http://schemas.microsoft.com/office/drawing/2014/main" val="3585619248"/>
                    </a:ext>
                  </a:extLst>
                </a:gridCol>
                <a:gridCol w="1291472">
                  <a:extLst>
                    <a:ext uri="{9D8B030D-6E8A-4147-A177-3AD203B41FA5}">
                      <a16:colId xmlns:a16="http://schemas.microsoft.com/office/drawing/2014/main" val="3951921216"/>
                    </a:ext>
                  </a:extLst>
                </a:gridCol>
                <a:gridCol w="1828800">
                  <a:extLst>
                    <a:ext uri="{9D8B030D-6E8A-4147-A177-3AD203B41FA5}">
                      <a16:colId xmlns:a16="http://schemas.microsoft.com/office/drawing/2014/main" val="2062356305"/>
                    </a:ext>
                  </a:extLst>
                </a:gridCol>
              </a:tblGrid>
              <a:tr h="370840">
                <a:tc>
                  <a:txBody>
                    <a:bodyPr/>
                    <a:lstStyle/>
                    <a:p>
                      <a:r>
                        <a:rPr lang="en-US" dirty="0">
                          <a:solidFill>
                            <a:schemeClr val="tx1"/>
                          </a:solidFill>
                        </a:rPr>
                        <a:t>TASK ID</a:t>
                      </a:r>
                      <a:endParaRPr lang="LID4096" dirty="0">
                        <a:solidFill>
                          <a:schemeClr val="tx1"/>
                        </a:solidFill>
                      </a:endParaRPr>
                    </a:p>
                  </a:txBody>
                  <a:tcPr>
                    <a:noFill/>
                  </a:tcPr>
                </a:tc>
                <a:tc>
                  <a:txBody>
                    <a:bodyPr/>
                    <a:lstStyle/>
                    <a:p>
                      <a:r>
                        <a:rPr lang="en-US" dirty="0">
                          <a:solidFill>
                            <a:schemeClr val="tx1"/>
                          </a:solidFill>
                        </a:rPr>
                        <a:t>TASK DESCRIPTION</a:t>
                      </a:r>
                      <a:endParaRPr lang="LID4096" dirty="0">
                        <a:solidFill>
                          <a:schemeClr val="tx1"/>
                        </a:solidFill>
                      </a:endParaRPr>
                    </a:p>
                  </a:txBody>
                  <a:tcPr>
                    <a:noFill/>
                  </a:tcPr>
                </a:tc>
                <a:tc>
                  <a:txBody>
                    <a:bodyPr/>
                    <a:lstStyle/>
                    <a:p>
                      <a:r>
                        <a:rPr lang="en-US" dirty="0">
                          <a:solidFill>
                            <a:schemeClr val="tx1"/>
                          </a:solidFill>
                        </a:rPr>
                        <a:t>TASK PRE-DESSOR (S)</a:t>
                      </a:r>
                      <a:endParaRPr lang="LID4096" dirty="0">
                        <a:solidFill>
                          <a:schemeClr val="tx1"/>
                        </a:solidFill>
                      </a:endParaRPr>
                    </a:p>
                  </a:txBody>
                  <a:tcPr>
                    <a:noFill/>
                  </a:tcPr>
                </a:tc>
                <a:tc>
                  <a:txBody>
                    <a:bodyPr/>
                    <a:lstStyle/>
                    <a:p>
                      <a:r>
                        <a:rPr lang="en-US" dirty="0">
                          <a:solidFill>
                            <a:schemeClr val="tx1"/>
                          </a:solidFill>
                        </a:rPr>
                        <a:t>TASK DURATION (HOURS)</a:t>
                      </a:r>
                      <a:endParaRPr lang="LID4096" dirty="0">
                        <a:solidFill>
                          <a:schemeClr val="tx1"/>
                        </a:solidFill>
                      </a:endParaRPr>
                    </a:p>
                  </a:txBody>
                  <a:tcPr>
                    <a:noFill/>
                  </a:tcPr>
                </a:tc>
                <a:extLst>
                  <a:ext uri="{0D108BD9-81ED-4DB2-BD59-A6C34878D82A}">
                    <a16:rowId xmlns:a16="http://schemas.microsoft.com/office/drawing/2014/main" val="2507242449"/>
                  </a:ext>
                </a:extLst>
              </a:tr>
              <a:tr h="370840">
                <a:tc>
                  <a:txBody>
                    <a:bodyPr/>
                    <a:lstStyle/>
                    <a:p>
                      <a:r>
                        <a:rPr lang="en-US" dirty="0">
                          <a:solidFill>
                            <a:schemeClr val="tx1"/>
                          </a:solidFill>
                        </a:rPr>
                        <a:t>A</a:t>
                      </a:r>
                      <a:endParaRPr lang="LID4096" dirty="0">
                        <a:solidFill>
                          <a:schemeClr val="tx1"/>
                        </a:solidFill>
                      </a:endParaRPr>
                    </a:p>
                  </a:txBody>
                  <a:tcPr>
                    <a:noFill/>
                  </a:tcPr>
                </a:tc>
                <a:tc>
                  <a:txBody>
                    <a:bodyPr/>
                    <a:lstStyle/>
                    <a:p>
                      <a:r>
                        <a:rPr lang="en-US" dirty="0">
                          <a:solidFill>
                            <a:schemeClr val="tx1"/>
                          </a:solidFill>
                        </a:rPr>
                        <a:t>Project Starts</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895630753"/>
                  </a:ext>
                </a:extLst>
              </a:tr>
              <a:tr h="370840">
                <a:tc>
                  <a:txBody>
                    <a:bodyPr/>
                    <a:lstStyle/>
                    <a:p>
                      <a:r>
                        <a:rPr lang="en-US" dirty="0">
                          <a:solidFill>
                            <a:schemeClr val="tx1"/>
                          </a:solidFill>
                        </a:rPr>
                        <a:t>B</a:t>
                      </a:r>
                      <a:endParaRPr lang="LID4096" dirty="0">
                        <a:solidFill>
                          <a:schemeClr val="tx1"/>
                        </a:solidFill>
                      </a:endParaRPr>
                    </a:p>
                  </a:txBody>
                  <a:tcPr>
                    <a:noFill/>
                  </a:tcPr>
                </a:tc>
                <a:tc>
                  <a:txBody>
                    <a:bodyPr/>
                    <a:lstStyle/>
                    <a:p>
                      <a:r>
                        <a:rPr lang="en-US" dirty="0">
                          <a:solidFill>
                            <a:schemeClr val="tx1"/>
                          </a:solidFill>
                        </a:rPr>
                        <a:t>Buy Materials for A</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extLst>
                  <a:ext uri="{0D108BD9-81ED-4DB2-BD59-A6C34878D82A}">
                    <a16:rowId xmlns:a16="http://schemas.microsoft.com/office/drawing/2014/main" val="2918827326"/>
                  </a:ext>
                </a:extLst>
              </a:tr>
              <a:tr h="370840">
                <a:tc>
                  <a:txBody>
                    <a:bodyPr/>
                    <a:lstStyle/>
                    <a:p>
                      <a:r>
                        <a:rPr lang="en-US" dirty="0">
                          <a:solidFill>
                            <a:schemeClr val="tx1"/>
                          </a:solidFill>
                        </a:rPr>
                        <a:t>C</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Buy Materials for B</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tc>
                  <a:txBody>
                    <a:bodyPr/>
                    <a:lstStyle/>
                    <a:p>
                      <a:r>
                        <a:rPr lang="en-US" dirty="0">
                          <a:solidFill>
                            <a:schemeClr val="tx1"/>
                          </a:solidFill>
                        </a:rPr>
                        <a:t>20</a:t>
                      </a:r>
                      <a:endParaRPr lang="LID4096" dirty="0">
                        <a:solidFill>
                          <a:schemeClr val="tx1"/>
                        </a:solidFill>
                      </a:endParaRPr>
                    </a:p>
                  </a:txBody>
                  <a:tcPr>
                    <a:noFill/>
                  </a:tcPr>
                </a:tc>
                <a:extLst>
                  <a:ext uri="{0D108BD9-81ED-4DB2-BD59-A6C34878D82A}">
                    <a16:rowId xmlns:a16="http://schemas.microsoft.com/office/drawing/2014/main" val="3527499223"/>
                  </a:ext>
                </a:extLst>
              </a:tr>
              <a:tr h="370840">
                <a:tc>
                  <a:txBody>
                    <a:bodyPr/>
                    <a:lstStyle/>
                    <a:p>
                      <a:r>
                        <a:rPr lang="en-US" dirty="0">
                          <a:solidFill>
                            <a:schemeClr val="tx1"/>
                          </a:solidFill>
                        </a:rPr>
                        <a:t>D</a:t>
                      </a:r>
                      <a:endParaRPr lang="LID4096" dirty="0">
                        <a:solidFill>
                          <a:schemeClr val="tx1"/>
                        </a:solidFill>
                      </a:endParaRPr>
                    </a:p>
                  </a:txBody>
                  <a:tcPr>
                    <a:noFill/>
                  </a:tcPr>
                </a:tc>
                <a:tc>
                  <a:txBody>
                    <a:bodyPr/>
                    <a:lstStyle/>
                    <a:p>
                      <a:r>
                        <a:rPr lang="en-US" dirty="0">
                          <a:solidFill>
                            <a:schemeClr val="tx1"/>
                          </a:solidFill>
                        </a:rPr>
                        <a:t>Build A</a:t>
                      </a:r>
                      <a:endParaRPr lang="LID4096" dirty="0">
                        <a:solidFill>
                          <a:schemeClr val="tx1"/>
                        </a:solidFill>
                      </a:endParaRPr>
                    </a:p>
                  </a:txBody>
                  <a:tcPr>
                    <a:noFill/>
                  </a:tcPr>
                </a:tc>
                <a:tc>
                  <a:txBody>
                    <a:bodyPr/>
                    <a:lstStyle/>
                    <a:p>
                      <a:r>
                        <a:rPr lang="en-US" dirty="0">
                          <a:solidFill>
                            <a:schemeClr val="tx1"/>
                          </a:solidFill>
                        </a:rPr>
                        <a:t>B,C</a:t>
                      </a:r>
                      <a:endParaRPr lang="LID4096" dirty="0">
                        <a:solidFill>
                          <a:schemeClr val="tx1"/>
                        </a:solidFill>
                      </a:endParaRPr>
                    </a:p>
                  </a:txBody>
                  <a:tcPr>
                    <a:noFill/>
                  </a:tcPr>
                </a:tc>
                <a:tc>
                  <a:txBody>
                    <a:bodyPr/>
                    <a:lstStyle/>
                    <a:p>
                      <a:r>
                        <a:rPr lang="en-US" dirty="0">
                          <a:solidFill>
                            <a:schemeClr val="tx1"/>
                          </a:solidFill>
                        </a:rPr>
                        <a:t>30</a:t>
                      </a:r>
                      <a:endParaRPr lang="LID4096" dirty="0">
                        <a:solidFill>
                          <a:schemeClr val="tx1"/>
                        </a:solidFill>
                      </a:endParaRPr>
                    </a:p>
                  </a:txBody>
                  <a:tcPr>
                    <a:noFill/>
                  </a:tcPr>
                </a:tc>
                <a:extLst>
                  <a:ext uri="{0D108BD9-81ED-4DB2-BD59-A6C34878D82A}">
                    <a16:rowId xmlns:a16="http://schemas.microsoft.com/office/drawing/2014/main" val="2274617541"/>
                  </a:ext>
                </a:extLst>
              </a:tr>
              <a:tr h="370840">
                <a:tc>
                  <a:txBody>
                    <a:bodyPr/>
                    <a:lstStyle/>
                    <a:p>
                      <a:r>
                        <a:rPr lang="en-US" dirty="0">
                          <a:solidFill>
                            <a:schemeClr val="tx1"/>
                          </a:solidFill>
                        </a:rPr>
                        <a:t>E</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Build B</a:t>
                      </a:r>
                      <a:endParaRPr lang="LID4096" dirty="0">
                        <a:solidFill>
                          <a:schemeClr val="tx1"/>
                        </a:solidFill>
                      </a:endParaRPr>
                    </a:p>
                  </a:txBody>
                  <a:tcPr>
                    <a:noFill/>
                  </a:tcPr>
                </a:tc>
                <a:tc>
                  <a:txBody>
                    <a:bodyPr/>
                    <a:lstStyle/>
                    <a:p>
                      <a:r>
                        <a:rPr lang="en-US" dirty="0">
                          <a:solidFill>
                            <a:schemeClr val="tx1"/>
                          </a:solidFill>
                        </a:rPr>
                        <a:t>B,C</a:t>
                      </a:r>
                      <a:endParaRPr lang="LID4096" dirty="0">
                        <a:solidFill>
                          <a:schemeClr val="tx1"/>
                        </a:solidFill>
                      </a:endParaRPr>
                    </a:p>
                  </a:txBody>
                  <a:tcPr>
                    <a:noFill/>
                  </a:tcPr>
                </a:tc>
                <a:tc>
                  <a:txBody>
                    <a:bodyPr/>
                    <a:lstStyle/>
                    <a:p>
                      <a:r>
                        <a:rPr lang="en-US" dirty="0">
                          <a:solidFill>
                            <a:schemeClr val="tx1"/>
                          </a:solidFill>
                        </a:rPr>
                        <a:t>20</a:t>
                      </a:r>
                      <a:endParaRPr lang="LID4096" dirty="0">
                        <a:solidFill>
                          <a:schemeClr val="tx1"/>
                        </a:solidFill>
                      </a:endParaRPr>
                    </a:p>
                  </a:txBody>
                  <a:tcPr>
                    <a:noFill/>
                  </a:tcPr>
                </a:tc>
                <a:extLst>
                  <a:ext uri="{0D108BD9-81ED-4DB2-BD59-A6C34878D82A}">
                    <a16:rowId xmlns:a16="http://schemas.microsoft.com/office/drawing/2014/main" val="2949632636"/>
                  </a:ext>
                </a:extLst>
              </a:tr>
              <a:tr h="370840">
                <a:tc>
                  <a:txBody>
                    <a:bodyPr/>
                    <a:lstStyle/>
                    <a:p>
                      <a:r>
                        <a:rPr lang="en-US" dirty="0">
                          <a:solidFill>
                            <a:schemeClr val="tx1"/>
                          </a:solidFill>
                        </a:rPr>
                        <a:t>F</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Finish building B</a:t>
                      </a:r>
                      <a:endParaRPr lang="LID4096" dirty="0">
                        <a:solidFill>
                          <a:schemeClr val="tx1"/>
                        </a:solidFill>
                      </a:endParaRPr>
                    </a:p>
                  </a:txBody>
                  <a:tcPr>
                    <a:noFill/>
                  </a:tcPr>
                </a:tc>
                <a:tc>
                  <a:txBody>
                    <a:bodyPr/>
                    <a:lstStyle/>
                    <a:p>
                      <a:r>
                        <a:rPr lang="en-US" dirty="0">
                          <a:solidFill>
                            <a:schemeClr val="tx1"/>
                          </a:solidFill>
                        </a:rPr>
                        <a:t>E</a:t>
                      </a:r>
                      <a:endParaRPr lang="LID4096" dirty="0">
                        <a:solidFill>
                          <a:schemeClr val="tx1"/>
                        </a:solidFill>
                      </a:endParaRPr>
                    </a:p>
                  </a:txBody>
                  <a:tcPr>
                    <a:noFill/>
                  </a:tcPr>
                </a:tc>
                <a:tc>
                  <a:txBody>
                    <a:bodyPr/>
                    <a:lstStyle/>
                    <a:p>
                      <a:r>
                        <a:rPr lang="en-US" dirty="0">
                          <a:solidFill>
                            <a:schemeClr val="tx1"/>
                          </a:solidFill>
                        </a:rPr>
                        <a:t>40</a:t>
                      </a:r>
                      <a:endParaRPr lang="LID4096" dirty="0">
                        <a:solidFill>
                          <a:schemeClr val="tx1"/>
                        </a:solidFill>
                      </a:endParaRPr>
                    </a:p>
                  </a:txBody>
                  <a:tcPr>
                    <a:noFill/>
                  </a:tcPr>
                </a:tc>
                <a:extLst>
                  <a:ext uri="{0D108BD9-81ED-4DB2-BD59-A6C34878D82A}">
                    <a16:rowId xmlns:a16="http://schemas.microsoft.com/office/drawing/2014/main" val="560890335"/>
                  </a:ext>
                </a:extLst>
              </a:tr>
              <a:tr h="370840">
                <a:tc>
                  <a:txBody>
                    <a:bodyPr/>
                    <a:lstStyle/>
                    <a:p>
                      <a:r>
                        <a:rPr lang="en-US" dirty="0">
                          <a:solidFill>
                            <a:schemeClr val="tx1"/>
                          </a:solidFill>
                        </a:rPr>
                        <a:t>G</a:t>
                      </a:r>
                      <a:endParaRPr lang="LID4096" dirty="0">
                        <a:solidFill>
                          <a:schemeClr val="tx1"/>
                        </a:solidFill>
                      </a:endParaRPr>
                    </a:p>
                  </a:txBody>
                  <a:tcPr>
                    <a:noFill/>
                  </a:tcPr>
                </a:tc>
                <a:tc>
                  <a:txBody>
                    <a:bodyPr/>
                    <a:lstStyle/>
                    <a:p>
                      <a:r>
                        <a:rPr lang="en-US" dirty="0">
                          <a:solidFill>
                            <a:schemeClr val="tx1"/>
                          </a:solidFill>
                        </a:rPr>
                        <a:t>Join A and B</a:t>
                      </a:r>
                      <a:endParaRPr lang="LID4096" dirty="0">
                        <a:solidFill>
                          <a:schemeClr val="tx1"/>
                        </a:solidFill>
                      </a:endParaRPr>
                    </a:p>
                  </a:txBody>
                  <a:tcPr>
                    <a:noFill/>
                  </a:tcPr>
                </a:tc>
                <a:tc>
                  <a:txBody>
                    <a:bodyPr/>
                    <a:lstStyle/>
                    <a:p>
                      <a:r>
                        <a:rPr lang="en-US" dirty="0">
                          <a:solidFill>
                            <a:schemeClr val="tx1"/>
                          </a:solidFill>
                        </a:rPr>
                        <a:t>D,F</a:t>
                      </a:r>
                      <a:endParaRPr lang="LID4096" dirty="0">
                        <a:solidFill>
                          <a:schemeClr val="tx1"/>
                        </a:solidFill>
                      </a:endParaRPr>
                    </a:p>
                  </a:txBody>
                  <a:tcPr>
                    <a:noFill/>
                  </a:tcPr>
                </a:tc>
                <a:tc>
                  <a:txBody>
                    <a:bodyPr/>
                    <a:lstStyle/>
                    <a:p>
                      <a:r>
                        <a:rPr lang="en-US" dirty="0">
                          <a:solidFill>
                            <a:schemeClr val="tx1"/>
                          </a:solidFill>
                        </a:rPr>
                        <a:t>20</a:t>
                      </a:r>
                      <a:endParaRPr lang="LID4096" dirty="0">
                        <a:solidFill>
                          <a:schemeClr val="tx1"/>
                        </a:solidFill>
                      </a:endParaRPr>
                    </a:p>
                  </a:txBody>
                  <a:tcPr>
                    <a:noFill/>
                  </a:tcPr>
                </a:tc>
                <a:extLst>
                  <a:ext uri="{0D108BD9-81ED-4DB2-BD59-A6C34878D82A}">
                    <a16:rowId xmlns:a16="http://schemas.microsoft.com/office/drawing/2014/main" val="227388914"/>
                  </a:ext>
                </a:extLst>
              </a:tr>
              <a:tr h="370840">
                <a:tc>
                  <a:txBody>
                    <a:bodyPr/>
                    <a:lstStyle/>
                    <a:p>
                      <a:r>
                        <a:rPr lang="en-US" dirty="0">
                          <a:solidFill>
                            <a:schemeClr val="tx1"/>
                          </a:solidFill>
                        </a:rPr>
                        <a:t>H</a:t>
                      </a:r>
                      <a:endParaRPr lang="LID4096" dirty="0">
                        <a:solidFill>
                          <a:schemeClr val="tx1"/>
                        </a:solidFill>
                      </a:endParaRPr>
                    </a:p>
                  </a:txBody>
                  <a:tcPr>
                    <a:noFill/>
                  </a:tcPr>
                </a:tc>
                <a:tc>
                  <a:txBody>
                    <a:bodyPr/>
                    <a:lstStyle/>
                    <a:p>
                      <a:r>
                        <a:rPr lang="en-US" dirty="0">
                          <a:solidFill>
                            <a:schemeClr val="tx1"/>
                          </a:solidFill>
                        </a:rPr>
                        <a:t>Finish Project</a:t>
                      </a:r>
                      <a:endParaRPr lang="LID4096" dirty="0">
                        <a:solidFill>
                          <a:schemeClr val="tx1"/>
                        </a:solidFill>
                      </a:endParaRPr>
                    </a:p>
                  </a:txBody>
                  <a:tcPr>
                    <a:noFill/>
                  </a:tcPr>
                </a:tc>
                <a:tc>
                  <a:txBody>
                    <a:bodyPr/>
                    <a:lstStyle/>
                    <a:p>
                      <a:r>
                        <a:rPr lang="en-US" dirty="0">
                          <a:solidFill>
                            <a:schemeClr val="tx1"/>
                          </a:solidFill>
                        </a:rPr>
                        <a:t>G</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2909072359"/>
                  </a:ext>
                </a:extLst>
              </a:tr>
            </a:tbl>
          </a:graphicData>
        </a:graphic>
      </p:graphicFrame>
      <p:sp>
        <p:nvSpPr>
          <p:cNvPr id="5" name="Footer Placeholder 4">
            <a:extLst>
              <a:ext uri="{FF2B5EF4-FFF2-40B4-BE49-F238E27FC236}">
                <a16:creationId xmlns:a16="http://schemas.microsoft.com/office/drawing/2014/main" id="{D489DCE5-4166-4F4E-924B-55C3E8E0C50A}"/>
              </a:ext>
            </a:extLst>
          </p:cNvPr>
          <p:cNvSpPr>
            <a:spLocks noGrp="1"/>
          </p:cNvSpPr>
          <p:nvPr>
            <p:ph type="ftr" sz="quarter" idx="11"/>
          </p:nvPr>
        </p:nvSpPr>
        <p:spPr>
          <a:xfrm>
            <a:off x="1141410" y="6415403"/>
            <a:ext cx="6239309" cy="365125"/>
          </a:xfrm>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5BA1F777-59DB-463C-A1E4-E172ABBB197F}"/>
              </a:ext>
            </a:extLst>
          </p:cNvPr>
          <p:cNvSpPr>
            <a:spLocks noGrp="1"/>
          </p:cNvSpPr>
          <p:nvPr>
            <p:ph type="sldNum" sz="quarter" idx="12"/>
          </p:nvPr>
        </p:nvSpPr>
        <p:spPr>
          <a:xfrm>
            <a:off x="10370589" y="6415403"/>
            <a:ext cx="771089" cy="365125"/>
          </a:xfrm>
        </p:spPr>
        <p:txBody>
          <a:bodyPr/>
          <a:lstStyle/>
          <a:p>
            <a:fld id="{76711B12-96E3-4CC6-8596-5FF84CCB8B40}" type="slidenum">
              <a:rPr lang="LID4096" smtClean="0"/>
              <a:t>110</a:t>
            </a:fld>
            <a:endParaRPr lang="LID4096" dirty="0"/>
          </a:p>
        </p:txBody>
      </p:sp>
      <p:graphicFrame>
        <p:nvGraphicFramePr>
          <p:cNvPr id="8" name="Table 8">
            <a:extLst>
              <a:ext uri="{FF2B5EF4-FFF2-40B4-BE49-F238E27FC236}">
                <a16:creationId xmlns:a16="http://schemas.microsoft.com/office/drawing/2014/main" id="{509757A3-DC04-48CB-8E43-E77C129E2489}"/>
              </a:ext>
            </a:extLst>
          </p:cNvPr>
          <p:cNvGraphicFramePr>
            <a:graphicFrameLocks noGrp="1"/>
          </p:cNvGraphicFramePr>
          <p:nvPr>
            <p:extLst>
              <p:ext uri="{D42A27DB-BD31-4B8C-83A1-F6EECF244321}">
                <p14:modId xmlns:p14="http://schemas.microsoft.com/office/powerpoint/2010/main" val="1752101261"/>
              </p:ext>
            </p:extLst>
          </p:nvPr>
        </p:nvGraphicFramePr>
        <p:xfrm>
          <a:off x="1141410" y="1929377"/>
          <a:ext cx="3652006" cy="4348480"/>
        </p:xfrm>
        <a:graphic>
          <a:graphicData uri="http://schemas.openxmlformats.org/drawingml/2006/table">
            <a:tbl>
              <a:tblPr firstRow="1" bandRow="1">
                <a:tableStyleId>{5C22544A-7EE6-4342-B048-85BDC9FD1C3A}</a:tableStyleId>
              </a:tblPr>
              <a:tblGrid>
                <a:gridCol w="1135049">
                  <a:extLst>
                    <a:ext uri="{9D8B030D-6E8A-4147-A177-3AD203B41FA5}">
                      <a16:colId xmlns:a16="http://schemas.microsoft.com/office/drawing/2014/main" val="916816838"/>
                    </a:ext>
                  </a:extLst>
                </a:gridCol>
                <a:gridCol w="1498862">
                  <a:extLst>
                    <a:ext uri="{9D8B030D-6E8A-4147-A177-3AD203B41FA5}">
                      <a16:colId xmlns:a16="http://schemas.microsoft.com/office/drawing/2014/main" val="1341280851"/>
                    </a:ext>
                  </a:extLst>
                </a:gridCol>
                <a:gridCol w="1018095">
                  <a:extLst>
                    <a:ext uri="{9D8B030D-6E8A-4147-A177-3AD203B41FA5}">
                      <a16:colId xmlns:a16="http://schemas.microsoft.com/office/drawing/2014/main" val="1135769002"/>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Dependencies</a:t>
                      </a:r>
                      <a:endParaRPr lang="LID4096" dirty="0">
                        <a:solidFill>
                          <a:schemeClr val="tx1"/>
                        </a:solidFill>
                      </a:endParaRPr>
                    </a:p>
                  </a:txBody>
                  <a:tcPr>
                    <a:noFill/>
                  </a:tcPr>
                </a:tc>
                <a:tc>
                  <a:txBody>
                    <a:bodyPr/>
                    <a:lstStyle/>
                    <a:p>
                      <a:r>
                        <a:rPr lang="en-US" dirty="0">
                          <a:solidFill>
                            <a:schemeClr val="tx1"/>
                          </a:solidFill>
                        </a:rPr>
                        <a:t>Duration (Days)</a:t>
                      </a:r>
                      <a:endParaRPr lang="LID4096" dirty="0">
                        <a:solidFill>
                          <a:schemeClr val="tx1"/>
                        </a:solidFill>
                      </a:endParaRPr>
                    </a:p>
                  </a:txBody>
                  <a:tcPr>
                    <a:noFill/>
                  </a:tcPr>
                </a:tc>
                <a:extLst>
                  <a:ext uri="{0D108BD9-81ED-4DB2-BD59-A6C34878D82A}">
                    <a16:rowId xmlns:a16="http://schemas.microsoft.com/office/drawing/2014/main" val="452846576"/>
                  </a:ext>
                </a:extLst>
              </a:tr>
              <a:tr h="370840">
                <a:tc>
                  <a:txBody>
                    <a:bodyPr/>
                    <a:lstStyle/>
                    <a:p>
                      <a:r>
                        <a:rPr lang="en-US" dirty="0">
                          <a:solidFill>
                            <a:schemeClr val="tx1"/>
                          </a:solidFill>
                        </a:rPr>
                        <a:t>A</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140191134"/>
                  </a:ext>
                </a:extLst>
              </a:tr>
              <a:tr h="370840">
                <a:tc>
                  <a:txBody>
                    <a:bodyPr/>
                    <a:lstStyle/>
                    <a:p>
                      <a:r>
                        <a:rPr lang="en-US" dirty="0">
                          <a:solidFill>
                            <a:schemeClr val="tx1"/>
                          </a:solidFill>
                        </a:rPr>
                        <a:t>B</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2425068029"/>
                  </a:ext>
                </a:extLst>
              </a:tr>
              <a:tr h="370840">
                <a:tc>
                  <a:txBody>
                    <a:bodyPr/>
                    <a:lstStyle/>
                    <a:p>
                      <a:r>
                        <a:rPr lang="en-US" dirty="0">
                          <a:solidFill>
                            <a:schemeClr val="tx1"/>
                          </a:solidFill>
                        </a:rPr>
                        <a:t>C</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1961207053"/>
                  </a:ext>
                </a:extLst>
              </a:tr>
              <a:tr h="370840">
                <a:tc>
                  <a:txBody>
                    <a:bodyPr/>
                    <a:lstStyle/>
                    <a:p>
                      <a:r>
                        <a:rPr lang="en-US" dirty="0">
                          <a:solidFill>
                            <a:schemeClr val="tx1"/>
                          </a:solidFill>
                        </a:rPr>
                        <a:t>D</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extLst>
                  <a:ext uri="{0D108BD9-81ED-4DB2-BD59-A6C34878D82A}">
                    <a16:rowId xmlns:a16="http://schemas.microsoft.com/office/drawing/2014/main" val="24945900"/>
                  </a:ext>
                </a:extLst>
              </a:tr>
              <a:tr h="370840">
                <a:tc>
                  <a:txBody>
                    <a:bodyPr/>
                    <a:lstStyle/>
                    <a:p>
                      <a:r>
                        <a:rPr lang="en-US" dirty="0">
                          <a:solidFill>
                            <a:schemeClr val="tx1"/>
                          </a:solidFill>
                        </a:rPr>
                        <a:t>E</a:t>
                      </a:r>
                      <a:endParaRPr lang="LID4096" dirty="0">
                        <a:solidFill>
                          <a:schemeClr val="tx1"/>
                        </a:solidFill>
                      </a:endParaRPr>
                    </a:p>
                  </a:txBody>
                  <a:tcPr>
                    <a:noFill/>
                  </a:tcPr>
                </a:tc>
                <a:tc>
                  <a:txBody>
                    <a:bodyPr/>
                    <a:lstStyle/>
                    <a:p>
                      <a:r>
                        <a:rPr lang="en-US" dirty="0">
                          <a:solidFill>
                            <a:schemeClr val="tx1"/>
                          </a:solidFill>
                        </a:rPr>
                        <a:t>A,B</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2658076189"/>
                  </a:ext>
                </a:extLst>
              </a:tr>
              <a:tr h="370840">
                <a:tc>
                  <a:txBody>
                    <a:bodyPr/>
                    <a:lstStyle/>
                    <a:p>
                      <a:r>
                        <a:rPr lang="en-US" dirty="0">
                          <a:solidFill>
                            <a:schemeClr val="tx1"/>
                          </a:solidFill>
                        </a:rPr>
                        <a:t>F</a:t>
                      </a:r>
                      <a:endParaRPr lang="LID4096" dirty="0">
                        <a:solidFill>
                          <a:schemeClr val="tx1"/>
                        </a:solidFill>
                      </a:endParaRPr>
                    </a:p>
                  </a:txBody>
                  <a:tcPr>
                    <a:noFill/>
                  </a:tcPr>
                </a:tc>
                <a:tc>
                  <a:txBody>
                    <a:bodyPr/>
                    <a:lstStyle/>
                    <a:p>
                      <a:r>
                        <a:rPr lang="en-US" dirty="0">
                          <a:solidFill>
                            <a:schemeClr val="tx1"/>
                          </a:solidFill>
                        </a:rPr>
                        <a:t>C</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3162665891"/>
                  </a:ext>
                </a:extLst>
              </a:tr>
              <a:tr h="370840">
                <a:tc>
                  <a:txBody>
                    <a:bodyPr/>
                    <a:lstStyle/>
                    <a:p>
                      <a:r>
                        <a:rPr lang="en-US" dirty="0">
                          <a:solidFill>
                            <a:schemeClr val="tx1"/>
                          </a:solidFill>
                        </a:rPr>
                        <a:t>G</a:t>
                      </a:r>
                      <a:endParaRPr lang="LID4096" dirty="0">
                        <a:solidFill>
                          <a:schemeClr val="tx1"/>
                        </a:solidFill>
                      </a:endParaRPr>
                    </a:p>
                  </a:txBody>
                  <a:tcPr>
                    <a:noFill/>
                  </a:tcPr>
                </a:tc>
                <a:tc>
                  <a:txBody>
                    <a:bodyPr/>
                    <a:lstStyle/>
                    <a:p>
                      <a:r>
                        <a:rPr lang="en-US" dirty="0">
                          <a:solidFill>
                            <a:schemeClr val="tx1"/>
                          </a:solidFill>
                        </a:rPr>
                        <a:t>D</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442765724"/>
                  </a:ext>
                </a:extLst>
              </a:tr>
              <a:tr h="370840">
                <a:tc>
                  <a:txBody>
                    <a:bodyPr/>
                    <a:lstStyle/>
                    <a:p>
                      <a:r>
                        <a:rPr lang="en-US" dirty="0">
                          <a:solidFill>
                            <a:schemeClr val="tx1"/>
                          </a:solidFill>
                        </a:rPr>
                        <a:t>H</a:t>
                      </a:r>
                      <a:endParaRPr lang="LID4096" dirty="0">
                        <a:solidFill>
                          <a:schemeClr val="tx1"/>
                        </a:solidFill>
                      </a:endParaRPr>
                    </a:p>
                  </a:txBody>
                  <a:tcPr>
                    <a:noFill/>
                  </a:tcPr>
                </a:tc>
                <a:tc>
                  <a:txBody>
                    <a:bodyPr/>
                    <a:lstStyle/>
                    <a:p>
                      <a:r>
                        <a:rPr lang="en-US" dirty="0">
                          <a:solidFill>
                            <a:schemeClr val="tx1"/>
                          </a:solidFill>
                        </a:rPr>
                        <a:t>E</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3974974670"/>
                  </a:ext>
                </a:extLst>
              </a:tr>
              <a:tr h="370840">
                <a:tc>
                  <a:txBody>
                    <a:bodyPr/>
                    <a:lstStyle/>
                    <a:p>
                      <a:r>
                        <a:rPr lang="en-US" dirty="0">
                          <a:solidFill>
                            <a:schemeClr val="tx1"/>
                          </a:solidFill>
                        </a:rPr>
                        <a:t>I</a:t>
                      </a:r>
                      <a:endParaRPr lang="LID4096" dirty="0">
                        <a:solidFill>
                          <a:schemeClr val="tx1"/>
                        </a:solidFill>
                      </a:endParaRPr>
                    </a:p>
                  </a:txBody>
                  <a:tcPr>
                    <a:noFill/>
                  </a:tcPr>
                </a:tc>
                <a:tc>
                  <a:txBody>
                    <a:bodyPr/>
                    <a:lstStyle/>
                    <a:p>
                      <a:r>
                        <a:rPr lang="en-US" dirty="0">
                          <a:solidFill>
                            <a:schemeClr val="tx1"/>
                          </a:solidFill>
                        </a:rPr>
                        <a:t>F</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2992437813"/>
                  </a:ext>
                </a:extLst>
              </a:tr>
              <a:tr h="370840">
                <a:tc>
                  <a:txBody>
                    <a:bodyPr/>
                    <a:lstStyle/>
                    <a:p>
                      <a:r>
                        <a:rPr lang="en-US" dirty="0">
                          <a:solidFill>
                            <a:schemeClr val="tx1"/>
                          </a:solidFill>
                        </a:rPr>
                        <a:t>J</a:t>
                      </a:r>
                      <a:endParaRPr lang="LID4096" dirty="0">
                        <a:solidFill>
                          <a:schemeClr val="tx1"/>
                        </a:solidFill>
                      </a:endParaRPr>
                    </a:p>
                  </a:txBody>
                  <a:tcPr>
                    <a:noFill/>
                  </a:tcPr>
                </a:tc>
                <a:tc>
                  <a:txBody>
                    <a:bodyPr/>
                    <a:lstStyle/>
                    <a:p>
                      <a:r>
                        <a:rPr lang="en-US" dirty="0">
                          <a:solidFill>
                            <a:schemeClr val="tx1"/>
                          </a:solidFill>
                        </a:rPr>
                        <a:t>G,H,I</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extLst>
                  <a:ext uri="{0D108BD9-81ED-4DB2-BD59-A6C34878D82A}">
                    <a16:rowId xmlns:a16="http://schemas.microsoft.com/office/drawing/2014/main" val="2663025216"/>
                  </a:ext>
                </a:extLst>
              </a:tr>
            </a:tbl>
          </a:graphicData>
        </a:graphic>
      </p:graphicFrame>
      <p:sp>
        <p:nvSpPr>
          <p:cNvPr id="9" name="Rectangle 8">
            <a:extLst>
              <a:ext uri="{FF2B5EF4-FFF2-40B4-BE49-F238E27FC236}">
                <a16:creationId xmlns:a16="http://schemas.microsoft.com/office/drawing/2014/main" id="{D095B17F-990F-472D-8CC9-29BB00235C26}"/>
              </a:ext>
            </a:extLst>
          </p:cNvPr>
          <p:cNvSpPr/>
          <p:nvPr/>
        </p:nvSpPr>
        <p:spPr>
          <a:xfrm>
            <a:off x="2257828" y="1324888"/>
            <a:ext cx="1419170" cy="584775"/>
          </a:xfrm>
          <a:prstGeom prst="rect">
            <a:avLst/>
          </a:prstGeom>
          <a:noFill/>
        </p:spPr>
        <p:txBody>
          <a:bodyPr wrap="none" lIns="91440" tIns="45720" rIns="91440" bIns="45720">
            <a:spAutoFit/>
          </a:bodyPr>
          <a:lstStyle/>
          <a:p>
            <a:pPr algn="ctr"/>
            <a:r>
              <a:rPr lang="en-US" sz="3200" b="1" dirty="0"/>
              <a:t>TASK 1</a:t>
            </a:r>
            <a:endParaRPr lang="en-US" sz="3200" b="0" cap="none" spc="0" dirty="0">
              <a:ln w="0"/>
              <a:solidFill>
                <a:schemeClr val="tx1"/>
              </a:solidFill>
              <a:effectLst>
                <a:outerShdw blurRad="38100" dist="19050" dir="2700000" algn="tl" rotWithShape="0">
                  <a:schemeClr val="dk1">
                    <a:alpha val="40000"/>
                  </a:schemeClr>
                </a:outerShdw>
              </a:effectLst>
            </a:endParaRPr>
          </a:p>
        </p:txBody>
      </p:sp>
      <p:sp>
        <p:nvSpPr>
          <p:cNvPr id="93" name="Rectangle 92">
            <a:extLst>
              <a:ext uri="{FF2B5EF4-FFF2-40B4-BE49-F238E27FC236}">
                <a16:creationId xmlns:a16="http://schemas.microsoft.com/office/drawing/2014/main" id="{83B392A7-5315-4346-8EC0-D09B76AE642E}"/>
              </a:ext>
            </a:extLst>
          </p:cNvPr>
          <p:cNvSpPr/>
          <p:nvPr/>
        </p:nvSpPr>
        <p:spPr>
          <a:xfrm>
            <a:off x="7535881" y="1296125"/>
            <a:ext cx="1419171" cy="584775"/>
          </a:xfrm>
          <a:prstGeom prst="rect">
            <a:avLst/>
          </a:prstGeom>
          <a:noFill/>
        </p:spPr>
        <p:txBody>
          <a:bodyPr wrap="none" lIns="91440" tIns="45720" rIns="91440" bIns="45720">
            <a:spAutoFit/>
          </a:bodyPr>
          <a:lstStyle/>
          <a:p>
            <a:pPr algn="ctr"/>
            <a:r>
              <a:rPr lang="en-US" sz="3200" b="1" dirty="0"/>
              <a:t>TASK 2</a:t>
            </a:r>
            <a:endParaRPr lang="en-US" sz="32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7023613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2151D7-7650-48E2-9366-02D2A0AF440A}"/>
              </a:ext>
            </a:extLst>
          </p:cNvPr>
          <p:cNvSpPr>
            <a:spLocks noGrp="1"/>
          </p:cNvSpPr>
          <p:nvPr>
            <p:ph type="title"/>
          </p:nvPr>
        </p:nvSpPr>
        <p:spPr/>
        <p:txBody>
          <a:bodyPr/>
          <a:lstStyle/>
          <a:p>
            <a:pPr algn="ctr"/>
            <a:r>
              <a:rPr lang="en-US" b="1" dirty="0"/>
              <a:t>TASK 1</a:t>
            </a:r>
            <a:endParaRPr lang="LID4096" b="1" dirty="0"/>
          </a:p>
        </p:txBody>
      </p:sp>
      <p:sp>
        <p:nvSpPr>
          <p:cNvPr id="8" name="Content Placeholder 7">
            <a:extLst>
              <a:ext uri="{FF2B5EF4-FFF2-40B4-BE49-F238E27FC236}">
                <a16:creationId xmlns:a16="http://schemas.microsoft.com/office/drawing/2014/main" id="{5C352A2F-4528-41BA-BBEC-6AB89DAA51EB}"/>
              </a:ext>
            </a:extLst>
          </p:cNvPr>
          <p:cNvSpPr>
            <a:spLocks noGrp="1"/>
          </p:cNvSpPr>
          <p:nvPr>
            <p:ph idx="1"/>
          </p:nvPr>
        </p:nvSpPr>
        <p:spPr/>
        <p:txBody>
          <a:bodyPr/>
          <a:lstStyle/>
          <a:p>
            <a:pPr marL="0" indent="0" algn="ctr">
              <a:buNone/>
            </a:pPr>
            <a:r>
              <a:rPr lang="en-US" b="1" dirty="0"/>
              <a:t>STECTCH </a:t>
            </a:r>
            <a:endParaRPr lang="LID4096" b="1" dirty="0"/>
          </a:p>
        </p:txBody>
      </p:sp>
      <p:sp>
        <p:nvSpPr>
          <p:cNvPr id="5" name="Footer Placeholder 4">
            <a:extLst>
              <a:ext uri="{FF2B5EF4-FFF2-40B4-BE49-F238E27FC236}">
                <a16:creationId xmlns:a16="http://schemas.microsoft.com/office/drawing/2014/main" id="{F7532C5D-4F6F-4F7C-94D2-710FE41A4E0B}"/>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0BF48074-2369-4E51-91EC-4F374A8AF1B8}"/>
              </a:ext>
            </a:extLst>
          </p:cNvPr>
          <p:cNvSpPr>
            <a:spLocks noGrp="1"/>
          </p:cNvSpPr>
          <p:nvPr>
            <p:ph type="sldNum" sz="quarter" idx="12"/>
          </p:nvPr>
        </p:nvSpPr>
        <p:spPr/>
        <p:txBody>
          <a:bodyPr/>
          <a:lstStyle/>
          <a:p>
            <a:fld id="{76711B12-96E3-4CC6-8596-5FF84CCB8B40}" type="slidenum">
              <a:rPr lang="LID4096" smtClean="0"/>
              <a:t>111</a:t>
            </a:fld>
            <a:endParaRPr lang="LID4096"/>
          </a:p>
        </p:txBody>
      </p:sp>
      <p:sp>
        <p:nvSpPr>
          <p:cNvPr id="9" name="Rectangle 8">
            <a:extLst>
              <a:ext uri="{FF2B5EF4-FFF2-40B4-BE49-F238E27FC236}">
                <a16:creationId xmlns:a16="http://schemas.microsoft.com/office/drawing/2014/main" id="{7B3D6442-DE76-4B37-B927-1EBAE5AC36DF}"/>
              </a:ext>
            </a:extLst>
          </p:cNvPr>
          <p:cNvSpPr/>
          <p:nvPr/>
        </p:nvSpPr>
        <p:spPr>
          <a:xfrm>
            <a:off x="883547" y="3789511"/>
            <a:ext cx="94154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START</a:t>
            </a:r>
          </a:p>
        </p:txBody>
      </p:sp>
      <p:cxnSp>
        <p:nvCxnSpPr>
          <p:cNvPr id="11" name="Straight Arrow Connector 10">
            <a:extLst>
              <a:ext uri="{FF2B5EF4-FFF2-40B4-BE49-F238E27FC236}">
                <a16:creationId xmlns:a16="http://schemas.microsoft.com/office/drawing/2014/main" id="{FF022C80-263C-4932-B545-ED4C66534EBD}"/>
              </a:ext>
            </a:extLst>
          </p:cNvPr>
          <p:cNvCxnSpPr>
            <a:cxnSpLocks/>
            <a:stCxn id="9" idx="3"/>
          </p:cNvCxnSpPr>
          <p:nvPr/>
        </p:nvCxnSpPr>
        <p:spPr>
          <a:xfrm flipV="1">
            <a:off x="1825087" y="3242821"/>
            <a:ext cx="899259" cy="7775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18F1B93-5E45-4186-8AB6-4AD5F6377620}"/>
              </a:ext>
            </a:extLst>
          </p:cNvPr>
          <p:cNvCxnSpPr>
            <a:cxnSpLocks/>
            <a:stCxn id="9" idx="3"/>
          </p:cNvCxnSpPr>
          <p:nvPr/>
        </p:nvCxnSpPr>
        <p:spPr>
          <a:xfrm>
            <a:off x="1825087" y="4020344"/>
            <a:ext cx="1002954" cy="237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ACEB5BB-5C52-482B-8B20-84D1270FB13A}"/>
              </a:ext>
            </a:extLst>
          </p:cNvPr>
          <p:cNvCxnSpPr>
            <a:stCxn id="9" idx="3"/>
          </p:cNvCxnSpPr>
          <p:nvPr/>
        </p:nvCxnSpPr>
        <p:spPr>
          <a:xfrm>
            <a:off x="1825087" y="4020344"/>
            <a:ext cx="767284" cy="759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14E85B1-1751-4F47-838B-3A04CD646189}"/>
              </a:ext>
            </a:extLst>
          </p:cNvPr>
          <p:cNvSpPr/>
          <p:nvPr/>
        </p:nvSpPr>
        <p:spPr>
          <a:xfrm>
            <a:off x="10059318" y="3813265"/>
            <a:ext cx="99899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FINISH</a:t>
            </a:r>
          </a:p>
        </p:txBody>
      </p:sp>
      <p:sp>
        <p:nvSpPr>
          <p:cNvPr id="21" name="Rectangle 20">
            <a:extLst>
              <a:ext uri="{FF2B5EF4-FFF2-40B4-BE49-F238E27FC236}">
                <a16:creationId xmlns:a16="http://schemas.microsoft.com/office/drawing/2014/main" id="{5602A0ED-5BEF-4545-9894-39F352E66C00}"/>
              </a:ext>
            </a:extLst>
          </p:cNvPr>
          <p:cNvSpPr/>
          <p:nvPr/>
        </p:nvSpPr>
        <p:spPr>
          <a:xfrm>
            <a:off x="2724346" y="3011988"/>
            <a:ext cx="37061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A</a:t>
            </a:r>
          </a:p>
        </p:txBody>
      </p:sp>
      <p:sp>
        <p:nvSpPr>
          <p:cNvPr id="22" name="Rectangle 21">
            <a:extLst>
              <a:ext uri="{FF2B5EF4-FFF2-40B4-BE49-F238E27FC236}">
                <a16:creationId xmlns:a16="http://schemas.microsoft.com/office/drawing/2014/main" id="{2E1544AB-9510-441F-AAB7-E67A65FD49A2}"/>
              </a:ext>
            </a:extLst>
          </p:cNvPr>
          <p:cNvSpPr/>
          <p:nvPr/>
        </p:nvSpPr>
        <p:spPr>
          <a:xfrm>
            <a:off x="2812934" y="3822316"/>
            <a:ext cx="33855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B</a:t>
            </a:r>
          </a:p>
        </p:txBody>
      </p:sp>
      <p:sp>
        <p:nvSpPr>
          <p:cNvPr id="23" name="Rectangle 22">
            <a:extLst>
              <a:ext uri="{FF2B5EF4-FFF2-40B4-BE49-F238E27FC236}">
                <a16:creationId xmlns:a16="http://schemas.microsoft.com/office/drawing/2014/main" id="{872205CF-2443-4924-B535-DBD765C3ADAB}"/>
              </a:ext>
            </a:extLst>
          </p:cNvPr>
          <p:cNvSpPr/>
          <p:nvPr/>
        </p:nvSpPr>
        <p:spPr>
          <a:xfrm>
            <a:off x="2611597" y="4575925"/>
            <a:ext cx="37061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C</a:t>
            </a:r>
          </a:p>
        </p:txBody>
      </p:sp>
      <p:cxnSp>
        <p:nvCxnSpPr>
          <p:cNvPr id="25" name="Straight Arrow Connector 24">
            <a:extLst>
              <a:ext uri="{FF2B5EF4-FFF2-40B4-BE49-F238E27FC236}">
                <a16:creationId xmlns:a16="http://schemas.microsoft.com/office/drawing/2014/main" id="{C82F233A-DB09-4584-9E13-686B826F9D66}"/>
              </a:ext>
            </a:extLst>
          </p:cNvPr>
          <p:cNvCxnSpPr>
            <a:stCxn id="21" idx="3"/>
          </p:cNvCxnSpPr>
          <p:nvPr/>
        </p:nvCxnSpPr>
        <p:spPr>
          <a:xfrm>
            <a:off x="3094960" y="3242821"/>
            <a:ext cx="12225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71430A2-3C11-4F49-88DB-4BE3220F4853}"/>
              </a:ext>
            </a:extLst>
          </p:cNvPr>
          <p:cNvSpPr/>
          <p:nvPr/>
        </p:nvSpPr>
        <p:spPr>
          <a:xfrm>
            <a:off x="4390034" y="3018993"/>
            <a:ext cx="37061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D</a:t>
            </a:r>
          </a:p>
        </p:txBody>
      </p:sp>
      <p:cxnSp>
        <p:nvCxnSpPr>
          <p:cNvPr id="28" name="Straight Arrow Connector 27">
            <a:extLst>
              <a:ext uri="{FF2B5EF4-FFF2-40B4-BE49-F238E27FC236}">
                <a16:creationId xmlns:a16="http://schemas.microsoft.com/office/drawing/2014/main" id="{379C06FF-7E52-4898-A5A7-4241874DA243}"/>
              </a:ext>
            </a:extLst>
          </p:cNvPr>
          <p:cNvCxnSpPr>
            <a:stCxn id="22" idx="3"/>
          </p:cNvCxnSpPr>
          <p:nvPr/>
        </p:nvCxnSpPr>
        <p:spPr>
          <a:xfrm flipV="1">
            <a:off x="3151488" y="4044099"/>
            <a:ext cx="1071720" cy="90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5811C77-57EE-4D42-9AE2-DA3A379A0064}"/>
              </a:ext>
            </a:extLst>
          </p:cNvPr>
          <p:cNvCxnSpPr>
            <a:stCxn id="21" idx="3"/>
          </p:cNvCxnSpPr>
          <p:nvPr/>
        </p:nvCxnSpPr>
        <p:spPr>
          <a:xfrm>
            <a:off x="3094960" y="3242821"/>
            <a:ext cx="1052834" cy="678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9B92420F-8E2A-4F6B-B1C3-9BD383BA2193}"/>
              </a:ext>
            </a:extLst>
          </p:cNvPr>
          <p:cNvSpPr/>
          <p:nvPr/>
        </p:nvSpPr>
        <p:spPr>
          <a:xfrm>
            <a:off x="4261065" y="3774491"/>
            <a:ext cx="319318"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E</a:t>
            </a:r>
          </a:p>
        </p:txBody>
      </p:sp>
      <p:cxnSp>
        <p:nvCxnSpPr>
          <p:cNvPr id="34" name="Straight Arrow Connector 33">
            <a:extLst>
              <a:ext uri="{FF2B5EF4-FFF2-40B4-BE49-F238E27FC236}">
                <a16:creationId xmlns:a16="http://schemas.microsoft.com/office/drawing/2014/main" id="{D26B42DF-3272-4650-ACE3-21D6864B3FB4}"/>
              </a:ext>
            </a:extLst>
          </p:cNvPr>
          <p:cNvCxnSpPr>
            <a:stCxn id="23" idx="3"/>
          </p:cNvCxnSpPr>
          <p:nvPr/>
        </p:nvCxnSpPr>
        <p:spPr>
          <a:xfrm>
            <a:off x="2982211" y="4806758"/>
            <a:ext cx="1278854" cy="48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83568E5C-8485-4FDE-BC77-E0BCBB72D5C4}"/>
              </a:ext>
            </a:extLst>
          </p:cNvPr>
          <p:cNvSpPr/>
          <p:nvPr/>
        </p:nvSpPr>
        <p:spPr>
          <a:xfrm>
            <a:off x="4312361" y="4651092"/>
            <a:ext cx="319318"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a:t>
            </a:r>
          </a:p>
        </p:txBody>
      </p:sp>
      <p:cxnSp>
        <p:nvCxnSpPr>
          <p:cNvPr id="38" name="Straight Arrow Connector 37">
            <a:extLst>
              <a:ext uri="{FF2B5EF4-FFF2-40B4-BE49-F238E27FC236}">
                <a16:creationId xmlns:a16="http://schemas.microsoft.com/office/drawing/2014/main" id="{271A349A-9E74-462C-BE63-0D38555BF35E}"/>
              </a:ext>
            </a:extLst>
          </p:cNvPr>
          <p:cNvCxnSpPr>
            <a:stCxn id="26" idx="3"/>
          </p:cNvCxnSpPr>
          <p:nvPr/>
        </p:nvCxnSpPr>
        <p:spPr>
          <a:xfrm flipV="1">
            <a:off x="4760648" y="3242821"/>
            <a:ext cx="1335352" cy="70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70CB19F7-DBFF-4140-A749-2334E9EC2C2D}"/>
              </a:ext>
            </a:extLst>
          </p:cNvPr>
          <p:cNvSpPr/>
          <p:nvPr/>
        </p:nvSpPr>
        <p:spPr>
          <a:xfrm>
            <a:off x="6142910" y="3011987"/>
            <a:ext cx="42191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G</a:t>
            </a:r>
          </a:p>
        </p:txBody>
      </p:sp>
      <p:cxnSp>
        <p:nvCxnSpPr>
          <p:cNvPr id="41" name="Straight Arrow Connector 40">
            <a:extLst>
              <a:ext uri="{FF2B5EF4-FFF2-40B4-BE49-F238E27FC236}">
                <a16:creationId xmlns:a16="http://schemas.microsoft.com/office/drawing/2014/main" id="{5FCA0457-1235-4123-A058-6149D6A085A7}"/>
              </a:ext>
            </a:extLst>
          </p:cNvPr>
          <p:cNvCxnSpPr>
            <a:stCxn id="31" idx="3"/>
          </p:cNvCxnSpPr>
          <p:nvPr/>
        </p:nvCxnSpPr>
        <p:spPr>
          <a:xfrm>
            <a:off x="4580383" y="4005324"/>
            <a:ext cx="1562527" cy="15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CC470B53-B213-477B-A504-7EEC097AB08B}"/>
              </a:ext>
            </a:extLst>
          </p:cNvPr>
          <p:cNvSpPr/>
          <p:nvPr/>
        </p:nvSpPr>
        <p:spPr>
          <a:xfrm>
            <a:off x="6199695" y="3813265"/>
            <a:ext cx="37061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H</a:t>
            </a:r>
          </a:p>
        </p:txBody>
      </p:sp>
      <p:sp>
        <p:nvSpPr>
          <p:cNvPr id="43" name="Rectangle 42">
            <a:extLst>
              <a:ext uri="{FF2B5EF4-FFF2-40B4-BE49-F238E27FC236}">
                <a16:creationId xmlns:a16="http://schemas.microsoft.com/office/drawing/2014/main" id="{F188F6E3-B450-4093-B961-048C24914F8B}"/>
              </a:ext>
            </a:extLst>
          </p:cNvPr>
          <p:cNvSpPr/>
          <p:nvPr/>
        </p:nvSpPr>
        <p:spPr>
          <a:xfrm>
            <a:off x="6259006" y="4651092"/>
            <a:ext cx="251992"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I</a:t>
            </a:r>
          </a:p>
        </p:txBody>
      </p:sp>
      <p:cxnSp>
        <p:nvCxnSpPr>
          <p:cNvPr id="45" name="Straight Arrow Connector 44">
            <a:extLst>
              <a:ext uri="{FF2B5EF4-FFF2-40B4-BE49-F238E27FC236}">
                <a16:creationId xmlns:a16="http://schemas.microsoft.com/office/drawing/2014/main" id="{D9010CAC-DFA6-4373-9D1B-BCE093253E20}"/>
              </a:ext>
            </a:extLst>
          </p:cNvPr>
          <p:cNvCxnSpPr>
            <a:stCxn id="35" idx="3"/>
          </p:cNvCxnSpPr>
          <p:nvPr/>
        </p:nvCxnSpPr>
        <p:spPr>
          <a:xfrm flipV="1">
            <a:off x="4631679" y="4881924"/>
            <a:ext cx="151123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BE31221-058D-43AC-8D27-30536DB223A2}"/>
              </a:ext>
            </a:extLst>
          </p:cNvPr>
          <p:cNvCxnSpPr>
            <a:stCxn id="42" idx="3"/>
          </p:cNvCxnSpPr>
          <p:nvPr/>
        </p:nvCxnSpPr>
        <p:spPr>
          <a:xfrm flipV="1">
            <a:off x="6570309" y="4005324"/>
            <a:ext cx="1932668" cy="387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10355D6-9C0C-4FBD-9493-3B2DE08382B1}"/>
              </a:ext>
            </a:extLst>
          </p:cNvPr>
          <p:cNvCxnSpPr>
            <a:stCxn id="39" idx="3"/>
          </p:cNvCxnSpPr>
          <p:nvPr/>
        </p:nvCxnSpPr>
        <p:spPr>
          <a:xfrm>
            <a:off x="6564820" y="3242820"/>
            <a:ext cx="1853316" cy="6787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0A3978D-E77A-48D7-986F-7987AFA90191}"/>
              </a:ext>
            </a:extLst>
          </p:cNvPr>
          <p:cNvCxnSpPr>
            <a:stCxn id="43" idx="3"/>
          </p:cNvCxnSpPr>
          <p:nvPr/>
        </p:nvCxnSpPr>
        <p:spPr>
          <a:xfrm flipV="1">
            <a:off x="6510998" y="4119513"/>
            <a:ext cx="1897711" cy="7624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7FFCA85F-3F62-4A35-94B5-420DCE83BF23}"/>
              </a:ext>
            </a:extLst>
          </p:cNvPr>
          <p:cNvSpPr/>
          <p:nvPr/>
        </p:nvSpPr>
        <p:spPr>
          <a:xfrm>
            <a:off x="8531269" y="3801388"/>
            <a:ext cx="251992"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I</a:t>
            </a:r>
          </a:p>
        </p:txBody>
      </p:sp>
      <p:cxnSp>
        <p:nvCxnSpPr>
          <p:cNvPr id="56" name="Straight Arrow Connector 55">
            <a:extLst>
              <a:ext uri="{FF2B5EF4-FFF2-40B4-BE49-F238E27FC236}">
                <a16:creationId xmlns:a16="http://schemas.microsoft.com/office/drawing/2014/main" id="{BF0DC4F5-4322-471A-BB05-175C77B946B3}"/>
              </a:ext>
            </a:extLst>
          </p:cNvPr>
          <p:cNvCxnSpPr>
            <a:stCxn id="54" idx="3"/>
          </p:cNvCxnSpPr>
          <p:nvPr/>
        </p:nvCxnSpPr>
        <p:spPr>
          <a:xfrm flipV="1">
            <a:off x="8783261" y="4032220"/>
            <a:ext cx="127513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80012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7C0E8-1F41-4C53-9EB3-6715145156AE}"/>
              </a:ext>
            </a:extLst>
          </p:cNvPr>
          <p:cNvSpPr>
            <a:spLocks noGrp="1"/>
          </p:cNvSpPr>
          <p:nvPr>
            <p:ph type="title"/>
          </p:nvPr>
        </p:nvSpPr>
        <p:spPr/>
        <p:txBody>
          <a:bodyPr/>
          <a:lstStyle/>
          <a:p>
            <a:pPr algn="ctr"/>
            <a:r>
              <a:rPr lang="en-US" b="1" dirty="0"/>
              <a:t>TASK 1 (Continues…)</a:t>
            </a:r>
            <a:endParaRPr lang="LID4096" b="1" dirty="0"/>
          </a:p>
        </p:txBody>
      </p:sp>
      <p:sp>
        <p:nvSpPr>
          <p:cNvPr id="3" name="Content Placeholder 2">
            <a:extLst>
              <a:ext uri="{FF2B5EF4-FFF2-40B4-BE49-F238E27FC236}">
                <a16:creationId xmlns:a16="http://schemas.microsoft.com/office/drawing/2014/main" id="{21595289-0DFC-41C4-94E0-FF2572F73374}"/>
              </a:ext>
            </a:extLst>
          </p:cNvPr>
          <p:cNvSpPr>
            <a:spLocks noGrp="1"/>
          </p:cNvSpPr>
          <p:nvPr>
            <p:ph idx="1"/>
          </p:nvPr>
        </p:nvSpPr>
        <p:spPr>
          <a:xfrm>
            <a:off x="1141411" y="1881840"/>
            <a:ext cx="9905999" cy="3541714"/>
          </a:xfrm>
        </p:spPr>
        <p:txBody>
          <a:bodyPr/>
          <a:lstStyle/>
          <a:p>
            <a:pPr marL="0" indent="0">
              <a:buNone/>
            </a:pPr>
            <a:r>
              <a:rPr lang="en-US" b="1" dirty="0"/>
              <a:t>                                              PERT CHART</a:t>
            </a:r>
            <a:endParaRPr lang="LID4096" b="1" dirty="0"/>
          </a:p>
        </p:txBody>
      </p:sp>
      <p:sp>
        <p:nvSpPr>
          <p:cNvPr id="4" name="Footer Placeholder 3">
            <a:extLst>
              <a:ext uri="{FF2B5EF4-FFF2-40B4-BE49-F238E27FC236}">
                <a16:creationId xmlns:a16="http://schemas.microsoft.com/office/drawing/2014/main" id="{B9B15668-AC24-4017-9D36-DEC1A56BCE69}"/>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EBE1D5F0-F2C7-47C4-AC1D-E706846B3C48}"/>
              </a:ext>
            </a:extLst>
          </p:cNvPr>
          <p:cNvSpPr>
            <a:spLocks noGrp="1"/>
          </p:cNvSpPr>
          <p:nvPr>
            <p:ph type="sldNum" sz="quarter" idx="12"/>
          </p:nvPr>
        </p:nvSpPr>
        <p:spPr>
          <a:xfrm>
            <a:off x="11294873" y="6485087"/>
            <a:ext cx="771089" cy="365125"/>
          </a:xfrm>
        </p:spPr>
        <p:txBody>
          <a:bodyPr/>
          <a:lstStyle/>
          <a:p>
            <a:fld id="{76711B12-96E3-4CC6-8596-5FF84CCB8B40}" type="slidenum">
              <a:rPr lang="LID4096" smtClean="0"/>
              <a:t>112</a:t>
            </a:fld>
            <a:endParaRPr lang="LID4096" dirty="0"/>
          </a:p>
        </p:txBody>
      </p:sp>
      <p:sp>
        <p:nvSpPr>
          <p:cNvPr id="6" name="Rectangle 5">
            <a:extLst>
              <a:ext uri="{FF2B5EF4-FFF2-40B4-BE49-F238E27FC236}">
                <a16:creationId xmlns:a16="http://schemas.microsoft.com/office/drawing/2014/main" id="{5419402B-11BA-41F9-9F6C-0FAFC598C557}"/>
              </a:ext>
            </a:extLst>
          </p:cNvPr>
          <p:cNvSpPr/>
          <p:nvPr/>
        </p:nvSpPr>
        <p:spPr>
          <a:xfrm>
            <a:off x="146095" y="3910051"/>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Rectangle 6">
            <a:extLst>
              <a:ext uri="{FF2B5EF4-FFF2-40B4-BE49-F238E27FC236}">
                <a16:creationId xmlns:a16="http://schemas.microsoft.com/office/drawing/2014/main" id="{37D944B6-E7AC-40D8-A325-3E8E0F5B68A2}"/>
              </a:ext>
            </a:extLst>
          </p:cNvPr>
          <p:cNvSpPr/>
          <p:nvPr/>
        </p:nvSpPr>
        <p:spPr>
          <a:xfrm>
            <a:off x="10754846" y="3888556"/>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7">
            <a:extLst>
              <a:ext uri="{FF2B5EF4-FFF2-40B4-BE49-F238E27FC236}">
                <a16:creationId xmlns:a16="http://schemas.microsoft.com/office/drawing/2014/main" id="{C9000BAF-1652-436F-8B9E-E0B5C9372580}"/>
              </a:ext>
            </a:extLst>
          </p:cNvPr>
          <p:cNvSpPr/>
          <p:nvPr/>
        </p:nvSpPr>
        <p:spPr>
          <a:xfrm>
            <a:off x="2174172" y="2642212"/>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Rectangle 8">
            <a:extLst>
              <a:ext uri="{FF2B5EF4-FFF2-40B4-BE49-F238E27FC236}">
                <a16:creationId xmlns:a16="http://schemas.microsoft.com/office/drawing/2014/main" id="{DDC73FA7-3BA0-4B67-8717-245DEDF7433F}"/>
              </a:ext>
            </a:extLst>
          </p:cNvPr>
          <p:cNvSpPr/>
          <p:nvPr/>
        </p:nvSpPr>
        <p:spPr>
          <a:xfrm>
            <a:off x="2174173" y="3905622"/>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24C6424E-E4B2-4D60-80E2-A0DD540AC0DA}"/>
              </a:ext>
            </a:extLst>
          </p:cNvPr>
          <p:cNvSpPr/>
          <p:nvPr/>
        </p:nvSpPr>
        <p:spPr>
          <a:xfrm>
            <a:off x="2136136" y="5001043"/>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Rectangle 10">
            <a:extLst>
              <a:ext uri="{FF2B5EF4-FFF2-40B4-BE49-F238E27FC236}">
                <a16:creationId xmlns:a16="http://schemas.microsoft.com/office/drawing/2014/main" id="{6CE87047-828F-4C59-B550-2DF0E895BC0F}"/>
              </a:ext>
            </a:extLst>
          </p:cNvPr>
          <p:cNvSpPr/>
          <p:nvPr/>
        </p:nvSpPr>
        <p:spPr>
          <a:xfrm>
            <a:off x="4307079" y="2658360"/>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Rectangle 11">
            <a:extLst>
              <a:ext uri="{FF2B5EF4-FFF2-40B4-BE49-F238E27FC236}">
                <a16:creationId xmlns:a16="http://schemas.microsoft.com/office/drawing/2014/main" id="{EF357695-34C1-4ECA-9B64-29C13F011D92}"/>
              </a:ext>
            </a:extLst>
          </p:cNvPr>
          <p:cNvSpPr/>
          <p:nvPr/>
        </p:nvSpPr>
        <p:spPr>
          <a:xfrm>
            <a:off x="4307079" y="3888555"/>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Rectangle 12">
            <a:extLst>
              <a:ext uri="{FF2B5EF4-FFF2-40B4-BE49-F238E27FC236}">
                <a16:creationId xmlns:a16="http://schemas.microsoft.com/office/drawing/2014/main" id="{87E6CB76-ECDB-439A-B47B-EDE5837FB931}"/>
              </a:ext>
            </a:extLst>
          </p:cNvPr>
          <p:cNvSpPr/>
          <p:nvPr/>
        </p:nvSpPr>
        <p:spPr>
          <a:xfrm>
            <a:off x="4343816" y="5001043"/>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Rectangle 13">
            <a:extLst>
              <a:ext uri="{FF2B5EF4-FFF2-40B4-BE49-F238E27FC236}">
                <a16:creationId xmlns:a16="http://schemas.microsoft.com/office/drawing/2014/main" id="{90635E63-C7E4-4C06-8835-FAEA25A8A43F}"/>
              </a:ext>
            </a:extLst>
          </p:cNvPr>
          <p:cNvSpPr/>
          <p:nvPr/>
        </p:nvSpPr>
        <p:spPr>
          <a:xfrm>
            <a:off x="6489033" y="2664640"/>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Rectangle 14">
            <a:extLst>
              <a:ext uri="{FF2B5EF4-FFF2-40B4-BE49-F238E27FC236}">
                <a16:creationId xmlns:a16="http://schemas.microsoft.com/office/drawing/2014/main" id="{4D6068DE-FDE8-4AD2-A56E-9472AD0A9F77}"/>
              </a:ext>
            </a:extLst>
          </p:cNvPr>
          <p:cNvSpPr/>
          <p:nvPr/>
        </p:nvSpPr>
        <p:spPr>
          <a:xfrm>
            <a:off x="6489033" y="3888555"/>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6" name="Rectangle 15">
            <a:extLst>
              <a:ext uri="{FF2B5EF4-FFF2-40B4-BE49-F238E27FC236}">
                <a16:creationId xmlns:a16="http://schemas.microsoft.com/office/drawing/2014/main" id="{5831B5D0-826C-4BFE-BE0D-1A3FC1F96BCE}"/>
              </a:ext>
            </a:extLst>
          </p:cNvPr>
          <p:cNvSpPr/>
          <p:nvPr/>
        </p:nvSpPr>
        <p:spPr>
          <a:xfrm>
            <a:off x="6455034" y="5112470"/>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7" name="Rectangle 16">
            <a:extLst>
              <a:ext uri="{FF2B5EF4-FFF2-40B4-BE49-F238E27FC236}">
                <a16:creationId xmlns:a16="http://schemas.microsoft.com/office/drawing/2014/main" id="{448776F7-C0D0-4E27-A3D4-888AB11681E0}"/>
              </a:ext>
            </a:extLst>
          </p:cNvPr>
          <p:cNvSpPr/>
          <p:nvPr/>
        </p:nvSpPr>
        <p:spPr>
          <a:xfrm>
            <a:off x="8670987" y="3905053"/>
            <a:ext cx="1319753"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9" name="Straight Connector 18">
            <a:extLst>
              <a:ext uri="{FF2B5EF4-FFF2-40B4-BE49-F238E27FC236}">
                <a16:creationId xmlns:a16="http://schemas.microsoft.com/office/drawing/2014/main" id="{A5101916-94E2-45BC-8471-F8873729103F}"/>
              </a:ext>
            </a:extLst>
          </p:cNvPr>
          <p:cNvCxnSpPr>
            <a:stCxn id="8" idx="1"/>
            <a:endCxn id="8" idx="3"/>
          </p:cNvCxnSpPr>
          <p:nvPr/>
        </p:nvCxnSpPr>
        <p:spPr>
          <a:xfrm>
            <a:off x="2174172" y="2953297"/>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2DAAD1A-ED6E-471C-9EA1-EEABCEFAE346}"/>
              </a:ext>
            </a:extLst>
          </p:cNvPr>
          <p:cNvCxnSpPr>
            <a:stCxn id="11" idx="1"/>
            <a:endCxn id="11" idx="3"/>
          </p:cNvCxnSpPr>
          <p:nvPr/>
        </p:nvCxnSpPr>
        <p:spPr>
          <a:xfrm>
            <a:off x="4307079" y="2969445"/>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0A79668-9265-4411-B77E-9A5C7FE9BE2D}"/>
              </a:ext>
            </a:extLst>
          </p:cNvPr>
          <p:cNvCxnSpPr>
            <a:stCxn id="14" idx="1"/>
            <a:endCxn id="14" idx="3"/>
          </p:cNvCxnSpPr>
          <p:nvPr/>
        </p:nvCxnSpPr>
        <p:spPr>
          <a:xfrm>
            <a:off x="6489033" y="2975725"/>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D208276-6123-4958-85A1-4A824404F949}"/>
              </a:ext>
            </a:extLst>
          </p:cNvPr>
          <p:cNvCxnSpPr>
            <a:stCxn id="17" idx="1"/>
            <a:endCxn id="17" idx="3"/>
          </p:cNvCxnSpPr>
          <p:nvPr/>
        </p:nvCxnSpPr>
        <p:spPr>
          <a:xfrm>
            <a:off x="8670987" y="4216138"/>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1C0B896-559E-41F9-BEC1-180947CE2760}"/>
              </a:ext>
            </a:extLst>
          </p:cNvPr>
          <p:cNvCxnSpPr>
            <a:stCxn id="9" idx="1"/>
            <a:endCxn id="9" idx="3"/>
          </p:cNvCxnSpPr>
          <p:nvPr/>
        </p:nvCxnSpPr>
        <p:spPr>
          <a:xfrm>
            <a:off x="2174173" y="4216707"/>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A855C7-64BA-4CDE-A1F0-5A25260A4314}"/>
              </a:ext>
            </a:extLst>
          </p:cNvPr>
          <p:cNvCxnSpPr>
            <a:stCxn id="12" idx="1"/>
            <a:endCxn id="12" idx="3"/>
          </p:cNvCxnSpPr>
          <p:nvPr/>
        </p:nvCxnSpPr>
        <p:spPr>
          <a:xfrm>
            <a:off x="4307079" y="4199640"/>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0F6A477-1331-47C2-BCAB-1B4018629423}"/>
              </a:ext>
            </a:extLst>
          </p:cNvPr>
          <p:cNvCxnSpPr>
            <a:stCxn id="15" idx="1"/>
            <a:endCxn id="15" idx="3"/>
          </p:cNvCxnSpPr>
          <p:nvPr/>
        </p:nvCxnSpPr>
        <p:spPr>
          <a:xfrm>
            <a:off x="6489033" y="4199640"/>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3342882-E5A8-4C3A-A92A-424D02DB2241}"/>
              </a:ext>
            </a:extLst>
          </p:cNvPr>
          <p:cNvCxnSpPr>
            <a:stCxn id="10" idx="1"/>
            <a:endCxn id="10" idx="3"/>
          </p:cNvCxnSpPr>
          <p:nvPr/>
        </p:nvCxnSpPr>
        <p:spPr>
          <a:xfrm>
            <a:off x="2136136" y="5312128"/>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8B38E4D-BDE7-43AC-B9FA-7E520E1FF0DA}"/>
              </a:ext>
            </a:extLst>
          </p:cNvPr>
          <p:cNvCxnSpPr>
            <a:stCxn id="13" idx="1"/>
            <a:endCxn id="13" idx="3"/>
          </p:cNvCxnSpPr>
          <p:nvPr/>
        </p:nvCxnSpPr>
        <p:spPr>
          <a:xfrm>
            <a:off x="4343816" y="5312128"/>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4CCE084-BD18-4276-9972-AF396EAE217A}"/>
              </a:ext>
            </a:extLst>
          </p:cNvPr>
          <p:cNvCxnSpPr>
            <a:stCxn id="16" idx="1"/>
            <a:endCxn id="16" idx="3"/>
          </p:cNvCxnSpPr>
          <p:nvPr/>
        </p:nvCxnSpPr>
        <p:spPr>
          <a:xfrm>
            <a:off x="6455034" y="5423555"/>
            <a:ext cx="13197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1590CF8-E7EE-4123-87C4-21585EBD306D}"/>
              </a:ext>
            </a:extLst>
          </p:cNvPr>
          <p:cNvCxnSpPr/>
          <p:nvPr/>
        </p:nvCxnSpPr>
        <p:spPr>
          <a:xfrm>
            <a:off x="2507530" y="2642212"/>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D63E34-9AC6-422B-8290-DA1D57B893D7}"/>
              </a:ext>
            </a:extLst>
          </p:cNvPr>
          <p:cNvCxnSpPr/>
          <p:nvPr/>
        </p:nvCxnSpPr>
        <p:spPr>
          <a:xfrm>
            <a:off x="2507530" y="3896978"/>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8BEAD87-0145-4FD7-8CC5-5A464E700F5D}"/>
              </a:ext>
            </a:extLst>
          </p:cNvPr>
          <p:cNvCxnSpPr/>
          <p:nvPr/>
        </p:nvCxnSpPr>
        <p:spPr>
          <a:xfrm>
            <a:off x="2507530" y="5001043"/>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7AF8E16-1182-47A3-8B75-7AD6205EF508}"/>
              </a:ext>
            </a:extLst>
          </p:cNvPr>
          <p:cNvCxnSpPr/>
          <p:nvPr/>
        </p:nvCxnSpPr>
        <p:spPr>
          <a:xfrm>
            <a:off x="4705546" y="2658360"/>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4EEF9C8-DCE9-4437-A7C5-B7A1A0F4772A}"/>
              </a:ext>
            </a:extLst>
          </p:cNvPr>
          <p:cNvCxnSpPr/>
          <p:nvPr/>
        </p:nvCxnSpPr>
        <p:spPr>
          <a:xfrm>
            <a:off x="4688264" y="3896978"/>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DB4A13C-E827-483D-AD31-E5E0AEC067F3}"/>
              </a:ext>
            </a:extLst>
          </p:cNvPr>
          <p:cNvCxnSpPr/>
          <p:nvPr/>
        </p:nvCxnSpPr>
        <p:spPr>
          <a:xfrm>
            <a:off x="4707117" y="4984895"/>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A31D85F-C79C-4E87-8113-FA55227A18ED}"/>
              </a:ext>
            </a:extLst>
          </p:cNvPr>
          <p:cNvCxnSpPr/>
          <p:nvPr/>
        </p:nvCxnSpPr>
        <p:spPr>
          <a:xfrm>
            <a:off x="6883138" y="2658360"/>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1CF9AFF-13F3-4631-9568-CB2FC10101D2}"/>
              </a:ext>
            </a:extLst>
          </p:cNvPr>
          <p:cNvCxnSpPr/>
          <p:nvPr/>
        </p:nvCxnSpPr>
        <p:spPr>
          <a:xfrm>
            <a:off x="6894136" y="3888555"/>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460C838-A9AD-47D7-8E09-F15D1D6EDA87}"/>
              </a:ext>
            </a:extLst>
          </p:cNvPr>
          <p:cNvCxnSpPr/>
          <p:nvPr/>
        </p:nvCxnSpPr>
        <p:spPr>
          <a:xfrm>
            <a:off x="6883138" y="5112470"/>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DACF233-A7E2-4598-830F-C33AA66F6DAE}"/>
              </a:ext>
            </a:extLst>
          </p:cNvPr>
          <p:cNvCxnSpPr/>
          <p:nvPr/>
        </p:nvCxnSpPr>
        <p:spPr>
          <a:xfrm>
            <a:off x="9051303" y="3888554"/>
            <a:ext cx="0" cy="63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3F09B41C-D1F3-4E83-BD9C-4C63BE183D14}"/>
              </a:ext>
            </a:extLst>
          </p:cNvPr>
          <p:cNvSpPr/>
          <p:nvPr/>
        </p:nvSpPr>
        <p:spPr>
          <a:xfrm>
            <a:off x="293197" y="3976879"/>
            <a:ext cx="94154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START</a:t>
            </a:r>
          </a:p>
        </p:txBody>
      </p:sp>
      <p:sp>
        <p:nvSpPr>
          <p:cNvPr id="50" name="Rectangle 49">
            <a:extLst>
              <a:ext uri="{FF2B5EF4-FFF2-40B4-BE49-F238E27FC236}">
                <a16:creationId xmlns:a16="http://schemas.microsoft.com/office/drawing/2014/main" id="{3586EFE5-74BD-4902-8459-06ACD1BCF38D}"/>
              </a:ext>
            </a:extLst>
          </p:cNvPr>
          <p:cNvSpPr/>
          <p:nvPr/>
        </p:nvSpPr>
        <p:spPr>
          <a:xfrm>
            <a:off x="10904323" y="3968806"/>
            <a:ext cx="99899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FINISH</a:t>
            </a:r>
          </a:p>
        </p:txBody>
      </p:sp>
      <p:sp>
        <p:nvSpPr>
          <p:cNvPr id="51" name="Rectangle 50">
            <a:extLst>
              <a:ext uri="{FF2B5EF4-FFF2-40B4-BE49-F238E27FC236}">
                <a16:creationId xmlns:a16="http://schemas.microsoft.com/office/drawing/2014/main" id="{4261D1C5-38A8-4C7E-823B-04953178065D}"/>
              </a:ext>
            </a:extLst>
          </p:cNvPr>
          <p:cNvSpPr/>
          <p:nvPr/>
        </p:nvSpPr>
        <p:spPr>
          <a:xfrm>
            <a:off x="2199432" y="2648782"/>
            <a:ext cx="308098" cy="338554"/>
          </a:xfrm>
          <a:prstGeom prst="rect">
            <a:avLst/>
          </a:prstGeom>
          <a:noFill/>
        </p:spPr>
        <p:txBody>
          <a:bodyPr wrap="non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A</a:t>
            </a:r>
          </a:p>
        </p:txBody>
      </p:sp>
      <p:sp>
        <p:nvSpPr>
          <p:cNvPr id="52" name="Rectangle 51">
            <a:extLst>
              <a:ext uri="{FF2B5EF4-FFF2-40B4-BE49-F238E27FC236}">
                <a16:creationId xmlns:a16="http://schemas.microsoft.com/office/drawing/2014/main" id="{97012C06-7A3C-48C3-9F98-CE0976C78DDD}"/>
              </a:ext>
            </a:extLst>
          </p:cNvPr>
          <p:cNvSpPr/>
          <p:nvPr/>
        </p:nvSpPr>
        <p:spPr>
          <a:xfrm>
            <a:off x="2223993" y="3912104"/>
            <a:ext cx="287259"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B</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53" name="Rectangle 52">
            <a:extLst>
              <a:ext uri="{FF2B5EF4-FFF2-40B4-BE49-F238E27FC236}">
                <a16:creationId xmlns:a16="http://schemas.microsoft.com/office/drawing/2014/main" id="{3D91F728-CA5A-4E32-A5B7-C5C0331C1967}"/>
              </a:ext>
            </a:extLst>
          </p:cNvPr>
          <p:cNvSpPr/>
          <p:nvPr/>
        </p:nvSpPr>
        <p:spPr>
          <a:xfrm>
            <a:off x="2174172" y="4994111"/>
            <a:ext cx="308098"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C</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54" name="Rectangle 53">
            <a:extLst>
              <a:ext uri="{FF2B5EF4-FFF2-40B4-BE49-F238E27FC236}">
                <a16:creationId xmlns:a16="http://schemas.microsoft.com/office/drawing/2014/main" id="{F19F42CB-FA8E-460B-9F72-89B55E21A90E}"/>
              </a:ext>
            </a:extLst>
          </p:cNvPr>
          <p:cNvSpPr/>
          <p:nvPr/>
        </p:nvSpPr>
        <p:spPr>
          <a:xfrm>
            <a:off x="4372637" y="2662598"/>
            <a:ext cx="308098"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D</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55" name="Rectangle 54">
            <a:extLst>
              <a:ext uri="{FF2B5EF4-FFF2-40B4-BE49-F238E27FC236}">
                <a16:creationId xmlns:a16="http://schemas.microsoft.com/office/drawing/2014/main" id="{C75EE4FC-8A69-49B6-868A-8B43032576CD}"/>
              </a:ext>
            </a:extLst>
          </p:cNvPr>
          <p:cNvSpPr/>
          <p:nvPr/>
        </p:nvSpPr>
        <p:spPr>
          <a:xfrm>
            <a:off x="4342140" y="3886724"/>
            <a:ext cx="274435"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E</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56" name="Rectangle 55">
            <a:extLst>
              <a:ext uri="{FF2B5EF4-FFF2-40B4-BE49-F238E27FC236}">
                <a16:creationId xmlns:a16="http://schemas.microsoft.com/office/drawing/2014/main" id="{7425750B-6A19-4B6A-B177-9C5F604A99A2}"/>
              </a:ext>
            </a:extLst>
          </p:cNvPr>
          <p:cNvSpPr/>
          <p:nvPr/>
        </p:nvSpPr>
        <p:spPr>
          <a:xfrm>
            <a:off x="4373091" y="5026680"/>
            <a:ext cx="274435"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F</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57" name="Rectangle 56">
            <a:extLst>
              <a:ext uri="{FF2B5EF4-FFF2-40B4-BE49-F238E27FC236}">
                <a16:creationId xmlns:a16="http://schemas.microsoft.com/office/drawing/2014/main" id="{1BD6D124-8177-4E04-AE35-755A08C4532D}"/>
              </a:ext>
            </a:extLst>
          </p:cNvPr>
          <p:cNvSpPr/>
          <p:nvPr/>
        </p:nvSpPr>
        <p:spPr>
          <a:xfrm>
            <a:off x="6514962" y="2693275"/>
            <a:ext cx="343364"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G</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58" name="Rectangle 57">
            <a:extLst>
              <a:ext uri="{FF2B5EF4-FFF2-40B4-BE49-F238E27FC236}">
                <a16:creationId xmlns:a16="http://schemas.microsoft.com/office/drawing/2014/main" id="{DAFD2628-4681-4664-8D78-A166F08D80D9}"/>
              </a:ext>
            </a:extLst>
          </p:cNvPr>
          <p:cNvSpPr/>
          <p:nvPr/>
        </p:nvSpPr>
        <p:spPr>
          <a:xfrm>
            <a:off x="6529043" y="3905053"/>
            <a:ext cx="308098"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H</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59" name="Rectangle 58">
            <a:extLst>
              <a:ext uri="{FF2B5EF4-FFF2-40B4-BE49-F238E27FC236}">
                <a16:creationId xmlns:a16="http://schemas.microsoft.com/office/drawing/2014/main" id="{8508914C-23FB-495C-926F-B8FA3DA8394D}"/>
              </a:ext>
            </a:extLst>
          </p:cNvPr>
          <p:cNvSpPr/>
          <p:nvPr/>
        </p:nvSpPr>
        <p:spPr>
          <a:xfrm>
            <a:off x="6568316" y="5113635"/>
            <a:ext cx="229551"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I</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60" name="Rectangle 59">
            <a:extLst>
              <a:ext uri="{FF2B5EF4-FFF2-40B4-BE49-F238E27FC236}">
                <a16:creationId xmlns:a16="http://schemas.microsoft.com/office/drawing/2014/main" id="{1CE7042E-BD25-47FF-BB0A-5120D922A453}"/>
              </a:ext>
            </a:extLst>
          </p:cNvPr>
          <p:cNvSpPr/>
          <p:nvPr/>
        </p:nvSpPr>
        <p:spPr>
          <a:xfrm>
            <a:off x="8731093" y="3912104"/>
            <a:ext cx="263214"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J</a:t>
            </a:r>
            <a:endParaRPr lang="en-US" sz="1600" b="0" cap="none" spc="0" dirty="0">
              <a:ln w="0"/>
              <a:solidFill>
                <a:schemeClr val="tx1"/>
              </a:solidFill>
              <a:effectLst>
                <a:outerShdw blurRad="38100" dist="19050" dir="2700000" algn="tl" rotWithShape="0">
                  <a:schemeClr val="dk1">
                    <a:alpha val="40000"/>
                  </a:schemeClr>
                </a:outerShdw>
              </a:effectLst>
            </a:endParaRPr>
          </a:p>
        </p:txBody>
      </p:sp>
      <p:cxnSp>
        <p:nvCxnSpPr>
          <p:cNvPr id="62" name="Straight Arrow Connector 61">
            <a:extLst>
              <a:ext uri="{FF2B5EF4-FFF2-40B4-BE49-F238E27FC236}">
                <a16:creationId xmlns:a16="http://schemas.microsoft.com/office/drawing/2014/main" id="{E55C79A7-4E41-4125-AE16-F3114EEB3FCC}"/>
              </a:ext>
            </a:extLst>
          </p:cNvPr>
          <p:cNvCxnSpPr>
            <a:stCxn id="6" idx="3"/>
          </p:cNvCxnSpPr>
          <p:nvPr/>
        </p:nvCxnSpPr>
        <p:spPr>
          <a:xfrm flipV="1">
            <a:off x="1465848" y="2953297"/>
            <a:ext cx="708324" cy="12678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573B815-2387-4026-B5FA-17454B769554}"/>
              </a:ext>
            </a:extLst>
          </p:cNvPr>
          <p:cNvCxnSpPr>
            <a:stCxn id="6" idx="3"/>
            <a:endCxn id="9" idx="1"/>
          </p:cNvCxnSpPr>
          <p:nvPr/>
        </p:nvCxnSpPr>
        <p:spPr>
          <a:xfrm flipV="1">
            <a:off x="1465848" y="4216707"/>
            <a:ext cx="708325" cy="4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6118700-D61C-47F4-AC39-CF3DAED1BC0B}"/>
              </a:ext>
            </a:extLst>
          </p:cNvPr>
          <p:cNvCxnSpPr>
            <a:stCxn id="6" idx="3"/>
          </p:cNvCxnSpPr>
          <p:nvPr/>
        </p:nvCxnSpPr>
        <p:spPr>
          <a:xfrm>
            <a:off x="1465848" y="4221136"/>
            <a:ext cx="670288" cy="11115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08542D9-48E1-4A38-9C31-5866A9A0AF29}"/>
              </a:ext>
            </a:extLst>
          </p:cNvPr>
          <p:cNvCxnSpPr>
            <a:stCxn id="8" idx="3"/>
            <a:endCxn id="11" idx="1"/>
          </p:cNvCxnSpPr>
          <p:nvPr/>
        </p:nvCxnSpPr>
        <p:spPr>
          <a:xfrm>
            <a:off x="3493925" y="2953297"/>
            <a:ext cx="813154" cy="161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1A06BF2-B970-40A9-A62A-DE351BA6B700}"/>
              </a:ext>
            </a:extLst>
          </p:cNvPr>
          <p:cNvCxnSpPr>
            <a:stCxn id="8" idx="3"/>
            <a:endCxn id="12" idx="1"/>
          </p:cNvCxnSpPr>
          <p:nvPr/>
        </p:nvCxnSpPr>
        <p:spPr>
          <a:xfrm>
            <a:off x="3493925" y="2953297"/>
            <a:ext cx="813154" cy="1246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BCAC576-29A6-433F-AA84-DB2DBF4C4027}"/>
              </a:ext>
            </a:extLst>
          </p:cNvPr>
          <p:cNvCxnSpPr>
            <a:stCxn id="9" idx="3"/>
            <a:endCxn id="12" idx="1"/>
          </p:cNvCxnSpPr>
          <p:nvPr/>
        </p:nvCxnSpPr>
        <p:spPr>
          <a:xfrm flipV="1">
            <a:off x="3493926" y="4199640"/>
            <a:ext cx="813153" cy="170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45BBFCC-5728-4343-97B0-7DDD1EE55569}"/>
              </a:ext>
            </a:extLst>
          </p:cNvPr>
          <p:cNvCxnSpPr>
            <a:stCxn id="10" idx="3"/>
            <a:endCxn id="13" idx="1"/>
          </p:cNvCxnSpPr>
          <p:nvPr/>
        </p:nvCxnSpPr>
        <p:spPr>
          <a:xfrm>
            <a:off x="3455889" y="5312128"/>
            <a:ext cx="88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0230F065-7F6D-4DB5-BC24-D7924A272C5E}"/>
              </a:ext>
            </a:extLst>
          </p:cNvPr>
          <p:cNvCxnSpPr>
            <a:stCxn id="11" idx="3"/>
          </p:cNvCxnSpPr>
          <p:nvPr/>
        </p:nvCxnSpPr>
        <p:spPr>
          <a:xfrm flipV="1">
            <a:off x="5626832" y="2953297"/>
            <a:ext cx="828202" cy="161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815C8E7E-79BD-4578-B1AE-36D6B42BEC3F}"/>
              </a:ext>
            </a:extLst>
          </p:cNvPr>
          <p:cNvCxnSpPr>
            <a:stCxn id="12" idx="3"/>
            <a:endCxn id="15" idx="1"/>
          </p:cNvCxnSpPr>
          <p:nvPr/>
        </p:nvCxnSpPr>
        <p:spPr>
          <a:xfrm>
            <a:off x="5626832" y="4199640"/>
            <a:ext cx="8622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9A7CD40-AD91-4045-A3DD-8C1F60B2C2F1}"/>
              </a:ext>
            </a:extLst>
          </p:cNvPr>
          <p:cNvCxnSpPr>
            <a:stCxn id="13" idx="3"/>
          </p:cNvCxnSpPr>
          <p:nvPr/>
        </p:nvCxnSpPr>
        <p:spPr>
          <a:xfrm>
            <a:off x="5663569" y="5312128"/>
            <a:ext cx="79146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84835F95-9D96-41B7-A0E7-62C89B8DAD0D}"/>
              </a:ext>
            </a:extLst>
          </p:cNvPr>
          <p:cNvCxnSpPr>
            <a:stCxn id="16" idx="3"/>
            <a:endCxn id="17" idx="1"/>
          </p:cNvCxnSpPr>
          <p:nvPr/>
        </p:nvCxnSpPr>
        <p:spPr>
          <a:xfrm flipV="1">
            <a:off x="7774787" y="4216138"/>
            <a:ext cx="896200" cy="12074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A24267D-8308-4E40-9777-A9A605196735}"/>
              </a:ext>
            </a:extLst>
          </p:cNvPr>
          <p:cNvCxnSpPr>
            <a:stCxn id="14" idx="3"/>
          </p:cNvCxnSpPr>
          <p:nvPr/>
        </p:nvCxnSpPr>
        <p:spPr>
          <a:xfrm>
            <a:off x="7808786" y="2975725"/>
            <a:ext cx="769606" cy="11437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D1E5EBBB-4065-4C09-BF50-0958B0A7B07B}"/>
              </a:ext>
            </a:extLst>
          </p:cNvPr>
          <p:cNvCxnSpPr>
            <a:stCxn id="15" idx="3"/>
          </p:cNvCxnSpPr>
          <p:nvPr/>
        </p:nvCxnSpPr>
        <p:spPr>
          <a:xfrm>
            <a:off x="7808786" y="4199640"/>
            <a:ext cx="7413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2EBC33AF-AC80-4DDC-928F-741E6334C750}"/>
              </a:ext>
            </a:extLst>
          </p:cNvPr>
          <p:cNvCxnSpPr>
            <a:stCxn id="17" idx="3"/>
            <a:endCxn id="7" idx="1"/>
          </p:cNvCxnSpPr>
          <p:nvPr/>
        </p:nvCxnSpPr>
        <p:spPr>
          <a:xfrm flipV="1">
            <a:off x="9990740" y="4199641"/>
            <a:ext cx="764106" cy="164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EA5DEB5A-9F9D-464E-BC46-11A853002B5E}"/>
              </a:ext>
            </a:extLst>
          </p:cNvPr>
          <p:cNvSpPr/>
          <p:nvPr/>
        </p:nvSpPr>
        <p:spPr>
          <a:xfrm>
            <a:off x="2194015" y="2941889"/>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4</a:t>
            </a:r>
          </a:p>
        </p:txBody>
      </p:sp>
      <p:sp>
        <p:nvSpPr>
          <p:cNvPr id="90" name="Rectangle 89">
            <a:extLst>
              <a:ext uri="{FF2B5EF4-FFF2-40B4-BE49-F238E27FC236}">
                <a16:creationId xmlns:a16="http://schemas.microsoft.com/office/drawing/2014/main" id="{28FCB70C-265D-4844-A6CA-34DD9109925D}"/>
              </a:ext>
            </a:extLst>
          </p:cNvPr>
          <p:cNvSpPr/>
          <p:nvPr/>
        </p:nvSpPr>
        <p:spPr>
          <a:xfrm>
            <a:off x="2220411" y="4194452"/>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3</a:t>
            </a:r>
          </a:p>
        </p:txBody>
      </p:sp>
      <p:sp>
        <p:nvSpPr>
          <p:cNvPr id="91" name="Rectangle 90">
            <a:extLst>
              <a:ext uri="{FF2B5EF4-FFF2-40B4-BE49-F238E27FC236}">
                <a16:creationId xmlns:a16="http://schemas.microsoft.com/office/drawing/2014/main" id="{156D87E1-6E95-473A-A0A1-B0C2BA7806D5}"/>
              </a:ext>
            </a:extLst>
          </p:cNvPr>
          <p:cNvSpPr/>
          <p:nvPr/>
        </p:nvSpPr>
        <p:spPr>
          <a:xfrm>
            <a:off x="2174997" y="5300741"/>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2</a:t>
            </a:r>
          </a:p>
        </p:txBody>
      </p:sp>
      <p:sp>
        <p:nvSpPr>
          <p:cNvPr id="92" name="Rectangle 91">
            <a:extLst>
              <a:ext uri="{FF2B5EF4-FFF2-40B4-BE49-F238E27FC236}">
                <a16:creationId xmlns:a16="http://schemas.microsoft.com/office/drawing/2014/main" id="{57F2C5CC-7D26-4404-804F-CBB5D945DC7F}"/>
              </a:ext>
            </a:extLst>
          </p:cNvPr>
          <p:cNvSpPr/>
          <p:nvPr/>
        </p:nvSpPr>
        <p:spPr>
          <a:xfrm>
            <a:off x="2493103" y="2648782"/>
            <a:ext cx="298480" cy="338554"/>
          </a:xfrm>
          <a:prstGeom prst="rect">
            <a:avLst/>
          </a:prstGeom>
          <a:noFill/>
        </p:spPr>
        <p:txBody>
          <a:bodyPr wrap="none" lIns="91440" tIns="45720" rIns="91440" bIns="45720">
            <a:spAutoFit/>
          </a:bodyPr>
          <a:lstStyle/>
          <a:p>
            <a:pPr algn="ctr"/>
            <a:r>
              <a:rPr lang="en-US" sz="1600" b="1" dirty="0">
                <a:ln w="0"/>
                <a:solidFill>
                  <a:srgbClr val="0070C0"/>
                </a:solidFill>
                <a:effectLst>
                  <a:outerShdw blurRad="38100" dist="19050" dir="2700000" algn="tl" rotWithShape="0">
                    <a:schemeClr val="dk1">
                      <a:alpha val="40000"/>
                    </a:schemeClr>
                  </a:outerShdw>
                </a:effectLst>
              </a:rPr>
              <a:t>0</a:t>
            </a:r>
            <a:endParaRPr lang="en-US" sz="1600" b="1" cap="none" spc="0" dirty="0">
              <a:ln w="0"/>
              <a:solidFill>
                <a:srgbClr val="0070C0"/>
              </a:solidFill>
              <a:effectLst>
                <a:outerShdw blurRad="38100" dist="19050" dir="2700000" algn="tl" rotWithShape="0">
                  <a:schemeClr val="dk1">
                    <a:alpha val="40000"/>
                  </a:schemeClr>
                </a:outerShdw>
              </a:effectLst>
            </a:endParaRPr>
          </a:p>
        </p:txBody>
      </p:sp>
      <p:sp>
        <p:nvSpPr>
          <p:cNvPr id="93" name="Rectangle 92">
            <a:extLst>
              <a:ext uri="{FF2B5EF4-FFF2-40B4-BE49-F238E27FC236}">
                <a16:creationId xmlns:a16="http://schemas.microsoft.com/office/drawing/2014/main" id="{61F92672-BCF2-4DB6-9B32-B9E762105AF8}"/>
              </a:ext>
            </a:extLst>
          </p:cNvPr>
          <p:cNvSpPr/>
          <p:nvPr/>
        </p:nvSpPr>
        <p:spPr>
          <a:xfrm>
            <a:off x="2511740" y="3933577"/>
            <a:ext cx="298480" cy="338554"/>
          </a:xfrm>
          <a:prstGeom prst="rect">
            <a:avLst/>
          </a:prstGeom>
          <a:noFill/>
        </p:spPr>
        <p:txBody>
          <a:bodyPr wrap="none" lIns="91440" tIns="45720" rIns="91440" bIns="45720">
            <a:spAutoFit/>
          </a:bodyPr>
          <a:lstStyle/>
          <a:p>
            <a:pPr algn="ctr"/>
            <a:r>
              <a:rPr lang="en-US" sz="1600" b="1" dirty="0">
                <a:ln w="0"/>
                <a:solidFill>
                  <a:srgbClr val="0070C0"/>
                </a:solidFill>
                <a:effectLst>
                  <a:outerShdw blurRad="38100" dist="19050" dir="2700000" algn="tl" rotWithShape="0">
                    <a:schemeClr val="dk1">
                      <a:alpha val="40000"/>
                    </a:schemeClr>
                  </a:outerShdw>
                </a:effectLst>
              </a:rPr>
              <a:t>0</a:t>
            </a:r>
            <a:endParaRPr lang="en-US" sz="1600" b="1" cap="none" spc="0" dirty="0">
              <a:ln w="0"/>
              <a:solidFill>
                <a:srgbClr val="0070C0"/>
              </a:solidFill>
              <a:effectLst>
                <a:outerShdw blurRad="38100" dist="19050" dir="2700000" algn="tl" rotWithShape="0">
                  <a:schemeClr val="dk1">
                    <a:alpha val="40000"/>
                  </a:schemeClr>
                </a:outerShdw>
              </a:effectLst>
            </a:endParaRPr>
          </a:p>
        </p:txBody>
      </p:sp>
      <p:sp>
        <p:nvSpPr>
          <p:cNvPr id="94" name="Rectangle 93">
            <a:extLst>
              <a:ext uri="{FF2B5EF4-FFF2-40B4-BE49-F238E27FC236}">
                <a16:creationId xmlns:a16="http://schemas.microsoft.com/office/drawing/2014/main" id="{51B69623-D261-40AA-B423-BCA9372F352A}"/>
              </a:ext>
            </a:extLst>
          </p:cNvPr>
          <p:cNvSpPr/>
          <p:nvPr/>
        </p:nvSpPr>
        <p:spPr>
          <a:xfrm>
            <a:off x="2510511" y="5004630"/>
            <a:ext cx="298480" cy="338554"/>
          </a:xfrm>
          <a:prstGeom prst="rect">
            <a:avLst/>
          </a:prstGeom>
          <a:noFill/>
        </p:spPr>
        <p:txBody>
          <a:bodyPr wrap="none" lIns="91440" tIns="45720" rIns="91440" bIns="45720">
            <a:spAutoFit/>
          </a:bodyPr>
          <a:lstStyle/>
          <a:p>
            <a:pPr algn="ctr"/>
            <a:r>
              <a:rPr lang="en-US" sz="1600" b="1" dirty="0">
                <a:ln w="0"/>
                <a:solidFill>
                  <a:srgbClr val="0070C0"/>
                </a:solidFill>
                <a:effectLst>
                  <a:outerShdw blurRad="38100" dist="19050" dir="2700000" algn="tl" rotWithShape="0">
                    <a:schemeClr val="dk1">
                      <a:alpha val="40000"/>
                    </a:schemeClr>
                  </a:outerShdw>
                </a:effectLst>
              </a:rPr>
              <a:t>0</a:t>
            </a:r>
            <a:endParaRPr lang="en-US" sz="1600" b="1" cap="none" spc="0" dirty="0">
              <a:ln w="0"/>
              <a:solidFill>
                <a:srgbClr val="0070C0"/>
              </a:solidFill>
              <a:effectLst>
                <a:outerShdw blurRad="38100" dist="19050" dir="2700000" algn="tl" rotWithShape="0">
                  <a:schemeClr val="dk1">
                    <a:alpha val="40000"/>
                  </a:schemeClr>
                </a:outerShdw>
              </a:effectLst>
            </a:endParaRPr>
          </a:p>
        </p:txBody>
      </p:sp>
      <p:sp>
        <p:nvSpPr>
          <p:cNvPr id="95" name="Rectangle 94">
            <a:extLst>
              <a:ext uri="{FF2B5EF4-FFF2-40B4-BE49-F238E27FC236}">
                <a16:creationId xmlns:a16="http://schemas.microsoft.com/office/drawing/2014/main" id="{286CE27F-D057-46B3-8658-7E76801D1A8E}"/>
              </a:ext>
            </a:extLst>
          </p:cNvPr>
          <p:cNvSpPr/>
          <p:nvPr/>
        </p:nvSpPr>
        <p:spPr>
          <a:xfrm>
            <a:off x="3106353" y="2630890"/>
            <a:ext cx="293671"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4</a:t>
            </a:r>
          </a:p>
        </p:txBody>
      </p:sp>
      <p:sp>
        <p:nvSpPr>
          <p:cNvPr id="96" name="Rectangle 95">
            <a:extLst>
              <a:ext uri="{FF2B5EF4-FFF2-40B4-BE49-F238E27FC236}">
                <a16:creationId xmlns:a16="http://schemas.microsoft.com/office/drawing/2014/main" id="{C4D83FF3-24A6-483C-A831-AAFE16BF80B0}"/>
              </a:ext>
            </a:extLst>
          </p:cNvPr>
          <p:cNvSpPr/>
          <p:nvPr/>
        </p:nvSpPr>
        <p:spPr>
          <a:xfrm>
            <a:off x="3134696" y="3901857"/>
            <a:ext cx="293671"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3</a:t>
            </a:r>
          </a:p>
        </p:txBody>
      </p:sp>
      <p:sp>
        <p:nvSpPr>
          <p:cNvPr id="97" name="Rectangle 96">
            <a:extLst>
              <a:ext uri="{FF2B5EF4-FFF2-40B4-BE49-F238E27FC236}">
                <a16:creationId xmlns:a16="http://schemas.microsoft.com/office/drawing/2014/main" id="{97120E1A-3CCC-4FE3-85A5-882563692348}"/>
              </a:ext>
            </a:extLst>
          </p:cNvPr>
          <p:cNvSpPr/>
          <p:nvPr/>
        </p:nvSpPr>
        <p:spPr>
          <a:xfrm>
            <a:off x="3095960" y="4984895"/>
            <a:ext cx="293671"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2</a:t>
            </a:r>
          </a:p>
        </p:txBody>
      </p:sp>
      <p:sp>
        <p:nvSpPr>
          <p:cNvPr id="98" name="Rectangle 97">
            <a:extLst>
              <a:ext uri="{FF2B5EF4-FFF2-40B4-BE49-F238E27FC236}">
                <a16:creationId xmlns:a16="http://schemas.microsoft.com/office/drawing/2014/main" id="{9EFC7D38-28B4-494A-9F71-21C9EDCFC370}"/>
              </a:ext>
            </a:extLst>
          </p:cNvPr>
          <p:cNvSpPr/>
          <p:nvPr/>
        </p:nvSpPr>
        <p:spPr>
          <a:xfrm>
            <a:off x="4680735" y="2667971"/>
            <a:ext cx="293671" cy="338554"/>
          </a:xfrm>
          <a:prstGeom prst="rect">
            <a:avLst/>
          </a:prstGeom>
          <a:noFill/>
        </p:spPr>
        <p:txBody>
          <a:bodyPr wrap="none" lIns="91440" tIns="45720" rIns="91440" bIns="45720">
            <a:spAutoFit/>
          </a:bodyPr>
          <a:lstStyle/>
          <a:p>
            <a:pPr algn="ctr"/>
            <a:r>
              <a:rPr lang="en-US" sz="1600" b="1" cap="none" spc="0" dirty="0">
                <a:ln w="0"/>
                <a:solidFill>
                  <a:srgbClr val="0070C0"/>
                </a:solidFill>
                <a:effectLst>
                  <a:outerShdw blurRad="38100" dist="19050" dir="2700000" algn="tl" rotWithShape="0">
                    <a:schemeClr val="dk1">
                      <a:alpha val="40000"/>
                    </a:schemeClr>
                  </a:outerShdw>
                </a:effectLst>
              </a:rPr>
              <a:t>4</a:t>
            </a:r>
          </a:p>
        </p:txBody>
      </p:sp>
      <p:sp>
        <p:nvSpPr>
          <p:cNvPr id="99" name="Rectangle 98">
            <a:extLst>
              <a:ext uri="{FF2B5EF4-FFF2-40B4-BE49-F238E27FC236}">
                <a16:creationId xmlns:a16="http://schemas.microsoft.com/office/drawing/2014/main" id="{B359E157-535B-47A5-A74C-1B8BCA63221C}"/>
              </a:ext>
            </a:extLst>
          </p:cNvPr>
          <p:cNvSpPr/>
          <p:nvPr/>
        </p:nvSpPr>
        <p:spPr>
          <a:xfrm>
            <a:off x="4680734" y="3901857"/>
            <a:ext cx="293671" cy="338554"/>
          </a:xfrm>
          <a:prstGeom prst="rect">
            <a:avLst/>
          </a:prstGeom>
          <a:noFill/>
        </p:spPr>
        <p:txBody>
          <a:bodyPr wrap="none" lIns="91440" tIns="45720" rIns="91440" bIns="45720">
            <a:spAutoFit/>
          </a:bodyPr>
          <a:lstStyle/>
          <a:p>
            <a:pPr algn="ctr"/>
            <a:r>
              <a:rPr lang="en-US" sz="1600" b="1" cap="none" spc="0" dirty="0">
                <a:ln w="0"/>
                <a:solidFill>
                  <a:srgbClr val="0070C0"/>
                </a:solidFill>
                <a:effectLst>
                  <a:outerShdw blurRad="38100" dist="19050" dir="2700000" algn="tl" rotWithShape="0">
                    <a:schemeClr val="dk1">
                      <a:alpha val="40000"/>
                    </a:schemeClr>
                  </a:outerShdw>
                </a:effectLst>
              </a:rPr>
              <a:t>4</a:t>
            </a:r>
          </a:p>
        </p:txBody>
      </p:sp>
      <p:sp>
        <p:nvSpPr>
          <p:cNvPr id="100" name="Rectangle 99">
            <a:extLst>
              <a:ext uri="{FF2B5EF4-FFF2-40B4-BE49-F238E27FC236}">
                <a16:creationId xmlns:a16="http://schemas.microsoft.com/office/drawing/2014/main" id="{8124C04D-2A70-4C43-A0F8-2BE56E6E9814}"/>
              </a:ext>
            </a:extLst>
          </p:cNvPr>
          <p:cNvSpPr/>
          <p:nvPr/>
        </p:nvSpPr>
        <p:spPr>
          <a:xfrm>
            <a:off x="4688264" y="5015552"/>
            <a:ext cx="293671" cy="338554"/>
          </a:xfrm>
          <a:prstGeom prst="rect">
            <a:avLst/>
          </a:prstGeom>
          <a:noFill/>
        </p:spPr>
        <p:txBody>
          <a:bodyPr wrap="none" lIns="91440" tIns="45720" rIns="91440" bIns="45720">
            <a:spAutoFit/>
          </a:bodyPr>
          <a:lstStyle/>
          <a:p>
            <a:pPr algn="ctr"/>
            <a:r>
              <a:rPr lang="en-US" sz="1600" b="1" cap="none" spc="0" dirty="0">
                <a:ln w="0"/>
                <a:solidFill>
                  <a:srgbClr val="0070C0"/>
                </a:solidFill>
                <a:effectLst>
                  <a:outerShdw blurRad="38100" dist="19050" dir="2700000" algn="tl" rotWithShape="0">
                    <a:schemeClr val="dk1">
                      <a:alpha val="40000"/>
                    </a:schemeClr>
                  </a:outerShdw>
                </a:effectLst>
              </a:rPr>
              <a:t>2</a:t>
            </a:r>
          </a:p>
        </p:txBody>
      </p:sp>
      <p:sp>
        <p:nvSpPr>
          <p:cNvPr id="101" name="Rectangle 100">
            <a:extLst>
              <a:ext uri="{FF2B5EF4-FFF2-40B4-BE49-F238E27FC236}">
                <a16:creationId xmlns:a16="http://schemas.microsoft.com/office/drawing/2014/main" id="{5ED802FB-3F99-4C0A-A1CA-C75BF3349838}"/>
              </a:ext>
            </a:extLst>
          </p:cNvPr>
          <p:cNvSpPr/>
          <p:nvPr/>
        </p:nvSpPr>
        <p:spPr>
          <a:xfrm>
            <a:off x="4387064" y="2968877"/>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5</a:t>
            </a:r>
          </a:p>
        </p:txBody>
      </p:sp>
      <p:sp>
        <p:nvSpPr>
          <p:cNvPr id="102" name="Rectangle 101">
            <a:extLst>
              <a:ext uri="{FF2B5EF4-FFF2-40B4-BE49-F238E27FC236}">
                <a16:creationId xmlns:a16="http://schemas.microsoft.com/office/drawing/2014/main" id="{21CFCB7C-834E-4329-B96F-1C064C892D76}"/>
              </a:ext>
            </a:extLst>
          </p:cNvPr>
          <p:cNvSpPr/>
          <p:nvPr/>
        </p:nvSpPr>
        <p:spPr>
          <a:xfrm>
            <a:off x="4340765" y="4176234"/>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6</a:t>
            </a:r>
          </a:p>
        </p:txBody>
      </p:sp>
      <p:sp>
        <p:nvSpPr>
          <p:cNvPr id="103" name="Rectangle 102">
            <a:extLst>
              <a:ext uri="{FF2B5EF4-FFF2-40B4-BE49-F238E27FC236}">
                <a16:creationId xmlns:a16="http://schemas.microsoft.com/office/drawing/2014/main" id="{4DA37243-385D-4AE9-A483-2F90B3C036AC}"/>
              </a:ext>
            </a:extLst>
          </p:cNvPr>
          <p:cNvSpPr/>
          <p:nvPr/>
        </p:nvSpPr>
        <p:spPr>
          <a:xfrm>
            <a:off x="4397068" y="5328127"/>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3</a:t>
            </a:r>
          </a:p>
        </p:txBody>
      </p:sp>
      <p:sp>
        <p:nvSpPr>
          <p:cNvPr id="104" name="Rectangle 103">
            <a:extLst>
              <a:ext uri="{FF2B5EF4-FFF2-40B4-BE49-F238E27FC236}">
                <a16:creationId xmlns:a16="http://schemas.microsoft.com/office/drawing/2014/main" id="{D7312CEF-6301-410C-A53A-A9A67437CE50}"/>
              </a:ext>
            </a:extLst>
          </p:cNvPr>
          <p:cNvSpPr/>
          <p:nvPr/>
        </p:nvSpPr>
        <p:spPr>
          <a:xfrm>
            <a:off x="5268077" y="2658359"/>
            <a:ext cx="293671"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9</a:t>
            </a:r>
          </a:p>
        </p:txBody>
      </p:sp>
      <p:sp>
        <p:nvSpPr>
          <p:cNvPr id="105" name="Rectangle 104">
            <a:extLst>
              <a:ext uri="{FF2B5EF4-FFF2-40B4-BE49-F238E27FC236}">
                <a16:creationId xmlns:a16="http://schemas.microsoft.com/office/drawing/2014/main" id="{A039B552-6E90-47D5-869A-8026BD6E1AC6}"/>
              </a:ext>
            </a:extLst>
          </p:cNvPr>
          <p:cNvSpPr/>
          <p:nvPr/>
        </p:nvSpPr>
        <p:spPr>
          <a:xfrm>
            <a:off x="5163719" y="3894214"/>
            <a:ext cx="402675"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10</a:t>
            </a:r>
          </a:p>
        </p:txBody>
      </p:sp>
      <p:sp>
        <p:nvSpPr>
          <p:cNvPr id="106" name="Rectangle 105">
            <a:extLst>
              <a:ext uri="{FF2B5EF4-FFF2-40B4-BE49-F238E27FC236}">
                <a16:creationId xmlns:a16="http://schemas.microsoft.com/office/drawing/2014/main" id="{97404A5C-4B9A-4CB0-BFCC-6A9329F83EAF}"/>
              </a:ext>
            </a:extLst>
          </p:cNvPr>
          <p:cNvSpPr/>
          <p:nvPr/>
        </p:nvSpPr>
        <p:spPr>
          <a:xfrm>
            <a:off x="5285783" y="5004630"/>
            <a:ext cx="293671"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5</a:t>
            </a:r>
          </a:p>
        </p:txBody>
      </p:sp>
      <p:sp>
        <p:nvSpPr>
          <p:cNvPr id="107" name="Rectangle 106">
            <a:extLst>
              <a:ext uri="{FF2B5EF4-FFF2-40B4-BE49-F238E27FC236}">
                <a16:creationId xmlns:a16="http://schemas.microsoft.com/office/drawing/2014/main" id="{926FB7A8-CD54-4A5D-B4CD-BB1A00BD1BDF}"/>
              </a:ext>
            </a:extLst>
          </p:cNvPr>
          <p:cNvSpPr/>
          <p:nvPr/>
        </p:nvSpPr>
        <p:spPr>
          <a:xfrm>
            <a:off x="6897186" y="2693275"/>
            <a:ext cx="293671" cy="338554"/>
          </a:xfrm>
          <a:prstGeom prst="rect">
            <a:avLst/>
          </a:prstGeom>
          <a:noFill/>
        </p:spPr>
        <p:txBody>
          <a:bodyPr wrap="none" lIns="91440" tIns="45720" rIns="91440" bIns="45720">
            <a:spAutoFit/>
          </a:bodyPr>
          <a:lstStyle/>
          <a:p>
            <a:pPr algn="ctr"/>
            <a:r>
              <a:rPr lang="en-US" sz="1600" b="1" cap="none" spc="0" dirty="0">
                <a:ln w="0"/>
                <a:solidFill>
                  <a:srgbClr val="0070C0"/>
                </a:solidFill>
                <a:effectLst>
                  <a:outerShdw blurRad="38100" dist="19050" dir="2700000" algn="tl" rotWithShape="0">
                    <a:schemeClr val="dk1">
                      <a:alpha val="40000"/>
                    </a:schemeClr>
                  </a:outerShdw>
                </a:effectLst>
              </a:rPr>
              <a:t>9</a:t>
            </a:r>
          </a:p>
        </p:txBody>
      </p:sp>
      <p:sp>
        <p:nvSpPr>
          <p:cNvPr id="108" name="Rectangle 107">
            <a:extLst>
              <a:ext uri="{FF2B5EF4-FFF2-40B4-BE49-F238E27FC236}">
                <a16:creationId xmlns:a16="http://schemas.microsoft.com/office/drawing/2014/main" id="{E17B7027-0A39-4A75-BF49-E6B3AF247308}"/>
              </a:ext>
            </a:extLst>
          </p:cNvPr>
          <p:cNvSpPr/>
          <p:nvPr/>
        </p:nvSpPr>
        <p:spPr>
          <a:xfrm>
            <a:off x="6880642" y="3894214"/>
            <a:ext cx="402675" cy="338554"/>
          </a:xfrm>
          <a:prstGeom prst="rect">
            <a:avLst/>
          </a:prstGeom>
          <a:noFill/>
        </p:spPr>
        <p:txBody>
          <a:bodyPr wrap="none" lIns="91440" tIns="45720" rIns="91440" bIns="45720">
            <a:spAutoFit/>
          </a:bodyPr>
          <a:lstStyle/>
          <a:p>
            <a:pPr algn="ctr"/>
            <a:r>
              <a:rPr lang="en-US" sz="1600" b="1" cap="none" spc="0" dirty="0">
                <a:ln w="0"/>
                <a:solidFill>
                  <a:srgbClr val="0070C0"/>
                </a:solidFill>
                <a:effectLst>
                  <a:outerShdw blurRad="38100" dist="19050" dir="2700000" algn="tl" rotWithShape="0">
                    <a:schemeClr val="dk1">
                      <a:alpha val="40000"/>
                    </a:schemeClr>
                  </a:outerShdw>
                </a:effectLst>
              </a:rPr>
              <a:t>10</a:t>
            </a:r>
          </a:p>
        </p:txBody>
      </p:sp>
      <p:sp>
        <p:nvSpPr>
          <p:cNvPr id="109" name="Rectangle 108">
            <a:extLst>
              <a:ext uri="{FF2B5EF4-FFF2-40B4-BE49-F238E27FC236}">
                <a16:creationId xmlns:a16="http://schemas.microsoft.com/office/drawing/2014/main" id="{DF962166-ACCD-4810-824E-A5D1354B930C}"/>
              </a:ext>
            </a:extLst>
          </p:cNvPr>
          <p:cNvSpPr/>
          <p:nvPr/>
        </p:nvSpPr>
        <p:spPr>
          <a:xfrm>
            <a:off x="6895793" y="5100272"/>
            <a:ext cx="293671" cy="338554"/>
          </a:xfrm>
          <a:prstGeom prst="rect">
            <a:avLst/>
          </a:prstGeom>
          <a:noFill/>
        </p:spPr>
        <p:txBody>
          <a:bodyPr wrap="none" lIns="91440" tIns="45720" rIns="91440" bIns="45720">
            <a:spAutoFit/>
          </a:bodyPr>
          <a:lstStyle/>
          <a:p>
            <a:pPr algn="ctr"/>
            <a:r>
              <a:rPr lang="en-US" sz="1600" b="1" cap="none" spc="0" dirty="0">
                <a:ln w="0"/>
                <a:solidFill>
                  <a:srgbClr val="0070C0"/>
                </a:solidFill>
                <a:effectLst>
                  <a:outerShdw blurRad="38100" dist="19050" dir="2700000" algn="tl" rotWithShape="0">
                    <a:schemeClr val="dk1">
                      <a:alpha val="40000"/>
                    </a:schemeClr>
                  </a:outerShdw>
                </a:effectLst>
              </a:rPr>
              <a:t>5</a:t>
            </a:r>
          </a:p>
        </p:txBody>
      </p:sp>
      <p:sp>
        <p:nvSpPr>
          <p:cNvPr id="110" name="Rectangle 109">
            <a:extLst>
              <a:ext uri="{FF2B5EF4-FFF2-40B4-BE49-F238E27FC236}">
                <a16:creationId xmlns:a16="http://schemas.microsoft.com/office/drawing/2014/main" id="{34979FF4-04FD-4447-B68A-E9DE5B8F1E5A}"/>
              </a:ext>
            </a:extLst>
          </p:cNvPr>
          <p:cNvSpPr/>
          <p:nvPr/>
        </p:nvSpPr>
        <p:spPr>
          <a:xfrm>
            <a:off x="6539250" y="2979619"/>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4</a:t>
            </a:r>
          </a:p>
        </p:txBody>
      </p:sp>
      <p:sp>
        <p:nvSpPr>
          <p:cNvPr id="111" name="Rectangle 110">
            <a:extLst>
              <a:ext uri="{FF2B5EF4-FFF2-40B4-BE49-F238E27FC236}">
                <a16:creationId xmlns:a16="http://schemas.microsoft.com/office/drawing/2014/main" id="{FD72F77E-A5EE-4FF2-820E-42FCF64CC856}"/>
              </a:ext>
            </a:extLst>
          </p:cNvPr>
          <p:cNvSpPr/>
          <p:nvPr/>
        </p:nvSpPr>
        <p:spPr>
          <a:xfrm>
            <a:off x="6556964" y="4215555"/>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2</a:t>
            </a:r>
          </a:p>
        </p:txBody>
      </p:sp>
      <p:sp>
        <p:nvSpPr>
          <p:cNvPr id="112" name="Rectangle 111">
            <a:extLst>
              <a:ext uri="{FF2B5EF4-FFF2-40B4-BE49-F238E27FC236}">
                <a16:creationId xmlns:a16="http://schemas.microsoft.com/office/drawing/2014/main" id="{99C72291-F356-4972-A5CB-BE4A82A6AA30}"/>
              </a:ext>
            </a:extLst>
          </p:cNvPr>
          <p:cNvSpPr/>
          <p:nvPr/>
        </p:nvSpPr>
        <p:spPr>
          <a:xfrm>
            <a:off x="6546831" y="5409819"/>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3</a:t>
            </a:r>
          </a:p>
        </p:txBody>
      </p:sp>
      <p:sp>
        <p:nvSpPr>
          <p:cNvPr id="113" name="Rectangle 112">
            <a:extLst>
              <a:ext uri="{FF2B5EF4-FFF2-40B4-BE49-F238E27FC236}">
                <a16:creationId xmlns:a16="http://schemas.microsoft.com/office/drawing/2014/main" id="{03AE4177-E35A-4E3E-840B-CE18B2D975E5}"/>
              </a:ext>
            </a:extLst>
          </p:cNvPr>
          <p:cNvSpPr/>
          <p:nvPr/>
        </p:nvSpPr>
        <p:spPr>
          <a:xfrm>
            <a:off x="7341027" y="2677733"/>
            <a:ext cx="402675"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13</a:t>
            </a:r>
          </a:p>
        </p:txBody>
      </p:sp>
      <p:sp>
        <p:nvSpPr>
          <p:cNvPr id="114" name="Rectangle 113">
            <a:extLst>
              <a:ext uri="{FF2B5EF4-FFF2-40B4-BE49-F238E27FC236}">
                <a16:creationId xmlns:a16="http://schemas.microsoft.com/office/drawing/2014/main" id="{CE24027D-72E5-4EFC-8DFA-84C875ED8D49}"/>
              </a:ext>
            </a:extLst>
          </p:cNvPr>
          <p:cNvSpPr/>
          <p:nvPr/>
        </p:nvSpPr>
        <p:spPr>
          <a:xfrm>
            <a:off x="7369443" y="3894214"/>
            <a:ext cx="402675"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12</a:t>
            </a:r>
          </a:p>
        </p:txBody>
      </p:sp>
      <p:sp>
        <p:nvSpPr>
          <p:cNvPr id="115" name="Rectangle 114">
            <a:extLst>
              <a:ext uri="{FF2B5EF4-FFF2-40B4-BE49-F238E27FC236}">
                <a16:creationId xmlns:a16="http://schemas.microsoft.com/office/drawing/2014/main" id="{B2F05100-8559-4DF2-B900-4D5D4865D8D4}"/>
              </a:ext>
            </a:extLst>
          </p:cNvPr>
          <p:cNvSpPr/>
          <p:nvPr/>
        </p:nvSpPr>
        <p:spPr>
          <a:xfrm>
            <a:off x="7423944" y="5106693"/>
            <a:ext cx="293671"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8</a:t>
            </a:r>
          </a:p>
        </p:txBody>
      </p:sp>
      <p:sp>
        <p:nvSpPr>
          <p:cNvPr id="116" name="Rectangle 115">
            <a:extLst>
              <a:ext uri="{FF2B5EF4-FFF2-40B4-BE49-F238E27FC236}">
                <a16:creationId xmlns:a16="http://schemas.microsoft.com/office/drawing/2014/main" id="{42258B44-9DFE-489A-99A7-9C5A35E7EE53}"/>
              </a:ext>
            </a:extLst>
          </p:cNvPr>
          <p:cNvSpPr/>
          <p:nvPr/>
        </p:nvSpPr>
        <p:spPr>
          <a:xfrm flipH="1">
            <a:off x="8997480" y="3914284"/>
            <a:ext cx="431305" cy="338554"/>
          </a:xfrm>
          <a:prstGeom prst="rect">
            <a:avLst/>
          </a:prstGeom>
          <a:noFill/>
        </p:spPr>
        <p:txBody>
          <a:bodyPr wrap="square" lIns="91440" tIns="45720" rIns="91440" bIns="45720">
            <a:spAutoFit/>
          </a:bodyPr>
          <a:lstStyle/>
          <a:p>
            <a:pPr algn="ctr"/>
            <a:r>
              <a:rPr lang="en-US" sz="1600" b="1" cap="none" spc="0" dirty="0">
                <a:ln w="0"/>
                <a:solidFill>
                  <a:srgbClr val="0070C0"/>
                </a:solidFill>
                <a:effectLst>
                  <a:outerShdw blurRad="38100" dist="19050" dir="2700000" algn="tl" rotWithShape="0">
                    <a:schemeClr val="dk1">
                      <a:alpha val="40000"/>
                    </a:schemeClr>
                  </a:outerShdw>
                </a:effectLst>
              </a:rPr>
              <a:t>13</a:t>
            </a:r>
          </a:p>
        </p:txBody>
      </p:sp>
      <p:sp>
        <p:nvSpPr>
          <p:cNvPr id="117" name="Rectangle 116">
            <a:extLst>
              <a:ext uri="{FF2B5EF4-FFF2-40B4-BE49-F238E27FC236}">
                <a16:creationId xmlns:a16="http://schemas.microsoft.com/office/drawing/2014/main" id="{D9D6CDB3-2302-440C-A678-5F1A6EB1A340}"/>
              </a:ext>
            </a:extLst>
          </p:cNvPr>
          <p:cNvSpPr/>
          <p:nvPr/>
        </p:nvSpPr>
        <p:spPr>
          <a:xfrm>
            <a:off x="8697194" y="4205167"/>
            <a:ext cx="293671" cy="338554"/>
          </a:xfrm>
          <a:prstGeom prst="rect">
            <a:avLst/>
          </a:prstGeom>
          <a:noFill/>
        </p:spPr>
        <p:txBody>
          <a:bodyPr wrap="none" lIns="91440" tIns="45720" rIns="91440" bIns="45720">
            <a:spAutoFit/>
          </a:bodyPr>
          <a:lstStyle/>
          <a:p>
            <a:pPr algn="ctr"/>
            <a:r>
              <a:rPr lang="en-US" sz="1600" b="1" cap="none" spc="0" dirty="0">
                <a:ln w="0"/>
                <a:solidFill>
                  <a:srgbClr val="FFC000"/>
                </a:solidFill>
                <a:effectLst>
                  <a:outerShdw blurRad="38100" dist="19050" dir="2700000" algn="tl" rotWithShape="0">
                    <a:schemeClr val="dk1">
                      <a:alpha val="40000"/>
                    </a:schemeClr>
                  </a:outerShdw>
                </a:effectLst>
              </a:rPr>
              <a:t>5</a:t>
            </a:r>
          </a:p>
        </p:txBody>
      </p:sp>
      <p:sp>
        <p:nvSpPr>
          <p:cNvPr id="118" name="Rectangle 117">
            <a:extLst>
              <a:ext uri="{FF2B5EF4-FFF2-40B4-BE49-F238E27FC236}">
                <a16:creationId xmlns:a16="http://schemas.microsoft.com/office/drawing/2014/main" id="{9EA1E1EC-6991-4885-BC50-86DF4972500A}"/>
              </a:ext>
            </a:extLst>
          </p:cNvPr>
          <p:cNvSpPr/>
          <p:nvPr/>
        </p:nvSpPr>
        <p:spPr>
          <a:xfrm>
            <a:off x="9566947" y="3894214"/>
            <a:ext cx="402675" cy="338554"/>
          </a:xfrm>
          <a:prstGeom prst="rect">
            <a:avLst/>
          </a:prstGeom>
          <a:noFill/>
        </p:spPr>
        <p:txBody>
          <a:bodyPr wrap="non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18</a:t>
            </a:r>
          </a:p>
        </p:txBody>
      </p:sp>
      <p:sp>
        <p:nvSpPr>
          <p:cNvPr id="119" name="Rectangle 118">
            <a:extLst>
              <a:ext uri="{FF2B5EF4-FFF2-40B4-BE49-F238E27FC236}">
                <a16:creationId xmlns:a16="http://schemas.microsoft.com/office/drawing/2014/main" id="{969F6271-6AF9-4856-9D76-A846373BFA61}"/>
              </a:ext>
            </a:extLst>
          </p:cNvPr>
          <p:cNvSpPr/>
          <p:nvPr/>
        </p:nvSpPr>
        <p:spPr>
          <a:xfrm>
            <a:off x="11141311" y="3525569"/>
            <a:ext cx="402675" cy="338554"/>
          </a:xfrm>
          <a:prstGeom prst="rect">
            <a:avLst/>
          </a:prstGeom>
          <a:noFill/>
        </p:spPr>
        <p:txBody>
          <a:bodyPr wrap="none" lIns="91440" tIns="45720" rIns="91440" bIns="45720">
            <a:spAutoFit/>
          </a:bodyPr>
          <a:lstStyle/>
          <a:p>
            <a:pPr algn="ctr"/>
            <a:r>
              <a:rPr lang="en-US" sz="1600" b="1" cap="none" spc="0" dirty="0">
                <a:ln w="0"/>
                <a:solidFill>
                  <a:srgbClr val="0070C0"/>
                </a:solidFill>
                <a:effectLst>
                  <a:outerShdw blurRad="38100" dist="19050" dir="2700000" algn="tl" rotWithShape="0">
                    <a:schemeClr val="dk1">
                      <a:alpha val="40000"/>
                    </a:schemeClr>
                  </a:outerShdw>
                </a:effectLst>
              </a:rPr>
              <a:t>18</a:t>
            </a:r>
          </a:p>
        </p:txBody>
      </p:sp>
      <p:sp>
        <p:nvSpPr>
          <p:cNvPr id="120" name="Rectangle 119">
            <a:extLst>
              <a:ext uri="{FF2B5EF4-FFF2-40B4-BE49-F238E27FC236}">
                <a16:creationId xmlns:a16="http://schemas.microsoft.com/office/drawing/2014/main" id="{0B85B920-EE18-436A-B9B5-A7DF737AA665}"/>
              </a:ext>
            </a:extLst>
          </p:cNvPr>
          <p:cNvSpPr/>
          <p:nvPr/>
        </p:nvSpPr>
        <p:spPr>
          <a:xfrm>
            <a:off x="578136" y="3593446"/>
            <a:ext cx="298480" cy="338554"/>
          </a:xfrm>
          <a:prstGeom prst="rect">
            <a:avLst/>
          </a:prstGeom>
          <a:noFill/>
        </p:spPr>
        <p:txBody>
          <a:bodyPr wrap="none" lIns="91440" tIns="45720" rIns="91440" bIns="45720">
            <a:spAutoFit/>
          </a:bodyPr>
          <a:lstStyle/>
          <a:p>
            <a:pPr algn="ctr"/>
            <a:r>
              <a:rPr lang="en-US" sz="1600" b="1" dirty="0">
                <a:ln w="0"/>
                <a:solidFill>
                  <a:srgbClr val="0070C0"/>
                </a:solidFill>
                <a:effectLst>
                  <a:outerShdw blurRad="38100" dist="19050" dir="2700000" algn="tl" rotWithShape="0">
                    <a:schemeClr val="dk1">
                      <a:alpha val="40000"/>
                    </a:schemeClr>
                  </a:outerShdw>
                </a:effectLst>
              </a:rPr>
              <a:t>0</a:t>
            </a:r>
            <a:endParaRPr lang="en-US" sz="1600" b="1" cap="none" spc="0" dirty="0">
              <a:ln w="0"/>
              <a:solidFill>
                <a:srgbClr val="0070C0"/>
              </a:solidFill>
              <a:effectLst>
                <a:outerShdw blurRad="38100" dist="19050" dir="2700000" algn="tl" rotWithShape="0">
                  <a:schemeClr val="dk1">
                    <a:alpha val="40000"/>
                  </a:schemeClr>
                </a:outerShdw>
              </a:effectLst>
            </a:endParaRPr>
          </a:p>
        </p:txBody>
      </p:sp>
      <p:sp>
        <p:nvSpPr>
          <p:cNvPr id="121" name="Rectangle 120">
            <a:extLst>
              <a:ext uri="{FF2B5EF4-FFF2-40B4-BE49-F238E27FC236}">
                <a16:creationId xmlns:a16="http://schemas.microsoft.com/office/drawing/2014/main" id="{00CF2B0A-A525-4B25-938B-871C0AB42C5C}"/>
              </a:ext>
            </a:extLst>
          </p:cNvPr>
          <p:cNvSpPr/>
          <p:nvPr/>
        </p:nvSpPr>
        <p:spPr>
          <a:xfrm>
            <a:off x="11179429" y="4535158"/>
            <a:ext cx="402675"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18</a:t>
            </a:r>
          </a:p>
        </p:txBody>
      </p:sp>
      <p:sp>
        <p:nvSpPr>
          <p:cNvPr id="122" name="Rectangle 121">
            <a:extLst>
              <a:ext uri="{FF2B5EF4-FFF2-40B4-BE49-F238E27FC236}">
                <a16:creationId xmlns:a16="http://schemas.microsoft.com/office/drawing/2014/main" id="{6A3E9786-6057-4C27-9CD0-82C261BAE202}"/>
              </a:ext>
            </a:extLst>
          </p:cNvPr>
          <p:cNvSpPr/>
          <p:nvPr/>
        </p:nvSpPr>
        <p:spPr>
          <a:xfrm>
            <a:off x="9575468" y="4204308"/>
            <a:ext cx="402675"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18</a:t>
            </a:r>
          </a:p>
        </p:txBody>
      </p:sp>
      <p:sp>
        <p:nvSpPr>
          <p:cNvPr id="123" name="Rectangle 122">
            <a:extLst>
              <a:ext uri="{FF2B5EF4-FFF2-40B4-BE49-F238E27FC236}">
                <a16:creationId xmlns:a16="http://schemas.microsoft.com/office/drawing/2014/main" id="{30324C72-8545-41B5-B364-B8E1F02EB97A}"/>
              </a:ext>
            </a:extLst>
          </p:cNvPr>
          <p:cNvSpPr/>
          <p:nvPr/>
        </p:nvSpPr>
        <p:spPr>
          <a:xfrm>
            <a:off x="9009637" y="4204308"/>
            <a:ext cx="402675" cy="338554"/>
          </a:xfrm>
          <a:prstGeom prst="rect">
            <a:avLst/>
          </a:prstGeom>
          <a:noFill/>
        </p:spPr>
        <p:txBody>
          <a:bodyPr wrap="none" lIns="91440" tIns="45720" rIns="91440" bIns="45720">
            <a:spAutoFit/>
          </a:bodyPr>
          <a:lstStyle/>
          <a:p>
            <a:pPr algn="ctr"/>
            <a:r>
              <a:rPr lang="en-US" sz="1600" b="1" cap="none" spc="0" dirty="0">
                <a:ln w="0"/>
                <a:solidFill>
                  <a:schemeClr val="accent2">
                    <a:lumMod val="75000"/>
                  </a:schemeClr>
                </a:solidFill>
                <a:effectLst>
                  <a:outerShdw blurRad="38100" dist="19050" dir="2700000" algn="tl" rotWithShape="0">
                    <a:schemeClr val="dk1">
                      <a:alpha val="40000"/>
                    </a:schemeClr>
                  </a:outerShdw>
                </a:effectLst>
              </a:rPr>
              <a:t>13</a:t>
            </a:r>
          </a:p>
        </p:txBody>
      </p:sp>
      <p:sp>
        <p:nvSpPr>
          <p:cNvPr id="124" name="Rectangle 123">
            <a:extLst>
              <a:ext uri="{FF2B5EF4-FFF2-40B4-BE49-F238E27FC236}">
                <a16:creationId xmlns:a16="http://schemas.microsoft.com/office/drawing/2014/main" id="{FDEE0618-4E45-4918-8E79-E547F806568B}"/>
              </a:ext>
            </a:extLst>
          </p:cNvPr>
          <p:cNvSpPr/>
          <p:nvPr/>
        </p:nvSpPr>
        <p:spPr>
          <a:xfrm>
            <a:off x="7369441" y="2978440"/>
            <a:ext cx="402675"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13</a:t>
            </a:r>
          </a:p>
        </p:txBody>
      </p:sp>
      <p:sp>
        <p:nvSpPr>
          <p:cNvPr id="125" name="Rectangle 124">
            <a:extLst>
              <a:ext uri="{FF2B5EF4-FFF2-40B4-BE49-F238E27FC236}">
                <a16:creationId xmlns:a16="http://schemas.microsoft.com/office/drawing/2014/main" id="{9AFA089A-9A39-4320-ACF2-F639CCD8DB44}"/>
              </a:ext>
            </a:extLst>
          </p:cNvPr>
          <p:cNvSpPr/>
          <p:nvPr/>
        </p:nvSpPr>
        <p:spPr>
          <a:xfrm>
            <a:off x="7360682" y="4194452"/>
            <a:ext cx="402675"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13</a:t>
            </a:r>
          </a:p>
        </p:txBody>
      </p:sp>
      <p:sp>
        <p:nvSpPr>
          <p:cNvPr id="126" name="Rectangle 125">
            <a:extLst>
              <a:ext uri="{FF2B5EF4-FFF2-40B4-BE49-F238E27FC236}">
                <a16:creationId xmlns:a16="http://schemas.microsoft.com/office/drawing/2014/main" id="{4842B086-C1DE-4C7F-8855-6F8B097F4456}"/>
              </a:ext>
            </a:extLst>
          </p:cNvPr>
          <p:cNvSpPr/>
          <p:nvPr/>
        </p:nvSpPr>
        <p:spPr>
          <a:xfrm>
            <a:off x="7341027" y="5410006"/>
            <a:ext cx="402675"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13</a:t>
            </a:r>
          </a:p>
        </p:txBody>
      </p:sp>
      <p:sp>
        <p:nvSpPr>
          <p:cNvPr id="127" name="Rectangle 126">
            <a:extLst>
              <a:ext uri="{FF2B5EF4-FFF2-40B4-BE49-F238E27FC236}">
                <a16:creationId xmlns:a16="http://schemas.microsoft.com/office/drawing/2014/main" id="{08461FDF-7D57-4C89-8461-BE71AD7525F6}"/>
              </a:ext>
            </a:extLst>
          </p:cNvPr>
          <p:cNvSpPr/>
          <p:nvPr/>
        </p:nvSpPr>
        <p:spPr>
          <a:xfrm>
            <a:off x="6861324" y="5409819"/>
            <a:ext cx="402675" cy="338554"/>
          </a:xfrm>
          <a:prstGeom prst="rect">
            <a:avLst/>
          </a:prstGeom>
          <a:noFill/>
        </p:spPr>
        <p:txBody>
          <a:bodyPr wrap="none" lIns="91440" tIns="45720" rIns="91440" bIns="45720">
            <a:spAutoFit/>
          </a:bodyPr>
          <a:lstStyle/>
          <a:p>
            <a:pPr algn="ctr"/>
            <a:r>
              <a:rPr lang="en-US" sz="1600" b="1" cap="none" spc="0" dirty="0">
                <a:ln w="0"/>
                <a:solidFill>
                  <a:schemeClr val="accent2">
                    <a:lumMod val="75000"/>
                  </a:schemeClr>
                </a:solidFill>
                <a:effectLst>
                  <a:outerShdw blurRad="38100" dist="19050" dir="2700000" algn="tl" rotWithShape="0">
                    <a:schemeClr val="dk1">
                      <a:alpha val="40000"/>
                    </a:schemeClr>
                  </a:outerShdw>
                </a:effectLst>
              </a:rPr>
              <a:t>10</a:t>
            </a:r>
          </a:p>
        </p:txBody>
      </p:sp>
      <p:sp>
        <p:nvSpPr>
          <p:cNvPr id="128" name="Rectangle 127">
            <a:extLst>
              <a:ext uri="{FF2B5EF4-FFF2-40B4-BE49-F238E27FC236}">
                <a16:creationId xmlns:a16="http://schemas.microsoft.com/office/drawing/2014/main" id="{03824129-67BB-4C4D-B07F-850FF0A8F3EF}"/>
              </a:ext>
            </a:extLst>
          </p:cNvPr>
          <p:cNvSpPr/>
          <p:nvPr/>
        </p:nvSpPr>
        <p:spPr>
          <a:xfrm>
            <a:off x="6887501" y="3006525"/>
            <a:ext cx="293671" cy="338554"/>
          </a:xfrm>
          <a:prstGeom prst="rect">
            <a:avLst/>
          </a:prstGeom>
          <a:noFill/>
        </p:spPr>
        <p:txBody>
          <a:bodyPr wrap="none" lIns="91440" tIns="45720" rIns="91440" bIns="45720">
            <a:spAutoFit/>
          </a:bodyPr>
          <a:lstStyle/>
          <a:p>
            <a:pPr algn="ctr"/>
            <a:r>
              <a:rPr lang="en-US" sz="1600" b="1" cap="none" spc="0" dirty="0">
                <a:ln w="0"/>
                <a:solidFill>
                  <a:schemeClr val="accent2">
                    <a:lumMod val="75000"/>
                  </a:schemeClr>
                </a:solidFill>
                <a:effectLst>
                  <a:outerShdw blurRad="38100" dist="19050" dir="2700000" algn="tl" rotWithShape="0">
                    <a:schemeClr val="dk1">
                      <a:alpha val="40000"/>
                    </a:schemeClr>
                  </a:outerShdw>
                </a:effectLst>
              </a:rPr>
              <a:t>9</a:t>
            </a:r>
          </a:p>
        </p:txBody>
      </p:sp>
      <p:sp>
        <p:nvSpPr>
          <p:cNvPr id="129" name="Rectangle 128">
            <a:extLst>
              <a:ext uri="{FF2B5EF4-FFF2-40B4-BE49-F238E27FC236}">
                <a16:creationId xmlns:a16="http://schemas.microsoft.com/office/drawing/2014/main" id="{39E63BCF-175F-456B-97B2-85EAAAFA6321}"/>
              </a:ext>
            </a:extLst>
          </p:cNvPr>
          <p:cNvSpPr/>
          <p:nvPr/>
        </p:nvSpPr>
        <p:spPr>
          <a:xfrm>
            <a:off x="6897380" y="4204308"/>
            <a:ext cx="402675" cy="338554"/>
          </a:xfrm>
          <a:prstGeom prst="rect">
            <a:avLst/>
          </a:prstGeom>
          <a:noFill/>
        </p:spPr>
        <p:txBody>
          <a:bodyPr wrap="none" lIns="91440" tIns="45720" rIns="91440" bIns="45720">
            <a:spAutoFit/>
          </a:bodyPr>
          <a:lstStyle/>
          <a:p>
            <a:pPr algn="ctr"/>
            <a:r>
              <a:rPr lang="en-US" sz="1600" b="1" cap="none" spc="0" dirty="0">
                <a:ln w="0"/>
                <a:solidFill>
                  <a:schemeClr val="accent2">
                    <a:lumMod val="75000"/>
                  </a:schemeClr>
                </a:solidFill>
                <a:effectLst>
                  <a:outerShdw blurRad="38100" dist="19050" dir="2700000" algn="tl" rotWithShape="0">
                    <a:schemeClr val="dk1">
                      <a:alpha val="40000"/>
                    </a:schemeClr>
                  </a:outerShdw>
                </a:effectLst>
              </a:rPr>
              <a:t>11</a:t>
            </a:r>
          </a:p>
        </p:txBody>
      </p:sp>
      <p:sp>
        <p:nvSpPr>
          <p:cNvPr id="130" name="Rectangle 129">
            <a:extLst>
              <a:ext uri="{FF2B5EF4-FFF2-40B4-BE49-F238E27FC236}">
                <a16:creationId xmlns:a16="http://schemas.microsoft.com/office/drawing/2014/main" id="{3A675F03-0073-4F30-B009-F991C0D56915}"/>
              </a:ext>
            </a:extLst>
          </p:cNvPr>
          <p:cNvSpPr/>
          <p:nvPr/>
        </p:nvSpPr>
        <p:spPr>
          <a:xfrm>
            <a:off x="5255530" y="2968877"/>
            <a:ext cx="293671"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9</a:t>
            </a:r>
          </a:p>
        </p:txBody>
      </p:sp>
      <p:sp>
        <p:nvSpPr>
          <p:cNvPr id="131" name="Rectangle 130">
            <a:extLst>
              <a:ext uri="{FF2B5EF4-FFF2-40B4-BE49-F238E27FC236}">
                <a16:creationId xmlns:a16="http://schemas.microsoft.com/office/drawing/2014/main" id="{DFFB71D9-8A56-466B-8E56-F864CF3B6E47}"/>
              </a:ext>
            </a:extLst>
          </p:cNvPr>
          <p:cNvSpPr/>
          <p:nvPr/>
        </p:nvSpPr>
        <p:spPr>
          <a:xfrm>
            <a:off x="5185469" y="4204308"/>
            <a:ext cx="402675"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11</a:t>
            </a:r>
          </a:p>
        </p:txBody>
      </p:sp>
      <p:sp>
        <p:nvSpPr>
          <p:cNvPr id="132" name="Rectangle 131">
            <a:extLst>
              <a:ext uri="{FF2B5EF4-FFF2-40B4-BE49-F238E27FC236}">
                <a16:creationId xmlns:a16="http://schemas.microsoft.com/office/drawing/2014/main" id="{83B758A4-CF22-4782-A6B5-BF0DC4F57AF4}"/>
              </a:ext>
            </a:extLst>
          </p:cNvPr>
          <p:cNvSpPr/>
          <p:nvPr/>
        </p:nvSpPr>
        <p:spPr>
          <a:xfrm>
            <a:off x="5201703" y="5298151"/>
            <a:ext cx="402675"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10</a:t>
            </a:r>
          </a:p>
        </p:txBody>
      </p:sp>
      <p:sp>
        <p:nvSpPr>
          <p:cNvPr id="133" name="Rectangle 132">
            <a:extLst>
              <a:ext uri="{FF2B5EF4-FFF2-40B4-BE49-F238E27FC236}">
                <a16:creationId xmlns:a16="http://schemas.microsoft.com/office/drawing/2014/main" id="{F533CCCD-4D49-4BAD-8D1D-3EDEC083B475}"/>
              </a:ext>
            </a:extLst>
          </p:cNvPr>
          <p:cNvSpPr/>
          <p:nvPr/>
        </p:nvSpPr>
        <p:spPr>
          <a:xfrm>
            <a:off x="4688350" y="5326637"/>
            <a:ext cx="293671" cy="338554"/>
          </a:xfrm>
          <a:prstGeom prst="rect">
            <a:avLst/>
          </a:prstGeom>
          <a:noFill/>
        </p:spPr>
        <p:txBody>
          <a:bodyPr wrap="none" lIns="91440" tIns="45720" rIns="91440" bIns="45720">
            <a:spAutoFit/>
          </a:bodyPr>
          <a:lstStyle/>
          <a:p>
            <a:pPr algn="ctr"/>
            <a:r>
              <a:rPr lang="en-US" sz="1600" b="1" cap="none" spc="0" dirty="0">
                <a:ln w="0"/>
                <a:solidFill>
                  <a:schemeClr val="accent2">
                    <a:lumMod val="75000"/>
                  </a:schemeClr>
                </a:solidFill>
                <a:effectLst>
                  <a:outerShdw blurRad="38100" dist="19050" dir="2700000" algn="tl" rotWithShape="0">
                    <a:schemeClr val="dk1">
                      <a:alpha val="40000"/>
                    </a:schemeClr>
                  </a:outerShdw>
                </a:effectLst>
              </a:rPr>
              <a:t>7</a:t>
            </a:r>
          </a:p>
        </p:txBody>
      </p:sp>
      <p:sp>
        <p:nvSpPr>
          <p:cNvPr id="134" name="Rectangle 133">
            <a:extLst>
              <a:ext uri="{FF2B5EF4-FFF2-40B4-BE49-F238E27FC236}">
                <a16:creationId xmlns:a16="http://schemas.microsoft.com/office/drawing/2014/main" id="{8196D7C3-82DA-400A-B5A7-9DF052EFEED5}"/>
              </a:ext>
            </a:extLst>
          </p:cNvPr>
          <p:cNvSpPr/>
          <p:nvPr/>
        </p:nvSpPr>
        <p:spPr>
          <a:xfrm>
            <a:off x="4662775" y="4203488"/>
            <a:ext cx="293671" cy="338554"/>
          </a:xfrm>
          <a:prstGeom prst="rect">
            <a:avLst/>
          </a:prstGeom>
          <a:noFill/>
        </p:spPr>
        <p:txBody>
          <a:bodyPr wrap="none" lIns="91440" tIns="45720" rIns="91440" bIns="45720">
            <a:spAutoFit/>
          </a:bodyPr>
          <a:lstStyle/>
          <a:p>
            <a:pPr algn="ctr"/>
            <a:r>
              <a:rPr lang="en-US" sz="1600" b="1" dirty="0">
                <a:ln w="0"/>
                <a:solidFill>
                  <a:schemeClr val="accent2">
                    <a:lumMod val="75000"/>
                  </a:schemeClr>
                </a:solidFill>
                <a:effectLst>
                  <a:outerShdw blurRad="38100" dist="19050" dir="2700000" algn="tl" rotWithShape="0">
                    <a:schemeClr val="dk1">
                      <a:alpha val="40000"/>
                    </a:schemeClr>
                  </a:outerShdw>
                </a:effectLst>
              </a:rPr>
              <a:t>5</a:t>
            </a:r>
            <a:endParaRPr lang="en-US" sz="1600" b="1" cap="none" spc="0" dirty="0">
              <a:ln w="0"/>
              <a:solidFill>
                <a:schemeClr val="accent2">
                  <a:lumMod val="75000"/>
                </a:schemeClr>
              </a:solidFill>
              <a:effectLst>
                <a:outerShdw blurRad="38100" dist="19050" dir="2700000" algn="tl" rotWithShape="0">
                  <a:schemeClr val="dk1">
                    <a:alpha val="40000"/>
                  </a:schemeClr>
                </a:outerShdw>
              </a:effectLst>
            </a:endParaRPr>
          </a:p>
        </p:txBody>
      </p:sp>
      <p:sp>
        <p:nvSpPr>
          <p:cNvPr id="135" name="Rectangle 134">
            <a:extLst>
              <a:ext uri="{FF2B5EF4-FFF2-40B4-BE49-F238E27FC236}">
                <a16:creationId xmlns:a16="http://schemas.microsoft.com/office/drawing/2014/main" id="{EDC5C69F-C128-45C7-90E9-50C5E96CDEC4}"/>
              </a:ext>
            </a:extLst>
          </p:cNvPr>
          <p:cNvSpPr/>
          <p:nvPr/>
        </p:nvSpPr>
        <p:spPr>
          <a:xfrm>
            <a:off x="4671329" y="2968877"/>
            <a:ext cx="293671" cy="338554"/>
          </a:xfrm>
          <a:prstGeom prst="rect">
            <a:avLst/>
          </a:prstGeom>
          <a:noFill/>
        </p:spPr>
        <p:txBody>
          <a:bodyPr wrap="none" lIns="91440" tIns="45720" rIns="91440" bIns="45720">
            <a:spAutoFit/>
          </a:bodyPr>
          <a:lstStyle/>
          <a:p>
            <a:pPr algn="ctr"/>
            <a:r>
              <a:rPr lang="en-US" sz="1600" b="1" cap="none" spc="0" dirty="0">
                <a:ln w="0"/>
                <a:solidFill>
                  <a:schemeClr val="accent2">
                    <a:lumMod val="75000"/>
                  </a:schemeClr>
                </a:solidFill>
                <a:effectLst>
                  <a:outerShdw blurRad="38100" dist="19050" dir="2700000" algn="tl" rotWithShape="0">
                    <a:schemeClr val="dk1">
                      <a:alpha val="40000"/>
                    </a:schemeClr>
                  </a:outerShdw>
                </a:effectLst>
              </a:rPr>
              <a:t>4</a:t>
            </a:r>
          </a:p>
        </p:txBody>
      </p:sp>
      <p:sp>
        <p:nvSpPr>
          <p:cNvPr id="136" name="Rectangle 135">
            <a:extLst>
              <a:ext uri="{FF2B5EF4-FFF2-40B4-BE49-F238E27FC236}">
                <a16:creationId xmlns:a16="http://schemas.microsoft.com/office/drawing/2014/main" id="{044AE899-D557-4AD2-B6AA-69547E4A73E8}"/>
              </a:ext>
            </a:extLst>
          </p:cNvPr>
          <p:cNvSpPr/>
          <p:nvPr/>
        </p:nvSpPr>
        <p:spPr>
          <a:xfrm>
            <a:off x="3087447" y="2952042"/>
            <a:ext cx="293671"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4</a:t>
            </a:r>
          </a:p>
        </p:txBody>
      </p:sp>
      <p:sp>
        <p:nvSpPr>
          <p:cNvPr id="137" name="Rectangle 136">
            <a:extLst>
              <a:ext uri="{FF2B5EF4-FFF2-40B4-BE49-F238E27FC236}">
                <a16:creationId xmlns:a16="http://schemas.microsoft.com/office/drawing/2014/main" id="{4B3D4AE1-87E8-4684-9442-7CD2DB85750C}"/>
              </a:ext>
            </a:extLst>
          </p:cNvPr>
          <p:cNvSpPr/>
          <p:nvPr/>
        </p:nvSpPr>
        <p:spPr>
          <a:xfrm>
            <a:off x="3125352" y="4204308"/>
            <a:ext cx="293671"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5</a:t>
            </a:r>
          </a:p>
        </p:txBody>
      </p:sp>
      <p:sp>
        <p:nvSpPr>
          <p:cNvPr id="138" name="Rectangle 137">
            <a:extLst>
              <a:ext uri="{FF2B5EF4-FFF2-40B4-BE49-F238E27FC236}">
                <a16:creationId xmlns:a16="http://schemas.microsoft.com/office/drawing/2014/main" id="{29C6EA18-7A82-4E5E-B9DF-81D1FE12771A}"/>
              </a:ext>
            </a:extLst>
          </p:cNvPr>
          <p:cNvSpPr/>
          <p:nvPr/>
        </p:nvSpPr>
        <p:spPr>
          <a:xfrm>
            <a:off x="3097202" y="5307698"/>
            <a:ext cx="293671" cy="338554"/>
          </a:xfrm>
          <a:prstGeom prst="rect">
            <a:avLst/>
          </a:prstGeom>
          <a:noFill/>
        </p:spPr>
        <p:txBody>
          <a:bodyPr wrap="none" lIns="91440" tIns="45720" rIns="91440" bIns="45720">
            <a:spAutoFit/>
          </a:bodyPr>
          <a:lstStyle/>
          <a:p>
            <a:pPr algn="ctr"/>
            <a:r>
              <a:rPr lang="en-US" sz="1600" b="1" cap="none" spc="0" dirty="0">
                <a:ln w="0"/>
                <a:solidFill>
                  <a:srgbClr val="00B050"/>
                </a:solidFill>
                <a:effectLst>
                  <a:outerShdw blurRad="38100" dist="19050" dir="2700000" algn="tl" rotWithShape="0">
                    <a:schemeClr val="dk1">
                      <a:alpha val="40000"/>
                    </a:schemeClr>
                  </a:outerShdw>
                </a:effectLst>
              </a:rPr>
              <a:t>7</a:t>
            </a:r>
          </a:p>
        </p:txBody>
      </p:sp>
      <p:sp>
        <p:nvSpPr>
          <p:cNvPr id="139" name="Rectangle 138">
            <a:extLst>
              <a:ext uri="{FF2B5EF4-FFF2-40B4-BE49-F238E27FC236}">
                <a16:creationId xmlns:a16="http://schemas.microsoft.com/office/drawing/2014/main" id="{29936013-0CB8-4647-9988-C8B81FCDF3B3}"/>
              </a:ext>
            </a:extLst>
          </p:cNvPr>
          <p:cNvSpPr/>
          <p:nvPr/>
        </p:nvSpPr>
        <p:spPr>
          <a:xfrm>
            <a:off x="2513578" y="5307698"/>
            <a:ext cx="293671" cy="338554"/>
          </a:xfrm>
          <a:prstGeom prst="rect">
            <a:avLst/>
          </a:prstGeom>
          <a:noFill/>
        </p:spPr>
        <p:txBody>
          <a:bodyPr wrap="none" lIns="91440" tIns="45720" rIns="91440" bIns="45720">
            <a:spAutoFit/>
          </a:bodyPr>
          <a:lstStyle/>
          <a:p>
            <a:pPr algn="ctr"/>
            <a:r>
              <a:rPr lang="en-US" sz="1600" b="1" cap="none" spc="0" dirty="0">
                <a:ln w="0"/>
                <a:solidFill>
                  <a:schemeClr val="accent2">
                    <a:lumMod val="75000"/>
                  </a:schemeClr>
                </a:solidFill>
                <a:effectLst>
                  <a:outerShdw blurRad="38100" dist="19050" dir="2700000" algn="tl" rotWithShape="0">
                    <a:schemeClr val="dk1">
                      <a:alpha val="40000"/>
                    </a:schemeClr>
                  </a:outerShdw>
                </a:effectLst>
              </a:rPr>
              <a:t>5</a:t>
            </a:r>
          </a:p>
        </p:txBody>
      </p:sp>
      <p:sp>
        <p:nvSpPr>
          <p:cNvPr id="140" name="Rectangle 139">
            <a:extLst>
              <a:ext uri="{FF2B5EF4-FFF2-40B4-BE49-F238E27FC236}">
                <a16:creationId xmlns:a16="http://schemas.microsoft.com/office/drawing/2014/main" id="{70B4A349-C5ED-431D-9319-C51F2B0BA52E}"/>
              </a:ext>
            </a:extLst>
          </p:cNvPr>
          <p:cNvSpPr/>
          <p:nvPr/>
        </p:nvSpPr>
        <p:spPr>
          <a:xfrm>
            <a:off x="2512554" y="4214595"/>
            <a:ext cx="293671" cy="338554"/>
          </a:xfrm>
          <a:prstGeom prst="rect">
            <a:avLst/>
          </a:prstGeom>
          <a:noFill/>
        </p:spPr>
        <p:txBody>
          <a:bodyPr wrap="none" lIns="91440" tIns="45720" rIns="91440" bIns="45720">
            <a:spAutoFit/>
          </a:bodyPr>
          <a:lstStyle/>
          <a:p>
            <a:pPr algn="ctr"/>
            <a:r>
              <a:rPr lang="en-US" sz="1600" b="1" cap="none" spc="0" dirty="0">
                <a:ln w="0"/>
                <a:solidFill>
                  <a:schemeClr val="accent2">
                    <a:lumMod val="75000"/>
                  </a:schemeClr>
                </a:solidFill>
                <a:effectLst>
                  <a:outerShdw blurRad="38100" dist="19050" dir="2700000" algn="tl" rotWithShape="0">
                    <a:schemeClr val="dk1">
                      <a:alpha val="40000"/>
                    </a:schemeClr>
                  </a:outerShdw>
                </a:effectLst>
              </a:rPr>
              <a:t>2</a:t>
            </a:r>
          </a:p>
        </p:txBody>
      </p:sp>
      <p:sp>
        <p:nvSpPr>
          <p:cNvPr id="141" name="Rectangle 140">
            <a:extLst>
              <a:ext uri="{FF2B5EF4-FFF2-40B4-BE49-F238E27FC236}">
                <a16:creationId xmlns:a16="http://schemas.microsoft.com/office/drawing/2014/main" id="{1C244EBF-2FD4-427C-8042-05C165959D97}"/>
              </a:ext>
            </a:extLst>
          </p:cNvPr>
          <p:cNvSpPr/>
          <p:nvPr/>
        </p:nvSpPr>
        <p:spPr>
          <a:xfrm>
            <a:off x="2501703" y="2949511"/>
            <a:ext cx="293671" cy="338554"/>
          </a:xfrm>
          <a:prstGeom prst="rect">
            <a:avLst/>
          </a:prstGeom>
          <a:noFill/>
        </p:spPr>
        <p:txBody>
          <a:bodyPr wrap="none" lIns="91440" tIns="45720" rIns="91440" bIns="45720">
            <a:spAutoFit/>
          </a:bodyPr>
          <a:lstStyle/>
          <a:p>
            <a:pPr algn="ctr"/>
            <a:r>
              <a:rPr lang="en-US" sz="1600" b="1" cap="none" spc="0" dirty="0">
                <a:ln w="0"/>
                <a:solidFill>
                  <a:schemeClr val="accent2">
                    <a:lumMod val="75000"/>
                  </a:schemeClr>
                </a:solidFill>
                <a:effectLst>
                  <a:outerShdw blurRad="38100" dist="19050" dir="2700000" algn="tl" rotWithShape="0">
                    <a:schemeClr val="dk1">
                      <a:alpha val="40000"/>
                    </a:schemeClr>
                  </a:outerShdw>
                </a:effectLst>
              </a:rPr>
              <a:t>0</a:t>
            </a:r>
          </a:p>
        </p:txBody>
      </p:sp>
      <p:sp>
        <p:nvSpPr>
          <p:cNvPr id="142" name="Rectangle 141">
            <a:extLst>
              <a:ext uri="{FF2B5EF4-FFF2-40B4-BE49-F238E27FC236}">
                <a16:creationId xmlns:a16="http://schemas.microsoft.com/office/drawing/2014/main" id="{70003B57-2F4F-4721-BE41-EF5804D1C131}"/>
              </a:ext>
            </a:extLst>
          </p:cNvPr>
          <p:cNvSpPr/>
          <p:nvPr/>
        </p:nvSpPr>
        <p:spPr>
          <a:xfrm>
            <a:off x="7056038" y="4738641"/>
            <a:ext cx="320922" cy="400110"/>
          </a:xfrm>
          <a:prstGeom prst="rect">
            <a:avLst/>
          </a:prstGeom>
          <a:noFill/>
        </p:spPr>
        <p:txBody>
          <a:bodyPr wrap="none" lIns="91440" tIns="45720" rIns="91440" bIns="45720">
            <a:spAutoFit/>
          </a:bodyPr>
          <a:lstStyle/>
          <a:p>
            <a:pPr algn="ctr"/>
            <a:r>
              <a:rPr lang="en-US" sz="2000" b="1" cap="none" spc="0" dirty="0">
                <a:ln w="0"/>
                <a:solidFill>
                  <a:schemeClr val="bg1"/>
                </a:solidFill>
                <a:effectLst>
                  <a:outerShdw blurRad="38100" dist="19050" dir="2700000" algn="tl" rotWithShape="0">
                    <a:schemeClr val="dk1">
                      <a:alpha val="40000"/>
                    </a:schemeClr>
                  </a:outerShdw>
                </a:effectLst>
              </a:rPr>
              <a:t>5</a:t>
            </a:r>
          </a:p>
        </p:txBody>
      </p:sp>
      <p:sp>
        <p:nvSpPr>
          <p:cNvPr id="144" name="Rectangle 143">
            <a:extLst>
              <a:ext uri="{FF2B5EF4-FFF2-40B4-BE49-F238E27FC236}">
                <a16:creationId xmlns:a16="http://schemas.microsoft.com/office/drawing/2014/main" id="{14EB854B-5FD8-4819-8687-E6F00CB1AB9E}"/>
              </a:ext>
            </a:extLst>
          </p:cNvPr>
          <p:cNvSpPr/>
          <p:nvPr/>
        </p:nvSpPr>
        <p:spPr>
          <a:xfrm>
            <a:off x="4930321" y="2244886"/>
            <a:ext cx="320922" cy="400110"/>
          </a:xfrm>
          <a:prstGeom prst="rect">
            <a:avLst/>
          </a:prstGeom>
          <a:noFill/>
        </p:spPr>
        <p:txBody>
          <a:bodyPr wrap="none" lIns="91440" tIns="45720" rIns="91440" bIns="45720">
            <a:spAutoFit/>
          </a:bodyPr>
          <a:lstStyle/>
          <a:p>
            <a:pPr algn="ctr"/>
            <a:r>
              <a:rPr lang="en-US" sz="2000" b="1" dirty="0">
                <a:ln w="0"/>
                <a:solidFill>
                  <a:schemeClr val="bg1"/>
                </a:solidFill>
                <a:effectLst>
                  <a:outerShdw blurRad="38100" dist="19050" dir="2700000" algn="tl" rotWithShape="0">
                    <a:schemeClr val="dk1">
                      <a:alpha val="40000"/>
                    </a:schemeClr>
                  </a:outerShdw>
                </a:effectLst>
              </a:rPr>
              <a:t>0</a:t>
            </a:r>
            <a:endParaRPr lang="en-US" sz="2000" b="1" cap="none" spc="0" dirty="0">
              <a:ln w="0"/>
              <a:solidFill>
                <a:schemeClr val="bg1"/>
              </a:solidFill>
              <a:effectLst>
                <a:outerShdw blurRad="38100" dist="19050" dir="2700000" algn="tl" rotWithShape="0">
                  <a:schemeClr val="dk1">
                    <a:alpha val="40000"/>
                  </a:schemeClr>
                </a:outerShdw>
              </a:effectLst>
            </a:endParaRPr>
          </a:p>
        </p:txBody>
      </p:sp>
      <p:sp>
        <p:nvSpPr>
          <p:cNvPr id="145" name="Rectangle 144">
            <a:extLst>
              <a:ext uri="{FF2B5EF4-FFF2-40B4-BE49-F238E27FC236}">
                <a16:creationId xmlns:a16="http://schemas.microsoft.com/office/drawing/2014/main" id="{F4166D0E-AA81-4FF7-BC36-04EFC16493C5}"/>
              </a:ext>
            </a:extLst>
          </p:cNvPr>
          <p:cNvSpPr/>
          <p:nvPr/>
        </p:nvSpPr>
        <p:spPr>
          <a:xfrm>
            <a:off x="6996668" y="2254388"/>
            <a:ext cx="320922" cy="400110"/>
          </a:xfrm>
          <a:prstGeom prst="rect">
            <a:avLst/>
          </a:prstGeom>
          <a:noFill/>
        </p:spPr>
        <p:txBody>
          <a:bodyPr wrap="none" lIns="91440" tIns="45720" rIns="91440" bIns="45720">
            <a:spAutoFit/>
          </a:bodyPr>
          <a:lstStyle/>
          <a:p>
            <a:pPr algn="ctr"/>
            <a:r>
              <a:rPr lang="en-US" sz="2000" b="1" dirty="0">
                <a:ln w="0"/>
                <a:solidFill>
                  <a:schemeClr val="bg1"/>
                </a:solidFill>
                <a:effectLst>
                  <a:outerShdw blurRad="38100" dist="19050" dir="2700000" algn="tl" rotWithShape="0">
                    <a:schemeClr val="dk1">
                      <a:alpha val="40000"/>
                    </a:schemeClr>
                  </a:outerShdw>
                </a:effectLst>
              </a:rPr>
              <a:t>0</a:t>
            </a:r>
            <a:endParaRPr lang="en-US" sz="2000" b="1" cap="none" spc="0" dirty="0">
              <a:ln w="0"/>
              <a:solidFill>
                <a:schemeClr val="bg1"/>
              </a:solidFill>
              <a:effectLst>
                <a:outerShdw blurRad="38100" dist="19050" dir="2700000" algn="tl" rotWithShape="0">
                  <a:schemeClr val="dk1">
                    <a:alpha val="40000"/>
                  </a:schemeClr>
                </a:outerShdw>
              </a:effectLst>
            </a:endParaRPr>
          </a:p>
        </p:txBody>
      </p:sp>
      <p:sp>
        <p:nvSpPr>
          <p:cNvPr id="146" name="Rectangle 145">
            <a:extLst>
              <a:ext uri="{FF2B5EF4-FFF2-40B4-BE49-F238E27FC236}">
                <a16:creationId xmlns:a16="http://schemas.microsoft.com/office/drawing/2014/main" id="{A2B90F57-5AE9-4A35-8070-888DD2D8A8DE}"/>
              </a:ext>
            </a:extLst>
          </p:cNvPr>
          <p:cNvSpPr/>
          <p:nvPr/>
        </p:nvSpPr>
        <p:spPr>
          <a:xfrm>
            <a:off x="9204268" y="3468244"/>
            <a:ext cx="320922" cy="400110"/>
          </a:xfrm>
          <a:prstGeom prst="rect">
            <a:avLst/>
          </a:prstGeom>
          <a:noFill/>
        </p:spPr>
        <p:txBody>
          <a:bodyPr wrap="none" lIns="91440" tIns="45720" rIns="91440" bIns="45720">
            <a:spAutoFit/>
          </a:bodyPr>
          <a:lstStyle/>
          <a:p>
            <a:pPr algn="ctr"/>
            <a:r>
              <a:rPr lang="en-US" sz="2000" b="1" dirty="0">
                <a:ln w="0"/>
                <a:solidFill>
                  <a:schemeClr val="bg1"/>
                </a:solidFill>
                <a:effectLst>
                  <a:outerShdw blurRad="38100" dist="19050" dir="2700000" algn="tl" rotWithShape="0">
                    <a:schemeClr val="dk1">
                      <a:alpha val="40000"/>
                    </a:schemeClr>
                  </a:outerShdw>
                </a:effectLst>
              </a:rPr>
              <a:t>0</a:t>
            </a:r>
            <a:endParaRPr lang="en-US" sz="2000" b="1" cap="none" spc="0" dirty="0">
              <a:ln w="0"/>
              <a:solidFill>
                <a:schemeClr val="bg1"/>
              </a:solidFill>
              <a:effectLst>
                <a:outerShdw blurRad="38100" dist="19050" dir="2700000" algn="tl" rotWithShape="0">
                  <a:schemeClr val="dk1">
                    <a:alpha val="40000"/>
                  </a:schemeClr>
                </a:outerShdw>
              </a:effectLst>
            </a:endParaRPr>
          </a:p>
        </p:txBody>
      </p:sp>
      <p:sp>
        <p:nvSpPr>
          <p:cNvPr id="147" name="Rectangle 146">
            <a:extLst>
              <a:ext uri="{FF2B5EF4-FFF2-40B4-BE49-F238E27FC236}">
                <a16:creationId xmlns:a16="http://schemas.microsoft.com/office/drawing/2014/main" id="{90D97C79-E25E-41B5-B1C8-9DFA9B1DB156}"/>
              </a:ext>
            </a:extLst>
          </p:cNvPr>
          <p:cNvSpPr/>
          <p:nvPr/>
        </p:nvSpPr>
        <p:spPr>
          <a:xfrm>
            <a:off x="2706755" y="3527268"/>
            <a:ext cx="320922" cy="400110"/>
          </a:xfrm>
          <a:prstGeom prst="rect">
            <a:avLst/>
          </a:prstGeom>
          <a:noFill/>
        </p:spPr>
        <p:txBody>
          <a:bodyPr wrap="none" lIns="91440" tIns="45720" rIns="91440" bIns="45720">
            <a:spAutoFit/>
          </a:bodyPr>
          <a:lstStyle/>
          <a:p>
            <a:pPr algn="ctr"/>
            <a:r>
              <a:rPr lang="en-US" sz="2000" b="1" cap="none" spc="0" dirty="0">
                <a:ln w="0"/>
                <a:solidFill>
                  <a:schemeClr val="bg1"/>
                </a:solidFill>
                <a:effectLst>
                  <a:outerShdw blurRad="38100" dist="19050" dir="2700000" algn="tl" rotWithShape="0">
                    <a:schemeClr val="dk1">
                      <a:alpha val="40000"/>
                    </a:schemeClr>
                  </a:outerShdw>
                </a:effectLst>
              </a:rPr>
              <a:t>2</a:t>
            </a:r>
          </a:p>
        </p:txBody>
      </p:sp>
      <p:sp>
        <p:nvSpPr>
          <p:cNvPr id="148" name="Rectangle 147">
            <a:extLst>
              <a:ext uri="{FF2B5EF4-FFF2-40B4-BE49-F238E27FC236}">
                <a16:creationId xmlns:a16="http://schemas.microsoft.com/office/drawing/2014/main" id="{EE016ED9-616F-4E33-8D5A-CCF8674EA9A6}"/>
              </a:ext>
            </a:extLst>
          </p:cNvPr>
          <p:cNvSpPr/>
          <p:nvPr/>
        </p:nvSpPr>
        <p:spPr>
          <a:xfrm>
            <a:off x="4855610" y="3536232"/>
            <a:ext cx="320922" cy="400110"/>
          </a:xfrm>
          <a:prstGeom prst="rect">
            <a:avLst/>
          </a:prstGeom>
          <a:noFill/>
        </p:spPr>
        <p:txBody>
          <a:bodyPr wrap="none" lIns="91440" tIns="45720" rIns="91440" bIns="45720">
            <a:spAutoFit/>
          </a:bodyPr>
          <a:lstStyle/>
          <a:p>
            <a:pPr algn="ctr"/>
            <a:r>
              <a:rPr lang="en-US" sz="2000" b="1" cap="none" spc="0" dirty="0">
                <a:ln w="0"/>
                <a:solidFill>
                  <a:schemeClr val="bg1"/>
                </a:solidFill>
                <a:effectLst>
                  <a:outerShdw blurRad="38100" dist="19050" dir="2700000" algn="tl" rotWithShape="0">
                    <a:schemeClr val="dk1">
                      <a:alpha val="40000"/>
                    </a:schemeClr>
                  </a:outerShdw>
                </a:effectLst>
              </a:rPr>
              <a:t>1</a:t>
            </a:r>
          </a:p>
        </p:txBody>
      </p:sp>
      <p:sp>
        <p:nvSpPr>
          <p:cNvPr id="149" name="Rectangle 148">
            <a:extLst>
              <a:ext uri="{FF2B5EF4-FFF2-40B4-BE49-F238E27FC236}">
                <a16:creationId xmlns:a16="http://schemas.microsoft.com/office/drawing/2014/main" id="{53D66B4B-0030-49A7-B4D7-9012E9FB5839}"/>
              </a:ext>
            </a:extLst>
          </p:cNvPr>
          <p:cNvSpPr/>
          <p:nvPr/>
        </p:nvSpPr>
        <p:spPr>
          <a:xfrm>
            <a:off x="7032299" y="3545334"/>
            <a:ext cx="320922" cy="400110"/>
          </a:xfrm>
          <a:prstGeom prst="rect">
            <a:avLst/>
          </a:prstGeom>
          <a:noFill/>
        </p:spPr>
        <p:txBody>
          <a:bodyPr wrap="none" lIns="91440" tIns="45720" rIns="91440" bIns="45720">
            <a:spAutoFit/>
          </a:bodyPr>
          <a:lstStyle/>
          <a:p>
            <a:pPr algn="ctr"/>
            <a:r>
              <a:rPr lang="en-US" sz="2000" b="1" cap="none" spc="0" dirty="0">
                <a:ln w="0"/>
                <a:solidFill>
                  <a:schemeClr val="bg1"/>
                </a:solidFill>
                <a:effectLst>
                  <a:outerShdw blurRad="38100" dist="19050" dir="2700000" algn="tl" rotWithShape="0">
                    <a:schemeClr val="dk1">
                      <a:alpha val="40000"/>
                    </a:schemeClr>
                  </a:outerShdw>
                </a:effectLst>
              </a:rPr>
              <a:t>1</a:t>
            </a:r>
          </a:p>
        </p:txBody>
      </p:sp>
      <p:sp>
        <p:nvSpPr>
          <p:cNvPr id="150" name="Rectangle 149">
            <a:extLst>
              <a:ext uri="{FF2B5EF4-FFF2-40B4-BE49-F238E27FC236}">
                <a16:creationId xmlns:a16="http://schemas.microsoft.com/office/drawing/2014/main" id="{9D109E06-FB42-42E3-A473-85DCCED96D6E}"/>
              </a:ext>
            </a:extLst>
          </p:cNvPr>
          <p:cNvSpPr/>
          <p:nvPr/>
        </p:nvSpPr>
        <p:spPr>
          <a:xfrm>
            <a:off x="2697132" y="2283136"/>
            <a:ext cx="320922" cy="400110"/>
          </a:xfrm>
          <a:prstGeom prst="rect">
            <a:avLst/>
          </a:prstGeom>
          <a:noFill/>
        </p:spPr>
        <p:txBody>
          <a:bodyPr wrap="none" lIns="91440" tIns="45720" rIns="91440" bIns="45720">
            <a:spAutoFit/>
          </a:bodyPr>
          <a:lstStyle/>
          <a:p>
            <a:pPr algn="ctr"/>
            <a:r>
              <a:rPr lang="en-US" sz="2000" b="1" dirty="0">
                <a:ln w="0"/>
                <a:solidFill>
                  <a:schemeClr val="bg1"/>
                </a:solidFill>
                <a:effectLst>
                  <a:outerShdw blurRad="38100" dist="19050" dir="2700000" algn="tl" rotWithShape="0">
                    <a:schemeClr val="dk1">
                      <a:alpha val="40000"/>
                    </a:schemeClr>
                  </a:outerShdw>
                </a:effectLst>
              </a:rPr>
              <a:t>0</a:t>
            </a:r>
            <a:endParaRPr lang="en-US" sz="2000" b="1" cap="none" spc="0" dirty="0">
              <a:ln w="0"/>
              <a:solidFill>
                <a:schemeClr val="bg1"/>
              </a:solidFill>
              <a:effectLst>
                <a:outerShdw blurRad="38100" dist="19050" dir="2700000" algn="tl" rotWithShape="0">
                  <a:schemeClr val="dk1">
                    <a:alpha val="40000"/>
                  </a:schemeClr>
                </a:outerShdw>
              </a:effectLst>
            </a:endParaRPr>
          </a:p>
        </p:txBody>
      </p:sp>
      <p:sp>
        <p:nvSpPr>
          <p:cNvPr id="151" name="Rectangle 150">
            <a:extLst>
              <a:ext uri="{FF2B5EF4-FFF2-40B4-BE49-F238E27FC236}">
                <a16:creationId xmlns:a16="http://schemas.microsoft.com/office/drawing/2014/main" id="{32133C12-FFD6-4686-A0C7-41FC772B3FDA}"/>
              </a:ext>
            </a:extLst>
          </p:cNvPr>
          <p:cNvSpPr/>
          <p:nvPr/>
        </p:nvSpPr>
        <p:spPr>
          <a:xfrm>
            <a:off x="4863762" y="4643266"/>
            <a:ext cx="320922" cy="400110"/>
          </a:xfrm>
          <a:prstGeom prst="rect">
            <a:avLst/>
          </a:prstGeom>
          <a:noFill/>
        </p:spPr>
        <p:txBody>
          <a:bodyPr wrap="none" lIns="91440" tIns="45720" rIns="91440" bIns="45720">
            <a:spAutoFit/>
          </a:bodyPr>
          <a:lstStyle/>
          <a:p>
            <a:pPr algn="ctr"/>
            <a:r>
              <a:rPr lang="en-US" sz="2000" b="1" cap="none" spc="0" dirty="0">
                <a:ln w="0"/>
                <a:solidFill>
                  <a:schemeClr val="bg1"/>
                </a:solidFill>
                <a:effectLst>
                  <a:outerShdw blurRad="38100" dist="19050" dir="2700000" algn="tl" rotWithShape="0">
                    <a:schemeClr val="dk1">
                      <a:alpha val="40000"/>
                    </a:schemeClr>
                  </a:outerShdw>
                </a:effectLst>
              </a:rPr>
              <a:t>5</a:t>
            </a:r>
          </a:p>
        </p:txBody>
      </p:sp>
      <p:sp>
        <p:nvSpPr>
          <p:cNvPr id="152" name="Rectangle 151">
            <a:extLst>
              <a:ext uri="{FF2B5EF4-FFF2-40B4-BE49-F238E27FC236}">
                <a16:creationId xmlns:a16="http://schemas.microsoft.com/office/drawing/2014/main" id="{EEB860D2-341E-49B4-8381-DECE52027372}"/>
              </a:ext>
            </a:extLst>
          </p:cNvPr>
          <p:cNvSpPr/>
          <p:nvPr/>
        </p:nvSpPr>
        <p:spPr>
          <a:xfrm>
            <a:off x="2724565" y="4600932"/>
            <a:ext cx="320922" cy="400110"/>
          </a:xfrm>
          <a:prstGeom prst="rect">
            <a:avLst/>
          </a:prstGeom>
          <a:noFill/>
        </p:spPr>
        <p:txBody>
          <a:bodyPr wrap="none" lIns="91440" tIns="45720" rIns="91440" bIns="45720">
            <a:spAutoFit/>
          </a:bodyPr>
          <a:lstStyle/>
          <a:p>
            <a:pPr algn="ctr"/>
            <a:r>
              <a:rPr lang="en-US" sz="2000" b="1" cap="none" spc="0" dirty="0">
                <a:ln w="0"/>
                <a:solidFill>
                  <a:schemeClr val="bg1"/>
                </a:solidFill>
                <a:effectLst>
                  <a:outerShdw blurRad="38100" dist="19050" dir="2700000" algn="tl" rotWithShape="0">
                    <a:schemeClr val="dk1">
                      <a:alpha val="40000"/>
                    </a:schemeClr>
                  </a:outerShdw>
                </a:effectLst>
              </a:rPr>
              <a:t>5</a:t>
            </a:r>
          </a:p>
        </p:txBody>
      </p:sp>
      <p:sp>
        <p:nvSpPr>
          <p:cNvPr id="153" name="Rectangle 152">
            <a:extLst>
              <a:ext uri="{FF2B5EF4-FFF2-40B4-BE49-F238E27FC236}">
                <a16:creationId xmlns:a16="http://schemas.microsoft.com/office/drawing/2014/main" id="{AADA26EE-4960-4013-920F-751E31636DB2}"/>
              </a:ext>
            </a:extLst>
          </p:cNvPr>
          <p:cNvSpPr/>
          <p:nvPr/>
        </p:nvSpPr>
        <p:spPr>
          <a:xfrm>
            <a:off x="8607546" y="5313611"/>
            <a:ext cx="2271776" cy="523220"/>
          </a:xfrm>
          <a:prstGeom prst="rect">
            <a:avLst/>
          </a:prstGeom>
          <a:noFill/>
        </p:spPr>
        <p:txBody>
          <a:bodyPr wrap="none" lIns="91440" tIns="45720" rIns="91440" bIns="45720">
            <a:spAutoFit/>
          </a:bodyPr>
          <a:lstStyle/>
          <a:p>
            <a:pPr algn="ctr"/>
            <a:r>
              <a:rPr lang="en-US" sz="2800" b="1" cap="none" spc="0" dirty="0">
                <a:ln w="0"/>
                <a:solidFill>
                  <a:srgbClr val="C00000"/>
                </a:solidFill>
                <a:effectLst>
                  <a:outerShdw blurRad="38100" dist="19050" dir="2700000" algn="tl" rotWithShape="0">
                    <a:schemeClr val="dk1">
                      <a:alpha val="40000"/>
                    </a:schemeClr>
                  </a:outerShdw>
                </a:effectLst>
              </a:rPr>
              <a:t>A – D – G – J </a:t>
            </a:r>
          </a:p>
        </p:txBody>
      </p:sp>
      <p:sp>
        <p:nvSpPr>
          <p:cNvPr id="154" name="Rectangle 153">
            <a:extLst>
              <a:ext uri="{FF2B5EF4-FFF2-40B4-BE49-F238E27FC236}">
                <a16:creationId xmlns:a16="http://schemas.microsoft.com/office/drawing/2014/main" id="{B120623C-5220-4155-94B3-ECB9B34C4854}"/>
              </a:ext>
            </a:extLst>
          </p:cNvPr>
          <p:cNvSpPr/>
          <p:nvPr/>
        </p:nvSpPr>
        <p:spPr>
          <a:xfrm>
            <a:off x="589273" y="4569364"/>
            <a:ext cx="298480" cy="338554"/>
          </a:xfrm>
          <a:prstGeom prst="rect">
            <a:avLst/>
          </a:prstGeom>
          <a:noFill/>
        </p:spPr>
        <p:txBody>
          <a:bodyPr wrap="none" lIns="91440" tIns="45720" rIns="91440" bIns="45720">
            <a:spAutoFit/>
          </a:bodyPr>
          <a:lstStyle/>
          <a:p>
            <a:pPr algn="ctr"/>
            <a:r>
              <a:rPr lang="en-US" sz="1600" b="1" dirty="0">
                <a:ln w="0"/>
                <a:solidFill>
                  <a:srgbClr val="00B050"/>
                </a:solidFill>
                <a:effectLst>
                  <a:outerShdw blurRad="38100" dist="19050" dir="2700000" algn="tl" rotWithShape="0">
                    <a:schemeClr val="dk1">
                      <a:alpha val="40000"/>
                    </a:schemeClr>
                  </a:outerShdw>
                </a:effectLst>
              </a:rPr>
              <a:t>0</a:t>
            </a:r>
            <a:endParaRPr lang="en-US" sz="1600" b="1" cap="none" spc="0" dirty="0">
              <a:ln w="0"/>
              <a:solidFill>
                <a:srgbClr val="00B050"/>
              </a:solidFill>
              <a:effectLst>
                <a:outerShdw blurRad="38100" dist="19050" dir="2700000" algn="tl" rotWithShape="0">
                  <a:schemeClr val="dk1">
                    <a:alpha val="40000"/>
                  </a:schemeClr>
                </a:outerShdw>
              </a:effectLst>
            </a:endParaRPr>
          </a:p>
        </p:txBody>
      </p:sp>
      <p:sp>
        <p:nvSpPr>
          <p:cNvPr id="155" name="Rectangle 154">
            <a:extLst>
              <a:ext uri="{FF2B5EF4-FFF2-40B4-BE49-F238E27FC236}">
                <a16:creationId xmlns:a16="http://schemas.microsoft.com/office/drawing/2014/main" id="{766AF6C8-7D5A-4501-9769-B592B39E2699}"/>
              </a:ext>
            </a:extLst>
          </p:cNvPr>
          <p:cNvSpPr/>
          <p:nvPr/>
        </p:nvSpPr>
        <p:spPr>
          <a:xfrm>
            <a:off x="10071122" y="1433372"/>
            <a:ext cx="575799" cy="369332"/>
          </a:xfrm>
          <a:prstGeom prst="rect">
            <a:avLst/>
          </a:prstGeom>
          <a:noFill/>
        </p:spPr>
        <p:txBody>
          <a:bodyPr wrap="none" lIns="91440" tIns="45720" rIns="91440" bIns="45720">
            <a:spAutoFit/>
          </a:bodyPr>
          <a:lstStyle/>
          <a:p>
            <a:pPr algn="ctr"/>
            <a:r>
              <a:rPr lang="en-US" b="1" cap="none" spc="0" dirty="0">
                <a:ln w="0"/>
                <a:effectLst>
                  <a:outerShdw blurRad="38100" dist="19050" dir="2700000" algn="tl" rotWithShape="0">
                    <a:schemeClr val="dk1">
                      <a:alpha val="40000"/>
                    </a:schemeClr>
                  </a:outerShdw>
                </a:effectLst>
              </a:rPr>
              <a:t>KEY</a:t>
            </a:r>
          </a:p>
        </p:txBody>
      </p:sp>
      <p:sp>
        <p:nvSpPr>
          <p:cNvPr id="156" name="Rectangle 155">
            <a:extLst>
              <a:ext uri="{FF2B5EF4-FFF2-40B4-BE49-F238E27FC236}">
                <a16:creationId xmlns:a16="http://schemas.microsoft.com/office/drawing/2014/main" id="{0556315A-0FBE-477B-A069-989E90CABF34}"/>
              </a:ext>
            </a:extLst>
          </p:cNvPr>
          <p:cNvSpPr/>
          <p:nvPr/>
        </p:nvSpPr>
        <p:spPr>
          <a:xfrm>
            <a:off x="9711522" y="1723222"/>
            <a:ext cx="1372492"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Activity Time (t)</a:t>
            </a:r>
          </a:p>
        </p:txBody>
      </p:sp>
      <p:sp>
        <p:nvSpPr>
          <p:cNvPr id="157" name="Rectangle 156">
            <a:extLst>
              <a:ext uri="{FF2B5EF4-FFF2-40B4-BE49-F238E27FC236}">
                <a16:creationId xmlns:a16="http://schemas.microsoft.com/office/drawing/2014/main" id="{E98A625D-798C-4122-A84C-504315A0F33F}"/>
              </a:ext>
            </a:extLst>
          </p:cNvPr>
          <p:cNvSpPr/>
          <p:nvPr/>
        </p:nvSpPr>
        <p:spPr>
          <a:xfrm>
            <a:off x="9792398" y="1963991"/>
            <a:ext cx="1234825"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Forward Pass </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158" name="Rectangle 157">
            <a:extLst>
              <a:ext uri="{FF2B5EF4-FFF2-40B4-BE49-F238E27FC236}">
                <a16:creationId xmlns:a16="http://schemas.microsoft.com/office/drawing/2014/main" id="{5082C1FC-51E2-4D20-A769-91DEAB7A2967}"/>
              </a:ext>
            </a:extLst>
          </p:cNvPr>
          <p:cNvSpPr/>
          <p:nvPr/>
        </p:nvSpPr>
        <p:spPr>
          <a:xfrm>
            <a:off x="9762562" y="2163916"/>
            <a:ext cx="1302664"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Backward Pass</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159" name="Rectangle 158">
            <a:extLst>
              <a:ext uri="{FF2B5EF4-FFF2-40B4-BE49-F238E27FC236}">
                <a16:creationId xmlns:a16="http://schemas.microsoft.com/office/drawing/2014/main" id="{6E5AAC31-8A6B-4188-A1EC-2BE7B1C847C3}"/>
              </a:ext>
            </a:extLst>
          </p:cNvPr>
          <p:cNvSpPr/>
          <p:nvPr/>
        </p:nvSpPr>
        <p:spPr>
          <a:xfrm>
            <a:off x="10160906" y="2375078"/>
            <a:ext cx="569387" cy="307777"/>
          </a:xfrm>
          <a:prstGeom prst="rect">
            <a:avLst/>
          </a:prstGeom>
          <a:noFill/>
        </p:spPr>
        <p:txBody>
          <a:bodyPr wrap="none" lIns="91440" tIns="45720" rIns="91440" bIns="45720">
            <a:spAutoFit/>
          </a:bodyPr>
          <a:lstStyle/>
          <a:p>
            <a:pPr algn="ctr"/>
            <a:r>
              <a:rPr lang="en-US" sz="1400" b="1" dirty="0">
                <a:ln w="0"/>
                <a:solidFill>
                  <a:schemeClr val="bg1"/>
                </a:solidFill>
                <a:effectLst>
                  <a:outerShdw blurRad="38100" dist="19050" dir="2700000" algn="tl" rotWithShape="0">
                    <a:schemeClr val="dk1">
                      <a:alpha val="40000"/>
                    </a:schemeClr>
                  </a:outerShdw>
                </a:effectLst>
              </a:rPr>
              <a:t>Slack</a:t>
            </a:r>
            <a:endParaRPr lang="en-US" sz="1400" b="1" cap="none" spc="0" dirty="0">
              <a:ln w="0"/>
              <a:solidFill>
                <a:schemeClr val="bg1"/>
              </a:solidFill>
              <a:effectLst>
                <a:outerShdw blurRad="38100" dist="19050" dir="2700000" algn="tl" rotWithShape="0">
                  <a:schemeClr val="dk1">
                    <a:alpha val="40000"/>
                  </a:schemeClr>
                </a:outerShdw>
              </a:effectLst>
            </a:endParaRPr>
          </a:p>
        </p:txBody>
      </p:sp>
      <p:sp>
        <p:nvSpPr>
          <p:cNvPr id="160" name="Rectangle 159">
            <a:extLst>
              <a:ext uri="{FF2B5EF4-FFF2-40B4-BE49-F238E27FC236}">
                <a16:creationId xmlns:a16="http://schemas.microsoft.com/office/drawing/2014/main" id="{8787A3B6-9C89-483E-8585-09A9EF79E2DC}"/>
              </a:ext>
            </a:extLst>
          </p:cNvPr>
          <p:cNvSpPr/>
          <p:nvPr/>
        </p:nvSpPr>
        <p:spPr>
          <a:xfrm>
            <a:off x="9925036" y="2593911"/>
            <a:ext cx="1070614" cy="307777"/>
          </a:xfrm>
          <a:prstGeom prst="rect">
            <a:avLst/>
          </a:prstGeom>
          <a:noFill/>
        </p:spPr>
        <p:txBody>
          <a:bodyPr wrap="none" lIns="91440" tIns="45720" rIns="91440" bIns="45720">
            <a:spAutoFit/>
          </a:bodyPr>
          <a:lstStyle/>
          <a:p>
            <a:pPr algn="ctr"/>
            <a:r>
              <a:rPr lang="en-US" sz="1400" b="1" dirty="0">
                <a:ln w="0"/>
                <a:solidFill>
                  <a:srgbClr val="C00000"/>
                </a:solidFill>
                <a:effectLst>
                  <a:outerShdw blurRad="38100" dist="19050" dir="2700000" algn="tl" rotWithShape="0">
                    <a:schemeClr val="dk1">
                      <a:alpha val="40000"/>
                    </a:schemeClr>
                  </a:outerShdw>
                </a:effectLst>
              </a:rPr>
              <a:t>Critical Path</a:t>
            </a:r>
            <a:endParaRPr lang="en-US" sz="1400" b="1" cap="none" spc="0" dirty="0">
              <a:ln w="0"/>
              <a:solidFill>
                <a:srgbClr val="C00000"/>
              </a:solidFill>
              <a:effectLst>
                <a:outerShdw blurRad="38100" dist="19050" dir="2700000" algn="tl" rotWithShape="0">
                  <a:schemeClr val="dk1">
                    <a:alpha val="40000"/>
                  </a:schemeClr>
                </a:outerShdw>
              </a:effectLst>
            </a:endParaRPr>
          </a:p>
        </p:txBody>
      </p:sp>
      <p:sp>
        <p:nvSpPr>
          <p:cNvPr id="143" name="Rectangle 142">
            <a:extLst>
              <a:ext uri="{FF2B5EF4-FFF2-40B4-BE49-F238E27FC236}">
                <a16:creationId xmlns:a16="http://schemas.microsoft.com/office/drawing/2014/main" id="{34D47792-968D-4489-A39E-39176B81C9B2}"/>
              </a:ext>
            </a:extLst>
          </p:cNvPr>
          <p:cNvSpPr/>
          <p:nvPr/>
        </p:nvSpPr>
        <p:spPr>
          <a:xfrm>
            <a:off x="7109223" y="5761509"/>
            <a:ext cx="4778937" cy="954107"/>
          </a:xfrm>
          <a:prstGeom prst="rect">
            <a:avLst/>
          </a:prstGeom>
          <a:noFill/>
        </p:spPr>
        <p:txBody>
          <a:bodyPr wrap="none" lIns="91440" tIns="45720" rIns="91440" bIns="45720">
            <a:spAutoFit/>
          </a:bodyPr>
          <a:lstStyle/>
          <a:p>
            <a:pPr algn="ctr"/>
            <a:r>
              <a:rPr lang="en-US" sz="2800" b="1" cap="none" spc="0" dirty="0">
                <a:ln w="0"/>
                <a:effectLst>
                  <a:outerShdw blurRad="38100" dist="19050" dir="2700000" algn="tl" rotWithShape="0">
                    <a:schemeClr val="dk1">
                      <a:alpha val="40000"/>
                    </a:schemeClr>
                  </a:outerShdw>
                </a:effectLst>
              </a:rPr>
              <a:t>Total Duration = 4 + 5 + 4 + 5</a:t>
            </a:r>
          </a:p>
          <a:p>
            <a:pPr algn="ctr"/>
            <a:r>
              <a:rPr lang="en-US" sz="2800" b="1" dirty="0">
                <a:ln w="0"/>
                <a:effectLst>
                  <a:outerShdw blurRad="38100" dist="19050" dir="2700000" algn="tl" rotWithShape="0">
                    <a:schemeClr val="dk1">
                      <a:alpha val="40000"/>
                    </a:schemeClr>
                  </a:outerShdw>
                </a:effectLst>
              </a:rPr>
              <a:t>               = 18 days </a:t>
            </a:r>
            <a:endParaRPr lang="en-US" sz="2800" b="1" cap="none" spc="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0757790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40C2858-A571-44B6-BD43-076EF3D2B9A2}"/>
              </a:ext>
            </a:extLst>
          </p:cNvPr>
          <p:cNvSpPr>
            <a:spLocks noGrp="1"/>
          </p:cNvSpPr>
          <p:nvPr>
            <p:ph type="title"/>
          </p:nvPr>
        </p:nvSpPr>
        <p:spPr/>
        <p:txBody>
          <a:bodyPr/>
          <a:lstStyle/>
          <a:p>
            <a:pPr algn="ctr"/>
            <a:r>
              <a:rPr lang="en-US" b="1" dirty="0"/>
              <a:t>PERT CHART GUIDE</a:t>
            </a:r>
            <a:endParaRPr lang="LID4096" b="1" dirty="0"/>
          </a:p>
        </p:txBody>
      </p:sp>
      <p:graphicFrame>
        <p:nvGraphicFramePr>
          <p:cNvPr id="9" name="Table 9">
            <a:extLst>
              <a:ext uri="{FF2B5EF4-FFF2-40B4-BE49-F238E27FC236}">
                <a16:creationId xmlns:a16="http://schemas.microsoft.com/office/drawing/2014/main" id="{8B8F92F2-9B43-411B-AD42-A71550D17897}"/>
              </a:ext>
            </a:extLst>
          </p:cNvPr>
          <p:cNvGraphicFramePr>
            <a:graphicFrameLocks noGrp="1"/>
          </p:cNvGraphicFramePr>
          <p:nvPr>
            <p:ph idx="1"/>
            <p:extLst>
              <p:ext uri="{D42A27DB-BD31-4B8C-83A1-F6EECF244321}">
                <p14:modId xmlns:p14="http://schemas.microsoft.com/office/powerpoint/2010/main" val="3523922855"/>
              </p:ext>
            </p:extLst>
          </p:nvPr>
        </p:nvGraphicFramePr>
        <p:xfrm>
          <a:off x="1141413" y="2249488"/>
          <a:ext cx="5042571" cy="1651000"/>
        </p:xfrm>
        <a:graphic>
          <a:graphicData uri="http://schemas.openxmlformats.org/drawingml/2006/table">
            <a:tbl>
              <a:tblPr firstRow="1" bandRow="1">
                <a:tableStyleId>{5C22544A-7EE6-4342-B048-85BDC9FD1C3A}</a:tableStyleId>
              </a:tblPr>
              <a:tblGrid>
                <a:gridCol w="1460385">
                  <a:extLst>
                    <a:ext uri="{9D8B030D-6E8A-4147-A177-3AD203B41FA5}">
                      <a16:colId xmlns:a16="http://schemas.microsoft.com/office/drawing/2014/main" val="2382490166"/>
                    </a:ext>
                  </a:extLst>
                </a:gridCol>
                <a:gridCol w="499621">
                  <a:extLst>
                    <a:ext uri="{9D8B030D-6E8A-4147-A177-3AD203B41FA5}">
                      <a16:colId xmlns:a16="http://schemas.microsoft.com/office/drawing/2014/main" val="3544894167"/>
                    </a:ext>
                  </a:extLst>
                </a:gridCol>
                <a:gridCol w="480767">
                  <a:extLst>
                    <a:ext uri="{9D8B030D-6E8A-4147-A177-3AD203B41FA5}">
                      <a16:colId xmlns:a16="http://schemas.microsoft.com/office/drawing/2014/main" val="101894635"/>
                    </a:ext>
                  </a:extLst>
                </a:gridCol>
                <a:gridCol w="546754">
                  <a:extLst>
                    <a:ext uri="{9D8B030D-6E8A-4147-A177-3AD203B41FA5}">
                      <a16:colId xmlns:a16="http://schemas.microsoft.com/office/drawing/2014/main" val="2873252392"/>
                    </a:ext>
                  </a:extLst>
                </a:gridCol>
                <a:gridCol w="556182">
                  <a:extLst>
                    <a:ext uri="{9D8B030D-6E8A-4147-A177-3AD203B41FA5}">
                      <a16:colId xmlns:a16="http://schemas.microsoft.com/office/drawing/2014/main" val="3632794115"/>
                    </a:ext>
                  </a:extLst>
                </a:gridCol>
                <a:gridCol w="461913">
                  <a:extLst>
                    <a:ext uri="{9D8B030D-6E8A-4147-A177-3AD203B41FA5}">
                      <a16:colId xmlns:a16="http://schemas.microsoft.com/office/drawing/2014/main" val="2521905876"/>
                    </a:ext>
                  </a:extLst>
                </a:gridCol>
                <a:gridCol w="565608">
                  <a:extLst>
                    <a:ext uri="{9D8B030D-6E8A-4147-A177-3AD203B41FA5}">
                      <a16:colId xmlns:a16="http://schemas.microsoft.com/office/drawing/2014/main" val="994433337"/>
                    </a:ext>
                  </a:extLst>
                </a:gridCol>
                <a:gridCol w="471341">
                  <a:extLst>
                    <a:ext uri="{9D8B030D-6E8A-4147-A177-3AD203B41FA5}">
                      <a16:colId xmlns:a16="http://schemas.microsoft.com/office/drawing/2014/main" val="613085962"/>
                    </a:ext>
                  </a:extLst>
                </a:gridCol>
              </a:tblGrid>
              <a:tr h="370840">
                <a:tc>
                  <a:txBody>
                    <a:bodyPr/>
                    <a:lstStyle/>
                    <a:p>
                      <a:r>
                        <a:rPr lang="en-US" dirty="0">
                          <a:solidFill>
                            <a:schemeClr val="tx1"/>
                          </a:solidFill>
                        </a:rPr>
                        <a:t>Activity</a:t>
                      </a:r>
                      <a:endParaRPr lang="LID4096" dirty="0">
                        <a:solidFill>
                          <a:schemeClr val="tx1"/>
                        </a:solidFill>
                      </a:endParaRPr>
                    </a:p>
                  </a:txBody>
                  <a:tcPr>
                    <a:noFill/>
                  </a:tcPr>
                </a:tc>
                <a:tc>
                  <a:txBody>
                    <a:bodyPr/>
                    <a:lstStyle/>
                    <a:p>
                      <a:r>
                        <a:rPr lang="en-US" b="0" dirty="0">
                          <a:solidFill>
                            <a:schemeClr val="tx1"/>
                          </a:solidFill>
                        </a:rPr>
                        <a:t>A</a:t>
                      </a:r>
                      <a:endParaRPr lang="LID4096" b="0" dirty="0">
                        <a:solidFill>
                          <a:schemeClr val="tx1"/>
                        </a:solidFill>
                      </a:endParaRPr>
                    </a:p>
                  </a:txBody>
                  <a:tcPr>
                    <a:noFill/>
                  </a:tcPr>
                </a:tc>
                <a:tc>
                  <a:txBody>
                    <a:bodyPr/>
                    <a:lstStyle/>
                    <a:p>
                      <a:r>
                        <a:rPr lang="en-US" b="0" dirty="0">
                          <a:solidFill>
                            <a:schemeClr val="tx1"/>
                          </a:solidFill>
                        </a:rPr>
                        <a:t>B</a:t>
                      </a:r>
                      <a:endParaRPr lang="LID4096" b="0" dirty="0">
                        <a:solidFill>
                          <a:schemeClr val="tx1"/>
                        </a:solidFill>
                      </a:endParaRPr>
                    </a:p>
                  </a:txBody>
                  <a:tcPr>
                    <a:noFill/>
                  </a:tcPr>
                </a:tc>
                <a:tc>
                  <a:txBody>
                    <a:bodyPr/>
                    <a:lstStyle/>
                    <a:p>
                      <a:r>
                        <a:rPr lang="en-US" b="0" dirty="0">
                          <a:solidFill>
                            <a:schemeClr val="tx1"/>
                          </a:solidFill>
                        </a:rPr>
                        <a:t>C</a:t>
                      </a:r>
                      <a:endParaRPr lang="LID4096" b="0" dirty="0">
                        <a:solidFill>
                          <a:schemeClr val="tx1"/>
                        </a:solidFill>
                      </a:endParaRPr>
                    </a:p>
                  </a:txBody>
                  <a:tcPr>
                    <a:noFill/>
                  </a:tcPr>
                </a:tc>
                <a:tc>
                  <a:txBody>
                    <a:bodyPr/>
                    <a:lstStyle/>
                    <a:p>
                      <a:r>
                        <a:rPr lang="en-US" b="0" dirty="0">
                          <a:solidFill>
                            <a:schemeClr val="tx1"/>
                          </a:solidFill>
                        </a:rPr>
                        <a:t>D</a:t>
                      </a:r>
                      <a:endParaRPr lang="LID4096" b="0" dirty="0">
                        <a:solidFill>
                          <a:schemeClr val="tx1"/>
                        </a:solidFill>
                      </a:endParaRPr>
                    </a:p>
                  </a:txBody>
                  <a:tcPr>
                    <a:noFill/>
                  </a:tcPr>
                </a:tc>
                <a:tc>
                  <a:txBody>
                    <a:bodyPr/>
                    <a:lstStyle/>
                    <a:p>
                      <a:r>
                        <a:rPr lang="en-US" b="0" dirty="0">
                          <a:solidFill>
                            <a:schemeClr val="tx1"/>
                          </a:solidFill>
                        </a:rPr>
                        <a:t>E</a:t>
                      </a:r>
                      <a:endParaRPr lang="LID4096" b="0" dirty="0">
                        <a:solidFill>
                          <a:schemeClr val="tx1"/>
                        </a:solidFill>
                      </a:endParaRPr>
                    </a:p>
                  </a:txBody>
                  <a:tcPr>
                    <a:noFill/>
                  </a:tcPr>
                </a:tc>
                <a:tc>
                  <a:txBody>
                    <a:bodyPr/>
                    <a:lstStyle/>
                    <a:p>
                      <a:r>
                        <a:rPr lang="en-US" b="0" dirty="0">
                          <a:solidFill>
                            <a:schemeClr val="tx1"/>
                          </a:solidFill>
                        </a:rPr>
                        <a:t>F</a:t>
                      </a:r>
                      <a:endParaRPr lang="LID4096" b="0" dirty="0">
                        <a:solidFill>
                          <a:schemeClr val="tx1"/>
                        </a:solidFill>
                      </a:endParaRPr>
                    </a:p>
                  </a:txBody>
                  <a:tcPr>
                    <a:noFill/>
                  </a:tcPr>
                </a:tc>
                <a:tc>
                  <a:txBody>
                    <a:bodyPr/>
                    <a:lstStyle/>
                    <a:p>
                      <a:r>
                        <a:rPr lang="en-US" b="0" dirty="0">
                          <a:solidFill>
                            <a:schemeClr val="tx1"/>
                          </a:solidFill>
                        </a:rPr>
                        <a:t>G</a:t>
                      </a:r>
                      <a:endParaRPr lang="LID4096" b="0" dirty="0">
                        <a:solidFill>
                          <a:schemeClr val="tx1"/>
                        </a:solidFill>
                      </a:endParaRPr>
                    </a:p>
                  </a:txBody>
                  <a:tcPr>
                    <a:noFill/>
                  </a:tcPr>
                </a:tc>
                <a:extLst>
                  <a:ext uri="{0D108BD9-81ED-4DB2-BD59-A6C34878D82A}">
                    <a16:rowId xmlns:a16="http://schemas.microsoft.com/office/drawing/2014/main" val="165911482"/>
                  </a:ext>
                </a:extLst>
              </a:tr>
              <a:tr h="370840">
                <a:tc>
                  <a:txBody>
                    <a:bodyPr/>
                    <a:lstStyle/>
                    <a:p>
                      <a:r>
                        <a:rPr lang="en-US" b="1" dirty="0">
                          <a:solidFill>
                            <a:schemeClr val="tx1"/>
                          </a:solidFill>
                        </a:rPr>
                        <a:t>Immediate Predecessors</a:t>
                      </a:r>
                      <a:endParaRPr lang="LID4096" b="1"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tc>
                  <a:txBody>
                    <a:bodyPr/>
                    <a:lstStyle/>
                    <a:p>
                      <a:r>
                        <a:rPr lang="en-US" dirty="0">
                          <a:solidFill>
                            <a:schemeClr val="tx1"/>
                          </a:solidFill>
                        </a:rPr>
                        <a:t>A,B</a:t>
                      </a:r>
                      <a:endParaRPr lang="LID4096" dirty="0">
                        <a:solidFill>
                          <a:schemeClr val="tx1"/>
                        </a:solidFill>
                      </a:endParaRPr>
                    </a:p>
                  </a:txBody>
                  <a:tcPr>
                    <a:noFill/>
                  </a:tcPr>
                </a:tc>
                <a:tc>
                  <a:txBody>
                    <a:bodyPr/>
                    <a:lstStyle/>
                    <a:p>
                      <a:r>
                        <a:rPr lang="en-US" dirty="0">
                          <a:solidFill>
                            <a:schemeClr val="tx1"/>
                          </a:solidFill>
                        </a:rPr>
                        <a:t>D</a:t>
                      </a:r>
                      <a:endParaRPr lang="LID4096" dirty="0">
                        <a:solidFill>
                          <a:schemeClr val="tx1"/>
                        </a:solidFill>
                      </a:endParaRPr>
                    </a:p>
                  </a:txBody>
                  <a:tcPr>
                    <a:noFill/>
                  </a:tcPr>
                </a:tc>
                <a:tc>
                  <a:txBody>
                    <a:bodyPr/>
                    <a:lstStyle/>
                    <a:p>
                      <a:r>
                        <a:rPr lang="en-US" dirty="0">
                          <a:solidFill>
                            <a:schemeClr val="tx1"/>
                          </a:solidFill>
                        </a:rPr>
                        <a:t>C,E</a:t>
                      </a:r>
                      <a:endParaRPr lang="LID4096" dirty="0">
                        <a:solidFill>
                          <a:schemeClr val="tx1"/>
                        </a:solidFill>
                      </a:endParaRPr>
                    </a:p>
                  </a:txBody>
                  <a:tcPr>
                    <a:noFill/>
                  </a:tcPr>
                </a:tc>
                <a:tc>
                  <a:txBody>
                    <a:bodyPr/>
                    <a:lstStyle/>
                    <a:p>
                      <a:r>
                        <a:rPr lang="en-US" dirty="0">
                          <a:solidFill>
                            <a:schemeClr val="tx1"/>
                          </a:solidFill>
                        </a:rPr>
                        <a:t>E</a:t>
                      </a:r>
                      <a:endParaRPr lang="LID4096" dirty="0">
                        <a:solidFill>
                          <a:schemeClr val="tx1"/>
                        </a:solidFill>
                      </a:endParaRPr>
                    </a:p>
                  </a:txBody>
                  <a:tcPr>
                    <a:noFill/>
                  </a:tcPr>
                </a:tc>
                <a:extLst>
                  <a:ext uri="{0D108BD9-81ED-4DB2-BD59-A6C34878D82A}">
                    <a16:rowId xmlns:a16="http://schemas.microsoft.com/office/drawing/2014/main" val="2472623231"/>
                  </a:ext>
                </a:extLst>
              </a:tr>
              <a:tr h="370840">
                <a:tc>
                  <a:txBody>
                    <a:bodyPr/>
                    <a:lstStyle/>
                    <a:p>
                      <a:r>
                        <a:rPr lang="en-US" b="1" dirty="0">
                          <a:solidFill>
                            <a:schemeClr val="tx1"/>
                          </a:solidFill>
                        </a:rPr>
                        <a:t>Expected Time (weeks)</a:t>
                      </a:r>
                      <a:endParaRPr lang="LID4096" b="1" dirty="0">
                        <a:solidFill>
                          <a:schemeClr val="tx1"/>
                        </a:solidFill>
                      </a:endParaRPr>
                    </a:p>
                  </a:txBody>
                  <a:tcPr>
                    <a:noFill/>
                  </a:tcPr>
                </a:tc>
                <a:tc>
                  <a:txBody>
                    <a:bodyPr/>
                    <a:lstStyle/>
                    <a:p>
                      <a:r>
                        <a:rPr lang="en-US" b="1" dirty="0">
                          <a:solidFill>
                            <a:srgbClr val="FFC000"/>
                          </a:solidFill>
                        </a:rPr>
                        <a:t>7</a:t>
                      </a:r>
                      <a:endParaRPr lang="LID4096" b="1" dirty="0">
                        <a:solidFill>
                          <a:srgbClr val="FFC000"/>
                        </a:solidFill>
                      </a:endParaRPr>
                    </a:p>
                  </a:txBody>
                  <a:tcPr>
                    <a:noFill/>
                  </a:tcPr>
                </a:tc>
                <a:tc>
                  <a:txBody>
                    <a:bodyPr/>
                    <a:lstStyle/>
                    <a:p>
                      <a:r>
                        <a:rPr lang="en-US" b="1" dirty="0">
                          <a:solidFill>
                            <a:srgbClr val="FFC000"/>
                          </a:solidFill>
                        </a:rPr>
                        <a:t>9</a:t>
                      </a:r>
                      <a:endParaRPr lang="LID4096" b="1" dirty="0">
                        <a:solidFill>
                          <a:srgbClr val="FFC000"/>
                        </a:solidFill>
                      </a:endParaRPr>
                    </a:p>
                  </a:txBody>
                  <a:tcPr>
                    <a:noFill/>
                  </a:tcPr>
                </a:tc>
                <a:tc>
                  <a:txBody>
                    <a:bodyPr/>
                    <a:lstStyle/>
                    <a:p>
                      <a:r>
                        <a:rPr lang="en-US" b="1" dirty="0">
                          <a:solidFill>
                            <a:srgbClr val="FFC000"/>
                          </a:solidFill>
                        </a:rPr>
                        <a:t>12</a:t>
                      </a:r>
                      <a:endParaRPr lang="LID4096" b="1" dirty="0">
                        <a:solidFill>
                          <a:srgbClr val="FFC000"/>
                        </a:solidFill>
                      </a:endParaRPr>
                    </a:p>
                  </a:txBody>
                  <a:tcPr>
                    <a:noFill/>
                  </a:tcPr>
                </a:tc>
                <a:tc>
                  <a:txBody>
                    <a:bodyPr/>
                    <a:lstStyle/>
                    <a:p>
                      <a:r>
                        <a:rPr lang="en-US" b="1" dirty="0">
                          <a:solidFill>
                            <a:srgbClr val="FFC000"/>
                          </a:solidFill>
                        </a:rPr>
                        <a:t>8</a:t>
                      </a:r>
                      <a:endParaRPr lang="LID4096" b="1" dirty="0">
                        <a:solidFill>
                          <a:srgbClr val="FFC000"/>
                        </a:solidFill>
                      </a:endParaRPr>
                    </a:p>
                  </a:txBody>
                  <a:tcPr>
                    <a:noFill/>
                  </a:tcPr>
                </a:tc>
                <a:tc>
                  <a:txBody>
                    <a:bodyPr/>
                    <a:lstStyle/>
                    <a:p>
                      <a:r>
                        <a:rPr lang="en-US" b="1" dirty="0">
                          <a:solidFill>
                            <a:srgbClr val="FFC000"/>
                          </a:solidFill>
                        </a:rPr>
                        <a:t>9</a:t>
                      </a:r>
                      <a:endParaRPr lang="LID4096" b="1" dirty="0">
                        <a:solidFill>
                          <a:srgbClr val="FFC000"/>
                        </a:solidFill>
                      </a:endParaRPr>
                    </a:p>
                  </a:txBody>
                  <a:tcPr>
                    <a:noFill/>
                  </a:tcPr>
                </a:tc>
                <a:tc>
                  <a:txBody>
                    <a:bodyPr/>
                    <a:lstStyle/>
                    <a:p>
                      <a:r>
                        <a:rPr lang="en-US" b="1" dirty="0">
                          <a:solidFill>
                            <a:srgbClr val="FFC000"/>
                          </a:solidFill>
                        </a:rPr>
                        <a:t>6</a:t>
                      </a:r>
                      <a:endParaRPr lang="LID4096" b="1" dirty="0">
                        <a:solidFill>
                          <a:srgbClr val="FFC000"/>
                        </a:solidFill>
                      </a:endParaRPr>
                    </a:p>
                  </a:txBody>
                  <a:tcPr>
                    <a:noFill/>
                  </a:tcPr>
                </a:tc>
                <a:tc>
                  <a:txBody>
                    <a:bodyPr/>
                    <a:lstStyle/>
                    <a:p>
                      <a:r>
                        <a:rPr lang="en-US" b="1" dirty="0">
                          <a:solidFill>
                            <a:srgbClr val="FFC000"/>
                          </a:solidFill>
                        </a:rPr>
                        <a:t>5</a:t>
                      </a:r>
                      <a:endParaRPr lang="LID4096" b="1" dirty="0">
                        <a:solidFill>
                          <a:srgbClr val="FFC000"/>
                        </a:solidFill>
                      </a:endParaRPr>
                    </a:p>
                  </a:txBody>
                  <a:tcPr>
                    <a:noFill/>
                  </a:tcPr>
                </a:tc>
                <a:extLst>
                  <a:ext uri="{0D108BD9-81ED-4DB2-BD59-A6C34878D82A}">
                    <a16:rowId xmlns:a16="http://schemas.microsoft.com/office/drawing/2014/main" val="2197156103"/>
                  </a:ext>
                </a:extLst>
              </a:tr>
            </a:tbl>
          </a:graphicData>
        </a:graphic>
      </p:graphicFrame>
      <p:sp>
        <p:nvSpPr>
          <p:cNvPr id="5" name="Footer Placeholder 4">
            <a:extLst>
              <a:ext uri="{FF2B5EF4-FFF2-40B4-BE49-F238E27FC236}">
                <a16:creationId xmlns:a16="http://schemas.microsoft.com/office/drawing/2014/main" id="{252002F7-86BF-4900-AAA3-5128696E3C11}"/>
              </a:ext>
            </a:extLst>
          </p:cNvPr>
          <p:cNvSpPr>
            <a:spLocks noGrp="1"/>
          </p:cNvSpPr>
          <p:nvPr>
            <p:ph type="ftr" sz="quarter" idx="11"/>
          </p:nvPr>
        </p:nvSpPr>
        <p:spPr>
          <a:xfrm>
            <a:off x="1050188" y="6322443"/>
            <a:ext cx="6239309" cy="365125"/>
          </a:xfrm>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2FD79AE1-2FFF-4B34-809F-E89008156D06}"/>
              </a:ext>
            </a:extLst>
          </p:cNvPr>
          <p:cNvSpPr>
            <a:spLocks noGrp="1"/>
          </p:cNvSpPr>
          <p:nvPr>
            <p:ph type="sldNum" sz="quarter" idx="12"/>
          </p:nvPr>
        </p:nvSpPr>
        <p:spPr/>
        <p:txBody>
          <a:bodyPr/>
          <a:lstStyle/>
          <a:p>
            <a:fld id="{76711B12-96E3-4CC6-8596-5FF84CCB8B40}" type="slidenum">
              <a:rPr lang="LID4096" smtClean="0"/>
              <a:t>113</a:t>
            </a:fld>
            <a:endParaRPr lang="LID4096"/>
          </a:p>
        </p:txBody>
      </p:sp>
      <p:sp>
        <p:nvSpPr>
          <p:cNvPr id="10" name="Rectangle 9">
            <a:extLst>
              <a:ext uri="{FF2B5EF4-FFF2-40B4-BE49-F238E27FC236}">
                <a16:creationId xmlns:a16="http://schemas.microsoft.com/office/drawing/2014/main" id="{836AD0E1-CACB-4151-B0BB-4A7FAF17114E}"/>
              </a:ext>
            </a:extLst>
          </p:cNvPr>
          <p:cNvSpPr/>
          <p:nvPr/>
        </p:nvSpPr>
        <p:spPr>
          <a:xfrm>
            <a:off x="7484094" y="2097088"/>
            <a:ext cx="2276585" cy="584775"/>
          </a:xfrm>
          <a:prstGeom prst="rect">
            <a:avLst/>
          </a:prstGeom>
          <a:noFill/>
        </p:spPr>
        <p:txBody>
          <a:bodyPr wrap="none" lIns="91440" tIns="45720" rIns="91440" bIns="45720">
            <a:spAutoFit/>
          </a:bodyPr>
          <a:lstStyle/>
          <a:p>
            <a:pPr algn="ctr"/>
            <a:r>
              <a:rPr lang="en-US" sz="3200" b="1" cap="none" spc="0" dirty="0">
                <a:ln w="0"/>
                <a:solidFill>
                  <a:schemeClr val="tx1"/>
                </a:solidFill>
                <a:effectLst>
                  <a:outerShdw blurRad="38100" dist="19050" dir="2700000" algn="tl" rotWithShape="0">
                    <a:schemeClr val="dk1">
                      <a:alpha val="40000"/>
                    </a:schemeClr>
                  </a:outerShdw>
                </a:effectLst>
              </a:rPr>
              <a:t>OBJECTIVES</a:t>
            </a:r>
          </a:p>
        </p:txBody>
      </p:sp>
      <p:sp>
        <p:nvSpPr>
          <p:cNvPr id="11" name="Rectangle 10">
            <a:extLst>
              <a:ext uri="{FF2B5EF4-FFF2-40B4-BE49-F238E27FC236}">
                <a16:creationId xmlns:a16="http://schemas.microsoft.com/office/drawing/2014/main" id="{9BF809EB-E83D-41A9-8F9E-912A38683FB7}"/>
              </a:ext>
            </a:extLst>
          </p:cNvPr>
          <p:cNvSpPr/>
          <p:nvPr/>
        </p:nvSpPr>
        <p:spPr>
          <a:xfrm>
            <a:off x="6697820" y="2676954"/>
            <a:ext cx="3849131"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1. Construct a project network</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E97249A5-41D2-4C74-A4F5-A189E964151D}"/>
              </a:ext>
            </a:extLst>
          </p:cNvPr>
          <p:cNvSpPr/>
          <p:nvPr/>
        </p:nvSpPr>
        <p:spPr>
          <a:xfrm>
            <a:off x="6697820" y="3198167"/>
            <a:ext cx="4666342"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2. Perform forward and back passes</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03541E8A-5683-485F-BDC3-F52DE49653AA}"/>
              </a:ext>
            </a:extLst>
          </p:cNvPr>
          <p:cNvSpPr/>
          <p:nvPr/>
        </p:nvSpPr>
        <p:spPr>
          <a:xfrm>
            <a:off x="6697820" y="3669655"/>
            <a:ext cx="4669868"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3. Determine project completion time</a:t>
            </a:r>
          </a:p>
        </p:txBody>
      </p:sp>
      <p:sp>
        <p:nvSpPr>
          <p:cNvPr id="14" name="Rectangle 13">
            <a:extLst>
              <a:ext uri="{FF2B5EF4-FFF2-40B4-BE49-F238E27FC236}">
                <a16:creationId xmlns:a16="http://schemas.microsoft.com/office/drawing/2014/main" id="{A5EEF105-D8C5-439D-8A79-12D8B2E6CE1A}"/>
              </a:ext>
            </a:extLst>
          </p:cNvPr>
          <p:cNvSpPr/>
          <p:nvPr/>
        </p:nvSpPr>
        <p:spPr>
          <a:xfrm>
            <a:off x="6697820" y="4116083"/>
            <a:ext cx="3183885"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4. Calculate slack values</a:t>
            </a:r>
          </a:p>
        </p:txBody>
      </p:sp>
      <p:sp>
        <p:nvSpPr>
          <p:cNvPr id="15" name="Rectangle 14">
            <a:extLst>
              <a:ext uri="{FF2B5EF4-FFF2-40B4-BE49-F238E27FC236}">
                <a16:creationId xmlns:a16="http://schemas.microsoft.com/office/drawing/2014/main" id="{DA9C21C4-02C4-4B21-B520-0E8DA7F2E555}"/>
              </a:ext>
            </a:extLst>
          </p:cNvPr>
          <p:cNvSpPr/>
          <p:nvPr/>
        </p:nvSpPr>
        <p:spPr>
          <a:xfrm>
            <a:off x="6697820" y="4568304"/>
            <a:ext cx="3130986"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5. State the critical path</a:t>
            </a:r>
          </a:p>
        </p:txBody>
      </p:sp>
      <p:graphicFrame>
        <p:nvGraphicFramePr>
          <p:cNvPr id="17" name="Table 17">
            <a:extLst>
              <a:ext uri="{FF2B5EF4-FFF2-40B4-BE49-F238E27FC236}">
                <a16:creationId xmlns:a16="http://schemas.microsoft.com/office/drawing/2014/main" id="{180DD7BA-A0FF-4E73-91FE-CF717FFEB9FB}"/>
              </a:ext>
            </a:extLst>
          </p:cNvPr>
          <p:cNvGraphicFramePr>
            <a:graphicFrameLocks noGrp="1"/>
          </p:cNvGraphicFramePr>
          <p:nvPr>
            <p:extLst>
              <p:ext uri="{D42A27DB-BD31-4B8C-83A1-F6EECF244321}">
                <p14:modId xmlns:p14="http://schemas.microsoft.com/office/powerpoint/2010/main" val="123486528"/>
              </p:ext>
            </p:extLst>
          </p:nvPr>
        </p:nvGraphicFramePr>
        <p:xfrm>
          <a:off x="1141411" y="4206908"/>
          <a:ext cx="1352223" cy="741680"/>
        </p:xfrm>
        <a:graphic>
          <a:graphicData uri="http://schemas.openxmlformats.org/drawingml/2006/table">
            <a:tbl>
              <a:tblPr firstRow="1" bandRow="1">
                <a:tableStyleId>{5C22544A-7EE6-4342-B048-85BDC9FD1C3A}</a:tableStyleId>
              </a:tblPr>
              <a:tblGrid>
                <a:gridCol w="466103">
                  <a:extLst>
                    <a:ext uri="{9D8B030D-6E8A-4147-A177-3AD203B41FA5}">
                      <a16:colId xmlns:a16="http://schemas.microsoft.com/office/drawing/2014/main" val="938450019"/>
                    </a:ext>
                  </a:extLst>
                </a:gridCol>
                <a:gridCol w="452487">
                  <a:extLst>
                    <a:ext uri="{9D8B030D-6E8A-4147-A177-3AD203B41FA5}">
                      <a16:colId xmlns:a16="http://schemas.microsoft.com/office/drawing/2014/main" val="3131622373"/>
                    </a:ext>
                  </a:extLst>
                </a:gridCol>
                <a:gridCol w="433633">
                  <a:extLst>
                    <a:ext uri="{9D8B030D-6E8A-4147-A177-3AD203B41FA5}">
                      <a16:colId xmlns:a16="http://schemas.microsoft.com/office/drawing/2014/main" val="3947452533"/>
                    </a:ext>
                  </a:extLst>
                </a:gridCol>
              </a:tblGrid>
              <a:tr h="370840">
                <a:tc>
                  <a:txBody>
                    <a:bodyPr/>
                    <a:lstStyle/>
                    <a:p>
                      <a:r>
                        <a:rPr lang="en-US" dirty="0">
                          <a:solidFill>
                            <a:schemeClr val="tx1"/>
                          </a:solidFill>
                        </a:rPr>
                        <a:t>A</a:t>
                      </a:r>
                      <a:endParaRPr lang="LID4096" dirty="0">
                        <a:solidFill>
                          <a:schemeClr val="tx1"/>
                        </a:solidFill>
                      </a:endParaRPr>
                    </a:p>
                  </a:txBody>
                  <a:tcPr>
                    <a:noFill/>
                  </a:tcPr>
                </a:tc>
                <a:tc>
                  <a:txBody>
                    <a:bodyPr/>
                    <a:lstStyle/>
                    <a:p>
                      <a:r>
                        <a:rPr lang="en-US" b="0" dirty="0">
                          <a:solidFill>
                            <a:schemeClr val="tx1"/>
                          </a:solidFill>
                        </a:rPr>
                        <a:t>ES</a:t>
                      </a:r>
                      <a:endParaRPr lang="LID4096" b="0" dirty="0">
                        <a:solidFill>
                          <a:schemeClr val="tx1"/>
                        </a:solidFill>
                      </a:endParaRPr>
                    </a:p>
                  </a:txBody>
                  <a:tcPr>
                    <a:noFill/>
                  </a:tcPr>
                </a:tc>
                <a:tc>
                  <a:txBody>
                    <a:bodyPr/>
                    <a:lstStyle/>
                    <a:p>
                      <a:r>
                        <a:rPr lang="en-US" b="0" dirty="0">
                          <a:solidFill>
                            <a:schemeClr val="tx1"/>
                          </a:solidFill>
                        </a:rPr>
                        <a:t>EF</a:t>
                      </a:r>
                      <a:endParaRPr lang="LID4096" b="0" dirty="0">
                        <a:solidFill>
                          <a:schemeClr val="tx1"/>
                        </a:solidFill>
                      </a:endParaRPr>
                    </a:p>
                  </a:txBody>
                  <a:tcPr>
                    <a:noFill/>
                  </a:tcPr>
                </a:tc>
                <a:extLst>
                  <a:ext uri="{0D108BD9-81ED-4DB2-BD59-A6C34878D82A}">
                    <a16:rowId xmlns:a16="http://schemas.microsoft.com/office/drawing/2014/main" val="1128602083"/>
                  </a:ext>
                </a:extLst>
              </a:tr>
              <a:tr h="370840">
                <a:tc>
                  <a:txBody>
                    <a:bodyPr/>
                    <a:lstStyle/>
                    <a:p>
                      <a:r>
                        <a:rPr lang="en-US" b="1" dirty="0">
                          <a:solidFill>
                            <a:schemeClr val="tx1"/>
                          </a:solidFill>
                        </a:rPr>
                        <a:t>t</a:t>
                      </a:r>
                      <a:endParaRPr lang="LID4096" b="1" dirty="0">
                        <a:solidFill>
                          <a:schemeClr val="tx1"/>
                        </a:solidFill>
                      </a:endParaRPr>
                    </a:p>
                  </a:txBody>
                  <a:tcPr>
                    <a:noFill/>
                  </a:tcPr>
                </a:tc>
                <a:tc>
                  <a:txBody>
                    <a:bodyPr/>
                    <a:lstStyle/>
                    <a:p>
                      <a:r>
                        <a:rPr lang="en-US" dirty="0">
                          <a:solidFill>
                            <a:schemeClr val="tx1"/>
                          </a:solidFill>
                        </a:rPr>
                        <a:t>LS</a:t>
                      </a:r>
                      <a:endParaRPr lang="LID4096" dirty="0">
                        <a:solidFill>
                          <a:schemeClr val="tx1"/>
                        </a:solidFill>
                      </a:endParaRPr>
                    </a:p>
                  </a:txBody>
                  <a:tcPr>
                    <a:noFill/>
                  </a:tcPr>
                </a:tc>
                <a:tc>
                  <a:txBody>
                    <a:bodyPr/>
                    <a:lstStyle/>
                    <a:p>
                      <a:r>
                        <a:rPr lang="en-US" dirty="0">
                          <a:solidFill>
                            <a:schemeClr val="tx1"/>
                          </a:solidFill>
                        </a:rPr>
                        <a:t>LF</a:t>
                      </a:r>
                      <a:endParaRPr lang="LID4096" dirty="0">
                        <a:solidFill>
                          <a:schemeClr val="tx1"/>
                        </a:solidFill>
                      </a:endParaRPr>
                    </a:p>
                  </a:txBody>
                  <a:tcPr>
                    <a:noFill/>
                  </a:tcPr>
                </a:tc>
                <a:extLst>
                  <a:ext uri="{0D108BD9-81ED-4DB2-BD59-A6C34878D82A}">
                    <a16:rowId xmlns:a16="http://schemas.microsoft.com/office/drawing/2014/main" val="651491729"/>
                  </a:ext>
                </a:extLst>
              </a:tr>
            </a:tbl>
          </a:graphicData>
        </a:graphic>
      </p:graphicFrame>
      <p:sp>
        <p:nvSpPr>
          <p:cNvPr id="18" name="Rectangle 17">
            <a:extLst>
              <a:ext uri="{FF2B5EF4-FFF2-40B4-BE49-F238E27FC236}">
                <a16:creationId xmlns:a16="http://schemas.microsoft.com/office/drawing/2014/main" id="{2241B80F-0316-4C6C-999D-E47FC4FB078A}"/>
              </a:ext>
            </a:extLst>
          </p:cNvPr>
          <p:cNvSpPr/>
          <p:nvPr/>
        </p:nvSpPr>
        <p:spPr>
          <a:xfrm>
            <a:off x="3786960" y="4089698"/>
            <a:ext cx="907588" cy="461665"/>
          </a:xfrm>
          <a:prstGeom prst="rect">
            <a:avLst/>
          </a:prstGeom>
          <a:noFill/>
        </p:spPr>
        <p:txBody>
          <a:bodyPr wrap="square" lIns="91440" tIns="45720" rIns="91440" bIns="45720">
            <a:spAutoFit/>
          </a:bodyPr>
          <a:lstStyle/>
          <a:p>
            <a:pPr algn="ctr"/>
            <a:r>
              <a:rPr lang="en-US" sz="2400" b="1" cap="none" spc="0" dirty="0">
                <a:ln w="0"/>
                <a:solidFill>
                  <a:schemeClr val="tx1"/>
                </a:solidFill>
                <a:effectLst>
                  <a:outerShdw blurRad="38100" dist="19050" dir="2700000" algn="tl" rotWithShape="0">
                    <a:schemeClr val="dk1">
                      <a:alpha val="40000"/>
                    </a:schemeClr>
                  </a:outerShdw>
                </a:effectLst>
              </a:rPr>
              <a:t>KEY</a:t>
            </a:r>
          </a:p>
        </p:txBody>
      </p:sp>
      <p:sp>
        <p:nvSpPr>
          <p:cNvPr id="19" name="Rectangle 18">
            <a:extLst>
              <a:ext uri="{FF2B5EF4-FFF2-40B4-BE49-F238E27FC236}">
                <a16:creationId xmlns:a16="http://schemas.microsoft.com/office/drawing/2014/main" id="{B0DB5A42-EAA4-4C20-9216-7D9A1850D9D9}"/>
              </a:ext>
            </a:extLst>
          </p:cNvPr>
          <p:cNvSpPr/>
          <p:nvPr/>
        </p:nvSpPr>
        <p:spPr>
          <a:xfrm>
            <a:off x="3550122" y="4524821"/>
            <a:ext cx="1239442"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A. </a:t>
            </a:r>
            <a:r>
              <a:rPr lang="en-US" dirty="0">
                <a:ln w="0"/>
                <a:effectLst>
                  <a:outerShdw blurRad="38100" dist="19050" dir="2700000" algn="tl" rotWithShape="0">
                    <a:schemeClr val="dk1">
                      <a:alpha val="40000"/>
                    </a:schemeClr>
                  </a:outerShdw>
                </a:effectLst>
              </a:rPr>
              <a:t>Activities</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20" name="Rectangle 19">
            <a:extLst>
              <a:ext uri="{FF2B5EF4-FFF2-40B4-BE49-F238E27FC236}">
                <a16:creationId xmlns:a16="http://schemas.microsoft.com/office/drawing/2014/main" id="{8FC3881B-0DAF-4BC9-92FA-16A35EBD7D0D}"/>
              </a:ext>
            </a:extLst>
          </p:cNvPr>
          <p:cNvSpPr/>
          <p:nvPr/>
        </p:nvSpPr>
        <p:spPr>
          <a:xfrm>
            <a:off x="2493634" y="4806364"/>
            <a:ext cx="3628879"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t. Expected duration or Activity Time</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21" name="Rectangle 20">
            <a:extLst>
              <a:ext uri="{FF2B5EF4-FFF2-40B4-BE49-F238E27FC236}">
                <a16:creationId xmlns:a16="http://schemas.microsoft.com/office/drawing/2014/main" id="{30DFD599-F520-405E-BC28-1267B6578220}"/>
              </a:ext>
            </a:extLst>
          </p:cNvPr>
          <p:cNvSpPr/>
          <p:nvPr/>
        </p:nvSpPr>
        <p:spPr>
          <a:xfrm>
            <a:off x="3172562" y="5098947"/>
            <a:ext cx="2177006"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ES. Earliest Start Time</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22" name="Rectangle 21">
            <a:extLst>
              <a:ext uri="{FF2B5EF4-FFF2-40B4-BE49-F238E27FC236}">
                <a16:creationId xmlns:a16="http://schemas.microsoft.com/office/drawing/2014/main" id="{346A6404-EC04-4D65-B885-007610F627FC}"/>
              </a:ext>
            </a:extLst>
          </p:cNvPr>
          <p:cNvSpPr/>
          <p:nvPr/>
        </p:nvSpPr>
        <p:spPr>
          <a:xfrm>
            <a:off x="3193438" y="5353075"/>
            <a:ext cx="2177969"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EF. Earliest Finish Time</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23" name="Rectangle 22">
            <a:extLst>
              <a:ext uri="{FF2B5EF4-FFF2-40B4-BE49-F238E27FC236}">
                <a16:creationId xmlns:a16="http://schemas.microsoft.com/office/drawing/2014/main" id="{D3DE3CED-2DCA-4C0A-99CA-812495D830CA}"/>
              </a:ext>
            </a:extLst>
          </p:cNvPr>
          <p:cNvSpPr/>
          <p:nvPr/>
        </p:nvSpPr>
        <p:spPr>
          <a:xfrm>
            <a:off x="3267560" y="5590486"/>
            <a:ext cx="2029723"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LS. Latest Start Time</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24" name="Rectangle 23">
            <a:extLst>
              <a:ext uri="{FF2B5EF4-FFF2-40B4-BE49-F238E27FC236}">
                <a16:creationId xmlns:a16="http://schemas.microsoft.com/office/drawing/2014/main" id="{7911C807-C2D5-4476-BC9B-A9A7EDD1AB32}"/>
              </a:ext>
            </a:extLst>
          </p:cNvPr>
          <p:cNvSpPr/>
          <p:nvPr/>
        </p:nvSpPr>
        <p:spPr>
          <a:xfrm>
            <a:off x="3267560" y="5830904"/>
            <a:ext cx="2030685"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LF. Latest Finish Time</a:t>
            </a:r>
          </a:p>
        </p:txBody>
      </p:sp>
    </p:spTree>
    <p:extLst>
      <p:ext uri="{BB962C8B-B14F-4D97-AF65-F5344CB8AC3E}">
        <p14:creationId xmlns:p14="http://schemas.microsoft.com/office/powerpoint/2010/main" val="371397472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D710-5E66-4803-912F-65170EE2FFB5}"/>
              </a:ext>
            </a:extLst>
          </p:cNvPr>
          <p:cNvSpPr>
            <a:spLocks noGrp="1"/>
          </p:cNvSpPr>
          <p:nvPr>
            <p:ph type="title"/>
          </p:nvPr>
        </p:nvSpPr>
        <p:spPr/>
        <p:txBody>
          <a:bodyPr/>
          <a:lstStyle/>
          <a:p>
            <a:pPr algn="ctr"/>
            <a:r>
              <a:rPr lang="en-US" b="1" dirty="0"/>
              <a:t>Steps When Creating a PERT Chart</a:t>
            </a:r>
            <a:endParaRPr lang="LID4096" b="1" dirty="0"/>
          </a:p>
        </p:txBody>
      </p:sp>
      <p:sp>
        <p:nvSpPr>
          <p:cNvPr id="3" name="Content Placeholder 2">
            <a:extLst>
              <a:ext uri="{FF2B5EF4-FFF2-40B4-BE49-F238E27FC236}">
                <a16:creationId xmlns:a16="http://schemas.microsoft.com/office/drawing/2014/main" id="{F1891243-2E60-4575-8923-985432D45A87}"/>
              </a:ext>
            </a:extLst>
          </p:cNvPr>
          <p:cNvSpPr>
            <a:spLocks noGrp="1"/>
          </p:cNvSpPr>
          <p:nvPr>
            <p:ph idx="1"/>
          </p:nvPr>
        </p:nvSpPr>
        <p:spPr/>
        <p:txBody>
          <a:bodyPr/>
          <a:lstStyle/>
          <a:p>
            <a:pPr marL="457200" indent="-457200">
              <a:buFont typeface="+mj-lt"/>
              <a:buAutoNum type="arabicPeriod"/>
            </a:pPr>
            <a:r>
              <a:rPr lang="en-US" dirty="0"/>
              <a:t>Create a draft or sketch.</a:t>
            </a:r>
          </a:p>
          <a:p>
            <a:pPr marL="0" indent="0">
              <a:buNone/>
            </a:pPr>
            <a:endParaRPr lang="en-US" dirty="0"/>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DBC07771-B6E3-4D7D-A022-61E1B53E688E}"/>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E49EAD90-8D81-4408-9FC1-D47E034375B6}"/>
              </a:ext>
            </a:extLst>
          </p:cNvPr>
          <p:cNvSpPr>
            <a:spLocks noGrp="1"/>
          </p:cNvSpPr>
          <p:nvPr>
            <p:ph type="sldNum" sz="quarter" idx="12"/>
          </p:nvPr>
        </p:nvSpPr>
        <p:spPr/>
        <p:txBody>
          <a:bodyPr/>
          <a:lstStyle/>
          <a:p>
            <a:fld id="{76711B12-96E3-4CC6-8596-5FF84CCB8B40}" type="slidenum">
              <a:rPr lang="LID4096" smtClean="0"/>
              <a:t>114</a:t>
            </a:fld>
            <a:endParaRPr lang="LID4096"/>
          </a:p>
        </p:txBody>
      </p:sp>
      <p:sp>
        <p:nvSpPr>
          <p:cNvPr id="6" name="Rectangle 5">
            <a:extLst>
              <a:ext uri="{FF2B5EF4-FFF2-40B4-BE49-F238E27FC236}">
                <a16:creationId xmlns:a16="http://schemas.microsoft.com/office/drawing/2014/main" id="{FD237D17-2B67-423F-92BD-A64EB789023A}"/>
              </a:ext>
            </a:extLst>
          </p:cNvPr>
          <p:cNvSpPr/>
          <p:nvPr/>
        </p:nvSpPr>
        <p:spPr>
          <a:xfrm>
            <a:off x="1587469" y="3893225"/>
            <a:ext cx="94154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START</a:t>
            </a:r>
          </a:p>
        </p:txBody>
      </p:sp>
      <p:cxnSp>
        <p:nvCxnSpPr>
          <p:cNvPr id="8" name="Straight Arrow Connector 7">
            <a:extLst>
              <a:ext uri="{FF2B5EF4-FFF2-40B4-BE49-F238E27FC236}">
                <a16:creationId xmlns:a16="http://schemas.microsoft.com/office/drawing/2014/main" id="{C0A4CB67-42EF-43D7-AEE5-57880AE06961}"/>
              </a:ext>
            </a:extLst>
          </p:cNvPr>
          <p:cNvCxnSpPr>
            <a:stCxn id="6" idx="3"/>
          </p:cNvCxnSpPr>
          <p:nvPr/>
        </p:nvCxnSpPr>
        <p:spPr>
          <a:xfrm flipV="1">
            <a:off x="2529010" y="3429000"/>
            <a:ext cx="798652" cy="6950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1D41FFF-911F-4C3F-B7D7-C6DCF283724A}"/>
              </a:ext>
            </a:extLst>
          </p:cNvPr>
          <p:cNvCxnSpPr>
            <a:stCxn id="6" idx="3"/>
          </p:cNvCxnSpPr>
          <p:nvPr/>
        </p:nvCxnSpPr>
        <p:spPr>
          <a:xfrm>
            <a:off x="2529010" y="4124058"/>
            <a:ext cx="864639" cy="3913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AB1478C-9D38-415D-9FAF-1AAB26591A7E}"/>
              </a:ext>
            </a:extLst>
          </p:cNvPr>
          <p:cNvSpPr/>
          <p:nvPr/>
        </p:nvSpPr>
        <p:spPr>
          <a:xfrm>
            <a:off x="3327662" y="3198168"/>
            <a:ext cx="370615"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A</a:t>
            </a:r>
          </a:p>
        </p:txBody>
      </p:sp>
      <p:sp>
        <p:nvSpPr>
          <p:cNvPr id="12" name="Rectangle 11">
            <a:extLst>
              <a:ext uri="{FF2B5EF4-FFF2-40B4-BE49-F238E27FC236}">
                <a16:creationId xmlns:a16="http://schemas.microsoft.com/office/drawing/2014/main" id="{13B4BE97-385B-4C2D-889C-E71002973B14}"/>
              </a:ext>
            </a:extLst>
          </p:cNvPr>
          <p:cNvSpPr/>
          <p:nvPr/>
        </p:nvSpPr>
        <p:spPr>
          <a:xfrm>
            <a:off x="3393649" y="4291174"/>
            <a:ext cx="33855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B</a:t>
            </a:r>
          </a:p>
        </p:txBody>
      </p:sp>
      <p:cxnSp>
        <p:nvCxnSpPr>
          <p:cNvPr id="14" name="Straight Arrow Connector 13">
            <a:extLst>
              <a:ext uri="{FF2B5EF4-FFF2-40B4-BE49-F238E27FC236}">
                <a16:creationId xmlns:a16="http://schemas.microsoft.com/office/drawing/2014/main" id="{8F21CCDD-3BDC-4F38-9468-773985996D66}"/>
              </a:ext>
            </a:extLst>
          </p:cNvPr>
          <p:cNvCxnSpPr>
            <a:stCxn id="11" idx="3"/>
          </p:cNvCxnSpPr>
          <p:nvPr/>
        </p:nvCxnSpPr>
        <p:spPr>
          <a:xfrm flipV="1">
            <a:off x="3698277" y="3429000"/>
            <a:ext cx="96799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43D4CF84-6711-4DE5-8ED6-CE6D652AEC11}"/>
              </a:ext>
            </a:extLst>
          </p:cNvPr>
          <p:cNvSpPr/>
          <p:nvPr/>
        </p:nvSpPr>
        <p:spPr>
          <a:xfrm>
            <a:off x="4715260" y="3198167"/>
            <a:ext cx="37061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C</a:t>
            </a:r>
          </a:p>
        </p:txBody>
      </p:sp>
      <p:cxnSp>
        <p:nvCxnSpPr>
          <p:cNvPr id="17" name="Straight Arrow Connector 16">
            <a:extLst>
              <a:ext uri="{FF2B5EF4-FFF2-40B4-BE49-F238E27FC236}">
                <a16:creationId xmlns:a16="http://schemas.microsoft.com/office/drawing/2014/main" id="{1F2C7B49-37DA-470F-8314-98B3A23FE81D}"/>
              </a:ext>
            </a:extLst>
          </p:cNvPr>
          <p:cNvCxnSpPr>
            <a:stCxn id="11" idx="3"/>
          </p:cNvCxnSpPr>
          <p:nvPr/>
        </p:nvCxnSpPr>
        <p:spPr>
          <a:xfrm>
            <a:off x="3698277" y="3429001"/>
            <a:ext cx="967991" cy="9921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C3174B7-7929-4760-B1C3-F0CA61570D6F}"/>
              </a:ext>
            </a:extLst>
          </p:cNvPr>
          <p:cNvCxnSpPr>
            <a:stCxn id="12" idx="3"/>
          </p:cNvCxnSpPr>
          <p:nvPr/>
        </p:nvCxnSpPr>
        <p:spPr>
          <a:xfrm flipV="1">
            <a:off x="3732203" y="4515439"/>
            <a:ext cx="934065" cy="65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A74C3849-C482-468C-BA35-1D6D10C8A8C1}"/>
              </a:ext>
            </a:extLst>
          </p:cNvPr>
          <p:cNvSpPr/>
          <p:nvPr/>
        </p:nvSpPr>
        <p:spPr>
          <a:xfrm>
            <a:off x="4715260" y="4263851"/>
            <a:ext cx="37061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D</a:t>
            </a:r>
          </a:p>
        </p:txBody>
      </p:sp>
      <p:cxnSp>
        <p:nvCxnSpPr>
          <p:cNvPr id="22" name="Straight Arrow Connector 21">
            <a:extLst>
              <a:ext uri="{FF2B5EF4-FFF2-40B4-BE49-F238E27FC236}">
                <a16:creationId xmlns:a16="http://schemas.microsoft.com/office/drawing/2014/main" id="{7EABF4FA-CBB9-417B-B27E-AC9576AC9169}"/>
              </a:ext>
            </a:extLst>
          </p:cNvPr>
          <p:cNvCxnSpPr>
            <a:stCxn id="20" idx="3"/>
          </p:cNvCxnSpPr>
          <p:nvPr/>
        </p:nvCxnSpPr>
        <p:spPr>
          <a:xfrm flipV="1">
            <a:off x="5085874" y="4468305"/>
            <a:ext cx="1010126" cy="263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CADAB8C-5DCA-417E-AD40-AFF115CEEAD0}"/>
              </a:ext>
            </a:extLst>
          </p:cNvPr>
          <p:cNvSpPr/>
          <p:nvPr/>
        </p:nvSpPr>
        <p:spPr>
          <a:xfrm>
            <a:off x="6147296" y="4237472"/>
            <a:ext cx="319318"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E</a:t>
            </a:r>
          </a:p>
        </p:txBody>
      </p:sp>
      <p:cxnSp>
        <p:nvCxnSpPr>
          <p:cNvPr id="25" name="Straight Arrow Connector 24">
            <a:extLst>
              <a:ext uri="{FF2B5EF4-FFF2-40B4-BE49-F238E27FC236}">
                <a16:creationId xmlns:a16="http://schemas.microsoft.com/office/drawing/2014/main" id="{285D5F82-2E62-4A2D-94BE-DAA24C5D2E25}"/>
              </a:ext>
            </a:extLst>
          </p:cNvPr>
          <p:cNvCxnSpPr>
            <a:stCxn id="15" idx="3"/>
          </p:cNvCxnSpPr>
          <p:nvPr/>
        </p:nvCxnSpPr>
        <p:spPr>
          <a:xfrm>
            <a:off x="5085874" y="3429000"/>
            <a:ext cx="15694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A8D7A4C-C2BE-436C-9F97-20570E18E41B}"/>
              </a:ext>
            </a:extLst>
          </p:cNvPr>
          <p:cNvCxnSpPr>
            <a:stCxn id="23" idx="1"/>
          </p:cNvCxnSpPr>
          <p:nvPr/>
        </p:nvCxnSpPr>
        <p:spPr>
          <a:xfrm flipV="1">
            <a:off x="6147296" y="3535052"/>
            <a:ext cx="470320" cy="9332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5BD2456D-9084-4845-A640-BB98DAF9583F}"/>
              </a:ext>
            </a:extLst>
          </p:cNvPr>
          <p:cNvSpPr/>
          <p:nvPr/>
        </p:nvSpPr>
        <p:spPr>
          <a:xfrm>
            <a:off x="6684645" y="3198167"/>
            <a:ext cx="319318"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a:t>
            </a:r>
          </a:p>
        </p:txBody>
      </p:sp>
      <p:cxnSp>
        <p:nvCxnSpPr>
          <p:cNvPr id="30" name="Straight Arrow Connector 29">
            <a:extLst>
              <a:ext uri="{FF2B5EF4-FFF2-40B4-BE49-F238E27FC236}">
                <a16:creationId xmlns:a16="http://schemas.microsoft.com/office/drawing/2014/main" id="{BDF6DC05-DF14-4B17-BC0C-FEBCC5E0800F}"/>
              </a:ext>
            </a:extLst>
          </p:cNvPr>
          <p:cNvCxnSpPr>
            <a:stCxn id="23" idx="3"/>
          </p:cNvCxnSpPr>
          <p:nvPr/>
        </p:nvCxnSpPr>
        <p:spPr>
          <a:xfrm flipV="1">
            <a:off x="6466614" y="4421171"/>
            <a:ext cx="1480182" cy="471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16AE213-0D82-4537-96C2-258934FFDE9C}"/>
              </a:ext>
            </a:extLst>
          </p:cNvPr>
          <p:cNvSpPr/>
          <p:nvPr/>
        </p:nvSpPr>
        <p:spPr>
          <a:xfrm>
            <a:off x="7946796" y="4124057"/>
            <a:ext cx="42191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G</a:t>
            </a:r>
          </a:p>
        </p:txBody>
      </p:sp>
      <p:sp>
        <p:nvSpPr>
          <p:cNvPr id="34" name="Rectangle 33">
            <a:extLst>
              <a:ext uri="{FF2B5EF4-FFF2-40B4-BE49-F238E27FC236}">
                <a16:creationId xmlns:a16="http://schemas.microsoft.com/office/drawing/2014/main" id="{EB50B71F-6E04-4EA4-AFB5-E21BC49B00AC}"/>
              </a:ext>
            </a:extLst>
          </p:cNvPr>
          <p:cNvSpPr/>
          <p:nvPr/>
        </p:nvSpPr>
        <p:spPr>
          <a:xfrm>
            <a:off x="9054624" y="3659832"/>
            <a:ext cx="99899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FINISH</a:t>
            </a:r>
          </a:p>
        </p:txBody>
      </p:sp>
      <p:cxnSp>
        <p:nvCxnSpPr>
          <p:cNvPr id="36" name="Straight Arrow Connector 35">
            <a:extLst>
              <a:ext uri="{FF2B5EF4-FFF2-40B4-BE49-F238E27FC236}">
                <a16:creationId xmlns:a16="http://schemas.microsoft.com/office/drawing/2014/main" id="{39FECCB5-8FBC-4FB6-BEAA-1DA5B4FBDDC1}"/>
              </a:ext>
            </a:extLst>
          </p:cNvPr>
          <p:cNvCxnSpPr>
            <a:stCxn id="28" idx="3"/>
            <a:endCxn id="34" idx="1"/>
          </p:cNvCxnSpPr>
          <p:nvPr/>
        </p:nvCxnSpPr>
        <p:spPr>
          <a:xfrm>
            <a:off x="7003963" y="3429000"/>
            <a:ext cx="2050661" cy="461665"/>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Arrow Connector 39">
            <a:extLst>
              <a:ext uri="{FF2B5EF4-FFF2-40B4-BE49-F238E27FC236}">
                <a16:creationId xmlns:a16="http://schemas.microsoft.com/office/drawing/2014/main" id="{A77C0094-1637-4578-8EC4-22799BB66522}"/>
              </a:ext>
            </a:extLst>
          </p:cNvPr>
          <p:cNvCxnSpPr>
            <a:stCxn id="33" idx="3"/>
          </p:cNvCxnSpPr>
          <p:nvPr/>
        </p:nvCxnSpPr>
        <p:spPr>
          <a:xfrm flipV="1">
            <a:off x="8368706" y="4001678"/>
            <a:ext cx="615038" cy="353212"/>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Rectangle 40">
            <a:extLst>
              <a:ext uri="{FF2B5EF4-FFF2-40B4-BE49-F238E27FC236}">
                <a16:creationId xmlns:a16="http://schemas.microsoft.com/office/drawing/2014/main" id="{D87D3691-4197-4699-BAB0-9C5290C07B0B}"/>
              </a:ext>
            </a:extLst>
          </p:cNvPr>
          <p:cNvSpPr/>
          <p:nvPr/>
        </p:nvSpPr>
        <p:spPr>
          <a:xfrm>
            <a:off x="2038014" y="5156131"/>
            <a:ext cx="7718139" cy="461665"/>
          </a:xfrm>
          <a:prstGeom prst="rect">
            <a:avLst/>
          </a:prstGeom>
          <a:noFill/>
        </p:spPr>
        <p:txBody>
          <a:bodyPr wrap="none" lIns="91440" tIns="45720" rIns="91440" bIns="45720">
            <a:spAutoFit/>
          </a:bodyPr>
          <a:lstStyle/>
          <a:p>
            <a:pPr algn="ctr"/>
            <a:r>
              <a:rPr lang="en-US" sz="2400" b="1" cap="none" spc="0" dirty="0">
                <a:ln w="0"/>
                <a:solidFill>
                  <a:schemeClr val="tx1"/>
                </a:solidFill>
                <a:effectLst>
                  <a:outerShdw blurRad="38100" dist="19050" dir="2700000" algn="tl" rotWithShape="0">
                    <a:schemeClr val="dk1">
                      <a:alpha val="40000"/>
                    </a:schemeClr>
                  </a:outerShdw>
                </a:effectLst>
              </a:rPr>
              <a:t>NOTE: </a:t>
            </a:r>
            <a:r>
              <a:rPr lang="en-US" sz="2400" b="0" cap="none" spc="0" dirty="0">
                <a:ln w="0"/>
                <a:solidFill>
                  <a:schemeClr val="tx1"/>
                </a:solidFill>
                <a:effectLst>
                  <a:outerShdw blurRad="38100" dist="19050" dir="2700000" algn="tl" rotWithShape="0">
                    <a:schemeClr val="dk1">
                      <a:alpha val="40000"/>
                    </a:schemeClr>
                  </a:outerShdw>
                </a:effectLst>
              </a:rPr>
              <a:t>Since F and G have nor predecessors they go to finish.</a:t>
            </a:r>
          </a:p>
        </p:txBody>
      </p:sp>
    </p:spTree>
    <p:extLst>
      <p:ext uri="{BB962C8B-B14F-4D97-AF65-F5344CB8AC3E}">
        <p14:creationId xmlns:p14="http://schemas.microsoft.com/office/powerpoint/2010/main" val="22532524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2821-79CE-4B80-8EEC-914E8AABE876}"/>
              </a:ext>
            </a:extLst>
          </p:cNvPr>
          <p:cNvSpPr>
            <a:spLocks noGrp="1"/>
          </p:cNvSpPr>
          <p:nvPr>
            <p:ph type="title"/>
          </p:nvPr>
        </p:nvSpPr>
        <p:spPr/>
        <p:txBody>
          <a:bodyPr/>
          <a:lstStyle/>
          <a:p>
            <a:pPr algn="ctr"/>
            <a:r>
              <a:rPr lang="en-US" b="1" dirty="0"/>
              <a:t>Steps When Creating a PERT Chart (Continues…)</a:t>
            </a:r>
            <a:endParaRPr lang="LID4096" dirty="0"/>
          </a:p>
        </p:txBody>
      </p:sp>
      <p:sp>
        <p:nvSpPr>
          <p:cNvPr id="3" name="Content Placeholder 2">
            <a:extLst>
              <a:ext uri="{FF2B5EF4-FFF2-40B4-BE49-F238E27FC236}">
                <a16:creationId xmlns:a16="http://schemas.microsoft.com/office/drawing/2014/main" id="{00BEB8E5-AFE0-4919-9637-1946926647AF}"/>
              </a:ext>
            </a:extLst>
          </p:cNvPr>
          <p:cNvSpPr>
            <a:spLocks noGrp="1"/>
          </p:cNvSpPr>
          <p:nvPr>
            <p:ph idx="1"/>
          </p:nvPr>
        </p:nvSpPr>
        <p:spPr/>
        <p:txBody>
          <a:bodyPr/>
          <a:lstStyle/>
          <a:p>
            <a:pPr marL="457200" indent="-457200">
              <a:buAutoNum type="arabicPeriod" startAt="2"/>
            </a:pPr>
            <a:r>
              <a:rPr lang="en-US" dirty="0"/>
              <a:t>Creating the actual PERT Chart.</a:t>
            </a:r>
          </a:p>
          <a:p>
            <a:pPr marL="0" indent="0">
              <a:buNone/>
            </a:pPr>
            <a:endParaRPr lang="en-US" dirty="0"/>
          </a:p>
        </p:txBody>
      </p:sp>
      <p:sp>
        <p:nvSpPr>
          <p:cNvPr id="4" name="Footer Placeholder 3">
            <a:extLst>
              <a:ext uri="{FF2B5EF4-FFF2-40B4-BE49-F238E27FC236}">
                <a16:creationId xmlns:a16="http://schemas.microsoft.com/office/drawing/2014/main" id="{EA2EE206-B9D7-4020-A672-C31B08C08423}"/>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5D18458-B709-4A8D-BF3A-1646217BEC3A}"/>
              </a:ext>
            </a:extLst>
          </p:cNvPr>
          <p:cNvSpPr>
            <a:spLocks noGrp="1"/>
          </p:cNvSpPr>
          <p:nvPr>
            <p:ph type="sldNum" sz="quarter" idx="12"/>
          </p:nvPr>
        </p:nvSpPr>
        <p:spPr/>
        <p:txBody>
          <a:bodyPr/>
          <a:lstStyle/>
          <a:p>
            <a:fld id="{76711B12-96E3-4CC6-8596-5FF84CCB8B40}" type="slidenum">
              <a:rPr lang="LID4096" smtClean="0"/>
              <a:t>115</a:t>
            </a:fld>
            <a:endParaRPr lang="LID4096"/>
          </a:p>
        </p:txBody>
      </p:sp>
      <p:sp>
        <p:nvSpPr>
          <p:cNvPr id="6" name="Rectangle 5">
            <a:extLst>
              <a:ext uri="{FF2B5EF4-FFF2-40B4-BE49-F238E27FC236}">
                <a16:creationId xmlns:a16="http://schemas.microsoft.com/office/drawing/2014/main" id="{6D2FE9BD-AD1C-4942-AE49-1B4331C02E1A}"/>
              </a:ext>
            </a:extLst>
          </p:cNvPr>
          <p:cNvSpPr/>
          <p:nvPr/>
        </p:nvSpPr>
        <p:spPr>
          <a:xfrm>
            <a:off x="849180" y="4034296"/>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Rectangle 6">
            <a:extLst>
              <a:ext uri="{FF2B5EF4-FFF2-40B4-BE49-F238E27FC236}">
                <a16:creationId xmlns:a16="http://schemas.microsoft.com/office/drawing/2014/main" id="{300B4AE1-B3F7-47EC-9F8D-5738EFA9D101}"/>
              </a:ext>
            </a:extLst>
          </p:cNvPr>
          <p:cNvSpPr/>
          <p:nvPr/>
        </p:nvSpPr>
        <p:spPr>
          <a:xfrm>
            <a:off x="10505369" y="401248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7">
            <a:extLst>
              <a:ext uri="{FF2B5EF4-FFF2-40B4-BE49-F238E27FC236}">
                <a16:creationId xmlns:a16="http://schemas.microsoft.com/office/drawing/2014/main" id="{0731EFCF-FB07-426E-A3DC-61DED95D4012}"/>
              </a:ext>
            </a:extLst>
          </p:cNvPr>
          <p:cNvSpPr/>
          <p:nvPr/>
        </p:nvSpPr>
        <p:spPr>
          <a:xfrm>
            <a:off x="2573552" y="2902669"/>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Rectangle 8">
            <a:extLst>
              <a:ext uri="{FF2B5EF4-FFF2-40B4-BE49-F238E27FC236}">
                <a16:creationId xmlns:a16="http://schemas.microsoft.com/office/drawing/2014/main" id="{6C0EABB2-A34F-481A-A894-474839541989}"/>
              </a:ext>
            </a:extLst>
          </p:cNvPr>
          <p:cNvSpPr/>
          <p:nvPr/>
        </p:nvSpPr>
        <p:spPr>
          <a:xfrm>
            <a:off x="2573552" y="507571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3003A533-3D20-4DED-B9E6-E14320769C8D}"/>
              </a:ext>
            </a:extLst>
          </p:cNvPr>
          <p:cNvSpPr/>
          <p:nvPr/>
        </p:nvSpPr>
        <p:spPr>
          <a:xfrm>
            <a:off x="4627792" y="288612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Rectangle 10">
            <a:extLst>
              <a:ext uri="{FF2B5EF4-FFF2-40B4-BE49-F238E27FC236}">
                <a16:creationId xmlns:a16="http://schemas.microsoft.com/office/drawing/2014/main" id="{348B4F2E-25D6-47F5-9818-F31212415917}"/>
              </a:ext>
            </a:extLst>
          </p:cNvPr>
          <p:cNvSpPr/>
          <p:nvPr/>
        </p:nvSpPr>
        <p:spPr>
          <a:xfrm>
            <a:off x="4627792" y="504743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Rectangle 11">
            <a:extLst>
              <a:ext uri="{FF2B5EF4-FFF2-40B4-BE49-F238E27FC236}">
                <a16:creationId xmlns:a16="http://schemas.microsoft.com/office/drawing/2014/main" id="{09BA24B5-E2A2-419F-ACE0-D2E71DC71CA7}"/>
              </a:ext>
            </a:extLst>
          </p:cNvPr>
          <p:cNvSpPr/>
          <p:nvPr/>
        </p:nvSpPr>
        <p:spPr>
          <a:xfrm>
            <a:off x="7766114" y="2887652"/>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Rectangle 12">
            <a:extLst>
              <a:ext uri="{FF2B5EF4-FFF2-40B4-BE49-F238E27FC236}">
                <a16:creationId xmlns:a16="http://schemas.microsoft.com/office/drawing/2014/main" id="{6140A96F-3FF7-4F16-9BFA-791F041008FC}"/>
              </a:ext>
            </a:extLst>
          </p:cNvPr>
          <p:cNvSpPr/>
          <p:nvPr/>
        </p:nvSpPr>
        <p:spPr>
          <a:xfrm>
            <a:off x="6682032" y="5045384"/>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Rectangle 13">
            <a:extLst>
              <a:ext uri="{FF2B5EF4-FFF2-40B4-BE49-F238E27FC236}">
                <a16:creationId xmlns:a16="http://schemas.microsoft.com/office/drawing/2014/main" id="{787C4ADF-6958-431F-98AD-A510DF4DF7C1}"/>
              </a:ext>
            </a:extLst>
          </p:cNvPr>
          <p:cNvSpPr/>
          <p:nvPr/>
        </p:nvSpPr>
        <p:spPr>
          <a:xfrm>
            <a:off x="8732361" y="5045383"/>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Rectangle 14">
            <a:extLst>
              <a:ext uri="{FF2B5EF4-FFF2-40B4-BE49-F238E27FC236}">
                <a16:creationId xmlns:a16="http://schemas.microsoft.com/office/drawing/2014/main" id="{F9AF590A-919B-4345-998B-56C8393E94FA}"/>
              </a:ext>
            </a:extLst>
          </p:cNvPr>
          <p:cNvSpPr/>
          <p:nvPr/>
        </p:nvSpPr>
        <p:spPr>
          <a:xfrm>
            <a:off x="2553225" y="2886127"/>
            <a:ext cx="29367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A</a:t>
            </a:r>
          </a:p>
        </p:txBody>
      </p:sp>
      <p:sp>
        <p:nvSpPr>
          <p:cNvPr id="17" name="Rectangle 16">
            <a:extLst>
              <a:ext uri="{FF2B5EF4-FFF2-40B4-BE49-F238E27FC236}">
                <a16:creationId xmlns:a16="http://schemas.microsoft.com/office/drawing/2014/main" id="{19342029-59DE-49C0-98F6-C856D8DA5DC5}"/>
              </a:ext>
            </a:extLst>
          </p:cNvPr>
          <p:cNvSpPr/>
          <p:nvPr/>
        </p:nvSpPr>
        <p:spPr>
          <a:xfrm>
            <a:off x="10547914" y="4045604"/>
            <a:ext cx="99899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FINISH</a:t>
            </a:r>
          </a:p>
        </p:txBody>
      </p:sp>
      <p:cxnSp>
        <p:nvCxnSpPr>
          <p:cNvPr id="19" name="Straight Connector 18">
            <a:extLst>
              <a:ext uri="{FF2B5EF4-FFF2-40B4-BE49-F238E27FC236}">
                <a16:creationId xmlns:a16="http://schemas.microsoft.com/office/drawing/2014/main" id="{815A61CD-9C4B-4492-A3B0-5EADD93A06B9}"/>
              </a:ext>
            </a:extLst>
          </p:cNvPr>
          <p:cNvCxnSpPr>
            <a:stCxn id="8" idx="1"/>
            <a:endCxn id="8" idx="3"/>
          </p:cNvCxnSpPr>
          <p:nvPr/>
        </p:nvCxnSpPr>
        <p:spPr>
          <a:xfrm>
            <a:off x="2573552" y="3166620"/>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36B3C2-A822-4B6F-B6F9-36449988CB35}"/>
              </a:ext>
            </a:extLst>
          </p:cNvPr>
          <p:cNvCxnSpPr>
            <a:stCxn id="10" idx="1"/>
            <a:endCxn id="10" idx="3"/>
          </p:cNvCxnSpPr>
          <p:nvPr/>
        </p:nvCxnSpPr>
        <p:spPr>
          <a:xfrm>
            <a:off x="4627792" y="3150078"/>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EBFAAE-8C98-4A54-9E4B-1A17C1347703}"/>
              </a:ext>
            </a:extLst>
          </p:cNvPr>
          <p:cNvCxnSpPr>
            <a:stCxn id="12" idx="1"/>
            <a:endCxn id="12" idx="3"/>
          </p:cNvCxnSpPr>
          <p:nvPr/>
        </p:nvCxnSpPr>
        <p:spPr>
          <a:xfrm>
            <a:off x="7766114" y="3151603"/>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360925-80E8-4B90-88B8-D9A3B8629CF6}"/>
              </a:ext>
            </a:extLst>
          </p:cNvPr>
          <p:cNvCxnSpPr>
            <a:stCxn id="9" idx="1"/>
            <a:endCxn id="9" idx="3"/>
          </p:cNvCxnSpPr>
          <p:nvPr/>
        </p:nvCxnSpPr>
        <p:spPr>
          <a:xfrm>
            <a:off x="2573552" y="533966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5009231-5C64-46EE-9AEC-6D845B69A9EA}"/>
              </a:ext>
            </a:extLst>
          </p:cNvPr>
          <p:cNvCxnSpPr>
            <a:stCxn id="11" idx="1"/>
            <a:endCxn id="11" idx="3"/>
          </p:cNvCxnSpPr>
          <p:nvPr/>
        </p:nvCxnSpPr>
        <p:spPr>
          <a:xfrm>
            <a:off x="4627792" y="531138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34D8E1D-1A81-4E8A-BFD1-C35C0E541939}"/>
              </a:ext>
            </a:extLst>
          </p:cNvPr>
          <p:cNvCxnSpPr>
            <a:stCxn id="13" idx="1"/>
            <a:endCxn id="13" idx="3"/>
          </p:cNvCxnSpPr>
          <p:nvPr/>
        </p:nvCxnSpPr>
        <p:spPr>
          <a:xfrm>
            <a:off x="6682032" y="5309335"/>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5C30381-C2E0-4AA3-BCC4-10713F6AD875}"/>
              </a:ext>
            </a:extLst>
          </p:cNvPr>
          <p:cNvCxnSpPr>
            <a:stCxn id="14" idx="1"/>
            <a:endCxn id="14" idx="3"/>
          </p:cNvCxnSpPr>
          <p:nvPr/>
        </p:nvCxnSpPr>
        <p:spPr>
          <a:xfrm>
            <a:off x="8732361" y="5309334"/>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368D739-01F7-4F66-96A2-9C38A94F6323}"/>
              </a:ext>
            </a:extLst>
          </p:cNvPr>
          <p:cNvCxnSpPr/>
          <p:nvPr/>
        </p:nvCxnSpPr>
        <p:spPr>
          <a:xfrm>
            <a:off x="2846895" y="2902669"/>
            <a:ext cx="0" cy="5113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BD9E700-642D-494E-92FD-ECB63F0F6DD8}"/>
              </a:ext>
            </a:extLst>
          </p:cNvPr>
          <p:cNvCxnSpPr/>
          <p:nvPr/>
        </p:nvCxnSpPr>
        <p:spPr>
          <a:xfrm>
            <a:off x="4883085" y="2886127"/>
            <a:ext cx="0" cy="5428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6E652A-11F3-4088-95FC-7B805D5AF4EF}"/>
              </a:ext>
            </a:extLst>
          </p:cNvPr>
          <p:cNvCxnSpPr/>
          <p:nvPr/>
        </p:nvCxnSpPr>
        <p:spPr>
          <a:xfrm>
            <a:off x="8003357" y="2886127"/>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83BA683-8325-494B-B2F0-5F9DDCDE399A}"/>
              </a:ext>
            </a:extLst>
          </p:cNvPr>
          <p:cNvCxnSpPr/>
          <p:nvPr/>
        </p:nvCxnSpPr>
        <p:spPr>
          <a:xfrm>
            <a:off x="2846895" y="5075710"/>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1B77E2E-6E60-4564-A891-1B6F522C8CB4}"/>
              </a:ext>
            </a:extLst>
          </p:cNvPr>
          <p:cNvCxnSpPr/>
          <p:nvPr/>
        </p:nvCxnSpPr>
        <p:spPr>
          <a:xfrm>
            <a:off x="4883085" y="5045383"/>
            <a:ext cx="0" cy="558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1C32A78-8FCC-4124-B8CB-9E625F6D78FF}"/>
              </a:ext>
            </a:extLst>
          </p:cNvPr>
          <p:cNvCxnSpPr/>
          <p:nvPr/>
        </p:nvCxnSpPr>
        <p:spPr>
          <a:xfrm>
            <a:off x="6956981"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AAA28E2-F770-4BCD-BCF6-B38037F014E9}"/>
              </a:ext>
            </a:extLst>
          </p:cNvPr>
          <p:cNvCxnSpPr/>
          <p:nvPr/>
        </p:nvCxnSpPr>
        <p:spPr>
          <a:xfrm>
            <a:off x="8974318"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3246982A-B37A-4BA8-A2BD-2F42FD50AAA8}"/>
              </a:ext>
            </a:extLst>
          </p:cNvPr>
          <p:cNvSpPr/>
          <p:nvPr/>
        </p:nvSpPr>
        <p:spPr>
          <a:xfrm>
            <a:off x="920451" y="4100532"/>
            <a:ext cx="94154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START</a:t>
            </a:r>
          </a:p>
        </p:txBody>
      </p:sp>
      <p:sp>
        <p:nvSpPr>
          <p:cNvPr id="48" name="Rectangle 47">
            <a:extLst>
              <a:ext uri="{FF2B5EF4-FFF2-40B4-BE49-F238E27FC236}">
                <a16:creationId xmlns:a16="http://schemas.microsoft.com/office/drawing/2014/main" id="{C04C09F5-F687-409C-8EC8-B7E285B30840}"/>
              </a:ext>
            </a:extLst>
          </p:cNvPr>
          <p:cNvSpPr/>
          <p:nvPr/>
        </p:nvSpPr>
        <p:spPr>
          <a:xfrm>
            <a:off x="2582692" y="5053797"/>
            <a:ext cx="274435"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B</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49" name="Rectangle 48">
            <a:extLst>
              <a:ext uri="{FF2B5EF4-FFF2-40B4-BE49-F238E27FC236}">
                <a16:creationId xmlns:a16="http://schemas.microsoft.com/office/drawing/2014/main" id="{D0EB3D52-41BB-4BEC-9A13-7FD4C656D846}"/>
              </a:ext>
            </a:extLst>
          </p:cNvPr>
          <p:cNvSpPr/>
          <p:nvPr/>
        </p:nvSpPr>
        <p:spPr>
          <a:xfrm>
            <a:off x="4607464" y="2886126"/>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C</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0" name="Rectangle 49">
            <a:extLst>
              <a:ext uri="{FF2B5EF4-FFF2-40B4-BE49-F238E27FC236}">
                <a16:creationId xmlns:a16="http://schemas.microsoft.com/office/drawing/2014/main" id="{24B29AA9-9A39-4AE7-BC27-1EE05AC2E85C}"/>
              </a:ext>
            </a:extLst>
          </p:cNvPr>
          <p:cNvSpPr/>
          <p:nvPr/>
        </p:nvSpPr>
        <p:spPr>
          <a:xfrm>
            <a:off x="4617561" y="5013233"/>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1" name="Rectangle 50">
            <a:extLst>
              <a:ext uri="{FF2B5EF4-FFF2-40B4-BE49-F238E27FC236}">
                <a16:creationId xmlns:a16="http://schemas.microsoft.com/office/drawing/2014/main" id="{83EE1A73-10A1-4A73-8464-AB71A5545D00}"/>
              </a:ext>
            </a:extLst>
          </p:cNvPr>
          <p:cNvSpPr/>
          <p:nvPr/>
        </p:nvSpPr>
        <p:spPr>
          <a:xfrm>
            <a:off x="6674111" y="5013233"/>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E</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2" name="Rectangle 51">
            <a:extLst>
              <a:ext uri="{FF2B5EF4-FFF2-40B4-BE49-F238E27FC236}">
                <a16:creationId xmlns:a16="http://schemas.microsoft.com/office/drawing/2014/main" id="{93988261-5800-4206-A4A8-63EDEFD2C6EC}"/>
              </a:ext>
            </a:extLst>
          </p:cNvPr>
          <p:cNvSpPr/>
          <p:nvPr/>
        </p:nvSpPr>
        <p:spPr>
          <a:xfrm>
            <a:off x="7766114" y="2883269"/>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F</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3" name="Rectangle 52">
            <a:extLst>
              <a:ext uri="{FF2B5EF4-FFF2-40B4-BE49-F238E27FC236}">
                <a16:creationId xmlns:a16="http://schemas.microsoft.com/office/drawing/2014/main" id="{9C01EC4A-D00A-43BD-93FE-5DF4AB6A75AB}"/>
              </a:ext>
            </a:extLst>
          </p:cNvPr>
          <p:cNvSpPr/>
          <p:nvPr/>
        </p:nvSpPr>
        <p:spPr>
          <a:xfrm>
            <a:off x="8688934" y="5031883"/>
            <a:ext cx="32252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G</a:t>
            </a:r>
            <a:endParaRPr lang="en-US" sz="1400" b="0" cap="none" spc="0" dirty="0">
              <a:ln w="0"/>
              <a:solidFill>
                <a:schemeClr val="tx1"/>
              </a:solidFill>
              <a:effectLst>
                <a:outerShdw blurRad="38100" dist="19050" dir="2700000" algn="tl" rotWithShape="0">
                  <a:schemeClr val="dk1">
                    <a:alpha val="40000"/>
                  </a:schemeClr>
                </a:outerShdw>
              </a:effectLst>
            </a:endParaRPr>
          </a:p>
        </p:txBody>
      </p:sp>
      <p:cxnSp>
        <p:nvCxnSpPr>
          <p:cNvPr id="55" name="Straight Arrow Connector 54">
            <a:extLst>
              <a:ext uri="{FF2B5EF4-FFF2-40B4-BE49-F238E27FC236}">
                <a16:creationId xmlns:a16="http://schemas.microsoft.com/office/drawing/2014/main" id="{0C9C7379-306A-4448-A92C-0FB92EC33D6C}"/>
              </a:ext>
            </a:extLst>
          </p:cNvPr>
          <p:cNvCxnSpPr>
            <a:stCxn id="6" idx="3"/>
            <a:endCxn id="8" idx="1"/>
          </p:cNvCxnSpPr>
          <p:nvPr/>
        </p:nvCxnSpPr>
        <p:spPr>
          <a:xfrm flipV="1">
            <a:off x="1933262" y="3166620"/>
            <a:ext cx="640290" cy="11316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F3FCD0B-4FFE-4513-9496-4BBA12C559C9}"/>
              </a:ext>
            </a:extLst>
          </p:cNvPr>
          <p:cNvCxnSpPr>
            <a:cxnSpLocks/>
            <a:stCxn id="6" idx="3"/>
          </p:cNvCxnSpPr>
          <p:nvPr/>
        </p:nvCxnSpPr>
        <p:spPr>
          <a:xfrm>
            <a:off x="1933262" y="4298247"/>
            <a:ext cx="619963" cy="1063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2BA7A53-36EF-47E6-B5A0-1C51AE8F36C5}"/>
              </a:ext>
            </a:extLst>
          </p:cNvPr>
          <p:cNvCxnSpPr>
            <a:stCxn id="8" idx="3"/>
          </p:cNvCxnSpPr>
          <p:nvPr/>
        </p:nvCxnSpPr>
        <p:spPr>
          <a:xfrm>
            <a:off x="3657634" y="3166620"/>
            <a:ext cx="949830" cy="2173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B43133D-FB29-42AE-BB61-23A13D0C5EA4}"/>
              </a:ext>
            </a:extLst>
          </p:cNvPr>
          <p:cNvCxnSpPr>
            <a:stCxn id="9" idx="3"/>
          </p:cNvCxnSpPr>
          <p:nvPr/>
        </p:nvCxnSpPr>
        <p:spPr>
          <a:xfrm>
            <a:off x="3657634" y="5339661"/>
            <a:ext cx="876659" cy="219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7AB7C1B-FDA0-468E-A622-9A09D3E8BBE2}"/>
              </a:ext>
            </a:extLst>
          </p:cNvPr>
          <p:cNvCxnSpPr>
            <a:stCxn id="8" idx="3"/>
            <a:endCxn id="10" idx="1"/>
          </p:cNvCxnSpPr>
          <p:nvPr/>
        </p:nvCxnSpPr>
        <p:spPr>
          <a:xfrm flipV="1">
            <a:off x="3657634" y="3150078"/>
            <a:ext cx="970158" cy="16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BC8776A-344A-43A2-8BF9-88F75113147F}"/>
              </a:ext>
            </a:extLst>
          </p:cNvPr>
          <p:cNvCxnSpPr>
            <a:stCxn id="10" idx="3"/>
            <a:endCxn id="12" idx="1"/>
          </p:cNvCxnSpPr>
          <p:nvPr/>
        </p:nvCxnSpPr>
        <p:spPr>
          <a:xfrm>
            <a:off x="5711874" y="3150078"/>
            <a:ext cx="2054240" cy="1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3BAE35F-0727-4EEA-8590-0CCD2B66F32B}"/>
              </a:ext>
            </a:extLst>
          </p:cNvPr>
          <p:cNvCxnSpPr>
            <a:stCxn id="11" idx="3"/>
            <a:endCxn id="13" idx="1"/>
          </p:cNvCxnSpPr>
          <p:nvPr/>
        </p:nvCxnSpPr>
        <p:spPr>
          <a:xfrm flipV="1">
            <a:off x="5711874" y="5309335"/>
            <a:ext cx="970158" cy="2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CE4474B4-DA69-4ED3-B7C8-99BE5831232C}"/>
              </a:ext>
            </a:extLst>
          </p:cNvPr>
          <p:cNvCxnSpPr>
            <a:stCxn id="13" idx="3"/>
            <a:endCxn id="14" idx="1"/>
          </p:cNvCxnSpPr>
          <p:nvPr/>
        </p:nvCxnSpPr>
        <p:spPr>
          <a:xfrm flipV="1">
            <a:off x="7766114" y="5309334"/>
            <a:ext cx="966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356B071-6AC1-4779-B03A-2E81566CA0C5}"/>
              </a:ext>
            </a:extLst>
          </p:cNvPr>
          <p:cNvCxnSpPr>
            <a:stCxn id="14" idx="3"/>
            <a:endCxn id="7" idx="1"/>
          </p:cNvCxnSpPr>
          <p:nvPr/>
        </p:nvCxnSpPr>
        <p:spPr>
          <a:xfrm flipV="1">
            <a:off x="9816443" y="4276438"/>
            <a:ext cx="688926" cy="10328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Arrow Connector 73">
            <a:extLst>
              <a:ext uri="{FF2B5EF4-FFF2-40B4-BE49-F238E27FC236}">
                <a16:creationId xmlns:a16="http://schemas.microsoft.com/office/drawing/2014/main" id="{5B1AAB3B-A7E2-46A8-9C71-FF2CAA78A8A5}"/>
              </a:ext>
            </a:extLst>
          </p:cNvPr>
          <p:cNvCxnSpPr>
            <a:stCxn id="12" idx="3"/>
          </p:cNvCxnSpPr>
          <p:nvPr/>
        </p:nvCxnSpPr>
        <p:spPr>
          <a:xfrm>
            <a:off x="8850196" y="3151603"/>
            <a:ext cx="1547569" cy="1071605"/>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8" name="Straight Arrow Connector 77">
            <a:extLst>
              <a:ext uri="{FF2B5EF4-FFF2-40B4-BE49-F238E27FC236}">
                <a16:creationId xmlns:a16="http://schemas.microsoft.com/office/drawing/2014/main" id="{EF6861DB-B0FE-4F19-8E6F-C6B3228D99DA}"/>
              </a:ext>
            </a:extLst>
          </p:cNvPr>
          <p:cNvCxnSpPr>
            <a:cxnSpLocks/>
            <a:stCxn id="13" idx="0"/>
            <a:endCxn id="12" idx="2"/>
          </p:cNvCxnSpPr>
          <p:nvPr/>
        </p:nvCxnSpPr>
        <p:spPr>
          <a:xfrm flipV="1">
            <a:off x="7224073" y="3415553"/>
            <a:ext cx="1084082" cy="1629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BE7F714-71E6-42BE-9AD9-F5FA9B81A490}"/>
              </a:ext>
            </a:extLst>
          </p:cNvPr>
          <p:cNvSpPr/>
          <p:nvPr/>
        </p:nvSpPr>
        <p:spPr>
          <a:xfrm>
            <a:off x="2567892" y="3166619"/>
            <a:ext cx="284052" cy="307777"/>
          </a:xfrm>
          <a:prstGeom prst="rect">
            <a:avLst/>
          </a:prstGeom>
          <a:noFill/>
        </p:spPr>
        <p:txBody>
          <a:bodyPr wrap="none" lIns="91440" tIns="45720" rIns="91440" bIns="45720">
            <a:spAutoFit/>
          </a:bodyPr>
          <a:lstStyle/>
          <a:p>
            <a:pPr algn="ctr"/>
            <a:r>
              <a:rPr lang="en-US" sz="1400" b="1" dirty="0">
                <a:ln w="0"/>
                <a:solidFill>
                  <a:srgbClr val="FFC000"/>
                </a:solidFill>
                <a:effectLst>
                  <a:outerShdw blurRad="38100" dist="19050" dir="2700000" algn="tl" rotWithShape="0">
                    <a:schemeClr val="dk1">
                      <a:alpha val="40000"/>
                    </a:schemeClr>
                  </a:outerShdw>
                </a:effectLst>
              </a:rPr>
              <a:t>7</a:t>
            </a:r>
            <a:endParaRPr lang="en-US" sz="1400" b="1" cap="none" spc="0" dirty="0">
              <a:ln w="0"/>
              <a:solidFill>
                <a:srgbClr val="FFC000"/>
              </a:solidFill>
              <a:effectLst>
                <a:outerShdw blurRad="38100" dist="19050" dir="2700000" algn="tl" rotWithShape="0">
                  <a:schemeClr val="dk1">
                    <a:alpha val="40000"/>
                  </a:schemeClr>
                </a:outerShdw>
              </a:effectLst>
            </a:endParaRPr>
          </a:p>
        </p:txBody>
      </p:sp>
      <p:sp>
        <p:nvSpPr>
          <p:cNvPr id="83" name="Rectangle 82">
            <a:extLst>
              <a:ext uri="{FF2B5EF4-FFF2-40B4-BE49-F238E27FC236}">
                <a16:creationId xmlns:a16="http://schemas.microsoft.com/office/drawing/2014/main" id="{B3588E0E-51E5-4D2B-8AFD-3D79F2539181}"/>
              </a:ext>
            </a:extLst>
          </p:cNvPr>
          <p:cNvSpPr/>
          <p:nvPr/>
        </p:nvSpPr>
        <p:spPr>
          <a:xfrm>
            <a:off x="2574511" y="5311548"/>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4" name="Rectangle 83">
            <a:extLst>
              <a:ext uri="{FF2B5EF4-FFF2-40B4-BE49-F238E27FC236}">
                <a16:creationId xmlns:a16="http://schemas.microsoft.com/office/drawing/2014/main" id="{D0C4722C-4065-4A86-A0C4-46EFCFECB1C7}"/>
              </a:ext>
            </a:extLst>
          </p:cNvPr>
          <p:cNvSpPr/>
          <p:nvPr/>
        </p:nvSpPr>
        <p:spPr>
          <a:xfrm>
            <a:off x="4558364" y="3113737"/>
            <a:ext cx="373821"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12</a:t>
            </a:r>
          </a:p>
        </p:txBody>
      </p:sp>
      <p:sp>
        <p:nvSpPr>
          <p:cNvPr id="85" name="Rectangle 84">
            <a:extLst>
              <a:ext uri="{FF2B5EF4-FFF2-40B4-BE49-F238E27FC236}">
                <a16:creationId xmlns:a16="http://schemas.microsoft.com/office/drawing/2014/main" id="{83E43BDD-503B-4E9C-826C-4D73D2950A8E}"/>
              </a:ext>
            </a:extLst>
          </p:cNvPr>
          <p:cNvSpPr/>
          <p:nvPr/>
        </p:nvSpPr>
        <p:spPr>
          <a:xfrm>
            <a:off x="4615652" y="528169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8</a:t>
            </a:r>
          </a:p>
        </p:txBody>
      </p:sp>
      <p:sp>
        <p:nvSpPr>
          <p:cNvPr id="86" name="Rectangle 85">
            <a:extLst>
              <a:ext uri="{FF2B5EF4-FFF2-40B4-BE49-F238E27FC236}">
                <a16:creationId xmlns:a16="http://schemas.microsoft.com/office/drawing/2014/main" id="{E27DC8F3-104C-45B5-A4FA-B31D153FA14C}"/>
              </a:ext>
            </a:extLst>
          </p:cNvPr>
          <p:cNvSpPr/>
          <p:nvPr/>
        </p:nvSpPr>
        <p:spPr>
          <a:xfrm>
            <a:off x="6673777" y="5293259"/>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7" name="Rectangle 86">
            <a:extLst>
              <a:ext uri="{FF2B5EF4-FFF2-40B4-BE49-F238E27FC236}">
                <a16:creationId xmlns:a16="http://schemas.microsoft.com/office/drawing/2014/main" id="{E71B79FC-B981-4529-9F0F-75A13EB198DB}"/>
              </a:ext>
            </a:extLst>
          </p:cNvPr>
          <p:cNvSpPr/>
          <p:nvPr/>
        </p:nvSpPr>
        <p:spPr>
          <a:xfrm>
            <a:off x="7745471" y="3139927"/>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6</a:t>
            </a:r>
          </a:p>
        </p:txBody>
      </p:sp>
      <p:sp>
        <p:nvSpPr>
          <p:cNvPr id="88" name="Rectangle 87">
            <a:extLst>
              <a:ext uri="{FF2B5EF4-FFF2-40B4-BE49-F238E27FC236}">
                <a16:creationId xmlns:a16="http://schemas.microsoft.com/office/drawing/2014/main" id="{CFABD5D6-3500-4D10-AE20-A1FE778D7B4A}"/>
              </a:ext>
            </a:extLst>
          </p:cNvPr>
          <p:cNvSpPr/>
          <p:nvPr/>
        </p:nvSpPr>
        <p:spPr>
          <a:xfrm>
            <a:off x="8715987" y="530258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5</a:t>
            </a:r>
          </a:p>
        </p:txBody>
      </p:sp>
      <p:sp>
        <p:nvSpPr>
          <p:cNvPr id="89" name="Rectangle 88">
            <a:extLst>
              <a:ext uri="{FF2B5EF4-FFF2-40B4-BE49-F238E27FC236}">
                <a16:creationId xmlns:a16="http://schemas.microsoft.com/office/drawing/2014/main" id="{B08A22DF-4C9C-4EEA-B68F-364B349515AB}"/>
              </a:ext>
            </a:extLst>
          </p:cNvPr>
          <p:cNvSpPr/>
          <p:nvPr/>
        </p:nvSpPr>
        <p:spPr>
          <a:xfrm>
            <a:off x="9711522" y="1723222"/>
            <a:ext cx="1372492"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Activity Time (t)</a:t>
            </a:r>
          </a:p>
        </p:txBody>
      </p:sp>
      <p:sp>
        <p:nvSpPr>
          <p:cNvPr id="90" name="Rectangle 89">
            <a:extLst>
              <a:ext uri="{FF2B5EF4-FFF2-40B4-BE49-F238E27FC236}">
                <a16:creationId xmlns:a16="http://schemas.microsoft.com/office/drawing/2014/main" id="{2E4895E0-9C27-4D07-8335-080F85056D91}"/>
              </a:ext>
            </a:extLst>
          </p:cNvPr>
          <p:cNvSpPr/>
          <p:nvPr/>
        </p:nvSpPr>
        <p:spPr>
          <a:xfrm>
            <a:off x="10071122" y="1433372"/>
            <a:ext cx="575799" cy="369332"/>
          </a:xfrm>
          <a:prstGeom prst="rect">
            <a:avLst/>
          </a:prstGeom>
          <a:noFill/>
        </p:spPr>
        <p:txBody>
          <a:bodyPr wrap="none" lIns="91440" tIns="45720" rIns="91440" bIns="45720">
            <a:spAutoFit/>
          </a:bodyPr>
          <a:lstStyle/>
          <a:p>
            <a:pPr algn="ctr"/>
            <a:r>
              <a:rPr lang="en-US" b="1" cap="none" spc="0" dirty="0">
                <a:ln w="0"/>
                <a:effectLst>
                  <a:outerShdw blurRad="38100" dist="19050" dir="2700000" algn="tl" rotWithShape="0">
                    <a:schemeClr val="dk1">
                      <a:alpha val="40000"/>
                    </a:schemeClr>
                  </a:outerShdw>
                </a:effectLst>
              </a:rPr>
              <a:t>KEY</a:t>
            </a:r>
          </a:p>
        </p:txBody>
      </p:sp>
    </p:spTree>
    <p:extLst>
      <p:ext uri="{BB962C8B-B14F-4D97-AF65-F5344CB8AC3E}">
        <p14:creationId xmlns:p14="http://schemas.microsoft.com/office/powerpoint/2010/main" val="288604907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2821-79CE-4B80-8EEC-914E8AABE876}"/>
              </a:ext>
            </a:extLst>
          </p:cNvPr>
          <p:cNvSpPr>
            <a:spLocks noGrp="1"/>
          </p:cNvSpPr>
          <p:nvPr>
            <p:ph type="title"/>
          </p:nvPr>
        </p:nvSpPr>
        <p:spPr/>
        <p:txBody>
          <a:bodyPr/>
          <a:lstStyle/>
          <a:p>
            <a:pPr algn="ctr"/>
            <a:r>
              <a:rPr lang="en-US" b="1" dirty="0"/>
              <a:t>Steps When Creating a PERT Chart (Continues…)</a:t>
            </a:r>
            <a:endParaRPr lang="LID4096" dirty="0"/>
          </a:p>
        </p:txBody>
      </p:sp>
      <p:sp>
        <p:nvSpPr>
          <p:cNvPr id="3" name="Content Placeholder 2">
            <a:extLst>
              <a:ext uri="{FF2B5EF4-FFF2-40B4-BE49-F238E27FC236}">
                <a16:creationId xmlns:a16="http://schemas.microsoft.com/office/drawing/2014/main" id="{00BEB8E5-AFE0-4919-9637-1946926647AF}"/>
              </a:ext>
            </a:extLst>
          </p:cNvPr>
          <p:cNvSpPr>
            <a:spLocks noGrp="1"/>
          </p:cNvSpPr>
          <p:nvPr>
            <p:ph idx="1"/>
          </p:nvPr>
        </p:nvSpPr>
        <p:spPr/>
        <p:txBody>
          <a:bodyPr/>
          <a:lstStyle/>
          <a:p>
            <a:pPr marL="457200" indent="-457200">
              <a:buAutoNum type="arabicPeriod" startAt="3"/>
            </a:pPr>
            <a:r>
              <a:rPr lang="en-US" dirty="0"/>
              <a:t>Calculating the </a:t>
            </a:r>
            <a:r>
              <a:rPr lang="en-US" b="1" dirty="0"/>
              <a:t>Forward Pass: </a:t>
            </a:r>
            <a:r>
              <a:rPr lang="en-US" b="1" dirty="0">
                <a:solidFill>
                  <a:srgbClr val="FF0000"/>
                </a:solidFill>
              </a:rPr>
              <a:t>EF</a:t>
            </a:r>
            <a:r>
              <a:rPr lang="en-US" b="1" dirty="0"/>
              <a:t> = </a:t>
            </a:r>
            <a:r>
              <a:rPr lang="en-US" b="1" dirty="0">
                <a:solidFill>
                  <a:srgbClr val="0070C0"/>
                </a:solidFill>
              </a:rPr>
              <a:t>ES</a:t>
            </a:r>
            <a:r>
              <a:rPr lang="en-US" b="1" dirty="0"/>
              <a:t> + </a:t>
            </a:r>
            <a:r>
              <a:rPr lang="en-US" b="1" dirty="0">
                <a:solidFill>
                  <a:srgbClr val="FFC000"/>
                </a:solidFill>
              </a:rPr>
              <a:t>t</a:t>
            </a:r>
          </a:p>
        </p:txBody>
      </p:sp>
      <p:sp>
        <p:nvSpPr>
          <p:cNvPr id="4" name="Footer Placeholder 3">
            <a:extLst>
              <a:ext uri="{FF2B5EF4-FFF2-40B4-BE49-F238E27FC236}">
                <a16:creationId xmlns:a16="http://schemas.microsoft.com/office/drawing/2014/main" id="{EA2EE206-B9D7-4020-A672-C31B08C08423}"/>
              </a:ext>
            </a:extLst>
          </p:cNvPr>
          <p:cNvSpPr>
            <a:spLocks noGrp="1"/>
          </p:cNvSpPr>
          <p:nvPr>
            <p:ph type="ftr" sz="quarter" idx="11"/>
          </p:nvPr>
        </p:nvSpPr>
        <p:spPr>
          <a:xfrm>
            <a:off x="6805382" y="6434169"/>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5D18458-B709-4A8D-BF3A-1646217BEC3A}"/>
              </a:ext>
            </a:extLst>
          </p:cNvPr>
          <p:cNvSpPr>
            <a:spLocks noGrp="1"/>
          </p:cNvSpPr>
          <p:nvPr>
            <p:ph type="sldNum" sz="quarter" idx="12"/>
          </p:nvPr>
        </p:nvSpPr>
        <p:spPr/>
        <p:txBody>
          <a:bodyPr/>
          <a:lstStyle/>
          <a:p>
            <a:fld id="{76711B12-96E3-4CC6-8596-5FF84CCB8B40}" type="slidenum">
              <a:rPr lang="LID4096" smtClean="0"/>
              <a:t>116</a:t>
            </a:fld>
            <a:endParaRPr lang="LID4096"/>
          </a:p>
        </p:txBody>
      </p:sp>
      <p:sp>
        <p:nvSpPr>
          <p:cNvPr id="6" name="Rectangle 5">
            <a:extLst>
              <a:ext uri="{FF2B5EF4-FFF2-40B4-BE49-F238E27FC236}">
                <a16:creationId xmlns:a16="http://schemas.microsoft.com/office/drawing/2014/main" id="{6D2FE9BD-AD1C-4942-AE49-1B4331C02E1A}"/>
              </a:ext>
            </a:extLst>
          </p:cNvPr>
          <p:cNvSpPr/>
          <p:nvPr/>
        </p:nvSpPr>
        <p:spPr>
          <a:xfrm>
            <a:off x="849180" y="4034296"/>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Rectangle 6">
            <a:extLst>
              <a:ext uri="{FF2B5EF4-FFF2-40B4-BE49-F238E27FC236}">
                <a16:creationId xmlns:a16="http://schemas.microsoft.com/office/drawing/2014/main" id="{300B4AE1-B3F7-47EC-9F8D-5738EFA9D101}"/>
              </a:ext>
            </a:extLst>
          </p:cNvPr>
          <p:cNvSpPr/>
          <p:nvPr/>
        </p:nvSpPr>
        <p:spPr>
          <a:xfrm>
            <a:off x="10505369" y="401248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7">
            <a:extLst>
              <a:ext uri="{FF2B5EF4-FFF2-40B4-BE49-F238E27FC236}">
                <a16:creationId xmlns:a16="http://schemas.microsoft.com/office/drawing/2014/main" id="{0731EFCF-FB07-426E-A3DC-61DED95D4012}"/>
              </a:ext>
            </a:extLst>
          </p:cNvPr>
          <p:cNvSpPr/>
          <p:nvPr/>
        </p:nvSpPr>
        <p:spPr>
          <a:xfrm>
            <a:off x="2573552" y="2902669"/>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Rectangle 8">
            <a:extLst>
              <a:ext uri="{FF2B5EF4-FFF2-40B4-BE49-F238E27FC236}">
                <a16:creationId xmlns:a16="http://schemas.microsoft.com/office/drawing/2014/main" id="{6C0EABB2-A34F-481A-A894-474839541989}"/>
              </a:ext>
            </a:extLst>
          </p:cNvPr>
          <p:cNvSpPr/>
          <p:nvPr/>
        </p:nvSpPr>
        <p:spPr>
          <a:xfrm>
            <a:off x="2573552" y="507571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3003A533-3D20-4DED-B9E6-E14320769C8D}"/>
              </a:ext>
            </a:extLst>
          </p:cNvPr>
          <p:cNvSpPr/>
          <p:nvPr/>
        </p:nvSpPr>
        <p:spPr>
          <a:xfrm>
            <a:off x="4627792" y="288612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Rectangle 10">
            <a:extLst>
              <a:ext uri="{FF2B5EF4-FFF2-40B4-BE49-F238E27FC236}">
                <a16:creationId xmlns:a16="http://schemas.microsoft.com/office/drawing/2014/main" id="{348B4F2E-25D6-47F5-9818-F31212415917}"/>
              </a:ext>
            </a:extLst>
          </p:cNvPr>
          <p:cNvSpPr/>
          <p:nvPr/>
        </p:nvSpPr>
        <p:spPr>
          <a:xfrm>
            <a:off x="4627792" y="504743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Rectangle 11">
            <a:extLst>
              <a:ext uri="{FF2B5EF4-FFF2-40B4-BE49-F238E27FC236}">
                <a16:creationId xmlns:a16="http://schemas.microsoft.com/office/drawing/2014/main" id="{09BA24B5-E2A2-419F-ACE0-D2E71DC71CA7}"/>
              </a:ext>
            </a:extLst>
          </p:cNvPr>
          <p:cNvSpPr/>
          <p:nvPr/>
        </p:nvSpPr>
        <p:spPr>
          <a:xfrm>
            <a:off x="7766114" y="2887652"/>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Rectangle 12">
            <a:extLst>
              <a:ext uri="{FF2B5EF4-FFF2-40B4-BE49-F238E27FC236}">
                <a16:creationId xmlns:a16="http://schemas.microsoft.com/office/drawing/2014/main" id="{6140A96F-3FF7-4F16-9BFA-791F041008FC}"/>
              </a:ext>
            </a:extLst>
          </p:cNvPr>
          <p:cNvSpPr/>
          <p:nvPr/>
        </p:nvSpPr>
        <p:spPr>
          <a:xfrm>
            <a:off x="6682032" y="5045384"/>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Rectangle 13">
            <a:extLst>
              <a:ext uri="{FF2B5EF4-FFF2-40B4-BE49-F238E27FC236}">
                <a16:creationId xmlns:a16="http://schemas.microsoft.com/office/drawing/2014/main" id="{787C4ADF-6958-431F-98AD-A510DF4DF7C1}"/>
              </a:ext>
            </a:extLst>
          </p:cNvPr>
          <p:cNvSpPr/>
          <p:nvPr/>
        </p:nvSpPr>
        <p:spPr>
          <a:xfrm>
            <a:off x="8732361" y="5045383"/>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Rectangle 14">
            <a:extLst>
              <a:ext uri="{FF2B5EF4-FFF2-40B4-BE49-F238E27FC236}">
                <a16:creationId xmlns:a16="http://schemas.microsoft.com/office/drawing/2014/main" id="{F9AF590A-919B-4345-998B-56C8393E94FA}"/>
              </a:ext>
            </a:extLst>
          </p:cNvPr>
          <p:cNvSpPr/>
          <p:nvPr/>
        </p:nvSpPr>
        <p:spPr>
          <a:xfrm>
            <a:off x="2553225" y="2886127"/>
            <a:ext cx="29367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A</a:t>
            </a:r>
          </a:p>
        </p:txBody>
      </p:sp>
      <p:sp>
        <p:nvSpPr>
          <p:cNvPr id="17" name="Rectangle 16">
            <a:extLst>
              <a:ext uri="{FF2B5EF4-FFF2-40B4-BE49-F238E27FC236}">
                <a16:creationId xmlns:a16="http://schemas.microsoft.com/office/drawing/2014/main" id="{19342029-59DE-49C0-98F6-C856D8DA5DC5}"/>
              </a:ext>
            </a:extLst>
          </p:cNvPr>
          <p:cNvSpPr/>
          <p:nvPr/>
        </p:nvSpPr>
        <p:spPr>
          <a:xfrm>
            <a:off x="10547914" y="4045604"/>
            <a:ext cx="99899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FINISH</a:t>
            </a:r>
          </a:p>
        </p:txBody>
      </p:sp>
      <p:cxnSp>
        <p:nvCxnSpPr>
          <p:cNvPr id="19" name="Straight Connector 18">
            <a:extLst>
              <a:ext uri="{FF2B5EF4-FFF2-40B4-BE49-F238E27FC236}">
                <a16:creationId xmlns:a16="http://schemas.microsoft.com/office/drawing/2014/main" id="{815A61CD-9C4B-4492-A3B0-5EADD93A06B9}"/>
              </a:ext>
            </a:extLst>
          </p:cNvPr>
          <p:cNvCxnSpPr>
            <a:stCxn id="8" idx="1"/>
            <a:endCxn id="8" idx="3"/>
          </p:cNvCxnSpPr>
          <p:nvPr/>
        </p:nvCxnSpPr>
        <p:spPr>
          <a:xfrm>
            <a:off x="2573552" y="3166620"/>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36B3C2-A822-4B6F-B6F9-36449988CB35}"/>
              </a:ext>
            </a:extLst>
          </p:cNvPr>
          <p:cNvCxnSpPr>
            <a:stCxn id="10" idx="1"/>
            <a:endCxn id="10" idx="3"/>
          </p:cNvCxnSpPr>
          <p:nvPr/>
        </p:nvCxnSpPr>
        <p:spPr>
          <a:xfrm>
            <a:off x="4627792" y="3150078"/>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EBFAAE-8C98-4A54-9E4B-1A17C1347703}"/>
              </a:ext>
            </a:extLst>
          </p:cNvPr>
          <p:cNvCxnSpPr>
            <a:stCxn id="12" idx="1"/>
            <a:endCxn id="12" idx="3"/>
          </p:cNvCxnSpPr>
          <p:nvPr/>
        </p:nvCxnSpPr>
        <p:spPr>
          <a:xfrm>
            <a:off x="7766114" y="3151603"/>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360925-80E8-4B90-88B8-D9A3B8629CF6}"/>
              </a:ext>
            </a:extLst>
          </p:cNvPr>
          <p:cNvCxnSpPr>
            <a:stCxn id="9" idx="1"/>
            <a:endCxn id="9" idx="3"/>
          </p:cNvCxnSpPr>
          <p:nvPr/>
        </p:nvCxnSpPr>
        <p:spPr>
          <a:xfrm>
            <a:off x="2573552" y="533966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5009231-5C64-46EE-9AEC-6D845B69A9EA}"/>
              </a:ext>
            </a:extLst>
          </p:cNvPr>
          <p:cNvCxnSpPr>
            <a:stCxn id="11" idx="1"/>
            <a:endCxn id="11" idx="3"/>
          </p:cNvCxnSpPr>
          <p:nvPr/>
        </p:nvCxnSpPr>
        <p:spPr>
          <a:xfrm>
            <a:off x="4627792" y="531138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34D8E1D-1A81-4E8A-BFD1-C35C0E541939}"/>
              </a:ext>
            </a:extLst>
          </p:cNvPr>
          <p:cNvCxnSpPr>
            <a:stCxn id="13" idx="1"/>
            <a:endCxn id="13" idx="3"/>
          </p:cNvCxnSpPr>
          <p:nvPr/>
        </p:nvCxnSpPr>
        <p:spPr>
          <a:xfrm>
            <a:off x="6682032" y="5309335"/>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5C30381-C2E0-4AA3-BCC4-10713F6AD875}"/>
              </a:ext>
            </a:extLst>
          </p:cNvPr>
          <p:cNvCxnSpPr>
            <a:stCxn id="14" idx="1"/>
            <a:endCxn id="14" idx="3"/>
          </p:cNvCxnSpPr>
          <p:nvPr/>
        </p:nvCxnSpPr>
        <p:spPr>
          <a:xfrm>
            <a:off x="8732361" y="5309334"/>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368D739-01F7-4F66-96A2-9C38A94F6323}"/>
              </a:ext>
            </a:extLst>
          </p:cNvPr>
          <p:cNvCxnSpPr/>
          <p:nvPr/>
        </p:nvCxnSpPr>
        <p:spPr>
          <a:xfrm>
            <a:off x="2846895" y="2902669"/>
            <a:ext cx="0" cy="5113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BD9E700-642D-494E-92FD-ECB63F0F6DD8}"/>
              </a:ext>
            </a:extLst>
          </p:cNvPr>
          <p:cNvCxnSpPr/>
          <p:nvPr/>
        </p:nvCxnSpPr>
        <p:spPr>
          <a:xfrm>
            <a:off x="4883085" y="2886127"/>
            <a:ext cx="0" cy="5428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6E652A-11F3-4088-95FC-7B805D5AF4EF}"/>
              </a:ext>
            </a:extLst>
          </p:cNvPr>
          <p:cNvCxnSpPr/>
          <p:nvPr/>
        </p:nvCxnSpPr>
        <p:spPr>
          <a:xfrm>
            <a:off x="8003357" y="2886127"/>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83BA683-8325-494B-B2F0-5F9DDCDE399A}"/>
              </a:ext>
            </a:extLst>
          </p:cNvPr>
          <p:cNvCxnSpPr/>
          <p:nvPr/>
        </p:nvCxnSpPr>
        <p:spPr>
          <a:xfrm>
            <a:off x="2846895" y="5075710"/>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1B77E2E-6E60-4564-A891-1B6F522C8CB4}"/>
              </a:ext>
            </a:extLst>
          </p:cNvPr>
          <p:cNvCxnSpPr/>
          <p:nvPr/>
        </p:nvCxnSpPr>
        <p:spPr>
          <a:xfrm>
            <a:off x="4883085" y="5045383"/>
            <a:ext cx="0" cy="558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1C32A78-8FCC-4124-B8CB-9E625F6D78FF}"/>
              </a:ext>
            </a:extLst>
          </p:cNvPr>
          <p:cNvCxnSpPr/>
          <p:nvPr/>
        </p:nvCxnSpPr>
        <p:spPr>
          <a:xfrm>
            <a:off x="6956981"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AAA28E2-F770-4BCD-BCF6-B38037F014E9}"/>
              </a:ext>
            </a:extLst>
          </p:cNvPr>
          <p:cNvCxnSpPr/>
          <p:nvPr/>
        </p:nvCxnSpPr>
        <p:spPr>
          <a:xfrm>
            <a:off x="8974318"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3246982A-B37A-4BA8-A2BD-2F42FD50AAA8}"/>
              </a:ext>
            </a:extLst>
          </p:cNvPr>
          <p:cNvSpPr/>
          <p:nvPr/>
        </p:nvSpPr>
        <p:spPr>
          <a:xfrm>
            <a:off x="920451" y="4100532"/>
            <a:ext cx="94154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START</a:t>
            </a:r>
          </a:p>
        </p:txBody>
      </p:sp>
      <p:sp>
        <p:nvSpPr>
          <p:cNvPr id="48" name="Rectangle 47">
            <a:extLst>
              <a:ext uri="{FF2B5EF4-FFF2-40B4-BE49-F238E27FC236}">
                <a16:creationId xmlns:a16="http://schemas.microsoft.com/office/drawing/2014/main" id="{C04C09F5-F687-409C-8EC8-B7E285B30840}"/>
              </a:ext>
            </a:extLst>
          </p:cNvPr>
          <p:cNvSpPr/>
          <p:nvPr/>
        </p:nvSpPr>
        <p:spPr>
          <a:xfrm>
            <a:off x="2582692" y="5053797"/>
            <a:ext cx="274435"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B</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49" name="Rectangle 48">
            <a:extLst>
              <a:ext uri="{FF2B5EF4-FFF2-40B4-BE49-F238E27FC236}">
                <a16:creationId xmlns:a16="http://schemas.microsoft.com/office/drawing/2014/main" id="{D0EB3D52-41BB-4BEC-9A13-7FD4C656D846}"/>
              </a:ext>
            </a:extLst>
          </p:cNvPr>
          <p:cNvSpPr/>
          <p:nvPr/>
        </p:nvSpPr>
        <p:spPr>
          <a:xfrm>
            <a:off x="4607464" y="2886126"/>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C</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0" name="Rectangle 49">
            <a:extLst>
              <a:ext uri="{FF2B5EF4-FFF2-40B4-BE49-F238E27FC236}">
                <a16:creationId xmlns:a16="http://schemas.microsoft.com/office/drawing/2014/main" id="{24B29AA9-9A39-4AE7-BC27-1EE05AC2E85C}"/>
              </a:ext>
            </a:extLst>
          </p:cNvPr>
          <p:cNvSpPr/>
          <p:nvPr/>
        </p:nvSpPr>
        <p:spPr>
          <a:xfrm>
            <a:off x="4617561" y="5013233"/>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1" name="Rectangle 50">
            <a:extLst>
              <a:ext uri="{FF2B5EF4-FFF2-40B4-BE49-F238E27FC236}">
                <a16:creationId xmlns:a16="http://schemas.microsoft.com/office/drawing/2014/main" id="{83EE1A73-10A1-4A73-8464-AB71A5545D00}"/>
              </a:ext>
            </a:extLst>
          </p:cNvPr>
          <p:cNvSpPr/>
          <p:nvPr/>
        </p:nvSpPr>
        <p:spPr>
          <a:xfrm>
            <a:off x="6674111" y="5013233"/>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E</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2" name="Rectangle 51">
            <a:extLst>
              <a:ext uri="{FF2B5EF4-FFF2-40B4-BE49-F238E27FC236}">
                <a16:creationId xmlns:a16="http://schemas.microsoft.com/office/drawing/2014/main" id="{93988261-5800-4206-A4A8-63EDEFD2C6EC}"/>
              </a:ext>
            </a:extLst>
          </p:cNvPr>
          <p:cNvSpPr/>
          <p:nvPr/>
        </p:nvSpPr>
        <p:spPr>
          <a:xfrm>
            <a:off x="7766114" y="2883269"/>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F</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3" name="Rectangle 52">
            <a:extLst>
              <a:ext uri="{FF2B5EF4-FFF2-40B4-BE49-F238E27FC236}">
                <a16:creationId xmlns:a16="http://schemas.microsoft.com/office/drawing/2014/main" id="{9C01EC4A-D00A-43BD-93FE-5DF4AB6A75AB}"/>
              </a:ext>
            </a:extLst>
          </p:cNvPr>
          <p:cNvSpPr/>
          <p:nvPr/>
        </p:nvSpPr>
        <p:spPr>
          <a:xfrm>
            <a:off x="8688934" y="5031883"/>
            <a:ext cx="32252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G</a:t>
            </a:r>
            <a:endParaRPr lang="en-US" sz="1400" b="0" cap="none" spc="0" dirty="0">
              <a:ln w="0"/>
              <a:solidFill>
                <a:schemeClr val="tx1"/>
              </a:solidFill>
              <a:effectLst>
                <a:outerShdw blurRad="38100" dist="19050" dir="2700000" algn="tl" rotWithShape="0">
                  <a:schemeClr val="dk1">
                    <a:alpha val="40000"/>
                  </a:schemeClr>
                </a:outerShdw>
              </a:effectLst>
            </a:endParaRPr>
          </a:p>
        </p:txBody>
      </p:sp>
      <p:cxnSp>
        <p:nvCxnSpPr>
          <p:cNvPr id="55" name="Straight Arrow Connector 54">
            <a:extLst>
              <a:ext uri="{FF2B5EF4-FFF2-40B4-BE49-F238E27FC236}">
                <a16:creationId xmlns:a16="http://schemas.microsoft.com/office/drawing/2014/main" id="{0C9C7379-306A-4448-A92C-0FB92EC33D6C}"/>
              </a:ext>
            </a:extLst>
          </p:cNvPr>
          <p:cNvCxnSpPr>
            <a:stCxn id="6" idx="3"/>
            <a:endCxn id="8" idx="1"/>
          </p:cNvCxnSpPr>
          <p:nvPr/>
        </p:nvCxnSpPr>
        <p:spPr>
          <a:xfrm flipV="1">
            <a:off x="1933262" y="3166620"/>
            <a:ext cx="640290" cy="11316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F3FCD0B-4FFE-4513-9496-4BBA12C559C9}"/>
              </a:ext>
            </a:extLst>
          </p:cNvPr>
          <p:cNvCxnSpPr>
            <a:cxnSpLocks/>
            <a:stCxn id="6" idx="3"/>
          </p:cNvCxnSpPr>
          <p:nvPr/>
        </p:nvCxnSpPr>
        <p:spPr>
          <a:xfrm>
            <a:off x="1933262" y="4298247"/>
            <a:ext cx="619963" cy="1063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2BA7A53-36EF-47E6-B5A0-1C51AE8F36C5}"/>
              </a:ext>
            </a:extLst>
          </p:cNvPr>
          <p:cNvCxnSpPr>
            <a:stCxn id="8" idx="3"/>
          </p:cNvCxnSpPr>
          <p:nvPr/>
        </p:nvCxnSpPr>
        <p:spPr>
          <a:xfrm>
            <a:off x="3657634" y="3166620"/>
            <a:ext cx="949830" cy="2173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B43133D-FB29-42AE-BB61-23A13D0C5EA4}"/>
              </a:ext>
            </a:extLst>
          </p:cNvPr>
          <p:cNvCxnSpPr>
            <a:stCxn id="9" idx="3"/>
          </p:cNvCxnSpPr>
          <p:nvPr/>
        </p:nvCxnSpPr>
        <p:spPr>
          <a:xfrm>
            <a:off x="3657634" y="5339661"/>
            <a:ext cx="876659" cy="219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7AB7C1B-FDA0-468E-A622-9A09D3E8BBE2}"/>
              </a:ext>
            </a:extLst>
          </p:cNvPr>
          <p:cNvCxnSpPr>
            <a:stCxn id="8" idx="3"/>
            <a:endCxn id="10" idx="1"/>
          </p:cNvCxnSpPr>
          <p:nvPr/>
        </p:nvCxnSpPr>
        <p:spPr>
          <a:xfrm flipV="1">
            <a:off x="3657634" y="3150078"/>
            <a:ext cx="970158" cy="16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BC8776A-344A-43A2-8BF9-88F75113147F}"/>
              </a:ext>
            </a:extLst>
          </p:cNvPr>
          <p:cNvCxnSpPr>
            <a:stCxn id="10" idx="3"/>
            <a:endCxn id="12" idx="1"/>
          </p:cNvCxnSpPr>
          <p:nvPr/>
        </p:nvCxnSpPr>
        <p:spPr>
          <a:xfrm>
            <a:off x="5711874" y="3150078"/>
            <a:ext cx="2054240" cy="1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3BAE35F-0727-4EEA-8590-0CCD2B66F32B}"/>
              </a:ext>
            </a:extLst>
          </p:cNvPr>
          <p:cNvCxnSpPr>
            <a:stCxn id="11" idx="3"/>
            <a:endCxn id="13" idx="1"/>
          </p:cNvCxnSpPr>
          <p:nvPr/>
        </p:nvCxnSpPr>
        <p:spPr>
          <a:xfrm flipV="1">
            <a:off x="5711874" y="5309335"/>
            <a:ext cx="970158" cy="2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CE4474B4-DA69-4ED3-B7C8-99BE5831232C}"/>
              </a:ext>
            </a:extLst>
          </p:cNvPr>
          <p:cNvCxnSpPr>
            <a:stCxn id="13" idx="3"/>
            <a:endCxn id="14" idx="1"/>
          </p:cNvCxnSpPr>
          <p:nvPr/>
        </p:nvCxnSpPr>
        <p:spPr>
          <a:xfrm flipV="1">
            <a:off x="7766114" y="5309334"/>
            <a:ext cx="966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356B071-6AC1-4779-B03A-2E81566CA0C5}"/>
              </a:ext>
            </a:extLst>
          </p:cNvPr>
          <p:cNvCxnSpPr>
            <a:stCxn id="14" idx="3"/>
            <a:endCxn id="7" idx="1"/>
          </p:cNvCxnSpPr>
          <p:nvPr/>
        </p:nvCxnSpPr>
        <p:spPr>
          <a:xfrm flipV="1">
            <a:off x="9816443" y="4276438"/>
            <a:ext cx="688926" cy="10328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Arrow Connector 73">
            <a:extLst>
              <a:ext uri="{FF2B5EF4-FFF2-40B4-BE49-F238E27FC236}">
                <a16:creationId xmlns:a16="http://schemas.microsoft.com/office/drawing/2014/main" id="{5B1AAB3B-A7E2-46A8-9C71-FF2CAA78A8A5}"/>
              </a:ext>
            </a:extLst>
          </p:cNvPr>
          <p:cNvCxnSpPr>
            <a:stCxn id="12" idx="3"/>
          </p:cNvCxnSpPr>
          <p:nvPr/>
        </p:nvCxnSpPr>
        <p:spPr>
          <a:xfrm>
            <a:off x="8850196" y="3151603"/>
            <a:ext cx="1547569" cy="1071605"/>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8" name="Straight Arrow Connector 77">
            <a:extLst>
              <a:ext uri="{FF2B5EF4-FFF2-40B4-BE49-F238E27FC236}">
                <a16:creationId xmlns:a16="http://schemas.microsoft.com/office/drawing/2014/main" id="{EF6861DB-B0FE-4F19-8E6F-C6B3228D99DA}"/>
              </a:ext>
            </a:extLst>
          </p:cNvPr>
          <p:cNvCxnSpPr>
            <a:cxnSpLocks/>
            <a:stCxn id="13" idx="0"/>
            <a:endCxn id="12" idx="2"/>
          </p:cNvCxnSpPr>
          <p:nvPr/>
        </p:nvCxnSpPr>
        <p:spPr>
          <a:xfrm flipV="1">
            <a:off x="7224073" y="3415553"/>
            <a:ext cx="1084082" cy="1629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BE7F714-71E6-42BE-9AD9-F5FA9B81A490}"/>
              </a:ext>
            </a:extLst>
          </p:cNvPr>
          <p:cNvSpPr/>
          <p:nvPr/>
        </p:nvSpPr>
        <p:spPr>
          <a:xfrm>
            <a:off x="2567892" y="3166619"/>
            <a:ext cx="284052" cy="307777"/>
          </a:xfrm>
          <a:prstGeom prst="rect">
            <a:avLst/>
          </a:prstGeom>
          <a:noFill/>
        </p:spPr>
        <p:txBody>
          <a:bodyPr wrap="none" lIns="91440" tIns="45720" rIns="91440" bIns="45720">
            <a:spAutoFit/>
          </a:bodyPr>
          <a:lstStyle/>
          <a:p>
            <a:pPr algn="ctr"/>
            <a:r>
              <a:rPr lang="en-US" sz="1400" b="1" dirty="0">
                <a:ln w="0"/>
                <a:solidFill>
                  <a:srgbClr val="FFC000"/>
                </a:solidFill>
                <a:effectLst>
                  <a:outerShdw blurRad="38100" dist="19050" dir="2700000" algn="tl" rotWithShape="0">
                    <a:schemeClr val="dk1">
                      <a:alpha val="40000"/>
                    </a:schemeClr>
                  </a:outerShdw>
                </a:effectLst>
              </a:rPr>
              <a:t>7</a:t>
            </a:r>
            <a:endParaRPr lang="en-US" sz="1400" b="1" cap="none" spc="0" dirty="0">
              <a:ln w="0"/>
              <a:solidFill>
                <a:srgbClr val="FFC000"/>
              </a:solidFill>
              <a:effectLst>
                <a:outerShdw blurRad="38100" dist="19050" dir="2700000" algn="tl" rotWithShape="0">
                  <a:schemeClr val="dk1">
                    <a:alpha val="40000"/>
                  </a:schemeClr>
                </a:outerShdw>
              </a:effectLst>
            </a:endParaRPr>
          </a:p>
        </p:txBody>
      </p:sp>
      <p:sp>
        <p:nvSpPr>
          <p:cNvPr id="83" name="Rectangle 82">
            <a:extLst>
              <a:ext uri="{FF2B5EF4-FFF2-40B4-BE49-F238E27FC236}">
                <a16:creationId xmlns:a16="http://schemas.microsoft.com/office/drawing/2014/main" id="{B3588E0E-51E5-4D2B-8AFD-3D79F2539181}"/>
              </a:ext>
            </a:extLst>
          </p:cNvPr>
          <p:cNvSpPr/>
          <p:nvPr/>
        </p:nvSpPr>
        <p:spPr>
          <a:xfrm>
            <a:off x="2574511" y="5311548"/>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4" name="Rectangle 83">
            <a:extLst>
              <a:ext uri="{FF2B5EF4-FFF2-40B4-BE49-F238E27FC236}">
                <a16:creationId xmlns:a16="http://schemas.microsoft.com/office/drawing/2014/main" id="{D0C4722C-4065-4A86-A0C4-46EFCFECB1C7}"/>
              </a:ext>
            </a:extLst>
          </p:cNvPr>
          <p:cNvSpPr/>
          <p:nvPr/>
        </p:nvSpPr>
        <p:spPr>
          <a:xfrm>
            <a:off x="4558364" y="3113737"/>
            <a:ext cx="373821"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12</a:t>
            </a:r>
          </a:p>
        </p:txBody>
      </p:sp>
      <p:sp>
        <p:nvSpPr>
          <p:cNvPr id="85" name="Rectangle 84">
            <a:extLst>
              <a:ext uri="{FF2B5EF4-FFF2-40B4-BE49-F238E27FC236}">
                <a16:creationId xmlns:a16="http://schemas.microsoft.com/office/drawing/2014/main" id="{83E43BDD-503B-4E9C-826C-4D73D2950A8E}"/>
              </a:ext>
            </a:extLst>
          </p:cNvPr>
          <p:cNvSpPr/>
          <p:nvPr/>
        </p:nvSpPr>
        <p:spPr>
          <a:xfrm>
            <a:off x="4615652" y="528169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8</a:t>
            </a:r>
          </a:p>
        </p:txBody>
      </p:sp>
      <p:sp>
        <p:nvSpPr>
          <p:cNvPr id="86" name="Rectangle 85">
            <a:extLst>
              <a:ext uri="{FF2B5EF4-FFF2-40B4-BE49-F238E27FC236}">
                <a16:creationId xmlns:a16="http://schemas.microsoft.com/office/drawing/2014/main" id="{E27DC8F3-104C-45B5-A4FA-B31D153FA14C}"/>
              </a:ext>
            </a:extLst>
          </p:cNvPr>
          <p:cNvSpPr/>
          <p:nvPr/>
        </p:nvSpPr>
        <p:spPr>
          <a:xfrm>
            <a:off x="6673777" y="5293259"/>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7" name="Rectangle 86">
            <a:extLst>
              <a:ext uri="{FF2B5EF4-FFF2-40B4-BE49-F238E27FC236}">
                <a16:creationId xmlns:a16="http://schemas.microsoft.com/office/drawing/2014/main" id="{E71B79FC-B981-4529-9F0F-75A13EB198DB}"/>
              </a:ext>
            </a:extLst>
          </p:cNvPr>
          <p:cNvSpPr/>
          <p:nvPr/>
        </p:nvSpPr>
        <p:spPr>
          <a:xfrm>
            <a:off x="7745471" y="3139927"/>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6</a:t>
            </a:r>
          </a:p>
        </p:txBody>
      </p:sp>
      <p:sp>
        <p:nvSpPr>
          <p:cNvPr id="88" name="Rectangle 87">
            <a:extLst>
              <a:ext uri="{FF2B5EF4-FFF2-40B4-BE49-F238E27FC236}">
                <a16:creationId xmlns:a16="http://schemas.microsoft.com/office/drawing/2014/main" id="{CFABD5D6-3500-4D10-AE20-A1FE778D7B4A}"/>
              </a:ext>
            </a:extLst>
          </p:cNvPr>
          <p:cNvSpPr/>
          <p:nvPr/>
        </p:nvSpPr>
        <p:spPr>
          <a:xfrm>
            <a:off x="8715987" y="530258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5</a:t>
            </a:r>
          </a:p>
        </p:txBody>
      </p:sp>
      <p:sp>
        <p:nvSpPr>
          <p:cNvPr id="89" name="Rectangle 88">
            <a:extLst>
              <a:ext uri="{FF2B5EF4-FFF2-40B4-BE49-F238E27FC236}">
                <a16:creationId xmlns:a16="http://schemas.microsoft.com/office/drawing/2014/main" id="{B08A22DF-4C9C-4EEA-B68F-364B349515AB}"/>
              </a:ext>
            </a:extLst>
          </p:cNvPr>
          <p:cNvSpPr/>
          <p:nvPr/>
        </p:nvSpPr>
        <p:spPr>
          <a:xfrm>
            <a:off x="9711522" y="1723222"/>
            <a:ext cx="1372492"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Activity Time (t)</a:t>
            </a:r>
          </a:p>
        </p:txBody>
      </p:sp>
      <p:sp>
        <p:nvSpPr>
          <p:cNvPr id="90" name="Rectangle 89">
            <a:extLst>
              <a:ext uri="{FF2B5EF4-FFF2-40B4-BE49-F238E27FC236}">
                <a16:creationId xmlns:a16="http://schemas.microsoft.com/office/drawing/2014/main" id="{2E4895E0-9C27-4D07-8335-080F85056D91}"/>
              </a:ext>
            </a:extLst>
          </p:cNvPr>
          <p:cNvSpPr/>
          <p:nvPr/>
        </p:nvSpPr>
        <p:spPr>
          <a:xfrm>
            <a:off x="10071122" y="1433372"/>
            <a:ext cx="575799" cy="369332"/>
          </a:xfrm>
          <a:prstGeom prst="rect">
            <a:avLst/>
          </a:prstGeom>
          <a:noFill/>
        </p:spPr>
        <p:txBody>
          <a:bodyPr wrap="none" lIns="91440" tIns="45720" rIns="91440" bIns="45720">
            <a:spAutoFit/>
          </a:bodyPr>
          <a:lstStyle/>
          <a:p>
            <a:pPr algn="ctr"/>
            <a:r>
              <a:rPr lang="en-US" b="1" cap="none" spc="0" dirty="0">
                <a:ln w="0"/>
                <a:effectLst>
                  <a:outerShdw blurRad="38100" dist="19050" dir="2700000" algn="tl" rotWithShape="0">
                    <a:schemeClr val="dk1">
                      <a:alpha val="40000"/>
                    </a:schemeClr>
                  </a:outerShdw>
                </a:effectLst>
              </a:rPr>
              <a:t>KEY</a:t>
            </a:r>
          </a:p>
        </p:txBody>
      </p:sp>
      <p:sp>
        <p:nvSpPr>
          <p:cNvPr id="58" name="Rectangle 57">
            <a:extLst>
              <a:ext uri="{FF2B5EF4-FFF2-40B4-BE49-F238E27FC236}">
                <a16:creationId xmlns:a16="http://schemas.microsoft.com/office/drawing/2014/main" id="{B9963F2C-9F40-471E-84EA-57F685A34AF0}"/>
              </a:ext>
            </a:extLst>
          </p:cNvPr>
          <p:cNvSpPr/>
          <p:nvPr/>
        </p:nvSpPr>
        <p:spPr>
          <a:xfrm>
            <a:off x="4869815" y="5043270"/>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9</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59" name="Rectangle 58">
            <a:extLst>
              <a:ext uri="{FF2B5EF4-FFF2-40B4-BE49-F238E27FC236}">
                <a16:creationId xmlns:a16="http://schemas.microsoft.com/office/drawing/2014/main" id="{063B6674-B7CA-4A85-902F-57F09CF1DE26}"/>
              </a:ext>
            </a:extLst>
          </p:cNvPr>
          <p:cNvSpPr/>
          <p:nvPr/>
        </p:nvSpPr>
        <p:spPr>
          <a:xfrm>
            <a:off x="2811728" y="2895966"/>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61" name="Rectangle 60">
            <a:extLst>
              <a:ext uri="{FF2B5EF4-FFF2-40B4-BE49-F238E27FC236}">
                <a16:creationId xmlns:a16="http://schemas.microsoft.com/office/drawing/2014/main" id="{67B593BC-C8E5-4EF5-9E78-B5C67B69E0F4}"/>
              </a:ext>
            </a:extLst>
          </p:cNvPr>
          <p:cNvSpPr/>
          <p:nvPr/>
        </p:nvSpPr>
        <p:spPr>
          <a:xfrm>
            <a:off x="3267101" y="2902669"/>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3" name="Rectangle 62">
            <a:extLst>
              <a:ext uri="{FF2B5EF4-FFF2-40B4-BE49-F238E27FC236}">
                <a16:creationId xmlns:a16="http://schemas.microsoft.com/office/drawing/2014/main" id="{B9C808F1-232F-48EB-B9F3-196E5CBD76B0}"/>
              </a:ext>
            </a:extLst>
          </p:cNvPr>
          <p:cNvSpPr/>
          <p:nvPr/>
        </p:nvSpPr>
        <p:spPr>
          <a:xfrm>
            <a:off x="2815542" y="5068848"/>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0</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5" name="Rectangle 64">
            <a:extLst>
              <a:ext uri="{FF2B5EF4-FFF2-40B4-BE49-F238E27FC236}">
                <a16:creationId xmlns:a16="http://schemas.microsoft.com/office/drawing/2014/main" id="{E1912FF9-5D02-44DC-90A7-04BC006723EF}"/>
              </a:ext>
            </a:extLst>
          </p:cNvPr>
          <p:cNvSpPr/>
          <p:nvPr/>
        </p:nvSpPr>
        <p:spPr>
          <a:xfrm>
            <a:off x="3282392" y="5068848"/>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7" name="Rectangle 66">
            <a:extLst>
              <a:ext uri="{FF2B5EF4-FFF2-40B4-BE49-F238E27FC236}">
                <a16:creationId xmlns:a16="http://schemas.microsoft.com/office/drawing/2014/main" id="{30B2BF43-8562-4FA2-AECF-E85991431243}"/>
              </a:ext>
            </a:extLst>
          </p:cNvPr>
          <p:cNvSpPr/>
          <p:nvPr/>
        </p:nvSpPr>
        <p:spPr>
          <a:xfrm>
            <a:off x="4850129" y="2889869"/>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FC62736B-381F-4A57-B275-EC20EC5426A6}"/>
              </a:ext>
            </a:extLst>
          </p:cNvPr>
          <p:cNvSpPr/>
          <p:nvPr/>
        </p:nvSpPr>
        <p:spPr>
          <a:xfrm>
            <a:off x="5278676" y="2886126"/>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A1F5394A-2642-4E90-9B4D-451844022CF8}"/>
              </a:ext>
            </a:extLst>
          </p:cNvPr>
          <p:cNvSpPr/>
          <p:nvPr/>
        </p:nvSpPr>
        <p:spPr>
          <a:xfrm>
            <a:off x="1232972" y="3759637"/>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73" name="Rectangle 72">
            <a:extLst>
              <a:ext uri="{FF2B5EF4-FFF2-40B4-BE49-F238E27FC236}">
                <a16:creationId xmlns:a16="http://schemas.microsoft.com/office/drawing/2014/main" id="{ED00DFC1-6963-4E97-9892-A91A7092B5AB}"/>
              </a:ext>
            </a:extLst>
          </p:cNvPr>
          <p:cNvSpPr/>
          <p:nvPr/>
        </p:nvSpPr>
        <p:spPr>
          <a:xfrm>
            <a:off x="5312016" y="5031882"/>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5" name="Rectangle 74">
            <a:extLst>
              <a:ext uri="{FF2B5EF4-FFF2-40B4-BE49-F238E27FC236}">
                <a16:creationId xmlns:a16="http://schemas.microsoft.com/office/drawing/2014/main" id="{524EB773-B20C-421C-86A5-91E133D0192F}"/>
              </a:ext>
            </a:extLst>
          </p:cNvPr>
          <p:cNvSpPr/>
          <p:nvPr/>
        </p:nvSpPr>
        <p:spPr>
          <a:xfrm>
            <a:off x="6893789" y="503646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17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6" name="Rectangle 75">
            <a:extLst>
              <a:ext uri="{FF2B5EF4-FFF2-40B4-BE49-F238E27FC236}">
                <a16:creationId xmlns:a16="http://schemas.microsoft.com/office/drawing/2014/main" id="{DF00219F-4C4A-4863-8083-DB52DADDE24A}"/>
              </a:ext>
            </a:extLst>
          </p:cNvPr>
          <p:cNvSpPr/>
          <p:nvPr/>
        </p:nvSpPr>
        <p:spPr>
          <a:xfrm>
            <a:off x="7413565" y="5033407"/>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26</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7" name="Rectangle 76">
            <a:extLst>
              <a:ext uri="{FF2B5EF4-FFF2-40B4-BE49-F238E27FC236}">
                <a16:creationId xmlns:a16="http://schemas.microsoft.com/office/drawing/2014/main" id="{8C58CE63-C81A-478C-8C91-060FBF9B85EB}"/>
              </a:ext>
            </a:extLst>
          </p:cNvPr>
          <p:cNvSpPr/>
          <p:nvPr/>
        </p:nvSpPr>
        <p:spPr>
          <a:xfrm>
            <a:off x="8943128" y="5033407"/>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9" name="Rectangle 78">
            <a:extLst>
              <a:ext uri="{FF2B5EF4-FFF2-40B4-BE49-F238E27FC236}">
                <a16:creationId xmlns:a16="http://schemas.microsoft.com/office/drawing/2014/main" id="{A3040163-BC23-4496-A6D3-21E865BD8AE1}"/>
              </a:ext>
            </a:extLst>
          </p:cNvPr>
          <p:cNvSpPr/>
          <p:nvPr/>
        </p:nvSpPr>
        <p:spPr>
          <a:xfrm>
            <a:off x="9446998" y="5036468"/>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31</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80" name="Rectangle 79">
            <a:extLst>
              <a:ext uri="{FF2B5EF4-FFF2-40B4-BE49-F238E27FC236}">
                <a16:creationId xmlns:a16="http://schemas.microsoft.com/office/drawing/2014/main" id="{44BFAB49-218D-4CDC-A6F7-0A63FB0CD484}"/>
              </a:ext>
            </a:extLst>
          </p:cNvPr>
          <p:cNvSpPr/>
          <p:nvPr/>
        </p:nvSpPr>
        <p:spPr>
          <a:xfrm>
            <a:off x="7976915" y="287768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81" name="Rectangle 80">
            <a:extLst>
              <a:ext uri="{FF2B5EF4-FFF2-40B4-BE49-F238E27FC236}">
                <a16:creationId xmlns:a16="http://schemas.microsoft.com/office/drawing/2014/main" id="{C106D0C9-D590-43D4-AAAA-A084378F5B02}"/>
              </a:ext>
            </a:extLst>
          </p:cNvPr>
          <p:cNvSpPr/>
          <p:nvPr/>
        </p:nvSpPr>
        <p:spPr>
          <a:xfrm>
            <a:off x="8450169" y="2878224"/>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32</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1" name="Rectangle 90">
            <a:extLst>
              <a:ext uri="{FF2B5EF4-FFF2-40B4-BE49-F238E27FC236}">
                <a16:creationId xmlns:a16="http://schemas.microsoft.com/office/drawing/2014/main" id="{82935C4F-086F-43B6-98F4-91C8BB325B99}"/>
              </a:ext>
            </a:extLst>
          </p:cNvPr>
          <p:cNvSpPr/>
          <p:nvPr/>
        </p:nvSpPr>
        <p:spPr>
          <a:xfrm>
            <a:off x="10844812" y="3706233"/>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32</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92" name="Rectangle 91">
            <a:extLst>
              <a:ext uri="{FF2B5EF4-FFF2-40B4-BE49-F238E27FC236}">
                <a16:creationId xmlns:a16="http://schemas.microsoft.com/office/drawing/2014/main" id="{060B5298-831B-4A84-8FFF-F0B6953F490B}"/>
              </a:ext>
            </a:extLst>
          </p:cNvPr>
          <p:cNvSpPr/>
          <p:nvPr/>
        </p:nvSpPr>
        <p:spPr>
          <a:xfrm>
            <a:off x="9792398" y="1963991"/>
            <a:ext cx="1234825"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Forward Pass </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3" name="Rectangle 92">
            <a:extLst>
              <a:ext uri="{FF2B5EF4-FFF2-40B4-BE49-F238E27FC236}">
                <a16:creationId xmlns:a16="http://schemas.microsoft.com/office/drawing/2014/main" id="{A3C11BD1-4A8E-414E-B016-61BB560B2E91}"/>
              </a:ext>
            </a:extLst>
          </p:cNvPr>
          <p:cNvSpPr/>
          <p:nvPr/>
        </p:nvSpPr>
        <p:spPr>
          <a:xfrm>
            <a:off x="3289597" y="5673814"/>
            <a:ext cx="3776162" cy="523220"/>
          </a:xfrm>
          <a:prstGeom prst="rect">
            <a:avLst/>
          </a:prstGeom>
          <a:noFill/>
        </p:spPr>
        <p:txBody>
          <a:bodyPr wrap="none" lIns="91440" tIns="45720" rIns="91440" bIns="45720">
            <a:spAutoFit/>
          </a:bodyPr>
          <a:lstStyle/>
          <a:p>
            <a:pPr algn="ctr"/>
            <a:r>
              <a:rPr lang="en-US" sz="1400" b="1" dirty="0">
                <a:ln w="0"/>
              </a:rPr>
              <a:t>NOTE:</a:t>
            </a:r>
            <a:r>
              <a:rPr lang="en-US" sz="1400" dirty="0">
                <a:ln w="0"/>
              </a:rPr>
              <a:t> D is dependent on A and B to start</a:t>
            </a:r>
          </a:p>
          <a:p>
            <a:pPr algn="ctr"/>
            <a:r>
              <a:rPr lang="en-US" sz="1400" dirty="0">
                <a:ln w="0"/>
              </a:rPr>
              <a:t>and in </a:t>
            </a:r>
            <a:r>
              <a:rPr lang="en-US" sz="1400" dirty="0">
                <a:ln w="0"/>
                <a:solidFill>
                  <a:srgbClr val="FF0000"/>
                </a:solidFill>
              </a:rPr>
              <a:t>Forward Pass </a:t>
            </a:r>
            <a:r>
              <a:rPr lang="en-US" sz="1400" dirty="0">
                <a:ln w="0"/>
              </a:rPr>
              <a:t>we consider the highest EF (</a:t>
            </a:r>
            <a:r>
              <a:rPr lang="en-US" sz="1400" dirty="0">
                <a:ln w="0"/>
                <a:solidFill>
                  <a:srgbClr val="FF0000"/>
                </a:solidFill>
              </a:rPr>
              <a:t>9</a:t>
            </a:r>
            <a:r>
              <a:rPr lang="en-US" sz="1400" dirty="0">
                <a:ln w="0"/>
              </a:rPr>
              <a:t>)</a:t>
            </a:r>
            <a:endParaRPr lang="en-US" sz="1400" cap="none" spc="0" dirty="0">
              <a:ln w="0"/>
            </a:endParaRPr>
          </a:p>
        </p:txBody>
      </p:sp>
      <p:sp>
        <p:nvSpPr>
          <p:cNvPr id="94" name="TextBox 93">
            <a:extLst>
              <a:ext uri="{FF2B5EF4-FFF2-40B4-BE49-F238E27FC236}">
                <a16:creationId xmlns:a16="http://schemas.microsoft.com/office/drawing/2014/main" id="{2A385620-7CE8-4F4E-A175-4DD138F88B11}"/>
              </a:ext>
            </a:extLst>
          </p:cNvPr>
          <p:cNvSpPr txBox="1"/>
          <p:nvPr/>
        </p:nvSpPr>
        <p:spPr>
          <a:xfrm>
            <a:off x="5863651" y="2240301"/>
            <a:ext cx="6532774" cy="523220"/>
          </a:xfrm>
          <a:prstGeom prst="rect">
            <a:avLst/>
          </a:prstGeom>
          <a:noFill/>
        </p:spPr>
        <p:txBody>
          <a:bodyPr wrap="square">
            <a:spAutoFit/>
          </a:bodyPr>
          <a:lstStyle/>
          <a:p>
            <a:pPr algn="ctr"/>
            <a:r>
              <a:rPr lang="en-US" sz="1400" b="1" dirty="0">
                <a:ln w="0"/>
              </a:rPr>
              <a:t>NOTE:</a:t>
            </a:r>
            <a:r>
              <a:rPr lang="en-US" sz="1400" dirty="0">
                <a:ln w="0"/>
              </a:rPr>
              <a:t> F is dependent on C and E to start</a:t>
            </a:r>
          </a:p>
          <a:p>
            <a:pPr algn="ctr"/>
            <a:r>
              <a:rPr lang="en-US" sz="1400" dirty="0">
                <a:ln w="0"/>
              </a:rPr>
              <a:t>and in </a:t>
            </a:r>
            <a:r>
              <a:rPr lang="en-US" sz="1400" dirty="0">
                <a:ln w="0"/>
                <a:solidFill>
                  <a:srgbClr val="FF0000"/>
                </a:solidFill>
              </a:rPr>
              <a:t>Forward Pass </a:t>
            </a:r>
            <a:r>
              <a:rPr lang="en-US" sz="1400" dirty="0">
                <a:ln w="0"/>
              </a:rPr>
              <a:t>we consider the highest EF (</a:t>
            </a:r>
            <a:r>
              <a:rPr lang="en-US" sz="1400" dirty="0">
                <a:ln w="0"/>
                <a:solidFill>
                  <a:srgbClr val="FF0000"/>
                </a:solidFill>
              </a:rPr>
              <a:t>26</a:t>
            </a:r>
            <a:r>
              <a:rPr lang="en-US" sz="1400" dirty="0">
                <a:ln w="0"/>
              </a:rPr>
              <a:t>)</a:t>
            </a:r>
            <a:endParaRPr lang="en-US" sz="1400" cap="none" spc="0" dirty="0">
              <a:ln w="0"/>
            </a:endParaRPr>
          </a:p>
        </p:txBody>
      </p:sp>
      <p:sp>
        <p:nvSpPr>
          <p:cNvPr id="95" name="TextBox 94">
            <a:extLst>
              <a:ext uri="{FF2B5EF4-FFF2-40B4-BE49-F238E27FC236}">
                <a16:creationId xmlns:a16="http://schemas.microsoft.com/office/drawing/2014/main" id="{AA9D220E-FA03-4CDC-904F-5C409DAA3DA0}"/>
              </a:ext>
            </a:extLst>
          </p:cNvPr>
          <p:cNvSpPr txBox="1"/>
          <p:nvPr/>
        </p:nvSpPr>
        <p:spPr>
          <a:xfrm>
            <a:off x="7092634" y="4493909"/>
            <a:ext cx="6532774" cy="523220"/>
          </a:xfrm>
          <a:prstGeom prst="rect">
            <a:avLst/>
          </a:prstGeom>
          <a:noFill/>
        </p:spPr>
        <p:txBody>
          <a:bodyPr wrap="square">
            <a:spAutoFit/>
          </a:bodyPr>
          <a:lstStyle/>
          <a:p>
            <a:pPr algn="ctr"/>
            <a:r>
              <a:rPr lang="en-US" sz="1400" b="1" dirty="0">
                <a:ln w="0"/>
              </a:rPr>
              <a:t>NOTE:</a:t>
            </a:r>
            <a:r>
              <a:rPr lang="en-US" sz="1400" dirty="0">
                <a:ln w="0"/>
              </a:rPr>
              <a:t> FINISH is dependent on F and G to stop</a:t>
            </a:r>
          </a:p>
          <a:p>
            <a:pPr algn="ctr"/>
            <a:r>
              <a:rPr lang="en-US" sz="1400" dirty="0">
                <a:ln w="0"/>
              </a:rPr>
              <a:t>and in </a:t>
            </a:r>
            <a:r>
              <a:rPr lang="en-US" sz="1400" dirty="0">
                <a:ln w="0"/>
                <a:solidFill>
                  <a:srgbClr val="FF0000"/>
                </a:solidFill>
              </a:rPr>
              <a:t>Forward Pass </a:t>
            </a:r>
            <a:r>
              <a:rPr lang="en-US" sz="1400" dirty="0">
                <a:ln w="0"/>
              </a:rPr>
              <a:t>we consider the highest EF (</a:t>
            </a:r>
            <a:r>
              <a:rPr lang="en-US" sz="1400" dirty="0">
                <a:ln w="0"/>
                <a:solidFill>
                  <a:srgbClr val="FF0000"/>
                </a:solidFill>
              </a:rPr>
              <a:t>32</a:t>
            </a:r>
            <a:r>
              <a:rPr lang="en-US" sz="1400" dirty="0">
                <a:ln w="0"/>
              </a:rPr>
              <a:t>)</a:t>
            </a:r>
            <a:endParaRPr lang="en-US" sz="1400" cap="none" spc="0" dirty="0">
              <a:ln w="0"/>
            </a:endParaRPr>
          </a:p>
        </p:txBody>
      </p:sp>
    </p:spTree>
    <p:extLst>
      <p:ext uri="{BB962C8B-B14F-4D97-AF65-F5344CB8AC3E}">
        <p14:creationId xmlns:p14="http://schemas.microsoft.com/office/powerpoint/2010/main" val="34820242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2821-79CE-4B80-8EEC-914E8AABE876}"/>
              </a:ext>
            </a:extLst>
          </p:cNvPr>
          <p:cNvSpPr>
            <a:spLocks noGrp="1"/>
          </p:cNvSpPr>
          <p:nvPr>
            <p:ph type="title"/>
          </p:nvPr>
        </p:nvSpPr>
        <p:spPr/>
        <p:txBody>
          <a:bodyPr/>
          <a:lstStyle/>
          <a:p>
            <a:pPr algn="ctr"/>
            <a:r>
              <a:rPr lang="en-US" b="1" dirty="0"/>
              <a:t>Steps When Creating a PERT Chart (Continues…)</a:t>
            </a:r>
            <a:endParaRPr lang="LID4096" dirty="0"/>
          </a:p>
        </p:txBody>
      </p:sp>
      <p:sp>
        <p:nvSpPr>
          <p:cNvPr id="3" name="Content Placeholder 2">
            <a:extLst>
              <a:ext uri="{FF2B5EF4-FFF2-40B4-BE49-F238E27FC236}">
                <a16:creationId xmlns:a16="http://schemas.microsoft.com/office/drawing/2014/main" id="{00BEB8E5-AFE0-4919-9637-1946926647AF}"/>
              </a:ext>
            </a:extLst>
          </p:cNvPr>
          <p:cNvSpPr>
            <a:spLocks noGrp="1"/>
          </p:cNvSpPr>
          <p:nvPr>
            <p:ph idx="1"/>
          </p:nvPr>
        </p:nvSpPr>
        <p:spPr/>
        <p:txBody>
          <a:bodyPr/>
          <a:lstStyle/>
          <a:p>
            <a:pPr marL="457200" indent="-457200">
              <a:buAutoNum type="arabicPeriod" startAt="4"/>
            </a:pPr>
            <a:r>
              <a:rPr lang="en-US" dirty="0"/>
              <a:t>Calculating the </a:t>
            </a:r>
            <a:r>
              <a:rPr lang="en-US" b="1" dirty="0"/>
              <a:t>Backward Pass: </a:t>
            </a:r>
            <a:r>
              <a:rPr lang="en-US" b="1" dirty="0">
                <a:solidFill>
                  <a:srgbClr val="00B050"/>
                </a:solidFill>
              </a:rPr>
              <a:t>LS</a:t>
            </a:r>
            <a:r>
              <a:rPr lang="en-US" b="1" dirty="0"/>
              <a:t> = </a:t>
            </a:r>
            <a:r>
              <a:rPr lang="en-US" b="1" dirty="0">
                <a:solidFill>
                  <a:schemeClr val="accent2">
                    <a:lumMod val="75000"/>
                  </a:schemeClr>
                </a:solidFill>
              </a:rPr>
              <a:t>LF</a:t>
            </a:r>
            <a:r>
              <a:rPr lang="en-US" b="1" dirty="0"/>
              <a:t> - </a:t>
            </a:r>
            <a:r>
              <a:rPr lang="en-US" b="1" dirty="0">
                <a:solidFill>
                  <a:srgbClr val="FFC000"/>
                </a:solidFill>
              </a:rPr>
              <a:t>t</a:t>
            </a:r>
          </a:p>
          <a:p>
            <a:pPr marL="0" indent="0">
              <a:buNone/>
            </a:pPr>
            <a:endParaRPr lang="en-US" b="1" dirty="0">
              <a:solidFill>
                <a:srgbClr val="FFC000"/>
              </a:solidFill>
            </a:endParaRPr>
          </a:p>
        </p:txBody>
      </p:sp>
      <p:sp>
        <p:nvSpPr>
          <p:cNvPr id="4" name="Footer Placeholder 3">
            <a:extLst>
              <a:ext uri="{FF2B5EF4-FFF2-40B4-BE49-F238E27FC236}">
                <a16:creationId xmlns:a16="http://schemas.microsoft.com/office/drawing/2014/main" id="{EA2EE206-B9D7-4020-A672-C31B08C08423}"/>
              </a:ext>
            </a:extLst>
          </p:cNvPr>
          <p:cNvSpPr>
            <a:spLocks noGrp="1"/>
          </p:cNvSpPr>
          <p:nvPr>
            <p:ph type="ftr" sz="quarter" idx="11"/>
          </p:nvPr>
        </p:nvSpPr>
        <p:spPr>
          <a:xfrm>
            <a:off x="6805382" y="6434169"/>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5D18458-B709-4A8D-BF3A-1646217BEC3A}"/>
              </a:ext>
            </a:extLst>
          </p:cNvPr>
          <p:cNvSpPr>
            <a:spLocks noGrp="1"/>
          </p:cNvSpPr>
          <p:nvPr>
            <p:ph type="sldNum" sz="quarter" idx="12"/>
          </p:nvPr>
        </p:nvSpPr>
        <p:spPr/>
        <p:txBody>
          <a:bodyPr/>
          <a:lstStyle/>
          <a:p>
            <a:fld id="{76711B12-96E3-4CC6-8596-5FF84CCB8B40}" type="slidenum">
              <a:rPr lang="LID4096" smtClean="0"/>
              <a:t>117</a:t>
            </a:fld>
            <a:endParaRPr lang="LID4096"/>
          </a:p>
        </p:txBody>
      </p:sp>
      <p:sp>
        <p:nvSpPr>
          <p:cNvPr id="6" name="Rectangle 5">
            <a:extLst>
              <a:ext uri="{FF2B5EF4-FFF2-40B4-BE49-F238E27FC236}">
                <a16:creationId xmlns:a16="http://schemas.microsoft.com/office/drawing/2014/main" id="{6D2FE9BD-AD1C-4942-AE49-1B4331C02E1A}"/>
              </a:ext>
            </a:extLst>
          </p:cNvPr>
          <p:cNvSpPr/>
          <p:nvPr/>
        </p:nvSpPr>
        <p:spPr>
          <a:xfrm>
            <a:off x="849180" y="4034296"/>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Rectangle 6">
            <a:extLst>
              <a:ext uri="{FF2B5EF4-FFF2-40B4-BE49-F238E27FC236}">
                <a16:creationId xmlns:a16="http://schemas.microsoft.com/office/drawing/2014/main" id="{300B4AE1-B3F7-47EC-9F8D-5738EFA9D101}"/>
              </a:ext>
            </a:extLst>
          </p:cNvPr>
          <p:cNvSpPr/>
          <p:nvPr/>
        </p:nvSpPr>
        <p:spPr>
          <a:xfrm>
            <a:off x="10505369" y="401248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7">
            <a:extLst>
              <a:ext uri="{FF2B5EF4-FFF2-40B4-BE49-F238E27FC236}">
                <a16:creationId xmlns:a16="http://schemas.microsoft.com/office/drawing/2014/main" id="{0731EFCF-FB07-426E-A3DC-61DED95D4012}"/>
              </a:ext>
            </a:extLst>
          </p:cNvPr>
          <p:cNvSpPr/>
          <p:nvPr/>
        </p:nvSpPr>
        <p:spPr>
          <a:xfrm>
            <a:off x="2573552" y="2902669"/>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Rectangle 8">
            <a:extLst>
              <a:ext uri="{FF2B5EF4-FFF2-40B4-BE49-F238E27FC236}">
                <a16:creationId xmlns:a16="http://schemas.microsoft.com/office/drawing/2014/main" id="{6C0EABB2-A34F-481A-A894-474839541989}"/>
              </a:ext>
            </a:extLst>
          </p:cNvPr>
          <p:cNvSpPr/>
          <p:nvPr/>
        </p:nvSpPr>
        <p:spPr>
          <a:xfrm>
            <a:off x="2573552" y="507571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3003A533-3D20-4DED-B9E6-E14320769C8D}"/>
              </a:ext>
            </a:extLst>
          </p:cNvPr>
          <p:cNvSpPr/>
          <p:nvPr/>
        </p:nvSpPr>
        <p:spPr>
          <a:xfrm>
            <a:off x="4627792" y="288612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Rectangle 10">
            <a:extLst>
              <a:ext uri="{FF2B5EF4-FFF2-40B4-BE49-F238E27FC236}">
                <a16:creationId xmlns:a16="http://schemas.microsoft.com/office/drawing/2014/main" id="{348B4F2E-25D6-47F5-9818-F31212415917}"/>
              </a:ext>
            </a:extLst>
          </p:cNvPr>
          <p:cNvSpPr/>
          <p:nvPr/>
        </p:nvSpPr>
        <p:spPr>
          <a:xfrm>
            <a:off x="4627792" y="504743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Rectangle 11">
            <a:extLst>
              <a:ext uri="{FF2B5EF4-FFF2-40B4-BE49-F238E27FC236}">
                <a16:creationId xmlns:a16="http://schemas.microsoft.com/office/drawing/2014/main" id="{09BA24B5-E2A2-419F-ACE0-D2E71DC71CA7}"/>
              </a:ext>
            </a:extLst>
          </p:cNvPr>
          <p:cNvSpPr/>
          <p:nvPr/>
        </p:nvSpPr>
        <p:spPr>
          <a:xfrm>
            <a:off x="7766114" y="2887652"/>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Rectangle 12">
            <a:extLst>
              <a:ext uri="{FF2B5EF4-FFF2-40B4-BE49-F238E27FC236}">
                <a16:creationId xmlns:a16="http://schemas.microsoft.com/office/drawing/2014/main" id="{6140A96F-3FF7-4F16-9BFA-791F041008FC}"/>
              </a:ext>
            </a:extLst>
          </p:cNvPr>
          <p:cNvSpPr/>
          <p:nvPr/>
        </p:nvSpPr>
        <p:spPr>
          <a:xfrm>
            <a:off x="6682032" y="5045384"/>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Rectangle 13">
            <a:extLst>
              <a:ext uri="{FF2B5EF4-FFF2-40B4-BE49-F238E27FC236}">
                <a16:creationId xmlns:a16="http://schemas.microsoft.com/office/drawing/2014/main" id="{787C4ADF-6958-431F-98AD-A510DF4DF7C1}"/>
              </a:ext>
            </a:extLst>
          </p:cNvPr>
          <p:cNvSpPr/>
          <p:nvPr/>
        </p:nvSpPr>
        <p:spPr>
          <a:xfrm>
            <a:off x="8732361" y="5045383"/>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Rectangle 14">
            <a:extLst>
              <a:ext uri="{FF2B5EF4-FFF2-40B4-BE49-F238E27FC236}">
                <a16:creationId xmlns:a16="http://schemas.microsoft.com/office/drawing/2014/main" id="{F9AF590A-919B-4345-998B-56C8393E94FA}"/>
              </a:ext>
            </a:extLst>
          </p:cNvPr>
          <p:cNvSpPr/>
          <p:nvPr/>
        </p:nvSpPr>
        <p:spPr>
          <a:xfrm>
            <a:off x="2553225" y="2886127"/>
            <a:ext cx="29367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A</a:t>
            </a:r>
          </a:p>
        </p:txBody>
      </p:sp>
      <p:sp>
        <p:nvSpPr>
          <p:cNvPr id="17" name="Rectangle 16">
            <a:extLst>
              <a:ext uri="{FF2B5EF4-FFF2-40B4-BE49-F238E27FC236}">
                <a16:creationId xmlns:a16="http://schemas.microsoft.com/office/drawing/2014/main" id="{19342029-59DE-49C0-98F6-C856D8DA5DC5}"/>
              </a:ext>
            </a:extLst>
          </p:cNvPr>
          <p:cNvSpPr/>
          <p:nvPr/>
        </p:nvSpPr>
        <p:spPr>
          <a:xfrm>
            <a:off x="10547914" y="4045604"/>
            <a:ext cx="99899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FINISH</a:t>
            </a:r>
          </a:p>
        </p:txBody>
      </p:sp>
      <p:cxnSp>
        <p:nvCxnSpPr>
          <p:cNvPr id="19" name="Straight Connector 18">
            <a:extLst>
              <a:ext uri="{FF2B5EF4-FFF2-40B4-BE49-F238E27FC236}">
                <a16:creationId xmlns:a16="http://schemas.microsoft.com/office/drawing/2014/main" id="{815A61CD-9C4B-4492-A3B0-5EADD93A06B9}"/>
              </a:ext>
            </a:extLst>
          </p:cNvPr>
          <p:cNvCxnSpPr>
            <a:stCxn id="8" idx="1"/>
            <a:endCxn id="8" idx="3"/>
          </p:cNvCxnSpPr>
          <p:nvPr/>
        </p:nvCxnSpPr>
        <p:spPr>
          <a:xfrm>
            <a:off x="2573552" y="3166620"/>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36B3C2-A822-4B6F-B6F9-36449988CB35}"/>
              </a:ext>
            </a:extLst>
          </p:cNvPr>
          <p:cNvCxnSpPr>
            <a:stCxn id="10" idx="1"/>
            <a:endCxn id="10" idx="3"/>
          </p:cNvCxnSpPr>
          <p:nvPr/>
        </p:nvCxnSpPr>
        <p:spPr>
          <a:xfrm>
            <a:off x="4627792" y="3150078"/>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EBFAAE-8C98-4A54-9E4B-1A17C1347703}"/>
              </a:ext>
            </a:extLst>
          </p:cNvPr>
          <p:cNvCxnSpPr>
            <a:stCxn id="12" idx="1"/>
            <a:endCxn id="12" idx="3"/>
          </p:cNvCxnSpPr>
          <p:nvPr/>
        </p:nvCxnSpPr>
        <p:spPr>
          <a:xfrm>
            <a:off x="7766114" y="3151603"/>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360925-80E8-4B90-88B8-D9A3B8629CF6}"/>
              </a:ext>
            </a:extLst>
          </p:cNvPr>
          <p:cNvCxnSpPr>
            <a:stCxn id="9" idx="1"/>
            <a:endCxn id="9" idx="3"/>
          </p:cNvCxnSpPr>
          <p:nvPr/>
        </p:nvCxnSpPr>
        <p:spPr>
          <a:xfrm>
            <a:off x="2573552" y="533966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5009231-5C64-46EE-9AEC-6D845B69A9EA}"/>
              </a:ext>
            </a:extLst>
          </p:cNvPr>
          <p:cNvCxnSpPr>
            <a:stCxn id="11" idx="1"/>
            <a:endCxn id="11" idx="3"/>
          </p:cNvCxnSpPr>
          <p:nvPr/>
        </p:nvCxnSpPr>
        <p:spPr>
          <a:xfrm>
            <a:off x="4627792" y="531138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34D8E1D-1A81-4E8A-BFD1-C35C0E541939}"/>
              </a:ext>
            </a:extLst>
          </p:cNvPr>
          <p:cNvCxnSpPr>
            <a:stCxn id="13" idx="1"/>
            <a:endCxn id="13" idx="3"/>
          </p:cNvCxnSpPr>
          <p:nvPr/>
        </p:nvCxnSpPr>
        <p:spPr>
          <a:xfrm>
            <a:off x="6682032" y="5309335"/>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5C30381-C2E0-4AA3-BCC4-10713F6AD875}"/>
              </a:ext>
            </a:extLst>
          </p:cNvPr>
          <p:cNvCxnSpPr>
            <a:stCxn id="14" idx="1"/>
            <a:endCxn id="14" idx="3"/>
          </p:cNvCxnSpPr>
          <p:nvPr/>
        </p:nvCxnSpPr>
        <p:spPr>
          <a:xfrm>
            <a:off x="8732361" y="5309334"/>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368D739-01F7-4F66-96A2-9C38A94F6323}"/>
              </a:ext>
            </a:extLst>
          </p:cNvPr>
          <p:cNvCxnSpPr/>
          <p:nvPr/>
        </p:nvCxnSpPr>
        <p:spPr>
          <a:xfrm>
            <a:off x="2846895" y="2902669"/>
            <a:ext cx="0" cy="5113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BD9E700-642D-494E-92FD-ECB63F0F6DD8}"/>
              </a:ext>
            </a:extLst>
          </p:cNvPr>
          <p:cNvCxnSpPr/>
          <p:nvPr/>
        </p:nvCxnSpPr>
        <p:spPr>
          <a:xfrm>
            <a:off x="4883085" y="2886127"/>
            <a:ext cx="0" cy="5428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6E652A-11F3-4088-95FC-7B805D5AF4EF}"/>
              </a:ext>
            </a:extLst>
          </p:cNvPr>
          <p:cNvCxnSpPr/>
          <p:nvPr/>
        </p:nvCxnSpPr>
        <p:spPr>
          <a:xfrm>
            <a:off x="8003357" y="2886127"/>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83BA683-8325-494B-B2F0-5F9DDCDE399A}"/>
              </a:ext>
            </a:extLst>
          </p:cNvPr>
          <p:cNvCxnSpPr/>
          <p:nvPr/>
        </p:nvCxnSpPr>
        <p:spPr>
          <a:xfrm>
            <a:off x="2846895" y="5075710"/>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1B77E2E-6E60-4564-A891-1B6F522C8CB4}"/>
              </a:ext>
            </a:extLst>
          </p:cNvPr>
          <p:cNvCxnSpPr/>
          <p:nvPr/>
        </p:nvCxnSpPr>
        <p:spPr>
          <a:xfrm>
            <a:off x="4883085" y="5045383"/>
            <a:ext cx="0" cy="558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1C32A78-8FCC-4124-B8CB-9E625F6D78FF}"/>
              </a:ext>
            </a:extLst>
          </p:cNvPr>
          <p:cNvCxnSpPr/>
          <p:nvPr/>
        </p:nvCxnSpPr>
        <p:spPr>
          <a:xfrm>
            <a:off x="6956981"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AAA28E2-F770-4BCD-BCF6-B38037F014E9}"/>
              </a:ext>
            </a:extLst>
          </p:cNvPr>
          <p:cNvCxnSpPr/>
          <p:nvPr/>
        </p:nvCxnSpPr>
        <p:spPr>
          <a:xfrm>
            <a:off x="8974318"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3246982A-B37A-4BA8-A2BD-2F42FD50AAA8}"/>
              </a:ext>
            </a:extLst>
          </p:cNvPr>
          <p:cNvSpPr/>
          <p:nvPr/>
        </p:nvSpPr>
        <p:spPr>
          <a:xfrm>
            <a:off x="920451" y="4100532"/>
            <a:ext cx="94154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START</a:t>
            </a:r>
          </a:p>
        </p:txBody>
      </p:sp>
      <p:sp>
        <p:nvSpPr>
          <p:cNvPr id="48" name="Rectangle 47">
            <a:extLst>
              <a:ext uri="{FF2B5EF4-FFF2-40B4-BE49-F238E27FC236}">
                <a16:creationId xmlns:a16="http://schemas.microsoft.com/office/drawing/2014/main" id="{C04C09F5-F687-409C-8EC8-B7E285B30840}"/>
              </a:ext>
            </a:extLst>
          </p:cNvPr>
          <p:cNvSpPr/>
          <p:nvPr/>
        </p:nvSpPr>
        <p:spPr>
          <a:xfrm>
            <a:off x="2582692" y="5053797"/>
            <a:ext cx="274435"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B</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49" name="Rectangle 48">
            <a:extLst>
              <a:ext uri="{FF2B5EF4-FFF2-40B4-BE49-F238E27FC236}">
                <a16:creationId xmlns:a16="http://schemas.microsoft.com/office/drawing/2014/main" id="{D0EB3D52-41BB-4BEC-9A13-7FD4C656D846}"/>
              </a:ext>
            </a:extLst>
          </p:cNvPr>
          <p:cNvSpPr/>
          <p:nvPr/>
        </p:nvSpPr>
        <p:spPr>
          <a:xfrm>
            <a:off x="4607464" y="2886126"/>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C</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0" name="Rectangle 49">
            <a:extLst>
              <a:ext uri="{FF2B5EF4-FFF2-40B4-BE49-F238E27FC236}">
                <a16:creationId xmlns:a16="http://schemas.microsoft.com/office/drawing/2014/main" id="{24B29AA9-9A39-4AE7-BC27-1EE05AC2E85C}"/>
              </a:ext>
            </a:extLst>
          </p:cNvPr>
          <p:cNvSpPr/>
          <p:nvPr/>
        </p:nvSpPr>
        <p:spPr>
          <a:xfrm>
            <a:off x="4617561" y="5013233"/>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1" name="Rectangle 50">
            <a:extLst>
              <a:ext uri="{FF2B5EF4-FFF2-40B4-BE49-F238E27FC236}">
                <a16:creationId xmlns:a16="http://schemas.microsoft.com/office/drawing/2014/main" id="{83EE1A73-10A1-4A73-8464-AB71A5545D00}"/>
              </a:ext>
            </a:extLst>
          </p:cNvPr>
          <p:cNvSpPr/>
          <p:nvPr/>
        </p:nvSpPr>
        <p:spPr>
          <a:xfrm>
            <a:off x="6674111" y="5013233"/>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E</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2" name="Rectangle 51">
            <a:extLst>
              <a:ext uri="{FF2B5EF4-FFF2-40B4-BE49-F238E27FC236}">
                <a16:creationId xmlns:a16="http://schemas.microsoft.com/office/drawing/2014/main" id="{93988261-5800-4206-A4A8-63EDEFD2C6EC}"/>
              </a:ext>
            </a:extLst>
          </p:cNvPr>
          <p:cNvSpPr/>
          <p:nvPr/>
        </p:nvSpPr>
        <p:spPr>
          <a:xfrm>
            <a:off x="7766114" y="2883269"/>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F</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3" name="Rectangle 52">
            <a:extLst>
              <a:ext uri="{FF2B5EF4-FFF2-40B4-BE49-F238E27FC236}">
                <a16:creationId xmlns:a16="http://schemas.microsoft.com/office/drawing/2014/main" id="{9C01EC4A-D00A-43BD-93FE-5DF4AB6A75AB}"/>
              </a:ext>
            </a:extLst>
          </p:cNvPr>
          <p:cNvSpPr/>
          <p:nvPr/>
        </p:nvSpPr>
        <p:spPr>
          <a:xfrm>
            <a:off x="8688934" y="5031883"/>
            <a:ext cx="32252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G</a:t>
            </a:r>
            <a:endParaRPr lang="en-US" sz="1400" b="0" cap="none" spc="0" dirty="0">
              <a:ln w="0"/>
              <a:solidFill>
                <a:schemeClr val="tx1"/>
              </a:solidFill>
              <a:effectLst>
                <a:outerShdw blurRad="38100" dist="19050" dir="2700000" algn="tl" rotWithShape="0">
                  <a:schemeClr val="dk1">
                    <a:alpha val="40000"/>
                  </a:schemeClr>
                </a:outerShdw>
              </a:effectLst>
            </a:endParaRPr>
          </a:p>
        </p:txBody>
      </p:sp>
      <p:cxnSp>
        <p:nvCxnSpPr>
          <p:cNvPr id="55" name="Straight Arrow Connector 54">
            <a:extLst>
              <a:ext uri="{FF2B5EF4-FFF2-40B4-BE49-F238E27FC236}">
                <a16:creationId xmlns:a16="http://schemas.microsoft.com/office/drawing/2014/main" id="{0C9C7379-306A-4448-A92C-0FB92EC33D6C}"/>
              </a:ext>
            </a:extLst>
          </p:cNvPr>
          <p:cNvCxnSpPr>
            <a:stCxn id="6" idx="3"/>
            <a:endCxn id="8" idx="1"/>
          </p:cNvCxnSpPr>
          <p:nvPr/>
        </p:nvCxnSpPr>
        <p:spPr>
          <a:xfrm flipV="1">
            <a:off x="1933262" y="3166620"/>
            <a:ext cx="640290" cy="11316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F3FCD0B-4FFE-4513-9496-4BBA12C559C9}"/>
              </a:ext>
            </a:extLst>
          </p:cNvPr>
          <p:cNvCxnSpPr>
            <a:cxnSpLocks/>
            <a:stCxn id="6" idx="3"/>
          </p:cNvCxnSpPr>
          <p:nvPr/>
        </p:nvCxnSpPr>
        <p:spPr>
          <a:xfrm>
            <a:off x="1933262" y="4298247"/>
            <a:ext cx="619963" cy="1063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2BA7A53-36EF-47E6-B5A0-1C51AE8F36C5}"/>
              </a:ext>
            </a:extLst>
          </p:cNvPr>
          <p:cNvCxnSpPr>
            <a:stCxn id="8" idx="3"/>
          </p:cNvCxnSpPr>
          <p:nvPr/>
        </p:nvCxnSpPr>
        <p:spPr>
          <a:xfrm>
            <a:off x="3657634" y="3166620"/>
            <a:ext cx="949830" cy="2173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B43133D-FB29-42AE-BB61-23A13D0C5EA4}"/>
              </a:ext>
            </a:extLst>
          </p:cNvPr>
          <p:cNvCxnSpPr>
            <a:stCxn id="9" idx="3"/>
          </p:cNvCxnSpPr>
          <p:nvPr/>
        </p:nvCxnSpPr>
        <p:spPr>
          <a:xfrm>
            <a:off x="3657634" y="5339661"/>
            <a:ext cx="876659" cy="219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7AB7C1B-FDA0-468E-A622-9A09D3E8BBE2}"/>
              </a:ext>
            </a:extLst>
          </p:cNvPr>
          <p:cNvCxnSpPr>
            <a:stCxn id="8" idx="3"/>
            <a:endCxn id="10" idx="1"/>
          </p:cNvCxnSpPr>
          <p:nvPr/>
        </p:nvCxnSpPr>
        <p:spPr>
          <a:xfrm flipV="1">
            <a:off x="3657634" y="3150078"/>
            <a:ext cx="970158" cy="16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BC8776A-344A-43A2-8BF9-88F75113147F}"/>
              </a:ext>
            </a:extLst>
          </p:cNvPr>
          <p:cNvCxnSpPr>
            <a:stCxn id="10" idx="3"/>
            <a:endCxn id="12" idx="1"/>
          </p:cNvCxnSpPr>
          <p:nvPr/>
        </p:nvCxnSpPr>
        <p:spPr>
          <a:xfrm>
            <a:off x="5711874" y="3150078"/>
            <a:ext cx="2054240" cy="1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3BAE35F-0727-4EEA-8590-0CCD2B66F32B}"/>
              </a:ext>
            </a:extLst>
          </p:cNvPr>
          <p:cNvCxnSpPr>
            <a:stCxn id="11" idx="3"/>
            <a:endCxn id="13" idx="1"/>
          </p:cNvCxnSpPr>
          <p:nvPr/>
        </p:nvCxnSpPr>
        <p:spPr>
          <a:xfrm flipV="1">
            <a:off x="5711874" y="5309335"/>
            <a:ext cx="970158" cy="2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CE4474B4-DA69-4ED3-B7C8-99BE5831232C}"/>
              </a:ext>
            </a:extLst>
          </p:cNvPr>
          <p:cNvCxnSpPr>
            <a:stCxn id="13" idx="3"/>
            <a:endCxn id="14" idx="1"/>
          </p:cNvCxnSpPr>
          <p:nvPr/>
        </p:nvCxnSpPr>
        <p:spPr>
          <a:xfrm flipV="1">
            <a:off x="7766114" y="5309334"/>
            <a:ext cx="966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356B071-6AC1-4779-B03A-2E81566CA0C5}"/>
              </a:ext>
            </a:extLst>
          </p:cNvPr>
          <p:cNvCxnSpPr>
            <a:stCxn id="14" idx="3"/>
            <a:endCxn id="7" idx="1"/>
          </p:cNvCxnSpPr>
          <p:nvPr/>
        </p:nvCxnSpPr>
        <p:spPr>
          <a:xfrm flipV="1">
            <a:off x="9816443" y="4276438"/>
            <a:ext cx="688926" cy="10328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Arrow Connector 73">
            <a:extLst>
              <a:ext uri="{FF2B5EF4-FFF2-40B4-BE49-F238E27FC236}">
                <a16:creationId xmlns:a16="http://schemas.microsoft.com/office/drawing/2014/main" id="{5B1AAB3B-A7E2-46A8-9C71-FF2CAA78A8A5}"/>
              </a:ext>
            </a:extLst>
          </p:cNvPr>
          <p:cNvCxnSpPr>
            <a:stCxn id="12" idx="3"/>
          </p:cNvCxnSpPr>
          <p:nvPr/>
        </p:nvCxnSpPr>
        <p:spPr>
          <a:xfrm>
            <a:off x="8850196" y="3151603"/>
            <a:ext cx="1547569" cy="1071605"/>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8" name="Straight Arrow Connector 77">
            <a:extLst>
              <a:ext uri="{FF2B5EF4-FFF2-40B4-BE49-F238E27FC236}">
                <a16:creationId xmlns:a16="http://schemas.microsoft.com/office/drawing/2014/main" id="{EF6861DB-B0FE-4F19-8E6F-C6B3228D99DA}"/>
              </a:ext>
            </a:extLst>
          </p:cNvPr>
          <p:cNvCxnSpPr>
            <a:cxnSpLocks/>
            <a:stCxn id="13" idx="0"/>
            <a:endCxn id="12" idx="2"/>
          </p:cNvCxnSpPr>
          <p:nvPr/>
        </p:nvCxnSpPr>
        <p:spPr>
          <a:xfrm flipV="1">
            <a:off x="7224073" y="3415553"/>
            <a:ext cx="1084082" cy="1629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BE7F714-71E6-42BE-9AD9-F5FA9B81A490}"/>
              </a:ext>
            </a:extLst>
          </p:cNvPr>
          <p:cNvSpPr/>
          <p:nvPr/>
        </p:nvSpPr>
        <p:spPr>
          <a:xfrm>
            <a:off x="2567892" y="3166619"/>
            <a:ext cx="284052" cy="307777"/>
          </a:xfrm>
          <a:prstGeom prst="rect">
            <a:avLst/>
          </a:prstGeom>
          <a:noFill/>
        </p:spPr>
        <p:txBody>
          <a:bodyPr wrap="none" lIns="91440" tIns="45720" rIns="91440" bIns="45720">
            <a:spAutoFit/>
          </a:bodyPr>
          <a:lstStyle/>
          <a:p>
            <a:pPr algn="ctr"/>
            <a:r>
              <a:rPr lang="en-US" sz="1400" b="1" dirty="0">
                <a:ln w="0"/>
                <a:solidFill>
                  <a:srgbClr val="FFC000"/>
                </a:solidFill>
                <a:effectLst>
                  <a:outerShdw blurRad="38100" dist="19050" dir="2700000" algn="tl" rotWithShape="0">
                    <a:schemeClr val="dk1">
                      <a:alpha val="40000"/>
                    </a:schemeClr>
                  </a:outerShdw>
                </a:effectLst>
              </a:rPr>
              <a:t>7</a:t>
            </a:r>
            <a:endParaRPr lang="en-US" sz="1400" b="1" cap="none" spc="0" dirty="0">
              <a:ln w="0"/>
              <a:solidFill>
                <a:srgbClr val="FFC000"/>
              </a:solidFill>
              <a:effectLst>
                <a:outerShdw blurRad="38100" dist="19050" dir="2700000" algn="tl" rotWithShape="0">
                  <a:schemeClr val="dk1">
                    <a:alpha val="40000"/>
                  </a:schemeClr>
                </a:outerShdw>
              </a:effectLst>
            </a:endParaRPr>
          </a:p>
        </p:txBody>
      </p:sp>
      <p:sp>
        <p:nvSpPr>
          <p:cNvPr id="83" name="Rectangle 82">
            <a:extLst>
              <a:ext uri="{FF2B5EF4-FFF2-40B4-BE49-F238E27FC236}">
                <a16:creationId xmlns:a16="http://schemas.microsoft.com/office/drawing/2014/main" id="{B3588E0E-51E5-4D2B-8AFD-3D79F2539181}"/>
              </a:ext>
            </a:extLst>
          </p:cNvPr>
          <p:cNvSpPr/>
          <p:nvPr/>
        </p:nvSpPr>
        <p:spPr>
          <a:xfrm>
            <a:off x="2574511" y="5311548"/>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4" name="Rectangle 83">
            <a:extLst>
              <a:ext uri="{FF2B5EF4-FFF2-40B4-BE49-F238E27FC236}">
                <a16:creationId xmlns:a16="http://schemas.microsoft.com/office/drawing/2014/main" id="{D0C4722C-4065-4A86-A0C4-46EFCFECB1C7}"/>
              </a:ext>
            </a:extLst>
          </p:cNvPr>
          <p:cNvSpPr/>
          <p:nvPr/>
        </p:nvSpPr>
        <p:spPr>
          <a:xfrm>
            <a:off x="4558364" y="3113737"/>
            <a:ext cx="373821"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12</a:t>
            </a:r>
          </a:p>
        </p:txBody>
      </p:sp>
      <p:sp>
        <p:nvSpPr>
          <p:cNvPr id="85" name="Rectangle 84">
            <a:extLst>
              <a:ext uri="{FF2B5EF4-FFF2-40B4-BE49-F238E27FC236}">
                <a16:creationId xmlns:a16="http://schemas.microsoft.com/office/drawing/2014/main" id="{83E43BDD-503B-4E9C-826C-4D73D2950A8E}"/>
              </a:ext>
            </a:extLst>
          </p:cNvPr>
          <p:cNvSpPr/>
          <p:nvPr/>
        </p:nvSpPr>
        <p:spPr>
          <a:xfrm>
            <a:off x="4615652" y="528169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8</a:t>
            </a:r>
          </a:p>
        </p:txBody>
      </p:sp>
      <p:sp>
        <p:nvSpPr>
          <p:cNvPr id="86" name="Rectangle 85">
            <a:extLst>
              <a:ext uri="{FF2B5EF4-FFF2-40B4-BE49-F238E27FC236}">
                <a16:creationId xmlns:a16="http://schemas.microsoft.com/office/drawing/2014/main" id="{E27DC8F3-104C-45B5-A4FA-B31D153FA14C}"/>
              </a:ext>
            </a:extLst>
          </p:cNvPr>
          <p:cNvSpPr/>
          <p:nvPr/>
        </p:nvSpPr>
        <p:spPr>
          <a:xfrm>
            <a:off x="6673777" y="5293259"/>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7" name="Rectangle 86">
            <a:extLst>
              <a:ext uri="{FF2B5EF4-FFF2-40B4-BE49-F238E27FC236}">
                <a16:creationId xmlns:a16="http://schemas.microsoft.com/office/drawing/2014/main" id="{E71B79FC-B981-4529-9F0F-75A13EB198DB}"/>
              </a:ext>
            </a:extLst>
          </p:cNvPr>
          <p:cNvSpPr/>
          <p:nvPr/>
        </p:nvSpPr>
        <p:spPr>
          <a:xfrm>
            <a:off x="7745471" y="3139927"/>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6</a:t>
            </a:r>
          </a:p>
        </p:txBody>
      </p:sp>
      <p:sp>
        <p:nvSpPr>
          <p:cNvPr id="88" name="Rectangle 87">
            <a:extLst>
              <a:ext uri="{FF2B5EF4-FFF2-40B4-BE49-F238E27FC236}">
                <a16:creationId xmlns:a16="http://schemas.microsoft.com/office/drawing/2014/main" id="{CFABD5D6-3500-4D10-AE20-A1FE778D7B4A}"/>
              </a:ext>
            </a:extLst>
          </p:cNvPr>
          <p:cNvSpPr/>
          <p:nvPr/>
        </p:nvSpPr>
        <p:spPr>
          <a:xfrm>
            <a:off x="8715987" y="530258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5</a:t>
            </a:r>
          </a:p>
        </p:txBody>
      </p:sp>
      <p:sp>
        <p:nvSpPr>
          <p:cNvPr id="89" name="Rectangle 88">
            <a:extLst>
              <a:ext uri="{FF2B5EF4-FFF2-40B4-BE49-F238E27FC236}">
                <a16:creationId xmlns:a16="http://schemas.microsoft.com/office/drawing/2014/main" id="{B08A22DF-4C9C-4EEA-B68F-364B349515AB}"/>
              </a:ext>
            </a:extLst>
          </p:cNvPr>
          <p:cNvSpPr/>
          <p:nvPr/>
        </p:nvSpPr>
        <p:spPr>
          <a:xfrm>
            <a:off x="9711522" y="1723222"/>
            <a:ext cx="1372492"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Activity Time (t)</a:t>
            </a:r>
          </a:p>
        </p:txBody>
      </p:sp>
      <p:sp>
        <p:nvSpPr>
          <p:cNvPr id="90" name="Rectangle 89">
            <a:extLst>
              <a:ext uri="{FF2B5EF4-FFF2-40B4-BE49-F238E27FC236}">
                <a16:creationId xmlns:a16="http://schemas.microsoft.com/office/drawing/2014/main" id="{2E4895E0-9C27-4D07-8335-080F85056D91}"/>
              </a:ext>
            </a:extLst>
          </p:cNvPr>
          <p:cNvSpPr/>
          <p:nvPr/>
        </p:nvSpPr>
        <p:spPr>
          <a:xfrm>
            <a:off x="10071122" y="1433372"/>
            <a:ext cx="575799" cy="369332"/>
          </a:xfrm>
          <a:prstGeom prst="rect">
            <a:avLst/>
          </a:prstGeom>
          <a:noFill/>
        </p:spPr>
        <p:txBody>
          <a:bodyPr wrap="none" lIns="91440" tIns="45720" rIns="91440" bIns="45720">
            <a:spAutoFit/>
          </a:bodyPr>
          <a:lstStyle/>
          <a:p>
            <a:pPr algn="ctr"/>
            <a:r>
              <a:rPr lang="en-US" b="1" cap="none" spc="0" dirty="0">
                <a:ln w="0"/>
                <a:effectLst>
                  <a:outerShdw blurRad="38100" dist="19050" dir="2700000" algn="tl" rotWithShape="0">
                    <a:schemeClr val="dk1">
                      <a:alpha val="40000"/>
                    </a:schemeClr>
                  </a:outerShdw>
                </a:effectLst>
              </a:rPr>
              <a:t>KEY</a:t>
            </a:r>
          </a:p>
        </p:txBody>
      </p:sp>
      <p:sp>
        <p:nvSpPr>
          <p:cNvPr id="58" name="Rectangle 57">
            <a:extLst>
              <a:ext uri="{FF2B5EF4-FFF2-40B4-BE49-F238E27FC236}">
                <a16:creationId xmlns:a16="http://schemas.microsoft.com/office/drawing/2014/main" id="{B9963F2C-9F40-471E-84EA-57F685A34AF0}"/>
              </a:ext>
            </a:extLst>
          </p:cNvPr>
          <p:cNvSpPr/>
          <p:nvPr/>
        </p:nvSpPr>
        <p:spPr>
          <a:xfrm>
            <a:off x="4869815" y="5043270"/>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9</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59" name="Rectangle 58">
            <a:extLst>
              <a:ext uri="{FF2B5EF4-FFF2-40B4-BE49-F238E27FC236}">
                <a16:creationId xmlns:a16="http://schemas.microsoft.com/office/drawing/2014/main" id="{063B6674-B7CA-4A85-902F-57F09CF1DE26}"/>
              </a:ext>
            </a:extLst>
          </p:cNvPr>
          <p:cNvSpPr/>
          <p:nvPr/>
        </p:nvSpPr>
        <p:spPr>
          <a:xfrm>
            <a:off x="2811728" y="2895966"/>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61" name="Rectangle 60">
            <a:extLst>
              <a:ext uri="{FF2B5EF4-FFF2-40B4-BE49-F238E27FC236}">
                <a16:creationId xmlns:a16="http://schemas.microsoft.com/office/drawing/2014/main" id="{67B593BC-C8E5-4EF5-9E78-B5C67B69E0F4}"/>
              </a:ext>
            </a:extLst>
          </p:cNvPr>
          <p:cNvSpPr/>
          <p:nvPr/>
        </p:nvSpPr>
        <p:spPr>
          <a:xfrm>
            <a:off x="3267101" y="2902669"/>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3" name="Rectangle 62">
            <a:extLst>
              <a:ext uri="{FF2B5EF4-FFF2-40B4-BE49-F238E27FC236}">
                <a16:creationId xmlns:a16="http://schemas.microsoft.com/office/drawing/2014/main" id="{B9C808F1-232F-48EB-B9F3-196E5CBD76B0}"/>
              </a:ext>
            </a:extLst>
          </p:cNvPr>
          <p:cNvSpPr/>
          <p:nvPr/>
        </p:nvSpPr>
        <p:spPr>
          <a:xfrm>
            <a:off x="2815542" y="5068848"/>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0</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5" name="Rectangle 64">
            <a:extLst>
              <a:ext uri="{FF2B5EF4-FFF2-40B4-BE49-F238E27FC236}">
                <a16:creationId xmlns:a16="http://schemas.microsoft.com/office/drawing/2014/main" id="{E1912FF9-5D02-44DC-90A7-04BC006723EF}"/>
              </a:ext>
            </a:extLst>
          </p:cNvPr>
          <p:cNvSpPr/>
          <p:nvPr/>
        </p:nvSpPr>
        <p:spPr>
          <a:xfrm>
            <a:off x="3282392" y="5068848"/>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7" name="Rectangle 66">
            <a:extLst>
              <a:ext uri="{FF2B5EF4-FFF2-40B4-BE49-F238E27FC236}">
                <a16:creationId xmlns:a16="http://schemas.microsoft.com/office/drawing/2014/main" id="{30B2BF43-8562-4FA2-AECF-E85991431243}"/>
              </a:ext>
            </a:extLst>
          </p:cNvPr>
          <p:cNvSpPr/>
          <p:nvPr/>
        </p:nvSpPr>
        <p:spPr>
          <a:xfrm>
            <a:off x="4850129" y="2889869"/>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FC62736B-381F-4A57-B275-EC20EC5426A6}"/>
              </a:ext>
            </a:extLst>
          </p:cNvPr>
          <p:cNvSpPr/>
          <p:nvPr/>
        </p:nvSpPr>
        <p:spPr>
          <a:xfrm>
            <a:off x="5278676" y="2886126"/>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A1F5394A-2642-4E90-9B4D-451844022CF8}"/>
              </a:ext>
            </a:extLst>
          </p:cNvPr>
          <p:cNvSpPr/>
          <p:nvPr/>
        </p:nvSpPr>
        <p:spPr>
          <a:xfrm>
            <a:off x="1232972" y="3759637"/>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73" name="Rectangle 72">
            <a:extLst>
              <a:ext uri="{FF2B5EF4-FFF2-40B4-BE49-F238E27FC236}">
                <a16:creationId xmlns:a16="http://schemas.microsoft.com/office/drawing/2014/main" id="{ED00DFC1-6963-4E97-9892-A91A7092B5AB}"/>
              </a:ext>
            </a:extLst>
          </p:cNvPr>
          <p:cNvSpPr/>
          <p:nvPr/>
        </p:nvSpPr>
        <p:spPr>
          <a:xfrm>
            <a:off x="5312016" y="5031882"/>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5" name="Rectangle 74">
            <a:extLst>
              <a:ext uri="{FF2B5EF4-FFF2-40B4-BE49-F238E27FC236}">
                <a16:creationId xmlns:a16="http://schemas.microsoft.com/office/drawing/2014/main" id="{524EB773-B20C-421C-86A5-91E133D0192F}"/>
              </a:ext>
            </a:extLst>
          </p:cNvPr>
          <p:cNvSpPr/>
          <p:nvPr/>
        </p:nvSpPr>
        <p:spPr>
          <a:xfrm>
            <a:off x="6893789" y="503646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17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6" name="Rectangle 75">
            <a:extLst>
              <a:ext uri="{FF2B5EF4-FFF2-40B4-BE49-F238E27FC236}">
                <a16:creationId xmlns:a16="http://schemas.microsoft.com/office/drawing/2014/main" id="{DF00219F-4C4A-4863-8083-DB52DADDE24A}"/>
              </a:ext>
            </a:extLst>
          </p:cNvPr>
          <p:cNvSpPr/>
          <p:nvPr/>
        </p:nvSpPr>
        <p:spPr>
          <a:xfrm>
            <a:off x="7413565" y="5033407"/>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26</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7" name="Rectangle 76">
            <a:extLst>
              <a:ext uri="{FF2B5EF4-FFF2-40B4-BE49-F238E27FC236}">
                <a16:creationId xmlns:a16="http://schemas.microsoft.com/office/drawing/2014/main" id="{8C58CE63-C81A-478C-8C91-060FBF9B85EB}"/>
              </a:ext>
            </a:extLst>
          </p:cNvPr>
          <p:cNvSpPr/>
          <p:nvPr/>
        </p:nvSpPr>
        <p:spPr>
          <a:xfrm>
            <a:off x="8943128" y="5033407"/>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9" name="Rectangle 78">
            <a:extLst>
              <a:ext uri="{FF2B5EF4-FFF2-40B4-BE49-F238E27FC236}">
                <a16:creationId xmlns:a16="http://schemas.microsoft.com/office/drawing/2014/main" id="{A3040163-BC23-4496-A6D3-21E865BD8AE1}"/>
              </a:ext>
            </a:extLst>
          </p:cNvPr>
          <p:cNvSpPr/>
          <p:nvPr/>
        </p:nvSpPr>
        <p:spPr>
          <a:xfrm>
            <a:off x="9446998" y="5036468"/>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31</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80" name="Rectangle 79">
            <a:extLst>
              <a:ext uri="{FF2B5EF4-FFF2-40B4-BE49-F238E27FC236}">
                <a16:creationId xmlns:a16="http://schemas.microsoft.com/office/drawing/2014/main" id="{44BFAB49-218D-4CDC-A6F7-0A63FB0CD484}"/>
              </a:ext>
            </a:extLst>
          </p:cNvPr>
          <p:cNvSpPr/>
          <p:nvPr/>
        </p:nvSpPr>
        <p:spPr>
          <a:xfrm>
            <a:off x="7976915" y="287768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81" name="Rectangle 80">
            <a:extLst>
              <a:ext uri="{FF2B5EF4-FFF2-40B4-BE49-F238E27FC236}">
                <a16:creationId xmlns:a16="http://schemas.microsoft.com/office/drawing/2014/main" id="{C106D0C9-D590-43D4-AAAA-A084378F5B02}"/>
              </a:ext>
            </a:extLst>
          </p:cNvPr>
          <p:cNvSpPr/>
          <p:nvPr/>
        </p:nvSpPr>
        <p:spPr>
          <a:xfrm>
            <a:off x="8450169" y="2878224"/>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32</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1" name="Rectangle 90">
            <a:extLst>
              <a:ext uri="{FF2B5EF4-FFF2-40B4-BE49-F238E27FC236}">
                <a16:creationId xmlns:a16="http://schemas.microsoft.com/office/drawing/2014/main" id="{82935C4F-086F-43B6-98F4-91C8BB325B99}"/>
              </a:ext>
            </a:extLst>
          </p:cNvPr>
          <p:cNvSpPr/>
          <p:nvPr/>
        </p:nvSpPr>
        <p:spPr>
          <a:xfrm>
            <a:off x="10844812" y="3706233"/>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32</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92" name="Rectangle 91">
            <a:extLst>
              <a:ext uri="{FF2B5EF4-FFF2-40B4-BE49-F238E27FC236}">
                <a16:creationId xmlns:a16="http://schemas.microsoft.com/office/drawing/2014/main" id="{060B5298-831B-4A84-8FFF-F0B6953F490B}"/>
              </a:ext>
            </a:extLst>
          </p:cNvPr>
          <p:cNvSpPr/>
          <p:nvPr/>
        </p:nvSpPr>
        <p:spPr>
          <a:xfrm>
            <a:off x="9792398" y="1963991"/>
            <a:ext cx="1234825"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Forward Pass </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6" name="Rectangle 95">
            <a:extLst>
              <a:ext uri="{FF2B5EF4-FFF2-40B4-BE49-F238E27FC236}">
                <a16:creationId xmlns:a16="http://schemas.microsoft.com/office/drawing/2014/main" id="{46891C95-4519-4F90-A8BE-84DF459EA05D}"/>
              </a:ext>
            </a:extLst>
          </p:cNvPr>
          <p:cNvSpPr/>
          <p:nvPr/>
        </p:nvSpPr>
        <p:spPr>
          <a:xfrm>
            <a:off x="10845548" y="4653123"/>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7" name="Rectangle 96">
            <a:extLst>
              <a:ext uri="{FF2B5EF4-FFF2-40B4-BE49-F238E27FC236}">
                <a16:creationId xmlns:a16="http://schemas.microsoft.com/office/drawing/2014/main" id="{F44C26FA-70F3-44E4-8D13-E845744C39E8}"/>
              </a:ext>
            </a:extLst>
          </p:cNvPr>
          <p:cNvSpPr/>
          <p:nvPr/>
        </p:nvSpPr>
        <p:spPr>
          <a:xfrm>
            <a:off x="8443822" y="3128163"/>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8" name="Rectangle 97">
            <a:extLst>
              <a:ext uri="{FF2B5EF4-FFF2-40B4-BE49-F238E27FC236}">
                <a16:creationId xmlns:a16="http://schemas.microsoft.com/office/drawing/2014/main" id="{2AB021E0-ED90-4B93-9CF7-2F142B03E8D6}"/>
              </a:ext>
            </a:extLst>
          </p:cNvPr>
          <p:cNvSpPr/>
          <p:nvPr/>
        </p:nvSpPr>
        <p:spPr>
          <a:xfrm>
            <a:off x="9431604" y="5297329"/>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9" name="Rectangle 98">
            <a:extLst>
              <a:ext uri="{FF2B5EF4-FFF2-40B4-BE49-F238E27FC236}">
                <a16:creationId xmlns:a16="http://schemas.microsoft.com/office/drawing/2014/main" id="{85105C94-2BB2-4304-917E-E94E95F1B60F}"/>
              </a:ext>
            </a:extLst>
          </p:cNvPr>
          <p:cNvSpPr/>
          <p:nvPr/>
        </p:nvSpPr>
        <p:spPr>
          <a:xfrm>
            <a:off x="8961697" y="5295834"/>
            <a:ext cx="373821" cy="307777"/>
          </a:xfrm>
          <a:prstGeom prst="rect">
            <a:avLst/>
          </a:prstGeom>
          <a:noFill/>
        </p:spPr>
        <p:txBody>
          <a:bodyPr wrap="none" lIns="91440" tIns="45720" rIns="91440" bIns="45720">
            <a:spAutoFit/>
          </a:bodyPr>
          <a:lstStyle/>
          <a:p>
            <a:pPr algn="ctr"/>
            <a:r>
              <a:rPr lang="en-US" sz="1400" b="1" dirty="0">
                <a:ln w="0"/>
                <a:solidFill>
                  <a:schemeClr val="accent2">
                    <a:lumMod val="75000"/>
                  </a:schemeClr>
                </a:solidFill>
                <a:effectLst>
                  <a:outerShdw blurRad="38100" dist="19050" dir="2700000" algn="tl" rotWithShape="0">
                    <a:schemeClr val="dk1">
                      <a:alpha val="40000"/>
                    </a:schemeClr>
                  </a:outerShdw>
                </a:effectLst>
              </a:rPr>
              <a:t>2</a:t>
            </a:r>
            <a:r>
              <a:rPr lang="en-US" sz="1400" b="1" cap="none" spc="0" dirty="0">
                <a:ln w="0"/>
                <a:solidFill>
                  <a:schemeClr val="accent2">
                    <a:lumMod val="75000"/>
                  </a:schemeClr>
                </a:solidFill>
                <a:effectLst>
                  <a:outerShdw blurRad="38100" dist="19050" dir="2700000" algn="tl" rotWithShape="0">
                    <a:schemeClr val="dk1">
                      <a:alpha val="40000"/>
                    </a:schemeClr>
                  </a:outerShdw>
                </a:effectLst>
              </a:rPr>
              <a:t>7</a:t>
            </a:r>
          </a:p>
        </p:txBody>
      </p:sp>
      <p:sp>
        <p:nvSpPr>
          <p:cNvPr id="100" name="Rectangle 99">
            <a:extLst>
              <a:ext uri="{FF2B5EF4-FFF2-40B4-BE49-F238E27FC236}">
                <a16:creationId xmlns:a16="http://schemas.microsoft.com/office/drawing/2014/main" id="{9B6A29CC-8915-4D9D-8783-BF2CF21339E9}"/>
              </a:ext>
            </a:extLst>
          </p:cNvPr>
          <p:cNvSpPr/>
          <p:nvPr/>
        </p:nvSpPr>
        <p:spPr>
          <a:xfrm>
            <a:off x="7958866" y="3115679"/>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26</a:t>
            </a:r>
          </a:p>
        </p:txBody>
      </p:sp>
      <p:sp>
        <p:nvSpPr>
          <p:cNvPr id="101" name="Rectangle 100">
            <a:extLst>
              <a:ext uri="{FF2B5EF4-FFF2-40B4-BE49-F238E27FC236}">
                <a16:creationId xmlns:a16="http://schemas.microsoft.com/office/drawing/2014/main" id="{D5B993E4-E953-40C0-8355-CB3A0FFB67BC}"/>
              </a:ext>
            </a:extLst>
          </p:cNvPr>
          <p:cNvSpPr/>
          <p:nvPr/>
        </p:nvSpPr>
        <p:spPr>
          <a:xfrm>
            <a:off x="7387917" y="5277810"/>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26</a:t>
            </a:r>
          </a:p>
        </p:txBody>
      </p:sp>
      <p:sp>
        <p:nvSpPr>
          <p:cNvPr id="102" name="Rectangle 101">
            <a:extLst>
              <a:ext uri="{FF2B5EF4-FFF2-40B4-BE49-F238E27FC236}">
                <a16:creationId xmlns:a16="http://schemas.microsoft.com/office/drawing/2014/main" id="{53409B73-E701-46A4-B942-013A131FB19C}"/>
              </a:ext>
            </a:extLst>
          </p:cNvPr>
          <p:cNvSpPr/>
          <p:nvPr/>
        </p:nvSpPr>
        <p:spPr>
          <a:xfrm>
            <a:off x="6888860" y="5302483"/>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17</a:t>
            </a:r>
          </a:p>
        </p:txBody>
      </p:sp>
      <p:sp>
        <p:nvSpPr>
          <p:cNvPr id="103" name="Rectangle 102">
            <a:extLst>
              <a:ext uri="{FF2B5EF4-FFF2-40B4-BE49-F238E27FC236}">
                <a16:creationId xmlns:a16="http://schemas.microsoft.com/office/drawing/2014/main" id="{ED9B8A4A-DF94-467F-BA44-0B2CEB8419D1}"/>
              </a:ext>
            </a:extLst>
          </p:cNvPr>
          <p:cNvSpPr/>
          <p:nvPr/>
        </p:nvSpPr>
        <p:spPr>
          <a:xfrm>
            <a:off x="5305500" y="3128162"/>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26</a:t>
            </a:r>
          </a:p>
        </p:txBody>
      </p:sp>
      <p:sp>
        <p:nvSpPr>
          <p:cNvPr id="104" name="Rectangle 103">
            <a:extLst>
              <a:ext uri="{FF2B5EF4-FFF2-40B4-BE49-F238E27FC236}">
                <a16:creationId xmlns:a16="http://schemas.microsoft.com/office/drawing/2014/main" id="{3C8269FE-F529-4B69-A370-770D3EB38A5B}"/>
              </a:ext>
            </a:extLst>
          </p:cNvPr>
          <p:cNvSpPr/>
          <p:nvPr/>
        </p:nvSpPr>
        <p:spPr>
          <a:xfrm>
            <a:off x="4823683" y="3110204"/>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14</a:t>
            </a:r>
          </a:p>
        </p:txBody>
      </p:sp>
      <p:sp>
        <p:nvSpPr>
          <p:cNvPr id="105" name="Rectangle 104">
            <a:extLst>
              <a:ext uri="{FF2B5EF4-FFF2-40B4-BE49-F238E27FC236}">
                <a16:creationId xmlns:a16="http://schemas.microsoft.com/office/drawing/2014/main" id="{80A59BDC-D250-4AF9-9066-0335FC106072}"/>
              </a:ext>
            </a:extLst>
          </p:cNvPr>
          <p:cNvSpPr/>
          <p:nvPr/>
        </p:nvSpPr>
        <p:spPr>
          <a:xfrm>
            <a:off x="5325241" y="5277810"/>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17</a:t>
            </a:r>
          </a:p>
        </p:txBody>
      </p:sp>
      <p:sp>
        <p:nvSpPr>
          <p:cNvPr id="106" name="Rectangle 105">
            <a:extLst>
              <a:ext uri="{FF2B5EF4-FFF2-40B4-BE49-F238E27FC236}">
                <a16:creationId xmlns:a16="http://schemas.microsoft.com/office/drawing/2014/main" id="{B7831A87-C58E-4D6D-8372-28BD6C81AD7B}"/>
              </a:ext>
            </a:extLst>
          </p:cNvPr>
          <p:cNvSpPr/>
          <p:nvPr/>
        </p:nvSpPr>
        <p:spPr>
          <a:xfrm>
            <a:off x="4889701" y="5295833"/>
            <a:ext cx="279244"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9</a:t>
            </a:r>
          </a:p>
        </p:txBody>
      </p:sp>
      <p:sp>
        <p:nvSpPr>
          <p:cNvPr id="107" name="Rectangle 106">
            <a:extLst>
              <a:ext uri="{FF2B5EF4-FFF2-40B4-BE49-F238E27FC236}">
                <a16:creationId xmlns:a16="http://schemas.microsoft.com/office/drawing/2014/main" id="{F7466C67-75C0-4701-A9CC-6921A07FE1FF}"/>
              </a:ext>
            </a:extLst>
          </p:cNvPr>
          <p:cNvSpPr/>
          <p:nvPr/>
        </p:nvSpPr>
        <p:spPr>
          <a:xfrm>
            <a:off x="3276868" y="5315618"/>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9</a:t>
            </a:r>
          </a:p>
        </p:txBody>
      </p:sp>
      <p:sp>
        <p:nvSpPr>
          <p:cNvPr id="108" name="Rectangle 107">
            <a:extLst>
              <a:ext uri="{FF2B5EF4-FFF2-40B4-BE49-F238E27FC236}">
                <a16:creationId xmlns:a16="http://schemas.microsoft.com/office/drawing/2014/main" id="{608CBF29-9432-4DBE-B19E-E39B4D0EC26E}"/>
              </a:ext>
            </a:extLst>
          </p:cNvPr>
          <p:cNvSpPr/>
          <p:nvPr/>
        </p:nvSpPr>
        <p:spPr>
          <a:xfrm>
            <a:off x="2823463" y="5318890"/>
            <a:ext cx="279244"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0</a:t>
            </a:r>
          </a:p>
        </p:txBody>
      </p:sp>
      <p:sp>
        <p:nvSpPr>
          <p:cNvPr id="109" name="Rectangle 108">
            <a:extLst>
              <a:ext uri="{FF2B5EF4-FFF2-40B4-BE49-F238E27FC236}">
                <a16:creationId xmlns:a16="http://schemas.microsoft.com/office/drawing/2014/main" id="{E3761271-8F22-4F1C-A985-88CCC08D8C59}"/>
              </a:ext>
            </a:extLst>
          </p:cNvPr>
          <p:cNvSpPr/>
          <p:nvPr/>
        </p:nvSpPr>
        <p:spPr>
          <a:xfrm>
            <a:off x="3249052" y="3146836"/>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9</a:t>
            </a:r>
          </a:p>
        </p:txBody>
      </p:sp>
      <p:sp>
        <p:nvSpPr>
          <p:cNvPr id="110" name="Rectangle 109">
            <a:extLst>
              <a:ext uri="{FF2B5EF4-FFF2-40B4-BE49-F238E27FC236}">
                <a16:creationId xmlns:a16="http://schemas.microsoft.com/office/drawing/2014/main" id="{63CD1AFC-ADCA-425A-B498-2C651ED0891F}"/>
              </a:ext>
            </a:extLst>
          </p:cNvPr>
          <p:cNvSpPr/>
          <p:nvPr/>
        </p:nvSpPr>
        <p:spPr>
          <a:xfrm>
            <a:off x="2806071" y="3146669"/>
            <a:ext cx="279244" cy="307777"/>
          </a:xfrm>
          <a:prstGeom prst="rect">
            <a:avLst/>
          </a:prstGeom>
          <a:noFill/>
        </p:spPr>
        <p:txBody>
          <a:bodyPr wrap="none" lIns="91440" tIns="45720" rIns="91440" bIns="45720">
            <a:spAutoFit/>
          </a:bodyPr>
          <a:lstStyle/>
          <a:p>
            <a:pPr algn="ctr"/>
            <a:r>
              <a:rPr lang="en-US" sz="1400" b="1" dirty="0">
                <a:ln w="0"/>
                <a:solidFill>
                  <a:schemeClr val="accent2">
                    <a:lumMod val="75000"/>
                  </a:schemeClr>
                </a:solidFill>
                <a:effectLst>
                  <a:outerShdw blurRad="38100" dist="19050" dir="2700000" algn="tl" rotWithShape="0">
                    <a:schemeClr val="dk1">
                      <a:alpha val="40000"/>
                    </a:schemeClr>
                  </a:outerShdw>
                </a:effectLst>
              </a:rPr>
              <a:t>2</a:t>
            </a:r>
            <a:endParaRPr lang="en-US" sz="1400" b="1" cap="none" spc="0" dirty="0">
              <a:ln w="0"/>
              <a:solidFill>
                <a:schemeClr val="accent2">
                  <a:lumMod val="75000"/>
                </a:schemeClr>
              </a:solidFill>
              <a:effectLst>
                <a:outerShdw blurRad="38100" dist="19050" dir="2700000" algn="tl" rotWithShape="0">
                  <a:schemeClr val="dk1">
                    <a:alpha val="40000"/>
                  </a:schemeClr>
                </a:outerShdw>
              </a:effectLst>
            </a:endParaRPr>
          </a:p>
        </p:txBody>
      </p:sp>
      <p:sp>
        <p:nvSpPr>
          <p:cNvPr id="111" name="Rectangle 110">
            <a:extLst>
              <a:ext uri="{FF2B5EF4-FFF2-40B4-BE49-F238E27FC236}">
                <a16:creationId xmlns:a16="http://schemas.microsoft.com/office/drawing/2014/main" id="{F8DC8DCD-26A0-4183-BFAB-0156DB260B24}"/>
              </a:ext>
            </a:extLst>
          </p:cNvPr>
          <p:cNvSpPr/>
          <p:nvPr/>
        </p:nvSpPr>
        <p:spPr>
          <a:xfrm>
            <a:off x="1232972" y="4638997"/>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0</a:t>
            </a:r>
          </a:p>
        </p:txBody>
      </p:sp>
      <p:sp>
        <p:nvSpPr>
          <p:cNvPr id="112" name="Rectangle 111">
            <a:extLst>
              <a:ext uri="{FF2B5EF4-FFF2-40B4-BE49-F238E27FC236}">
                <a16:creationId xmlns:a16="http://schemas.microsoft.com/office/drawing/2014/main" id="{6DD8F6B6-D1FE-40AE-9F90-39A5447EBA52}"/>
              </a:ext>
            </a:extLst>
          </p:cNvPr>
          <p:cNvSpPr/>
          <p:nvPr/>
        </p:nvSpPr>
        <p:spPr>
          <a:xfrm>
            <a:off x="9761461" y="2174247"/>
            <a:ext cx="1302664"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Backward Pass</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113" name="TextBox 112">
            <a:extLst>
              <a:ext uri="{FF2B5EF4-FFF2-40B4-BE49-F238E27FC236}">
                <a16:creationId xmlns:a16="http://schemas.microsoft.com/office/drawing/2014/main" id="{FDE686F9-ACCE-4048-B91E-768CCCF9D87F}"/>
              </a:ext>
            </a:extLst>
          </p:cNvPr>
          <p:cNvSpPr txBox="1"/>
          <p:nvPr/>
        </p:nvSpPr>
        <p:spPr>
          <a:xfrm>
            <a:off x="3957686" y="5705335"/>
            <a:ext cx="6532774" cy="523220"/>
          </a:xfrm>
          <a:prstGeom prst="rect">
            <a:avLst/>
          </a:prstGeom>
          <a:noFill/>
        </p:spPr>
        <p:txBody>
          <a:bodyPr wrap="square">
            <a:spAutoFit/>
          </a:bodyPr>
          <a:lstStyle/>
          <a:p>
            <a:pPr algn="ctr"/>
            <a:r>
              <a:rPr lang="en-US" sz="1400" b="1" dirty="0">
                <a:ln w="0"/>
              </a:rPr>
              <a:t>NOTE:</a:t>
            </a:r>
            <a:r>
              <a:rPr lang="en-US" sz="1400" dirty="0">
                <a:ln w="0"/>
              </a:rPr>
              <a:t> E is dependent on F and G to start</a:t>
            </a:r>
          </a:p>
          <a:p>
            <a:pPr algn="ctr"/>
            <a:r>
              <a:rPr lang="en-US" sz="1400" dirty="0">
                <a:ln w="0"/>
              </a:rPr>
              <a:t>and in </a:t>
            </a:r>
            <a:r>
              <a:rPr lang="en-US" sz="1400" dirty="0">
                <a:ln w="0"/>
                <a:solidFill>
                  <a:srgbClr val="00B050"/>
                </a:solidFill>
              </a:rPr>
              <a:t>Backward Pass </a:t>
            </a:r>
            <a:r>
              <a:rPr lang="en-US" sz="1400" dirty="0">
                <a:ln w="0"/>
              </a:rPr>
              <a:t>we consider the lowest LF (</a:t>
            </a:r>
            <a:r>
              <a:rPr lang="en-US" sz="1400" dirty="0">
                <a:ln w="0"/>
                <a:solidFill>
                  <a:schemeClr val="accent2">
                    <a:lumMod val="75000"/>
                  </a:schemeClr>
                </a:solidFill>
              </a:rPr>
              <a:t>26</a:t>
            </a:r>
            <a:r>
              <a:rPr lang="en-US" sz="1400" dirty="0">
                <a:ln w="0"/>
              </a:rPr>
              <a:t>)</a:t>
            </a:r>
            <a:endParaRPr lang="en-US" sz="1400" cap="none" spc="0" dirty="0">
              <a:ln w="0"/>
            </a:endParaRPr>
          </a:p>
        </p:txBody>
      </p:sp>
      <p:sp>
        <p:nvSpPr>
          <p:cNvPr id="114" name="TextBox 113">
            <a:extLst>
              <a:ext uri="{FF2B5EF4-FFF2-40B4-BE49-F238E27FC236}">
                <a16:creationId xmlns:a16="http://schemas.microsoft.com/office/drawing/2014/main" id="{8AE7ABFD-AE7E-4F61-A7A7-37E31C8F7982}"/>
              </a:ext>
            </a:extLst>
          </p:cNvPr>
          <p:cNvSpPr txBox="1"/>
          <p:nvPr/>
        </p:nvSpPr>
        <p:spPr>
          <a:xfrm>
            <a:off x="-303302" y="3398121"/>
            <a:ext cx="6532774" cy="523220"/>
          </a:xfrm>
          <a:prstGeom prst="rect">
            <a:avLst/>
          </a:prstGeom>
          <a:noFill/>
        </p:spPr>
        <p:txBody>
          <a:bodyPr wrap="square">
            <a:spAutoFit/>
          </a:bodyPr>
          <a:lstStyle/>
          <a:p>
            <a:pPr algn="ctr"/>
            <a:r>
              <a:rPr lang="en-US" sz="1400" b="1" dirty="0">
                <a:ln w="0"/>
              </a:rPr>
              <a:t>NOTE:</a:t>
            </a:r>
            <a:r>
              <a:rPr lang="en-US" sz="1400" dirty="0">
                <a:ln w="0"/>
              </a:rPr>
              <a:t> A is dependent on C and D to start</a:t>
            </a:r>
          </a:p>
          <a:p>
            <a:pPr algn="ctr"/>
            <a:r>
              <a:rPr lang="en-US" sz="1400" dirty="0">
                <a:ln w="0"/>
              </a:rPr>
              <a:t>and in </a:t>
            </a:r>
            <a:r>
              <a:rPr lang="en-US" sz="1400" dirty="0">
                <a:ln w="0"/>
                <a:solidFill>
                  <a:srgbClr val="00B050"/>
                </a:solidFill>
              </a:rPr>
              <a:t>Backward Pass </a:t>
            </a:r>
            <a:r>
              <a:rPr lang="en-US" sz="1400" dirty="0">
                <a:ln w="0"/>
              </a:rPr>
              <a:t>we consider the lowest LF (</a:t>
            </a:r>
            <a:r>
              <a:rPr lang="en-US" sz="1400" dirty="0">
                <a:ln w="0"/>
                <a:solidFill>
                  <a:schemeClr val="accent2">
                    <a:lumMod val="75000"/>
                  </a:schemeClr>
                </a:solidFill>
              </a:rPr>
              <a:t>9</a:t>
            </a:r>
            <a:r>
              <a:rPr lang="en-US" sz="1400" dirty="0">
                <a:ln w="0"/>
              </a:rPr>
              <a:t>)</a:t>
            </a:r>
            <a:endParaRPr lang="en-US" sz="1400" cap="none" spc="0" dirty="0">
              <a:ln w="0"/>
            </a:endParaRPr>
          </a:p>
        </p:txBody>
      </p:sp>
      <p:sp>
        <p:nvSpPr>
          <p:cNvPr id="115" name="TextBox 114">
            <a:extLst>
              <a:ext uri="{FF2B5EF4-FFF2-40B4-BE49-F238E27FC236}">
                <a16:creationId xmlns:a16="http://schemas.microsoft.com/office/drawing/2014/main" id="{C7141634-ED2D-4E2B-9ADE-CE61F2351485}"/>
              </a:ext>
            </a:extLst>
          </p:cNvPr>
          <p:cNvSpPr txBox="1"/>
          <p:nvPr/>
        </p:nvSpPr>
        <p:spPr>
          <a:xfrm>
            <a:off x="-1404396" y="5629829"/>
            <a:ext cx="6532774" cy="523220"/>
          </a:xfrm>
          <a:prstGeom prst="rect">
            <a:avLst/>
          </a:prstGeom>
          <a:noFill/>
        </p:spPr>
        <p:txBody>
          <a:bodyPr wrap="square">
            <a:spAutoFit/>
          </a:bodyPr>
          <a:lstStyle/>
          <a:p>
            <a:pPr algn="ctr"/>
            <a:r>
              <a:rPr lang="en-US" sz="1400" b="1" dirty="0">
                <a:ln w="0"/>
              </a:rPr>
              <a:t>NOTE:</a:t>
            </a:r>
            <a:r>
              <a:rPr lang="en-US" sz="1400" dirty="0">
                <a:ln w="0"/>
              </a:rPr>
              <a:t> START is dependent on A and B to start</a:t>
            </a:r>
          </a:p>
          <a:p>
            <a:pPr algn="ctr"/>
            <a:r>
              <a:rPr lang="en-US" sz="1400" dirty="0">
                <a:ln w="0"/>
              </a:rPr>
              <a:t>and in </a:t>
            </a:r>
            <a:r>
              <a:rPr lang="en-US" sz="1400" dirty="0">
                <a:ln w="0"/>
                <a:solidFill>
                  <a:srgbClr val="00B050"/>
                </a:solidFill>
              </a:rPr>
              <a:t>Backward Pass </a:t>
            </a:r>
            <a:r>
              <a:rPr lang="en-US" sz="1400" dirty="0">
                <a:ln w="0"/>
              </a:rPr>
              <a:t>we consider the lowest LF (</a:t>
            </a:r>
            <a:r>
              <a:rPr lang="en-US" sz="1400" dirty="0">
                <a:ln w="0"/>
                <a:solidFill>
                  <a:schemeClr val="accent2">
                    <a:lumMod val="75000"/>
                  </a:schemeClr>
                </a:solidFill>
              </a:rPr>
              <a:t>0</a:t>
            </a:r>
            <a:r>
              <a:rPr lang="en-US" sz="1400" dirty="0">
                <a:ln w="0"/>
              </a:rPr>
              <a:t>)</a:t>
            </a:r>
            <a:endParaRPr lang="en-US" sz="1400" cap="none" spc="0" dirty="0">
              <a:ln w="0"/>
            </a:endParaRPr>
          </a:p>
        </p:txBody>
      </p:sp>
    </p:spTree>
    <p:extLst>
      <p:ext uri="{BB962C8B-B14F-4D97-AF65-F5344CB8AC3E}">
        <p14:creationId xmlns:p14="http://schemas.microsoft.com/office/powerpoint/2010/main" val="33079372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2821-79CE-4B80-8EEC-914E8AABE876}"/>
              </a:ext>
            </a:extLst>
          </p:cNvPr>
          <p:cNvSpPr>
            <a:spLocks noGrp="1"/>
          </p:cNvSpPr>
          <p:nvPr>
            <p:ph type="title"/>
          </p:nvPr>
        </p:nvSpPr>
        <p:spPr/>
        <p:txBody>
          <a:bodyPr/>
          <a:lstStyle/>
          <a:p>
            <a:pPr algn="ctr"/>
            <a:r>
              <a:rPr lang="en-US" b="1" dirty="0"/>
              <a:t>Steps When Creating a PERT Chart (Continues…)</a:t>
            </a:r>
            <a:endParaRPr lang="LID4096" dirty="0"/>
          </a:p>
        </p:txBody>
      </p:sp>
      <p:sp>
        <p:nvSpPr>
          <p:cNvPr id="3" name="Content Placeholder 2">
            <a:extLst>
              <a:ext uri="{FF2B5EF4-FFF2-40B4-BE49-F238E27FC236}">
                <a16:creationId xmlns:a16="http://schemas.microsoft.com/office/drawing/2014/main" id="{00BEB8E5-AFE0-4919-9637-1946926647AF}"/>
              </a:ext>
            </a:extLst>
          </p:cNvPr>
          <p:cNvSpPr>
            <a:spLocks noGrp="1"/>
          </p:cNvSpPr>
          <p:nvPr>
            <p:ph idx="1"/>
          </p:nvPr>
        </p:nvSpPr>
        <p:spPr/>
        <p:txBody>
          <a:bodyPr/>
          <a:lstStyle/>
          <a:p>
            <a:pPr marL="457200" indent="-457200">
              <a:buAutoNum type="arabicPeriod" startAt="5"/>
            </a:pPr>
            <a:r>
              <a:rPr lang="en-US" dirty="0"/>
              <a:t>Calculating the </a:t>
            </a:r>
            <a:r>
              <a:rPr lang="en-US" b="1" dirty="0">
                <a:solidFill>
                  <a:schemeClr val="bg1"/>
                </a:solidFill>
              </a:rPr>
              <a:t>Slack</a:t>
            </a:r>
            <a:r>
              <a:rPr lang="en-US" b="1" dirty="0"/>
              <a:t>: LS – ES or LF - EF</a:t>
            </a:r>
            <a:endParaRPr lang="en-US" b="1" dirty="0">
              <a:solidFill>
                <a:srgbClr val="FFC000"/>
              </a:solidFill>
            </a:endParaRPr>
          </a:p>
          <a:p>
            <a:pPr marL="0" indent="0">
              <a:buNone/>
            </a:pPr>
            <a:endParaRPr lang="en-US" b="1" dirty="0">
              <a:solidFill>
                <a:srgbClr val="FFC000"/>
              </a:solidFill>
            </a:endParaRPr>
          </a:p>
        </p:txBody>
      </p:sp>
      <p:sp>
        <p:nvSpPr>
          <p:cNvPr id="4" name="Footer Placeholder 3">
            <a:extLst>
              <a:ext uri="{FF2B5EF4-FFF2-40B4-BE49-F238E27FC236}">
                <a16:creationId xmlns:a16="http://schemas.microsoft.com/office/drawing/2014/main" id="{EA2EE206-B9D7-4020-A672-C31B08C08423}"/>
              </a:ext>
            </a:extLst>
          </p:cNvPr>
          <p:cNvSpPr>
            <a:spLocks noGrp="1"/>
          </p:cNvSpPr>
          <p:nvPr>
            <p:ph type="ftr" sz="quarter" idx="11"/>
          </p:nvPr>
        </p:nvSpPr>
        <p:spPr>
          <a:xfrm>
            <a:off x="6805382" y="6434169"/>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5D18458-B709-4A8D-BF3A-1646217BEC3A}"/>
              </a:ext>
            </a:extLst>
          </p:cNvPr>
          <p:cNvSpPr>
            <a:spLocks noGrp="1"/>
          </p:cNvSpPr>
          <p:nvPr>
            <p:ph type="sldNum" sz="quarter" idx="12"/>
          </p:nvPr>
        </p:nvSpPr>
        <p:spPr/>
        <p:txBody>
          <a:bodyPr/>
          <a:lstStyle/>
          <a:p>
            <a:fld id="{76711B12-96E3-4CC6-8596-5FF84CCB8B40}" type="slidenum">
              <a:rPr lang="LID4096" smtClean="0"/>
              <a:t>118</a:t>
            </a:fld>
            <a:endParaRPr lang="LID4096"/>
          </a:p>
        </p:txBody>
      </p:sp>
      <p:sp>
        <p:nvSpPr>
          <p:cNvPr id="6" name="Rectangle 5">
            <a:extLst>
              <a:ext uri="{FF2B5EF4-FFF2-40B4-BE49-F238E27FC236}">
                <a16:creationId xmlns:a16="http://schemas.microsoft.com/office/drawing/2014/main" id="{6D2FE9BD-AD1C-4942-AE49-1B4331C02E1A}"/>
              </a:ext>
            </a:extLst>
          </p:cNvPr>
          <p:cNvSpPr/>
          <p:nvPr/>
        </p:nvSpPr>
        <p:spPr>
          <a:xfrm>
            <a:off x="849180" y="4034296"/>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Rectangle 6">
            <a:extLst>
              <a:ext uri="{FF2B5EF4-FFF2-40B4-BE49-F238E27FC236}">
                <a16:creationId xmlns:a16="http://schemas.microsoft.com/office/drawing/2014/main" id="{300B4AE1-B3F7-47EC-9F8D-5738EFA9D101}"/>
              </a:ext>
            </a:extLst>
          </p:cNvPr>
          <p:cNvSpPr/>
          <p:nvPr/>
        </p:nvSpPr>
        <p:spPr>
          <a:xfrm>
            <a:off x="10505369" y="401248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7">
            <a:extLst>
              <a:ext uri="{FF2B5EF4-FFF2-40B4-BE49-F238E27FC236}">
                <a16:creationId xmlns:a16="http://schemas.microsoft.com/office/drawing/2014/main" id="{0731EFCF-FB07-426E-A3DC-61DED95D4012}"/>
              </a:ext>
            </a:extLst>
          </p:cNvPr>
          <p:cNvSpPr/>
          <p:nvPr/>
        </p:nvSpPr>
        <p:spPr>
          <a:xfrm>
            <a:off x="2573552" y="2902669"/>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Rectangle 8">
            <a:extLst>
              <a:ext uri="{FF2B5EF4-FFF2-40B4-BE49-F238E27FC236}">
                <a16:creationId xmlns:a16="http://schemas.microsoft.com/office/drawing/2014/main" id="{6C0EABB2-A34F-481A-A894-474839541989}"/>
              </a:ext>
            </a:extLst>
          </p:cNvPr>
          <p:cNvSpPr/>
          <p:nvPr/>
        </p:nvSpPr>
        <p:spPr>
          <a:xfrm>
            <a:off x="2573552" y="507571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3003A533-3D20-4DED-B9E6-E14320769C8D}"/>
              </a:ext>
            </a:extLst>
          </p:cNvPr>
          <p:cNvSpPr/>
          <p:nvPr/>
        </p:nvSpPr>
        <p:spPr>
          <a:xfrm>
            <a:off x="4627792" y="288612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Rectangle 10">
            <a:extLst>
              <a:ext uri="{FF2B5EF4-FFF2-40B4-BE49-F238E27FC236}">
                <a16:creationId xmlns:a16="http://schemas.microsoft.com/office/drawing/2014/main" id="{348B4F2E-25D6-47F5-9818-F31212415917}"/>
              </a:ext>
            </a:extLst>
          </p:cNvPr>
          <p:cNvSpPr/>
          <p:nvPr/>
        </p:nvSpPr>
        <p:spPr>
          <a:xfrm>
            <a:off x="4627792" y="504743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Rectangle 11">
            <a:extLst>
              <a:ext uri="{FF2B5EF4-FFF2-40B4-BE49-F238E27FC236}">
                <a16:creationId xmlns:a16="http://schemas.microsoft.com/office/drawing/2014/main" id="{09BA24B5-E2A2-419F-ACE0-D2E71DC71CA7}"/>
              </a:ext>
            </a:extLst>
          </p:cNvPr>
          <p:cNvSpPr/>
          <p:nvPr/>
        </p:nvSpPr>
        <p:spPr>
          <a:xfrm>
            <a:off x="7766114" y="2887652"/>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Rectangle 12">
            <a:extLst>
              <a:ext uri="{FF2B5EF4-FFF2-40B4-BE49-F238E27FC236}">
                <a16:creationId xmlns:a16="http://schemas.microsoft.com/office/drawing/2014/main" id="{6140A96F-3FF7-4F16-9BFA-791F041008FC}"/>
              </a:ext>
            </a:extLst>
          </p:cNvPr>
          <p:cNvSpPr/>
          <p:nvPr/>
        </p:nvSpPr>
        <p:spPr>
          <a:xfrm>
            <a:off x="6682032" y="5045384"/>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Rectangle 13">
            <a:extLst>
              <a:ext uri="{FF2B5EF4-FFF2-40B4-BE49-F238E27FC236}">
                <a16:creationId xmlns:a16="http://schemas.microsoft.com/office/drawing/2014/main" id="{787C4ADF-6958-431F-98AD-A510DF4DF7C1}"/>
              </a:ext>
            </a:extLst>
          </p:cNvPr>
          <p:cNvSpPr/>
          <p:nvPr/>
        </p:nvSpPr>
        <p:spPr>
          <a:xfrm>
            <a:off x="8732361" y="5045383"/>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Rectangle 14">
            <a:extLst>
              <a:ext uri="{FF2B5EF4-FFF2-40B4-BE49-F238E27FC236}">
                <a16:creationId xmlns:a16="http://schemas.microsoft.com/office/drawing/2014/main" id="{F9AF590A-919B-4345-998B-56C8393E94FA}"/>
              </a:ext>
            </a:extLst>
          </p:cNvPr>
          <p:cNvSpPr/>
          <p:nvPr/>
        </p:nvSpPr>
        <p:spPr>
          <a:xfrm>
            <a:off x="2553225" y="2886127"/>
            <a:ext cx="29367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A</a:t>
            </a:r>
          </a:p>
        </p:txBody>
      </p:sp>
      <p:sp>
        <p:nvSpPr>
          <p:cNvPr id="17" name="Rectangle 16">
            <a:extLst>
              <a:ext uri="{FF2B5EF4-FFF2-40B4-BE49-F238E27FC236}">
                <a16:creationId xmlns:a16="http://schemas.microsoft.com/office/drawing/2014/main" id="{19342029-59DE-49C0-98F6-C856D8DA5DC5}"/>
              </a:ext>
            </a:extLst>
          </p:cNvPr>
          <p:cNvSpPr/>
          <p:nvPr/>
        </p:nvSpPr>
        <p:spPr>
          <a:xfrm>
            <a:off x="10547914" y="4045604"/>
            <a:ext cx="99899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FINISH</a:t>
            </a:r>
          </a:p>
        </p:txBody>
      </p:sp>
      <p:cxnSp>
        <p:nvCxnSpPr>
          <p:cNvPr id="19" name="Straight Connector 18">
            <a:extLst>
              <a:ext uri="{FF2B5EF4-FFF2-40B4-BE49-F238E27FC236}">
                <a16:creationId xmlns:a16="http://schemas.microsoft.com/office/drawing/2014/main" id="{815A61CD-9C4B-4492-A3B0-5EADD93A06B9}"/>
              </a:ext>
            </a:extLst>
          </p:cNvPr>
          <p:cNvCxnSpPr>
            <a:stCxn id="8" idx="1"/>
            <a:endCxn id="8" idx="3"/>
          </p:cNvCxnSpPr>
          <p:nvPr/>
        </p:nvCxnSpPr>
        <p:spPr>
          <a:xfrm>
            <a:off x="2573552" y="3166620"/>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36B3C2-A822-4B6F-B6F9-36449988CB35}"/>
              </a:ext>
            </a:extLst>
          </p:cNvPr>
          <p:cNvCxnSpPr>
            <a:stCxn id="10" idx="1"/>
            <a:endCxn id="10" idx="3"/>
          </p:cNvCxnSpPr>
          <p:nvPr/>
        </p:nvCxnSpPr>
        <p:spPr>
          <a:xfrm>
            <a:off x="4627792" y="3150078"/>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EBFAAE-8C98-4A54-9E4B-1A17C1347703}"/>
              </a:ext>
            </a:extLst>
          </p:cNvPr>
          <p:cNvCxnSpPr>
            <a:stCxn id="12" idx="1"/>
            <a:endCxn id="12" idx="3"/>
          </p:cNvCxnSpPr>
          <p:nvPr/>
        </p:nvCxnSpPr>
        <p:spPr>
          <a:xfrm>
            <a:off x="7766114" y="3151603"/>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360925-80E8-4B90-88B8-D9A3B8629CF6}"/>
              </a:ext>
            </a:extLst>
          </p:cNvPr>
          <p:cNvCxnSpPr>
            <a:stCxn id="9" idx="1"/>
            <a:endCxn id="9" idx="3"/>
          </p:cNvCxnSpPr>
          <p:nvPr/>
        </p:nvCxnSpPr>
        <p:spPr>
          <a:xfrm>
            <a:off x="2573552" y="533966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5009231-5C64-46EE-9AEC-6D845B69A9EA}"/>
              </a:ext>
            </a:extLst>
          </p:cNvPr>
          <p:cNvCxnSpPr>
            <a:stCxn id="11" idx="1"/>
            <a:endCxn id="11" idx="3"/>
          </p:cNvCxnSpPr>
          <p:nvPr/>
        </p:nvCxnSpPr>
        <p:spPr>
          <a:xfrm>
            <a:off x="4627792" y="531138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34D8E1D-1A81-4E8A-BFD1-C35C0E541939}"/>
              </a:ext>
            </a:extLst>
          </p:cNvPr>
          <p:cNvCxnSpPr>
            <a:stCxn id="13" idx="1"/>
            <a:endCxn id="13" idx="3"/>
          </p:cNvCxnSpPr>
          <p:nvPr/>
        </p:nvCxnSpPr>
        <p:spPr>
          <a:xfrm>
            <a:off x="6682032" y="5309335"/>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5C30381-C2E0-4AA3-BCC4-10713F6AD875}"/>
              </a:ext>
            </a:extLst>
          </p:cNvPr>
          <p:cNvCxnSpPr>
            <a:stCxn id="14" idx="1"/>
            <a:endCxn id="14" idx="3"/>
          </p:cNvCxnSpPr>
          <p:nvPr/>
        </p:nvCxnSpPr>
        <p:spPr>
          <a:xfrm>
            <a:off x="8732361" y="5309334"/>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368D739-01F7-4F66-96A2-9C38A94F6323}"/>
              </a:ext>
            </a:extLst>
          </p:cNvPr>
          <p:cNvCxnSpPr/>
          <p:nvPr/>
        </p:nvCxnSpPr>
        <p:spPr>
          <a:xfrm>
            <a:off x="2846895" y="2902669"/>
            <a:ext cx="0" cy="5113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BD9E700-642D-494E-92FD-ECB63F0F6DD8}"/>
              </a:ext>
            </a:extLst>
          </p:cNvPr>
          <p:cNvCxnSpPr/>
          <p:nvPr/>
        </p:nvCxnSpPr>
        <p:spPr>
          <a:xfrm>
            <a:off x="4883085" y="2886127"/>
            <a:ext cx="0" cy="5428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6E652A-11F3-4088-95FC-7B805D5AF4EF}"/>
              </a:ext>
            </a:extLst>
          </p:cNvPr>
          <p:cNvCxnSpPr/>
          <p:nvPr/>
        </p:nvCxnSpPr>
        <p:spPr>
          <a:xfrm>
            <a:off x="8003357" y="2886127"/>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83BA683-8325-494B-B2F0-5F9DDCDE399A}"/>
              </a:ext>
            </a:extLst>
          </p:cNvPr>
          <p:cNvCxnSpPr/>
          <p:nvPr/>
        </p:nvCxnSpPr>
        <p:spPr>
          <a:xfrm>
            <a:off x="2846895" y="5075710"/>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1B77E2E-6E60-4564-A891-1B6F522C8CB4}"/>
              </a:ext>
            </a:extLst>
          </p:cNvPr>
          <p:cNvCxnSpPr/>
          <p:nvPr/>
        </p:nvCxnSpPr>
        <p:spPr>
          <a:xfrm>
            <a:off x="4883085" y="5045383"/>
            <a:ext cx="0" cy="558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1C32A78-8FCC-4124-B8CB-9E625F6D78FF}"/>
              </a:ext>
            </a:extLst>
          </p:cNvPr>
          <p:cNvCxnSpPr/>
          <p:nvPr/>
        </p:nvCxnSpPr>
        <p:spPr>
          <a:xfrm>
            <a:off x="6956981"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AAA28E2-F770-4BCD-BCF6-B38037F014E9}"/>
              </a:ext>
            </a:extLst>
          </p:cNvPr>
          <p:cNvCxnSpPr/>
          <p:nvPr/>
        </p:nvCxnSpPr>
        <p:spPr>
          <a:xfrm>
            <a:off x="8974318"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3246982A-B37A-4BA8-A2BD-2F42FD50AAA8}"/>
              </a:ext>
            </a:extLst>
          </p:cNvPr>
          <p:cNvSpPr/>
          <p:nvPr/>
        </p:nvSpPr>
        <p:spPr>
          <a:xfrm>
            <a:off x="920451" y="4100532"/>
            <a:ext cx="94154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START</a:t>
            </a:r>
          </a:p>
        </p:txBody>
      </p:sp>
      <p:sp>
        <p:nvSpPr>
          <p:cNvPr id="48" name="Rectangle 47">
            <a:extLst>
              <a:ext uri="{FF2B5EF4-FFF2-40B4-BE49-F238E27FC236}">
                <a16:creationId xmlns:a16="http://schemas.microsoft.com/office/drawing/2014/main" id="{C04C09F5-F687-409C-8EC8-B7E285B30840}"/>
              </a:ext>
            </a:extLst>
          </p:cNvPr>
          <p:cNvSpPr/>
          <p:nvPr/>
        </p:nvSpPr>
        <p:spPr>
          <a:xfrm>
            <a:off x="2582692" y="5053797"/>
            <a:ext cx="274435"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B</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49" name="Rectangle 48">
            <a:extLst>
              <a:ext uri="{FF2B5EF4-FFF2-40B4-BE49-F238E27FC236}">
                <a16:creationId xmlns:a16="http://schemas.microsoft.com/office/drawing/2014/main" id="{D0EB3D52-41BB-4BEC-9A13-7FD4C656D846}"/>
              </a:ext>
            </a:extLst>
          </p:cNvPr>
          <p:cNvSpPr/>
          <p:nvPr/>
        </p:nvSpPr>
        <p:spPr>
          <a:xfrm>
            <a:off x="4607464" y="2886126"/>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C</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0" name="Rectangle 49">
            <a:extLst>
              <a:ext uri="{FF2B5EF4-FFF2-40B4-BE49-F238E27FC236}">
                <a16:creationId xmlns:a16="http://schemas.microsoft.com/office/drawing/2014/main" id="{24B29AA9-9A39-4AE7-BC27-1EE05AC2E85C}"/>
              </a:ext>
            </a:extLst>
          </p:cNvPr>
          <p:cNvSpPr/>
          <p:nvPr/>
        </p:nvSpPr>
        <p:spPr>
          <a:xfrm>
            <a:off x="4617561" y="5013233"/>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1" name="Rectangle 50">
            <a:extLst>
              <a:ext uri="{FF2B5EF4-FFF2-40B4-BE49-F238E27FC236}">
                <a16:creationId xmlns:a16="http://schemas.microsoft.com/office/drawing/2014/main" id="{83EE1A73-10A1-4A73-8464-AB71A5545D00}"/>
              </a:ext>
            </a:extLst>
          </p:cNvPr>
          <p:cNvSpPr/>
          <p:nvPr/>
        </p:nvSpPr>
        <p:spPr>
          <a:xfrm>
            <a:off x="6674111" y="5013233"/>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E</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2" name="Rectangle 51">
            <a:extLst>
              <a:ext uri="{FF2B5EF4-FFF2-40B4-BE49-F238E27FC236}">
                <a16:creationId xmlns:a16="http://schemas.microsoft.com/office/drawing/2014/main" id="{93988261-5800-4206-A4A8-63EDEFD2C6EC}"/>
              </a:ext>
            </a:extLst>
          </p:cNvPr>
          <p:cNvSpPr/>
          <p:nvPr/>
        </p:nvSpPr>
        <p:spPr>
          <a:xfrm>
            <a:off x="7766114" y="2883269"/>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F</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3" name="Rectangle 52">
            <a:extLst>
              <a:ext uri="{FF2B5EF4-FFF2-40B4-BE49-F238E27FC236}">
                <a16:creationId xmlns:a16="http://schemas.microsoft.com/office/drawing/2014/main" id="{9C01EC4A-D00A-43BD-93FE-5DF4AB6A75AB}"/>
              </a:ext>
            </a:extLst>
          </p:cNvPr>
          <p:cNvSpPr/>
          <p:nvPr/>
        </p:nvSpPr>
        <p:spPr>
          <a:xfrm>
            <a:off x="8688934" y="5031883"/>
            <a:ext cx="32252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G</a:t>
            </a:r>
            <a:endParaRPr lang="en-US" sz="1400" b="0" cap="none" spc="0" dirty="0">
              <a:ln w="0"/>
              <a:solidFill>
                <a:schemeClr val="tx1"/>
              </a:solidFill>
              <a:effectLst>
                <a:outerShdw blurRad="38100" dist="19050" dir="2700000" algn="tl" rotWithShape="0">
                  <a:schemeClr val="dk1">
                    <a:alpha val="40000"/>
                  </a:schemeClr>
                </a:outerShdw>
              </a:effectLst>
            </a:endParaRPr>
          </a:p>
        </p:txBody>
      </p:sp>
      <p:cxnSp>
        <p:nvCxnSpPr>
          <p:cNvPr id="55" name="Straight Arrow Connector 54">
            <a:extLst>
              <a:ext uri="{FF2B5EF4-FFF2-40B4-BE49-F238E27FC236}">
                <a16:creationId xmlns:a16="http://schemas.microsoft.com/office/drawing/2014/main" id="{0C9C7379-306A-4448-A92C-0FB92EC33D6C}"/>
              </a:ext>
            </a:extLst>
          </p:cNvPr>
          <p:cNvCxnSpPr>
            <a:stCxn id="6" idx="3"/>
            <a:endCxn id="8" idx="1"/>
          </p:cNvCxnSpPr>
          <p:nvPr/>
        </p:nvCxnSpPr>
        <p:spPr>
          <a:xfrm flipV="1">
            <a:off x="1933262" y="3166620"/>
            <a:ext cx="640290" cy="11316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F3FCD0B-4FFE-4513-9496-4BBA12C559C9}"/>
              </a:ext>
            </a:extLst>
          </p:cNvPr>
          <p:cNvCxnSpPr>
            <a:cxnSpLocks/>
            <a:stCxn id="6" idx="3"/>
          </p:cNvCxnSpPr>
          <p:nvPr/>
        </p:nvCxnSpPr>
        <p:spPr>
          <a:xfrm>
            <a:off x="1933262" y="4298247"/>
            <a:ext cx="619963" cy="1063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2BA7A53-36EF-47E6-B5A0-1C51AE8F36C5}"/>
              </a:ext>
            </a:extLst>
          </p:cNvPr>
          <p:cNvCxnSpPr>
            <a:stCxn id="8" idx="3"/>
          </p:cNvCxnSpPr>
          <p:nvPr/>
        </p:nvCxnSpPr>
        <p:spPr>
          <a:xfrm>
            <a:off x="3657634" y="3166620"/>
            <a:ext cx="949830" cy="2173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B43133D-FB29-42AE-BB61-23A13D0C5EA4}"/>
              </a:ext>
            </a:extLst>
          </p:cNvPr>
          <p:cNvCxnSpPr>
            <a:stCxn id="9" idx="3"/>
          </p:cNvCxnSpPr>
          <p:nvPr/>
        </p:nvCxnSpPr>
        <p:spPr>
          <a:xfrm>
            <a:off x="3657634" y="5339661"/>
            <a:ext cx="876659" cy="219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7AB7C1B-FDA0-468E-A622-9A09D3E8BBE2}"/>
              </a:ext>
            </a:extLst>
          </p:cNvPr>
          <p:cNvCxnSpPr>
            <a:stCxn id="8" idx="3"/>
            <a:endCxn id="10" idx="1"/>
          </p:cNvCxnSpPr>
          <p:nvPr/>
        </p:nvCxnSpPr>
        <p:spPr>
          <a:xfrm flipV="1">
            <a:off x="3657634" y="3150078"/>
            <a:ext cx="970158" cy="16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BC8776A-344A-43A2-8BF9-88F75113147F}"/>
              </a:ext>
            </a:extLst>
          </p:cNvPr>
          <p:cNvCxnSpPr>
            <a:stCxn id="10" idx="3"/>
            <a:endCxn id="12" idx="1"/>
          </p:cNvCxnSpPr>
          <p:nvPr/>
        </p:nvCxnSpPr>
        <p:spPr>
          <a:xfrm>
            <a:off x="5711874" y="3150078"/>
            <a:ext cx="2054240" cy="1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3BAE35F-0727-4EEA-8590-0CCD2B66F32B}"/>
              </a:ext>
            </a:extLst>
          </p:cNvPr>
          <p:cNvCxnSpPr>
            <a:stCxn id="11" idx="3"/>
            <a:endCxn id="13" idx="1"/>
          </p:cNvCxnSpPr>
          <p:nvPr/>
        </p:nvCxnSpPr>
        <p:spPr>
          <a:xfrm flipV="1">
            <a:off x="5711874" y="5309335"/>
            <a:ext cx="970158" cy="2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CE4474B4-DA69-4ED3-B7C8-99BE5831232C}"/>
              </a:ext>
            </a:extLst>
          </p:cNvPr>
          <p:cNvCxnSpPr>
            <a:stCxn id="13" idx="3"/>
            <a:endCxn id="14" idx="1"/>
          </p:cNvCxnSpPr>
          <p:nvPr/>
        </p:nvCxnSpPr>
        <p:spPr>
          <a:xfrm flipV="1">
            <a:off x="7766114" y="5309334"/>
            <a:ext cx="966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356B071-6AC1-4779-B03A-2E81566CA0C5}"/>
              </a:ext>
            </a:extLst>
          </p:cNvPr>
          <p:cNvCxnSpPr>
            <a:stCxn id="14" idx="3"/>
            <a:endCxn id="7" idx="1"/>
          </p:cNvCxnSpPr>
          <p:nvPr/>
        </p:nvCxnSpPr>
        <p:spPr>
          <a:xfrm flipV="1">
            <a:off x="9816443" y="4276438"/>
            <a:ext cx="688926" cy="10328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Arrow Connector 73">
            <a:extLst>
              <a:ext uri="{FF2B5EF4-FFF2-40B4-BE49-F238E27FC236}">
                <a16:creationId xmlns:a16="http://schemas.microsoft.com/office/drawing/2014/main" id="{5B1AAB3B-A7E2-46A8-9C71-FF2CAA78A8A5}"/>
              </a:ext>
            </a:extLst>
          </p:cNvPr>
          <p:cNvCxnSpPr>
            <a:stCxn id="12" idx="3"/>
          </p:cNvCxnSpPr>
          <p:nvPr/>
        </p:nvCxnSpPr>
        <p:spPr>
          <a:xfrm>
            <a:off x="8850196" y="3151603"/>
            <a:ext cx="1547569" cy="1071605"/>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8" name="Straight Arrow Connector 77">
            <a:extLst>
              <a:ext uri="{FF2B5EF4-FFF2-40B4-BE49-F238E27FC236}">
                <a16:creationId xmlns:a16="http://schemas.microsoft.com/office/drawing/2014/main" id="{EF6861DB-B0FE-4F19-8E6F-C6B3228D99DA}"/>
              </a:ext>
            </a:extLst>
          </p:cNvPr>
          <p:cNvCxnSpPr>
            <a:cxnSpLocks/>
            <a:stCxn id="13" idx="0"/>
            <a:endCxn id="12" idx="2"/>
          </p:cNvCxnSpPr>
          <p:nvPr/>
        </p:nvCxnSpPr>
        <p:spPr>
          <a:xfrm flipV="1">
            <a:off x="7224073" y="3415553"/>
            <a:ext cx="1084082" cy="1629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BE7F714-71E6-42BE-9AD9-F5FA9B81A490}"/>
              </a:ext>
            </a:extLst>
          </p:cNvPr>
          <p:cNvSpPr/>
          <p:nvPr/>
        </p:nvSpPr>
        <p:spPr>
          <a:xfrm>
            <a:off x="2567892" y="3166619"/>
            <a:ext cx="284052" cy="307777"/>
          </a:xfrm>
          <a:prstGeom prst="rect">
            <a:avLst/>
          </a:prstGeom>
          <a:noFill/>
        </p:spPr>
        <p:txBody>
          <a:bodyPr wrap="none" lIns="91440" tIns="45720" rIns="91440" bIns="45720">
            <a:spAutoFit/>
          </a:bodyPr>
          <a:lstStyle/>
          <a:p>
            <a:pPr algn="ctr"/>
            <a:r>
              <a:rPr lang="en-US" sz="1400" b="1" dirty="0">
                <a:ln w="0"/>
                <a:solidFill>
                  <a:srgbClr val="FFC000"/>
                </a:solidFill>
                <a:effectLst>
                  <a:outerShdw blurRad="38100" dist="19050" dir="2700000" algn="tl" rotWithShape="0">
                    <a:schemeClr val="dk1">
                      <a:alpha val="40000"/>
                    </a:schemeClr>
                  </a:outerShdw>
                </a:effectLst>
              </a:rPr>
              <a:t>7</a:t>
            </a:r>
            <a:endParaRPr lang="en-US" sz="1400" b="1" cap="none" spc="0" dirty="0">
              <a:ln w="0"/>
              <a:solidFill>
                <a:srgbClr val="FFC000"/>
              </a:solidFill>
              <a:effectLst>
                <a:outerShdw blurRad="38100" dist="19050" dir="2700000" algn="tl" rotWithShape="0">
                  <a:schemeClr val="dk1">
                    <a:alpha val="40000"/>
                  </a:schemeClr>
                </a:outerShdw>
              </a:effectLst>
            </a:endParaRPr>
          </a:p>
        </p:txBody>
      </p:sp>
      <p:sp>
        <p:nvSpPr>
          <p:cNvPr id="83" name="Rectangle 82">
            <a:extLst>
              <a:ext uri="{FF2B5EF4-FFF2-40B4-BE49-F238E27FC236}">
                <a16:creationId xmlns:a16="http://schemas.microsoft.com/office/drawing/2014/main" id="{B3588E0E-51E5-4D2B-8AFD-3D79F2539181}"/>
              </a:ext>
            </a:extLst>
          </p:cNvPr>
          <p:cNvSpPr/>
          <p:nvPr/>
        </p:nvSpPr>
        <p:spPr>
          <a:xfrm>
            <a:off x="2574511" y="5311548"/>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4" name="Rectangle 83">
            <a:extLst>
              <a:ext uri="{FF2B5EF4-FFF2-40B4-BE49-F238E27FC236}">
                <a16:creationId xmlns:a16="http://schemas.microsoft.com/office/drawing/2014/main" id="{D0C4722C-4065-4A86-A0C4-46EFCFECB1C7}"/>
              </a:ext>
            </a:extLst>
          </p:cNvPr>
          <p:cNvSpPr/>
          <p:nvPr/>
        </p:nvSpPr>
        <p:spPr>
          <a:xfrm>
            <a:off x="4558364" y="3113737"/>
            <a:ext cx="373821"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12</a:t>
            </a:r>
          </a:p>
        </p:txBody>
      </p:sp>
      <p:sp>
        <p:nvSpPr>
          <p:cNvPr id="85" name="Rectangle 84">
            <a:extLst>
              <a:ext uri="{FF2B5EF4-FFF2-40B4-BE49-F238E27FC236}">
                <a16:creationId xmlns:a16="http://schemas.microsoft.com/office/drawing/2014/main" id="{83E43BDD-503B-4E9C-826C-4D73D2950A8E}"/>
              </a:ext>
            </a:extLst>
          </p:cNvPr>
          <p:cNvSpPr/>
          <p:nvPr/>
        </p:nvSpPr>
        <p:spPr>
          <a:xfrm>
            <a:off x="4615652" y="528169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8</a:t>
            </a:r>
          </a:p>
        </p:txBody>
      </p:sp>
      <p:sp>
        <p:nvSpPr>
          <p:cNvPr id="86" name="Rectangle 85">
            <a:extLst>
              <a:ext uri="{FF2B5EF4-FFF2-40B4-BE49-F238E27FC236}">
                <a16:creationId xmlns:a16="http://schemas.microsoft.com/office/drawing/2014/main" id="{E27DC8F3-104C-45B5-A4FA-B31D153FA14C}"/>
              </a:ext>
            </a:extLst>
          </p:cNvPr>
          <p:cNvSpPr/>
          <p:nvPr/>
        </p:nvSpPr>
        <p:spPr>
          <a:xfrm>
            <a:off x="6673777" y="5293259"/>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7" name="Rectangle 86">
            <a:extLst>
              <a:ext uri="{FF2B5EF4-FFF2-40B4-BE49-F238E27FC236}">
                <a16:creationId xmlns:a16="http://schemas.microsoft.com/office/drawing/2014/main" id="{E71B79FC-B981-4529-9F0F-75A13EB198DB}"/>
              </a:ext>
            </a:extLst>
          </p:cNvPr>
          <p:cNvSpPr/>
          <p:nvPr/>
        </p:nvSpPr>
        <p:spPr>
          <a:xfrm>
            <a:off x="7745471" y="3139927"/>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6</a:t>
            </a:r>
          </a:p>
        </p:txBody>
      </p:sp>
      <p:sp>
        <p:nvSpPr>
          <p:cNvPr id="88" name="Rectangle 87">
            <a:extLst>
              <a:ext uri="{FF2B5EF4-FFF2-40B4-BE49-F238E27FC236}">
                <a16:creationId xmlns:a16="http://schemas.microsoft.com/office/drawing/2014/main" id="{CFABD5D6-3500-4D10-AE20-A1FE778D7B4A}"/>
              </a:ext>
            </a:extLst>
          </p:cNvPr>
          <p:cNvSpPr/>
          <p:nvPr/>
        </p:nvSpPr>
        <p:spPr>
          <a:xfrm>
            <a:off x="8715987" y="530258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5</a:t>
            </a:r>
          </a:p>
        </p:txBody>
      </p:sp>
      <p:sp>
        <p:nvSpPr>
          <p:cNvPr id="89" name="Rectangle 88">
            <a:extLst>
              <a:ext uri="{FF2B5EF4-FFF2-40B4-BE49-F238E27FC236}">
                <a16:creationId xmlns:a16="http://schemas.microsoft.com/office/drawing/2014/main" id="{B08A22DF-4C9C-4EEA-B68F-364B349515AB}"/>
              </a:ext>
            </a:extLst>
          </p:cNvPr>
          <p:cNvSpPr/>
          <p:nvPr/>
        </p:nvSpPr>
        <p:spPr>
          <a:xfrm>
            <a:off x="9711522" y="1723222"/>
            <a:ext cx="1372492"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Activity Time (t)</a:t>
            </a:r>
          </a:p>
        </p:txBody>
      </p:sp>
      <p:sp>
        <p:nvSpPr>
          <p:cNvPr id="90" name="Rectangle 89">
            <a:extLst>
              <a:ext uri="{FF2B5EF4-FFF2-40B4-BE49-F238E27FC236}">
                <a16:creationId xmlns:a16="http://schemas.microsoft.com/office/drawing/2014/main" id="{2E4895E0-9C27-4D07-8335-080F85056D91}"/>
              </a:ext>
            </a:extLst>
          </p:cNvPr>
          <p:cNvSpPr/>
          <p:nvPr/>
        </p:nvSpPr>
        <p:spPr>
          <a:xfrm>
            <a:off x="10071122" y="1433372"/>
            <a:ext cx="575799" cy="369332"/>
          </a:xfrm>
          <a:prstGeom prst="rect">
            <a:avLst/>
          </a:prstGeom>
          <a:noFill/>
        </p:spPr>
        <p:txBody>
          <a:bodyPr wrap="none" lIns="91440" tIns="45720" rIns="91440" bIns="45720">
            <a:spAutoFit/>
          </a:bodyPr>
          <a:lstStyle/>
          <a:p>
            <a:pPr algn="ctr"/>
            <a:r>
              <a:rPr lang="en-US" b="1" cap="none" spc="0" dirty="0">
                <a:ln w="0"/>
                <a:effectLst>
                  <a:outerShdw blurRad="38100" dist="19050" dir="2700000" algn="tl" rotWithShape="0">
                    <a:schemeClr val="dk1">
                      <a:alpha val="40000"/>
                    </a:schemeClr>
                  </a:outerShdw>
                </a:effectLst>
              </a:rPr>
              <a:t>KEY</a:t>
            </a:r>
          </a:p>
        </p:txBody>
      </p:sp>
      <p:sp>
        <p:nvSpPr>
          <p:cNvPr id="58" name="Rectangle 57">
            <a:extLst>
              <a:ext uri="{FF2B5EF4-FFF2-40B4-BE49-F238E27FC236}">
                <a16:creationId xmlns:a16="http://schemas.microsoft.com/office/drawing/2014/main" id="{B9963F2C-9F40-471E-84EA-57F685A34AF0}"/>
              </a:ext>
            </a:extLst>
          </p:cNvPr>
          <p:cNvSpPr/>
          <p:nvPr/>
        </p:nvSpPr>
        <p:spPr>
          <a:xfrm>
            <a:off x="4869815" y="5043270"/>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9</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59" name="Rectangle 58">
            <a:extLst>
              <a:ext uri="{FF2B5EF4-FFF2-40B4-BE49-F238E27FC236}">
                <a16:creationId xmlns:a16="http://schemas.microsoft.com/office/drawing/2014/main" id="{063B6674-B7CA-4A85-902F-57F09CF1DE26}"/>
              </a:ext>
            </a:extLst>
          </p:cNvPr>
          <p:cNvSpPr/>
          <p:nvPr/>
        </p:nvSpPr>
        <p:spPr>
          <a:xfrm>
            <a:off x="2811728" y="2895966"/>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61" name="Rectangle 60">
            <a:extLst>
              <a:ext uri="{FF2B5EF4-FFF2-40B4-BE49-F238E27FC236}">
                <a16:creationId xmlns:a16="http://schemas.microsoft.com/office/drawing/2014/main" id="{67B593BC-C8E5-4EF5-9E78-B5C67B69E0F4}"/>
              </a:ext>
            </a:extLst>
          </p:cNvPr>
          <p:cNvSpPr/>
          <p:nvPr/>
        </p:nvSpPr>
        <p:spPr>
          <a:xfrm>
            <a:off x="3267101" y="2902669"/>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3" name="Rectangle 62">
            <a:extLst>
              <a:ext uri="{FF2B5EF4-FFF2-40B4-BE49-F238E27FC236}">
                <a16:creationId xmlns:a16="http://schemas.microsoft.com/office/drawing/2014/main" id="{B9C808F1-232F-48EB-B9F3-196E5CBD76B0}"/>
              </a:ext>
            </a:extLst>
          </p:cNvPr>
          <p:cNvSpPr/>
          <p:nvPr/>
        </p:nvSpPr>
        <p:spPr>
          <a:xfrm>
            <a:off x="2815542" y="5068848"/>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0</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5" name="Rectangle 64">
            <a:extLst>
              <a:ext uri="{FF2B5EF4-FFF2-40B4-BE49-F238E27FC236}">
                <a16:creationId xmlns:a16="http://schemas.microsoft.com/office/drawing/2014/main" id="{E1912FF9-5D02-44DC-90A7-04BC006723EF}"/>
              </a:ext>
            </a:extLst>
          </p:cNvPr>
          <p:cNvSpPr/>
          <p:nvPr/>
        </p:nvSpPr>
        <p:spPr>
          <a:xfrm>
            <a:off x="3282392" y="5068848"/>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7" name="Rectangle 66">
            <a:extLst>
              <a:ext uri="{FF2B5EF4-FFF2-40B4-BE49-F238E27FC236}">
                <a16:creationId xmlns:a16="http://schemas.microsoft.com/office/drawing/2014/main" id="{30B2BF43-8562-4FA2-AECF-E85991431243}"/>
              </a:ext>
            </a:extLst>
          </p:cNvPr>
          <p:cNvSpPr/>
          <p:nvPr/>
        </p:nvSpPr>
        <p:spPr>
          <a:xfrm>
            <a:off x="4850129" y="2889869"/>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FC62736B-381F-4A57-B275-EC20EC5426A6}"/>
              </a:ext>
            </a:extLst>
          </p:cNvPr>
          <p:cNvSpPr/>
          <p:nvPr/>
        </p:nvSpPr>
        <p:spPr>
          <a:xfrm>
            <a:off x="5278676" y="2886126"/>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A1F5394A-2642-4E90-9B4D-451844022CF8}"/>
              </a:ext>
            </a:extLst>
          </p:cNvPr>
          <p:cNvSpPr/>
          <p:nvPr/>
        </p:nvSpPr>
        <p:spPr>
          <a:xfrm>
            <a:off x="1232972" y="3759637"/>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73" name="Rectangle 72">
            <a:extLst>
              <a:ext uri="{FF2B5EF4-FFF2-40B4-BE49-F238E27FC236}">
                <a16:creationId xmlns:a16="http://schemas.microsoft.com/office/drawing/2014/main" id="{ED00DFC1-6963-4E97-9892-A91A7092B5AB}"/>
              </a:ext>
            </a:extLst>
          </p:cNvPr>
          <p:cNvSpPr/>
          <p:nvPr/>
        </p:nvSpPr>
        <p:spPr>
          <a:xfrm>
            <a:off x="5312016" y="5031882"/>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5" name="Rectangle 74">
            <a:extLst>
              <a:ext uri="{FF2B5EF4-FFF2-40B4-BE49-F238E27FC236}">
                <a16:creationId xmlns:a16="http://schemas.microsoft.com/office/drawing/2014/main" id="{524EB773-B20C-421C-86A5-91E133D0192F}"/>
              </a:ext>
            </a:extLst>
          </p:cNvPr>
          <p:cNvSpPr/>
          <p:nvPr/>
        </p:nvSpPr>
        <p:spPr>
          <a:xfrm>
            <a:off x="6893789" y="503646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17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6" name="Rectangle 75">
            <a:extLst>
              <a:ext uri="{FF2B5EF4-FFF2-40B4-BE49-F238E27FC236}">
                <a16:creationId xmlns:a16="http://schemas.microsoft.com/office/drawing/2014/main" id="{DF00219F-4C4A-4863-8083-DB52DADDE24A}"/>
              </a:ext>
            </a:extLst>
          </p:cNvPr>
          <p:cNvSpPr/>
          <p:nvPr/>
        </p:nvSpPr>
        <p:spPr>
          <a:xfrm>
            <a:off x="7413565" y="5033407"/>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26</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7" name="Rectangle 76">
            <a:extLst>
              <a:ext uri="{FF2B5EF4-FFF2-40B4-BE49-F238E27FC236}">
                <a16:creationId xmlns:a16="http://schemas.microsoft.com/office/drawing/2014/main" id="{8C58CE63-C81A-478C-8C91-060FBF9B85EB}"/>
              </a:ext>
            </a:extLst>
          </p:cNvPr>
          <p:cNvSpPr/>
          <p:nvPr/>
        </p:nvSpPr>
        <p:spPr>
          <a:xfrm>
            <a:off x="8943128" y="5033407"/>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9" name="Rectangle 78">
            <a:extLst>
              <a:ext uri="{FF2B5EF4-FFF2-40B4-BE49-F238E27FC236}">
                <a16:creationId xmlns:a16="http://schemas.microsoft.com/office/drawing/2014/main" id="{A3040163-BC23-4496-A6D3-21E865BD8AE1}"/>
              </a:ext>
            </a:extLst>
          </p:cNvPr>
          <p:cNvSpPr/>
          <p:nvPr/>
        </p:nvSpPr>
        <p:spPr>
          <a:xfrm>
            <a:off x="9446998" y="5036468"/>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31</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80" name="Rectangle 79">
            <a:extLst>
              <a:ext uri="{FF2B5EF4-FFF2-40B4-BE49-F238E27FC236}">
                <a16:creationId xmlns:a16="http://schemas.microsoft.com/office/drawing/2014/main" id="{44BFAB49-218D-4CDC-A6F7-0A63FB0CD484}"/>
              </a:ext>
            </a:extLst>
          </p:cNvPr>
          <p:cNvSpPr/>
          <p:nvPr/>
        </p:nvSpPr>
        <p:spPr>
          <a:xfrm>
            <a:off x="7976915" y="287768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81" name="Rectangle 80">
            <a:extLst>
              <a:ext uri="{FF2B5EF4-FFF2-40B4-BE49-F238E27FC236}">
                <a16:creationId xmlns:a16="http://schemas.microsoft.com/office/drawing/2014/main" id="{C106D0C9-D590-43D4-AAAA-A084378F5B02}"/>
              </a:ext>
            </a:extLst>
          </p:cNvPr>
          <p:cNvSpPr/>
          <p:nvPr/>
        </p:nvSpPr>
        <p:spPr>
          <a:xfrm>
            <a:off x="8450169" y="2878224"/>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32</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1" name="Rectangle 90">
            <a:extLst>
              <a:ext uri="{FF2B5EF4-FFF2-40B4-BE49-F238E27FC236}">
                <a16:creationId xmlns:a16="http://schemas.microsoft.com/office/drawing/2014/main" id="{82935C4F-086F-43B6-98F4-91C8BB325B99}"/>
              </a:ext>
            </a:extLst>
          </p:cNvPr>
          <p:cNvSpPr/>
          <p:nvPr/>
        </p:nvSpPr>
        <p:spPr>
          <a:xfrm>
            <a:off x="10844812" y="3706233"/>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32</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92" name="Rectangle 91">
            <a:extLst>
              <a:ext uri="{FF2B5EF4-FFF2-40B4-BE49-F238E27FC236}">
                <a16:creationId xmlns:a16="http://schemas.microsoft.com/office/drawing/2014/main" id="{060B5298-831B-4A84-8FFF-F0B6953F490B}"/>
              </a:ext>
            </a:extLst>
          </p:cNvPr>
          <p:cNvSpPr/>
          <p:nvPr/>
        </p:nvSpPr>
        <p:spPr>
          <a:xfrm>
            <a:off x="9792398" y="1963991"/>
            <a:ext cx="1234825"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Forward Pass </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6" name="Rectangle 95">
            <a:extLst>
              <a:ext uri="{FF2B5EF4-FFF2-40B4-BE49-F238E27FC236}">
                <a16:creationId xmlns:a16="http://schemas.microsoft.com/office/drawing/2014/main" id="{46891C95-4519-4F90-A8BE-84DF459EA05D}"/>
              </a:ext>
            </a:extLst>
          </p:cNvPr>
          <p:cNvSpPr/>
          <p:nvPr/>
        </p:nvSpPr>
        <p:spPr>
          <a:xfrm>
            <a:off x="10845548" y="4653123"/>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7" name="Rectangle 96">
            <a:extLst>
              <a:ext uri="{FF2B5EF4-FFF2-40B4-BE49-F238E27FC236}">
                <a16:creationId xmlns:a16="http://schemas.microsoft.com/office/drawing/2014/main" id="{F44C26FA-70F3-44E4-8D13-E845744C39E8}"/>
              </a:ext>
            </a:extLst>
          </p:cNvPr>
          <p:cNvSpPr/>
          <p:nvPr/>
        </p:nvSpPr>
        <p:spPr>
          <a:xfrm>
            <a:off x="8443822" y="3128163"/>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8" name="Rectangle 97">
            <a:extLst>
              <a:ext uri="{FF2B5EF4-FFF2-40B4-BE49-F238E27FC236}">
                <a16:creationId xmlns:a16="http://schemas.microsoft.com/office/drawing/2014/main" id="{2AB021E0-ED90-4B93-9CF7-2F142B03E8D6}"/>
              </a:ext>
            </a:extLst>
          </p:cNvPr>
          <p:cNvSpPr/>
          <p:nvPr/>
        </p:nvSpPr>
        <p:spPr>
          <a:xfrm>
            <a:off x="9431604" y="5297329"/>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9" name="Rectangle 98">
            <a:extLst>
              <a:ext uri="{FF2B5EF4-FFF2-40B4-BE49-F238E27FC236}">
                <a16:creationId xmlns:a16="http://schemas.microsoft.com/office/drawing/2014/main" id="{85105C94-2BB2-4304-917E-E94E95F1B60F}"/>
              </a:ext>
            </a:extLst>
          </p:cNvPr>
          <p:cNvSpPr/>
          <p:nvPr/>
        </p:nvSpPr>
        <p:spPr>
          <a:xfrm>
            <a:off x="8961697" y="5295834"/>
            <a:ext cx="373821" cy="307777"/>
          </a:xfrm>
          <a:prstGeom prst="rect">
            <a:avLst/>
          </a:prstGeom>
          <a:noFill/>
        </p:spPr>
        <p:txBody>
          <a:bodyPr wrap="none" lIns="91440" tIns="45720" rIns="91440" bIns="45720">
            <a:spAutoFit/>
          </a:bodyPr>
          <a:lstStyle/>
          <a:p>
            <a:pPr algn="ctr"/>
            <a:r>
              <a:rPr lang="en-US" sz="1400" b="1" dirty="0">
                <a:ln w="0"/>
                <a:solidFill>
                  <a:schemeClr val="accent2">
                    <a:lumMod val="75000"/>
                  </a:schemeClr>
                </a:solidFill>
                <a:effectLst>
                  <a:outerShdw blurRad="38100" dist="19050" dir="2700000" algn="tl" rotWithShape="0">
                    <a:schemeClr val="dk1">
                      <a:alpha val="40000"/>
                    </a:schemeClr>
                  </a:outerShdw>
                </a:effectLst>
              </a:rPr>
              <a:t>27</a:t>
            </a:r>
            <a:endParaRPr lang="en-US" sz="1400" b="1" cap="none" spc="0" dirty="0">
              <a:ln w="0"/>
              <a:solidFill>
                <a:schemeClr val="accent2">
                  <a:lumMod val="75000"/>
                </a:schemeClr>
              </a:solidFill>
              <a:effectLst>
                <a:outerShdw blurRad="38100" dist="19050" dir="2700000" algn="tl" rotWithShape="0">
                  <a:schemeClr val="dk1">
                    <a:alpha val="40000"/>
                  </a:schemeClr>
                </a:outerShdw>
              </a:effectLst>
            </a:endParaRPr>
          </a:p>
        </p:txBody>
      </p:sp>
      <p:sp>
        <p:nvSpPr>
          <p:cNvPr id="100" name="Rectangle 99">
            <a:extLst>
              <a:ext uri="{FF2B5EF4-FFF2-40B4-BE49-F238E27FC236}">
                <a16:creationId xmlns:a16="http://schemas.microsoft.com/office/drawing/2014/main" id="{9B6A29CC-8915-4D9D-8783-BF2CF21339E9}"/>
              </a:ext>
            </a:extLst>
          </p:cNvPr>
          <p:cNvSpPr/>
          <p:nvPr/>
        </p:nvSpPr>
        <p:spPr>
          <a:xfrm>
            <a:off x="7958866" y="3115679"/>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26</a:t>
            </a:r>
          </a:p>
        </p:txBody>
      </p:sp>
      <p:sp>
        <p:nvSpPr>
          <p:cNvPr id="101" name="Rectangle 100">
            <a:extLst>
              <a:ext uri="{FF2B5EF4-FFF2-40B4-BE49-F238E27FC236}">
                <a16:creationId xmlns:a16="http://schemas.microsoft.com/office/drawing/2014/main" id="{D5B993E4-E953-40C0-8355-CB3A0FFB67BC}"/>
              </a:ext>
            </a:extLst>
          </p:cNvPr>
          <p:cNvSpPr/>
          <p:nvPr/>
        </p:nvSpPr>
        <p:spPr>
          <a:xfrm>
            <a:off x="7387917" y="5277810"/>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26</a:t>
            </a:r>
          </a:p>
        </p:txBody>
      </p:sp>
      <p:sp>
        <p:nvSpPr>
          <p:cNvPr id="102" name="Rectangle 101">
            <a:extLst>
              <a:ext uri="{FF2B5EF4-FFF2-40B4-BE49-F238E27FC236}">
                <a16:creationId xmlns:a16="http://schemas.microsoft.com/office/drawing/2014/main" id="{53409B73-E701-46A4-B942-013A131FB19C}"/>
              </a:ext>
            </a:extLst>
          </p:cNvPr>
          <p:cNvSpPr/>
          <p:nvPr/>
        </p:nvSpPr>
        <p:spPr>
          <a:xfrm>
            <a:off x="6888860" y="5302483"/>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17</a:t>
            </a:r>
          </a:p>
        </p:txBody>
      </p:sp>
      <p:sp>
        <p:nvSpPr>
          <p:cNvPr id="103" name="Rectangle 102">
            <a:extLst>
              <a:ext uri="{FF2B5EF4-FFF2-40B4-BE49-F238E27FC236}">
                <a16:creationId xmlns:a16="http://schemas.microsoft.com/office/drawing/2014/main" id="{ED9B8A4A-DF94-467F-BA44-0B2CEB8419D1}"/>
              </a:ext>
            </a:extLst>
          </p:cNvPr>
          <p:cNvSpPr/>
          <p:nvPr/>
        </p:nvSpPr>
        <p:spPr>
          <a:xfrm>
            <a:off x="5305500" y="3128162"/>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26</a:t>
            </a:r>
          </a:p>
        </p:txBody>
      </p:sp>
      <p:sp>
        <p:nvSpPr>
          <p:cNvPr id="104" name="Rectangle 103">
            <a:extLst>
              <a:ext uri="{FF2B5EF4-FFF2-40B4-BE49-F238E27FC236}">
                <a16:creationId xmlns:a16="http://schemas.microsoft.com/office/drawing/2014/main" id="{3C8269FE-F529-4B69-A370-770D3EB38A5B}"/>
              </a:ext>
            </a:extLst>
          </p:cNvPr>
          <p:cNvSpPr/>
          <p:nvPr/>
        </p:nvSpPr>
        <p:spPr>
          <a:xfrm>
            <a:off x="4823683" y="3110204"/>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14</a:t>
            </a:r>
          </a:p>
        </p:txBody>
      </p:sp>
      <p:sp>
        <p:nvSpPr>
          <p:cNvPr id="105" name="Rectangle 104">
            <a:extLst>
              <a:ext uri="{FF2B5EF4-FFF2-40B4-BE49-F238E27FC236}">
                <a16:creationId xmlns:a16="http://schemas.microsoft.com/office/drawing/2014/main" id="{80A59BDC-D250-4AF9-9066-0335FC106072}"/>
              </a:ext>
            </a:extLst>
          </p:cNvPr>
          <p:cNvSpPr/>
          <p:nvPr/>
        </p:nvSpPr>
        <p:spPr>
          <a:xfrm>
            <a:off x="5325241" y="5277810"/>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17</a:t>
            </a:r>
          </a:p>
        </p:txBody>
      </p:sp>
      <p:sp>
        <p:nvSpPr>
          <p:cNvPr id="106" name="Rectangle 105">
            <a:extLst>
              <a:ext uri="{FF2B5EF4-FFF2-40B4-BE49-F238E27FC236}">
                <a16:creationId xmlns:a16="http://schemas.microsoft.com/office/drawing/2014/main" id="{B7831A87-C58E-4D6D-8372-28BD6C81AD7B}"/>
              </a:ext>
            </a:extLst>
          </p:cNvPr>
          <p:cNvSpPr/>
          <p:nvPr/>
        </p:nvSpPr>
        <p:spPr>
          <a:xfrm>
            <a:off x="4889701" y="5295833"/>
            <a:ext cx="279244"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9</a:t>
            </a:r>
          </a:p>
        </p:txBody>
      </p:sp>
      <p:sp>
        <p:nvSpPr>
          <p:cNvPr id="107" name="Rectangle 106">
            <a:extLst>
              <a:ext uri="{FF2B5EF4-FFF2-40B4-BE49-F238E27FC236}">
                <a16:creationId xmlns:a16="http://schemas.microsoft.com/office/drawing/2014/main" id="{F7466C67-75C0-4701-A9CC-6921A07FE1FF}"/>
              </a:ext>
            </a:extLst>
          </p:cNvPr>
          <p:cNvSpPr/>
          <p:nvPr/>
        </p:nvSpPr>
        <p:spPr>
          <a:xfrm>
            <a:off x="3276868" y="5315618"/>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9</a:t>
            </a:r>
          </a:p>
        </p:txBody>
      </p:sp>
      <p:sp>
        <p:nvSpPr>
          <p:cNvPr id="108" name="Rectangle 107">
            <a:extLst>
              <a:ext uri="{FF2B5EF4-FFF2-40B4-BE49-F238E27FC236}">
                <a16:creationId xmlns:a16="http://schemas.microsoft.com/office/drawing/2014/main" id="{608CBF29-9432-4DBE-B19E-E39B4D0EC26E}"/>
              </a:ext>
            </a:extLst>
          </p:cNvPr>
          <p:cNvSpPr/>
          <p:nvPr/>
        </p:nvSpPr>
        <p:spPr>
          <a:xfrm>
            <a:off x="2823463" y="5318890"/>
            <a:ext cx="279244"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0</a:t>
            </a:r>
          </a:p>
        </p:txBody>
      </p:sp>
      <p:sp>
        <p:nvSpPr>
          <p:cNvPr id="109" name="Rectangle 108">
            <a:extLst>
              <a:ext uri="{FF2B5EF4-FFF2-40B4-BE49-F238E27FC236}">
                <a16:creationId xmlns:a16="http://schemas.microsoft.com/office/drawing/2014/main" id="{E3761271-8F22-4F1C-A985-88CCC08D8C59}"/>
              </a:ext>
            </a:extLst>
          </p:cNvPr>
          <p:cNvSpPr/>
          <p:nvPr/>
        </p:nvSpPr>
        <p:spPr>
          <a:xfrm>
            <a:off x="3249052" y="3146836"/>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9</a:t>
            </a:r>
          </a:p>
        </p:txBody>
      </p:sp>
      <p:sp>
        <p:nvSpPr>
          <p:cNvPr id="110" name="Rectangle 109">
            <a:extLst>
              <a:ext uri="{FF2B5EF4-FFF2-40B4-BE49-F238E27FC236}">
                <a16:creationId xmlns:a16="http://schemas.microsoft.com/office/drawing/2014/main" id="{63CD1AFC-ADCA-425A-B498-2C651ED0891F}"/>
              </a:ext>
            </a:extLst>
          </p:cNvPr>
          <p:cNvSpPr/>
          <p:nvPr/>
        </p:nvSpPr>
        <p:spPr>
          <a:xfrm>
            <a:off x="2806071" y="3146669"/>
            <a:ext cx="279244" cy="307777"/>
          </a:xfrm>
          <a:prstGeom prst="rect">
            <a:avLst/>
          </a:prstGeom>
          <a:noFill/>
        </p:spPr>
        <p:txBody>
          <a:bodyPr wrap="none" lIns="91440" tIns="45720" rIns="91440" bIns="45720">
            <a:spAutoFit/>
          </a:bodyPr>
          <a:lstStyle/>
          <a:p>
            <a:pPr algn="ctr"/>
            <a:r>
              <a:rPr lang="en-US" sz="1400" b="1" dirty="0">
                <a:ln w="0"/>
                <a:solidFill>
                  <a:schemeClr val="accent2">
                    <a:lumMod val="75000"/>
                  </a:schemeClr>
                </a:solidFill>
                <a:effectLst>
                  <a:outerShdw blurRad="38100" dist="19050" dir="2700000" algn="tl" rotWithShape="0">
                    <a:schemeClr val="dk1">
                      <a:alpha val="40000"/>
                    </a:schemeClr>
                  </a:outerShdw>
                </a:effectLst>
              </a:rPr>
              <a:t>2</a:t>
            </a:r>
            <a:endParaRPr lang="en-US" sz="1400" b="1" cap="none" spc="0" dirty="0">
              <a:ln w="0"/>
              <a:solidFill>
                <a:schemeClr val="accent2">
                  <a:lumMod val="75000"/>
                </a:schemeClr>
              </a:solidFill>
              <a:effectLst>
                <a:outerShdw blurRad="38100" dist="19050" dir="2700000" algn="tl" rotWithShape="0">
                  <a:schemeClr val="dk1">
                    <a:alpha val="40000"/>
                  </a:schemeClr>
                </a:outerShdw>
              </a:effectLst>
            </a:endParaRPr>
          </a:p>
        </p:txBody>
      </p:sp>
      <p:sp>
        <p:nvSpPr>
          <p:cNvPr id="111" name="Rectangle 110">
            <a:extLst>
              <a:ext uri="{FF2B5EF4-FFF2-40B4-BE49-F238E27FC236}">
                <a16:creationId xmlns:a16="http://schemas.microsoft.com/office/drawing/2014/main" id="{F8DC8DCD-26A0-4183-BFAB-0156DB260B24}"/>
              </a:ext>
            </a:extLst>
          </p:cNvPr>
          <p:cNvSpPr/>
          <p:nvPr/>
        </p:nvSpPr>
        <p:spPr>
          <a:xfrm>
            <a:off x="1232972" y="4638997"/>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0</a:t>
            </a:r>
          </a:p>
        </p:txBody>
      </p:sp>
      <p:sp>
        <p:nvSpPr>
          <p:cNvPr id="112" name="Rectangle 111">
            <a:extLst>
              <a:ext uri="{FF2B5EF4-FFF2-40B4-BE49-F238E27FC236}">
                <a16:creationId xmlns:a16="http://schemas.microsoft.com/office/drawing/2014/main" id="{6DD8F6B6-D1FE-40AE-9F90-39A5447EBA52}"/>
              </a:ext>
            </a:extLst>
          </p:cNvPr>
          <p:cNvSpPr/>
          <p:nvPr/>
        </p:nvSpPr>
        <p:spPr>
          <a:xfrm>
            <a:off x="9762562" y="2163916"/>
            <a:ext cx="1302664"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Backward Pass</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16" name="Rectangle 15">
            <a:extLst>
              <a:ext uri="{FF2B5EF4-FFF2-40B4-BE49-F238E27FC236}">
                <a16:creationId xmlns:a16="http://schemas.microsoft.com/office/drawing/2014/main" id="{11FFDF5B-2EB0-41B9-BF42-2A46494946EC}"/>
              </a:ext>
            </a:extLst>
          </p:cNvPr>
          <p:cNvSpPr/>
          <p:nvPr/>
        </p:nvSpPr>
        <p:spPr>
          <a:xfrm>
            <a:off x="2912517" y="3409801"/>
            <a:ext cx="354584" cy="461665"/>
          </a:xfrm>
          <a:prstGeom prst="rect">
            <a:avLst/>
          </a:prstGeom>
          <a:noFill/>
        </p:spPr>
        <p:txBody>
          <a:bodyPr wrap="none" lIns="91440" tIns="45720" rIns="91440" bIns="45720">
            <a:spAutoFit/>
          </a:bodyPr>
          <a:lstStyle/>
          <a:p>
            <a:pPr algn="ctr"/>
            <a:r>
              <a:rPr lang="en-US" sz="2400" b="1" cap="none" spc="0" dirty="0">
                <a:ln w="0"/>
                <a:solidFill>
                  <a:schemeClr val="bg1"/>
                </a:solidFill>
                <a:effectLst>
                  <a:outerShdw blurRad="38100" dist="19050" dir="2700000" algn="tl" rotWithShape="0">
                    <a:schemeClr val="dk1">
                      <a:alpha val="40000"/>
                    </a:schemeClr>
                  </a:outerShdw>
                </a:effectLst>
              </a:rPr>
              <a:t>2</a:t>
            </a:r>
          </a:p>
        </p:txBody>
      </p:sp>
      <p:sp>
        <p:nvSpPr>
          <p:cNvPr id="116" name="Rectangle 115">
            <a:extLst>
              <a:ext uri="{FF2B5EF4-FFF2-40B4-BE49-F238E27FC236}">
                <a16:creationId xmlns:a16="http://schemas.microsoft.com/office/drawing/2014/main" id="{3001312C-51C7-4397-9C4B-7C0BC08B5BAC}"/>
              </a:ext>
            </a:extLst>
          </p:cNvPr>
          <p:cNvSpPr/>
          <p:nvPr/>
        </p:nvSpPr>
        <p:spPr>
          <a:xfrm>
            <a:off x="5020279" y="3388728"/>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7</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17" name="Rectangle 116">
            <a:extLst>
              <a:ext uri="{FF2B5EF4-FFF2-40B4-BE49-F238E27FC236}">
                <a16:creationId xmlns:a16="http://schemas.microsoft.com/office/drawing/2014/main" id="{8227497D-AE13-4226-A7C1-4DDB5B30C90D}"/>
              </a:ext>
            </a:extLst>
          </p:cNvPr>
          <p:cNvSpPr/>
          <p:nvPr/>
        </p:nvSpPr>
        <p:spPr>
          <a:xfrm>
            <a:off x="8263389" y="3381692"/>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18" name="Rectangle 117">
            <a:extLst>
              <a:ext uri="{FF2B5EF4-FFF2-40B4-BE49-F238E27FC236}">
                <a16:creationId xmlns:a16="http://schemas.microsoft.com/office/drawing/2014/main" id="{4FAC4B83-6A08-41E5-975B-DD4F75BA3031}"/>
              </a:ext>
            </a:extLst>
          </p:cNvPr>
          <p:cNvSpPr/>
          <p:nvPr/>
        </p:nvSpPr>
        <p:spPr>
          <a:xfrm>
            <a:off x="2972639" y="4657198"/>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19" name="Rectangle 118">
            <a:extLst>
              <a:ext uri="{FF2B5EF4-FFF2-40B4-BE49-F238E27FC236}">
                <a16:creationId xmlns:a16="http://schemas.microsoft.com/office/drawing/2014/main" id="{8049459E-43C8-4607-B52C-E4E71BD9813D}"/>
              </a:ext>
            </a:extLst>
          </p:cNvPr>
          <p:cNvSpPr/>
          <p:nvPr/>
        </p:nvSpPr>
        <p:spPr>
          <a:xfrm>
            <a:off x="5064423" y="4553389"/>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20" name="Rectangle 119">
            <a:extLst>
              <a:ext uri="{FF2B5EF4-FFF2-40B4-BE49-F238E27FC236}">
                <a16:creationId xmlns:a16="http://schemas.microsoft.com/office/drawing/2014/main" id="{94E13E75-F5CE-4EFA-963C-C7786D773272}"/>
              </a:ext>
            </a:extLst>
          </p:cNvPr>
          <p:cNvSpPr/>
          <p:nvPr/>
        </p:nvSpPr>
        <p:spPr>
          <a:xfrm>
            <a:off x="6914320" y="4598840"/>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21" name="Rectangle 120">
            <a:extLst>
              <a:ext uri="{FF2B5EF4-FFF2-40B4-BE49-F238E27FC236}">
                <a16:creationId xmlns:a16="http://schemas.microsoft.com/office/drawing/2014/main" id="{DC42E854-9FEE-4F62-8C79-41E52BC67AB3}"/>
              </a:ext>
            </a:extLst>
          </p:cNvPr>
          <p:cNvSpPr/>
          <p:nvPr/>
        </p:nvSpPr>
        <p:spPr>
          <a:xfrm>
            <a:off x="9065357" y="4607426"/>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1</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22" name="Rectangle 121">
            <a:extLst>
              <a:ext uri="{FF2B5EF4-FFF2-40B4-BE49-F238E27FC236}">
                <a16:creationId xmlns:a16="http://schemas.microsoft.com/office/drawing/2014/main" id="{518B5F08-A681-4EE9-BDF1-9951711F23F3}"/>
              </a:ext>
            </a:extLst>
          </p:cNvPr>
          <p:cNvSpPr/>
          <p:nvPr/>
        </p:nvSpPr>
        <p:spPr>
          <a:xfrm>
            <a:off x="10160906" y="2375078"/>
            <a:ext cx="569387" cy="307777"/>
          </a:xfrm>
          <a:prstGeom prst="rect">
            <a:avLst/>
          </a:prstGeom>
          <a:noFill/>
        </p:spPr>
        <p:txBody>
          <a:bodyPr wrap="none" lIns="91440" tIns="45720" rIns="91440" bIns="45720">
            <a:spAutoFit/>
          </a:bodyPr>
          <a:lstStyle/>
          <a:p>
            <a:pPr algn="ctr"/>
            <a:r>
              <a:rPr lang="en-US" sz="1400" b="1" dirty="0">
                <a:ln w="0"/>
                <a:solidFill>
                  <a:schemeClr val="bg1"/>
                </a:solidFill>
                <a:effectLst>
                  <a:outerShdw blurRad="38100" dist="19050" dir="2700000" algn="tl" rotWithShape="0">
                    <a:schemeClr val="dk1">
                      <a:alpha val="40000"/>
                    </a:schemeClr>
                  </a:outerShdw>
                </a:effectLst>
              </a:rPr>
              <a:t>Slack</a:t>
            </a:r>
            <a:endParaRPr lang="en-US" sz="1400" b="1"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02946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2821-79CE-4B80-8EEC-914E8AABE876}"/>
              </a:ext>
            </a:extLst>
          </p:cNvPr>
          <p:cNvSpPr>
            <a:spLocks noGrp="1"/>
          </p:cNvSpPr>
          <p:nvPr>
            <p:ph type="title"/>
          </p:nvPr>
        </p:nvSpPr>
        <p:spPr/>
        <p:txBody>
          <a:bodyPr/>
          <a:lstStyle/>
          <a:p>
            <a:pPr algn="ctr"/>
            <a:r>
              <a:rPr lang="en-US" b="1" dirty="0"/>
              <a:t>Steps When Creating a PERT Chart (Continues…)</a:t>
            </a:r>
            <a:endParaRPr lang="LID4096" dirty="0"/>
          </a:p>
        </p:txBody>
      </p:sp>
      <p:sp>
        <p:nvSpPr>
          <p:cNvPr id="3" name="Content Placeholder 2">
            <a:extLst>
              <a:ext uri="{FF2B5EF4-FFF2-40B4-BE49-F238E27FC236}">
                <a16:creationId xmlns:a16="http://schemas.microsoft.com/office/drawing/2014/main" id="{00BEB8E5-AFE0-4919-9637-1946926647AF}"/>
              </a:ext>
            </a:extLst>
          </p:cNvPr>
          <p:cNvSpPr>
            <a:spLocks noGrp="1"/>
          </p:cNvSpPr>
          <p:nvPr>
            <p:ph idx="1"/>
          </p:nvPr>
        </p:nvSpPr>
        <p:spPr/>
        <p:txBody>
          <a:bodyPr/>
          <a:lstStyle/>
          <a:p>
            <a:pPr marL="457200" indent="-457200">
              <a:buAutoNum type="arabicPeriod" startAt="6"/>
            </a:pPr>
            <a:r>
              <a:rPr lang="en-US" dirty="0"/>
              <a:t>Identifying the </a:t>
            </a:r>
            <a:r>
              <a:rPr lang="en-US" b="1" dirty="0">
                <a:solidFill>
                  <a:srgbClr val="C00000"/>
                </a:solidFill>
              </a:rPr>
              <a:t>Critical Path</a:t>
            </a:r>
            <a:r>
              <a:rPr lang="en-US" dirty="0"/>
              <a:t>: </a:t>
            </a:r>
            <a:r>
              <a:rPr lang="en-US" dirty="0">
                <a:solidFill>
                  <a:schemeClr val="bg1"/>
                </a:solidFill>
              </a:rPr>
              <a:t>slack</a:t>
            </a:r>
            <a:r>
              <a:rPr lang="en-US" dirty="0"/>
              <a:t> = 0</a:t>
            </a:r>
            <a:endParaRPr lang="en-US" b="1" dirty="0"/>
          </a:p>
          <a:p>
            <a:pPr marL="0" indent="0">
              <a:buNone/>
            </a:pPr>
            <a:endParaRPr lang="en-US" b="1" dirty="0">
              <a:solidFill>
                <a:srgbClr val="FFC000"/>
              </a:solidFill>
            </a:endParaRPr>
          </a:p>
          <a:p>
            <a:pPr marL="0" indent="0">
              <a:buNone/>
            </a:pPr>
            <a:endParaRPr lang="en-US" b="1" dirty="0">
              <a:solidFill>
                <a:srgbClr val="FFC000"/>
              </a:solidFill>
            </a:endParaRPr>
          </a:p>
        </p:txBody>
      </p:sp>
      <p:sp>
        <p:nvSpPr>
          <p:cNvPr id="4" name="Footer Placeholder 3">
            <a:extLst>
              <a:ext uri="{FF2B5EF4-FFF2-40B4-BE49-F238E27FC236}">
                <a16:creationId xmlns:a16="http://schemas.microsoft.com/office/drawing/2014/main" id="{EA2EE206-B9D7-4020-A672-C31B08C08423}"/>
              </a:ext>
            </a:extLst>
          </p:cNvPr>
          <p:cNvSpPr>
            <a:spLocks noGrp="1"/>
          </p:cNvSpPr>
          <p:nvPr>
            <p:ph type="ftr" sz="quarter" idx="11"/>
          </p:nvPr>
        </p:nvSpPr>
        <p:spPr>
          <a:xfrm>
            <a:off x="6805382" y="6434169"/>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5D18458-B709-4A8D-BF3A-1646217BEC3A}"/>
              </a:ext>
            </a:extLst>
          </p:cNvPr>
          <p:cNvSpPr>
            <a:spLocks noGrp="1"/>
          </p:cNvSpPr>
          <p:nvPr>
            <p:ph type="sldNum" sz="quarter" idx="12"/>
          </p:nvPr>
        </p:nvSpPr>
        <p:spPr/>
        <p:txBody>
          <a:bodyPr/>
          <a:lstStyle/>
          <a:p>
            <a:fld id="{76711B12-96E3-4CC6-8596-5FF84CCB8B40}" type="slidenum">
              <a:rPr lang="LID4096" smtClean="0"/>
              <a:t>119</a:t>
            </a:fld>
            <a:endParaRPr lang="LID4096"/>
          </a:p>
        </p:txBody>
      </p:sp>
      <p:sp>
        <p:nvSpPr>
          <p:cNvPr id="6" name="Rectangle 5">
            <a:extLst>
              <a:ext uri="{FF2B5EF4-FFF2-40B4-BE49-F238E27FC236}">
                <a16:creationId xmlns:a16="http://schemas.microsoft.com/office/drawing/2014/main" id="{6D2FE9BD-AD1C-4942-AE49-1B4331C02E1A}"/>
              </a:ext>
            </a:extLst>
          </p:cNvPr>
          <p:cNvSpPr/>
          <p:nvPr/>
        </p:nvSpPr>
        <p:spPr>
          <a:xfrm>
            <a:off x="849180" y="4034296"/>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Rectangle 6">
            <a:extLst>
              <a:ext uri="{FF2B5EF4-FFF2-40B4-BE49-F238E27FC236}">
                <a16:creationId xmlns:a16="http://schemas.microsoft.com/office/drawing/2014/main" id="{300B4AE1-B3F7-47EC-9F8D-5738EFA9D101}"/>
              </a:ext>
            </a:extLst>
          </p:cNvPr>
          <p:cNvSpPr/>
          <p:nvPr/>
        </p:nvSpPr>
        <p:spPr>
          <a:xfrm>
            <a:off x="10505369" y="401248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7">
            <a:extLst>
              <a:ext uri="{FF2B5EF4-FFF2-40B4-BE49-F238E27FC236}">
                <a16:creationId xmlns:a16="http://schemas.microsoft.com/office/drawing/2014/main" id="{0731EFCF-FB07-426E-A3DC-61DED95D4012}"/>
              </a:ext>
            </a:extLst>
          </p:cNvPr>
          <p:cNvSpPr/>
          <p:nvPr/>
        </p:nvSpPr>
        <p:spPr>
          <a:xfrm>
            <a:off x="2573552" y="2902669"/>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Rectangle 8">
            <a:extLst>
              <a:ext uri="{FF2B5EF4-FFF2-40B4-BE49-F238E27FC236}">
                <a16:creationId xmlns:a16="http://schemas.microsoft.com/office/drawing/2014/main" id="{6C0EABB2-A34F-481A-A894-474839541989}"/>
              </a:ext>
            </a:extLst>
          </p:cNvPr>
          <p:cNvSpPr/>
          <p:nvPr/>
        </p:nvSpPr>
        <p:spPr>
          <a:xfrm>
            <a:off x="2573552" y="507571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3003A533-3D20-4DED-B9E6-E14320769C8D}"/>
              </a:ext>
            </a:extLst>
          </p:cNvPr>
          <p:cNvSpPr/>
          <p:nvPr/>
        </p:nvSpPr>
        <p:spPr>
          <a:xfrm>
            <a:off x="4627792" y="288612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Rectangle 10">
            <a:extLst>
              <a:ext uri="{FF2B5EF4-FFF2-40B4-BE49-F238E27FC236}">
                <a16:creationId xmlns:a16="http://schemas.microsoft.com/office/drawing/2014/main" id="{348B4F2E-25D6-47F5-9818-F31212415917}"/>
              </a:ext>
            </a:extLst>
          </p:cNvPr>
          <p:cNvSpPr/>
          <p:nvPr/>
        </p:nvSpPr>
        <p:spPr>
          <a:xfrm>
            <a:off x="4627792" y="504743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Rectangle 11">
            <a:extLst>
              <a:ext uri="{FF2B5EF4-FFF2-40B4-BE49-F238E27FC236}">
                <a16:creationId xmlns:a16="http://schemas.microsoft.com/office/drawing/2014/main" id="{09BA24B5-E2A2-419F-ACE0-D2E71DC71CA7}"/>
              </a:ext>
            </a:extLst>
          </p:cNvPr>
          <p:cNvSpPr/>
          <p:nvPr/>
        </p:nvSpPr>
        <p:spPr>
          <a:xfrm>
            <a:off x="7766114" y="2887652"/>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Rectangle 12">
            <a:extLst>
              <a:ext uri="{FF2B5EF4-FFF2-40B4-BE49-F238E27FC236}">
                <a16:creationId xmlns:a16="http://schemas.microsoft.com/office/drawing/2014/main" id="{6140A96F-3FF7-4F16-9BFA-791F041008FC}"/>
              </a:ext>
            </a:extLst>
          </p:cNvPr>
          <p:cNvSpPr/>
          <p:nvPr/>
        </p:nvSpPr>
        <p:spPr>
          <a:xfrm>
            <a:off x="6682032" y="5045384"/>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Rectangle 13">
            <a:extLst>
              <a:ext uri="{FF2B5EF4-FFF2-40B4-BE49-F238E27FC236}">
                <a16:creationId xmlns:a16="http://schemas.microsoft.com/office/drawing/2014/main" id="{787C4ADF-6958-431F-98AD-A510DF4DF7C1}"/>
              </a:ext>
            </a:extLst>
          </p:cNvPr>
          <p:cNvSpPr/>
          <p:nvPr/>
        </p:nvSpPr>
        <p:spPr>
          <a:xfrm>
            <a:off x="8732361" y="5045383"/>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Rectangle 14">
            <a:extLst>
              <a:ext uri="{FF2B5EF4-FFF2-40B4-BE49-F238E27FC236}">
                <a16:creationId xmlns:a16="http://schemas.microsoft.com/office/drawing/2014/main" id="{F9AF590A-919B-4345-998B-56C8393E94FA}"/>
              </a:ext>
            </a:extLst>
          </p:cNvPr>
          <p:cNvSpPr/>
          <p:nvPr/>
        </p:nvSpPr>
        <p:spPr>
          <a:xfrm>
            <a:off x="2553225" y="2886127"/>
            <a:ext cx="29367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A</a:t>
            </a:r>
          </a:p>
        </p:txBody>
      </p:sp>
      <p:sp>
        <p:nvSpPr>
          <p:cNvPr id="17" name="Rectangle 16">
            <a:extLst>
              <a:ext uri="{FF2B5EF4-FFF2-40B4-BE49-F238E27FC236}">
                <a16:creationId xmlns:a16="http://schemas.microsoft.com/office/drawing/2014/main" id="{19342029-59DE-49C0-98F6-C856D8DA5DC5}"/>
              </a:ext>
            </a:extLst>
          </p:cNvPr>
          <p:cNvSpPr/>
          <p:nvPr/>
        </p:nvSpPr>
        <p:spPr>
          <a:xfrm>
            <a:off x="10547914" y="4045604"/>
            <a:ext cx="99899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FINISH</a:t>
            </a:r>
          </a:p>
        </p:txBody>
      </p:sp>
      <p:cxnSp>
        <p:nvCxnSpPr>
          <p:cNvPr id="19" name="Straight Connector 18">
            <a:extLst>
              <a:ext uri="{FF2B5EF4-FFF2-40B4-BE49-F238E27FC236}">
                <a16:creationId xmlns:a16="http://schemas.microsoft.com/office/drawing/2014/main" id="{815A61CD-9C4B-4492-A3B0-5EADD93A06B9}"/>
              </a:ext>
            </a:extLst>
          </p:cNvPr>
          <p:cNvCxnSpPr>
            <a:stCxn id="8" idx="1"/>
            <a:endCxn id="8" idx="3"/>
          </p:cNvCxnSpPr>
          <p:nvPr/>
        </p:nvCxnSpPr>
        <p:spPr>
          <a:xfrm>
            <a:off x="2573552" y="3166620"/>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36B3C2-A822-4B6F-B6F9-36449988CB35}"/>
              </a:ext>
            </a:extLst>
          </p:cNvPr>
          <p:cNvCxnSpPr>
            <a:stCxn id="10" idx="1"/>
            <a:endCxn id="10" idx="3"/>
          </p:cNvCxnSpPr>
          <p:nvPr/>
        </p:nvCxnSpPr>
        <p:spPr>
          <a:xfrm>
            <a:off x="4627792" y="3150078"/>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EBFAAE-8C98-4A54-9E4B-1A17C1347703}"/>
              </a:ext>
            </a:extLst>
          </p:cNvPr>
          <p:cNvCxnSpPr>
            <a:stCxn id="12" idx="1"/>
            <a:endCxn id="12" idx="3"/>
          </p:cNvCxnSpPr>
          <p:nvPr/>
        </p:nvCxnSpPr>
        <p:spPr>
          <a:xfrm>
            <a:off x="7766114" y="3151603"/>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360925-80E8-4B90-88B8-D9A3B8629CF6}"/>
              </a:ext>
            </a:extLst>
          </p:cNvPr>
          <p:cNvCxnSpPr>
            <a:stCxn id="9" idx="1"/>
            <a:endCxn id="9" idx="3"/>
          </p:cNvCxnSpPr>
          <p:nvPr/>
        </p:nvCxnSpPr>
        <p:spPr>
          <a:xfrm>
            <a:off x="2573552" y="533966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5009231-5C64-46EE-9AEC-6D845B69A9EA}"/>
              </a:ext>
            </a:extLst>
          </p:cNvPr>
          <p:cNvCxnSpPr>
            <a:stCxn id="11" idx="1"/>
            <a:endCxn id="11" idx="3"/>
          </p:cNvCxnSpPr>
          <p:nvPr/>
        </p:nvCxnSpPr>
        <p:spPr>
          <a:xfrm>
            <a:off x="4627792" y="531138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34D8E1D-1A81-4E8A-BFD1-C35C0E541939}"/>
              </a:ext>
            </a:extLst>
          </p:cNvPr>
          <p:cNvCxnSpPr>
            <a:stCxn id="13" idx="1"/>
            <a:endCxn id="13" idx="3"/>
          </p:cNvCxnSpPr>
          <p:nvPr/>
        </p:nvCxnSpPr>
        <p:spPr>
          <a:xfrm>
            <a:off x="6682032" y="5309335"/>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5C30381-C2E0-4AA3-BCC4-10713F6AD875}"/>
              </a:ext>
            </a:extLst>
          </p:cNvPr>
          <p:cNvCxnSpPr>
            <a:stCxn id="14" idx="1"/>
            <a:endCxn id="14" idx="3"/>
          </p:cNvCxnSpPr>
          <p:nvPr/>
        </p:nvCxnSpPr>
        <p:spPr>
          <a:xfrm>
            <a:off x="8732361" y="5309334"/>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368D739-01F7-4F66-96A2-9C38A94F6323}"/>
              </a:ext>
            </a:extLst>
          </p:cNvPr>
          <p:cNvCxnSpPr/>
          <p:nvPr/>
        </p:nvCxnSpPr>
        <p:spPr>
          <a:xfrm>
            <a:off x="2846895" y="2902669"/>
            <a:ext cx="0" cy="5113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BD9E700-642D-494E-92FD-ECB63F0F6DD8}"/>
              </a:ext>
            </a:extLst>
          </p:cNvPr>
          <p:cNvCxnSpPr/>
          <p:nvPr/>
        </p:nvCxnSpPr>
        <p:spPr>
          <a:xfrm>
            <a:off x="4883085" y="2886127"/>
            <a:ext cx="0" cy="5428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6E652A-11F3-4088-95FC-7B805D5AF4EF}"/>
              </a:ext>
            </a:extLst>
          </p:cNvPr>
          <p:cNvCxnSpPr/>
          <p:nvPr/>
        </p:nvCxnSpPr>
        <p:spPr>
          <a:xfrm>
            <a:off x="8003357" y="2886127"/>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83BA683-8325-494B-B2F0-5F9DDCDE399A}"/>
              </a:ext>
            </a:extLst>
          </p:cNvPr>
          <p:cNvCxnSpPr/>
          <p:nvPr/>
        </p:nvCxnSpPr>
        <p:spPr>
          <a:xfrm>
            <a:off x="2846895" y="5075710"/>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1B77E2E-6E60-4564-A891-1B6F522C8CB4}"/>
              </a:ext>
            </a:extLst>
          </p:cNvPr>
          <p:cNvCxnSpPr/>
          <p:nvPr/>
        </p:nvCxnSpPr>
        <p:spPr>
          <a:xfrm>
            <a:off x="4883085" y="5045383"/>
            <a:ext cx="0" cy="558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1C32A78-8FCC-4124-B8CB-9E625F6D78FF}"/>
              </a:ext>
            </a:extLst>
          </p:cNvPr>
          <p:cNvCxnSpPr/>
          <p:nvPr/>
        </p:nvCxnSpPr>
        <p:spPr>
          <a:xfrm>
            <a:off x="6956981"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AAA28E2-F770-4BCD-BCF6-B38037F014E9}"/>
              </a:ext>
            </a:extLst>
          </p:cNvPr>
          <p:cNvCxnSpPr/>
          <p:nvPr/>
        </p:nvCxnSpPr>
        <p:spPr>
          <a:xfrm>
            <a:off x="8974318"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3246982A-B37A-4BA8-A2BD-2F42FD50AAA8}"/>
              </a:ext>
            </a:extLst>
          </p:cNvPr>
          <p:cNvSpPr/>
          <p:nvPr/>
        </p:nvSpPr>
        <p:spPr>
          <a:xfrm>
            <a:off x="920451" y="4100532"/>
            <a:ext cx="94154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START</a:t>
            </a:r>
          </a:p>
        </p:txBody>
      </p:sp>
      <p:sp>
        <p:nvSpPr>
          <p:cNvPr id="48" name="Rectangle 47">
            <a:extLst>
              <a:ext uri="{FF2B5EF4-FFF2-40B4-BE49-F238E27FC236}">
                <a16:creationId xmlns:a16="http://schemas.microsoft.com/office/drawing/2014/main" id="{C04C09F5-F687-409C-8EC8-B7E285B30840}"/>
              </a:ext>
            </a:extLst>
          </p:cNvPr>
          <p:cNvSpPr/>
          <p:nvPr/>
        </p:nvSpPr>
        <p:spPr>
          <a:xfrm>
            <a:off x="2582692" y="5053797"/>
            <a:ext cx="274435"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B</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49" name="Rectangle 48">
            <a:extLst>
              <a:ext uri="{FF2B5EF4-FFF2-40B4-BE49-F238E27FC236}">
                <a16:creationId xmlns:a16="http://schemas.microsoft.com/office/drawing/2014/main" id="{D0EB3D52-41BB-4BEC-9A13-7FD4C656D846}"/>
              </a:ext>
            </a:extLst>
          </p:cNvPr>
          <p:cNvSpPr/>
          <p:nvPr/>
        </p:nvSpPr>
        <p:spPr>
          <a:xfrm>
            <a:off x="4607464" y="2886126"/>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C</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0" name="Rectangle 49">
            <a:extLst>
              <a:ext uri="{FF2B5EF4-FFF2-40B4-BE49-F238E27FC236}">
                <a16:creationId xmlns:a16="http://schemas.microsoft.com/office/drawing/2014/main" id="{24B29AA9-9A39-4AE7-BC27-1EE05AC2E85C}"/>
              </a:ext>
            </a:extLst>
          </p:cNvPr>
          <p:cNvSpPr/>
          <p:nvPr/>
        </p:nvSpPr>
        <p:spPr>
          <a:xfrm>
            <a:off x="4617561" y="5013233"/>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1" name="Rectangle 50">
            <a:extLst>
              <a:ext uri="{FF2B5EF4-FFF2-40B4-BE49-F238E27FC236}">
                <a16:creationId xmlns:a16="http://schemas.microsoft.com/office/drawing/2014/main" id="{83EE1A73-10A1-4A73-8464-AB71A5545D00}"/>
              </a:ext>
            </a:extLst>
          </p:cNvPr>
          <p:cNvSpPr/>
          <p:nvPr/>
        </p:nvSpPr>
        <p:spPr>
          <a:xfrm>
            <a:off x="6674111" y="5013233"/>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E</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2" name="Rectangle 51">
            <a:extLst>
              <a:ext uri="{FF2B5EF4-FFF2-40B4-BE49-F238E27FC236}">
                <a16:creationId xmlns:a16="http://schemas.microsoft.com/office/drawing/2014/main" id="{93988261-5800-4206-A4A8-63EDEFD2C6EC}"/>
              </a:ext>
            </a:extLst>
          </p:cNvPr>
          <p:cNvSpPr/>
          <p:nvPr/>
        </p:nvSpPr>
        <p:spPr>
          <a:xfrm>
            <a:off x="7766114" y="2883269"/>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F</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3" name="Rectangle 52">
            <a:extLst>
              <a:ext uri="{FF2B5EF4-FFF2-40B4-BE49-F238E27FC236}">
                <a16:creationId xmlns:a16="http://schemas.microsoft.com/office/drawing/2014/main" id="{9C01EC4A-D00A-43BD-93FE-5DF4AB6A75AB}"/>
              </a:ext>
            </a:extLst>
          </p:cNvPr>
          <p:cNvSpPr/>
          <p:nvPr/>
        </p:nvSpPr>
        <p:spPr>
          <a:xfrm>
            <a:off x="8688934" y="5031883"/>
            <a:ext cx="32252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G</a:t>
            </a:r>
            <a:endParaRPr lang="en-US" sz="1400" b="0" cap="none" spc="0" dirty="0">
              <a:ln w="0"/>
              <a:solidFill>
                <a:schemeClr val="tx1"/>
              </a:solidFill>
              <a:effectLst>
                <a:outerShdw blurRad="38100" dist="19050" dir="2700000" algn="tl" rotWithShape="0">
                  <a:schemeClr val="dk1">
                    <a:alpha val="40000"/>
                  </a:schemeClr>
                </a:outerShdw>
              </a:effectLst>
            </a:endParaRPr>
          </a:p>
        </p:txBody>
      </p:sp>
      <p:cxnSp>
        <p:nvCxnSpPr>
          <p:cNvPr id="55" name="Straight Arrow Connector 54">
            <a:extLst>
              <a:ext uri="{FF2B5EF4-FFF2-40B4-BE49-F238E27FC236}">
                <a16:creationId xmlns:a16="http://schemas.microsoft.com/office/drawing/2014/main" id="{0C9C7379-306A-4448-A92C-0FB92EC33D6C}"/>
              </a:ext>
            </a:extLst>
          </p:cNvPr>
          <p:cNvCxnSpPr>
            <a:stCxn id="6" idx="3"/>
            <a:endCxn id="8" idx="1"/>
          </p:cNvCxnSpPr>
          <p:nvPr/>
        </p:nvCxnSpPr>
        <p:spPr>
          <a:xfrm flipV="1">
            <a:off x="1933262" y="3166620"/>
            <a:ext cx="640290" cy="11316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F3FCD0B-4FFE-4513-9496-4BBA12C559C9}"/>
              </a:ext>
            </a:extLst>
          </p:cNvPr>
          <p:cNvCxnSpPr>
            <a:cxnSpLocks/>
            <a:stCxn id="6" idx="3"/>
          </p:cNvCxnSpPr>
          <p:nvPr/>
        </p:nvCxnSpPr>
        <p:spPr>
          <a:xfrm>
            <a:off x="1933262" y="4298247"/>
            <a:ext cx="619963" cy="1063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2BA7A53-36EF-47E6-B5A0-1C51AE8F36C5}"/>
              </a:ext>
            </a:extLst>
          </p:cNvPr>
          <p:cNvCxnSpPr>
            <a:stCxn id="8" idx="3"/>
          </p:cNvCxnSpPr>
          <p:nvPr/>
        </p:nvCxnSpPr>
        <p:spPr>
          <a:xfrm>
            <a:off x="3657634" y="3166620"/>
            <a:ext cx="949830" cy="2173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B43133D-FB29-42AE-BB61-23A13D0C5EA4}"/>
              </a:ext>
            </a:extLst>
          </p:cNvPr>
          <p:cNvCxnSpPr>
            <a:stCxn id="9" idx="3"/>
          </p:cNvCxnSpPr>
          <p:nvPr/>
        </p:nvCxnSpPr>
        <p:spPr>
          <a:xfrm>
            <a:off x="3657634" y="5339661"/>
            <a:ext cx="876659" cy="219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7AB7C1B-FDA0-468E-A622-9A09D3E8BBE2}"/>
              </a:ext>
            </a:extLst>
          </p:cNvPr>
          <p:cNvCxnSpPr>
            <a:stCxn id="8" idx="3"/>
            <a:endCxn id="10" idx="1"/>
          </p:cNvCxnSpPr>
          <p:nvPr/>
        </p:nvCxnSpPr>
        <p:spPr>
          <a:xfrm flipV="1">
            <a:off x="3657634" y="3150078"/>
            <a:ext cx="970158" cy="16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BC8776A-344A-43A2-8BF9-88F75113147F}"/>
              </a:ext>
            </a:extLst>
          </p:cNvPr>
          <p:cNvCxnSpPr>
            <a:stCxn id="10" idx="3"/>
            <a:endCxn id="12" idx="1"/>
          </p:cNvCxnSpPr>
          <p:nvPr/>
        </p:nvCxnSpPr>
        <p:spPr>
          <a:xfrm>
            <a:off x="5711874" y="3150078"/>
            <a:ext cx="2054240" cy="1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3BAE35F-0727-4EEA-8590-0CCD2B66F32B}"/>
              </a:ext>
            </a:extLst>
          </p:cNvPr>
          <p:cNvCxnSpPr>
            <a:stCxn id="11" idx="3"/>
            <a:endCxn id="13" idx="1"/>
          </p:cNvCxnSpPr>
          <p:nvPr/>
        </p:nvCxnSpPr>
        <p:spPr>
          <a:xfrm flipV="1">
            <a:off x="5711874" y="5309335"/>
            <a:ext cx="970158" cy="2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CE4474B4-DA69-4ED3-B7C8-99BE5831232C}"/>
              </a:ext>
            </a:extLst>
          </p:cNvPr>
          <p:cNvCxnSpPr>
            <a:stCxn id="13" idx="3"/>
            <a:endCxn id="14" idx="1"/>
          </p:cNvCxnSpPr>
          <p:nvPr/>
        </p:nvCxnSpPr>
        <p:spPr>
          <a:xfrm flipV="1">
            <a:off x="7766114" y="5309334"/>
            <a:ext cx="966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356B071-6AC1-4779-B03A-2E81566CA0C5}"/>
              </a:ext>
            </a:extLst>
          </p:cNvPr>
          <p:cNvCxnSpPr>
            <a:stCxn id="14" idx="3"/>
            <a:endCxn id="7" idx="1"/>
          </p:cNvCxnSpPr>
          <p:nvPr/>
        </p:nvCxnSpPr>
        <p:spPr>
          <a:xfrm flipV="1">
            <a:off x="9816443" y="4276438"/>
            <a:ext cx="688926" cy="10328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Arrow Connector 73">
            <a:extLst>
              <a:ext uri="{FF2B5EF4-FFF2-40B4-BE49-F238E27FC236}">
                <a16:creationId xmlns:a16="http://schemas.microsoft.com/office/drawing/2014/main" id="{5B1AAB3B-A7E2-46A8-9C71-FF2CAA78A8A5}"/>
              </a:ext>
            </a:extLst>
          </p:cNvPr>
          <p:cNvCxnSpPr>
            <a:stCxn id="12" idx="3"/>
          </p:cNvCxnSpPr>
          <p:nvPr/>
        </p:nvCxnSpPr>
        <p:spPr>
          <a:xfrm>
            <a:off x="8850196" y="3151603"/>
            <a:ext cx="1547569" cy="1071605"/>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8" name="Straight Arrow Connector 77">
            <a:extLst>
              <a:ext uri="{FF2B5EF4-FFF2-40B4-BE49-F238E27FC236}">
                <a16:creationId xmlns:a16="http://schemas.microsoft.com/office/drawing/2014/main" id="{EF6861DB-B0FE-4F19-8E6F-C6B3228D99DA}"/>
              </a:ext>
            </a:extLst>
          </p:cNvPr>
          <p:cNvCxnSpPr>
            <a:cxnSpLocks/>
            <a:stCxn id="13" idx="0"/>
            <a:endCxn id="12" idx="2"/>
          </p:cNvCxnSpPr>
          <p:nvPr/>
        </p:nvCxnSpPr>
        <p:spPr>
          <a:xfrm flipV="1">
            <a:off x="7224073" y="3415553"/>
            <a:ext cx="1084082" cy="1629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BE7F714-71E6-42BE-9AD9-F5FA9B81A490}"/>
              </a:ext>
            </a:extLst>
          </p:cNvPr>
          <p:cNvSpPr/>
          <p:nvPr/>
        </p:nvSpPr>
        <p:spPr>
          <a:xfrm>
            <a:off x="2567892" y="3166619"/>
            <a:ext cx="284052" cy="307777"/>
          </a:xfrm>
          <a:prstGeom prst="rect">
            <a:avLst/>
          </a:prstGeom>
          <a:noFill/>
        </p:spPr>
        <p:txBody>
          <a:bodyPr wrap="none" lIns="91440" tIns="45720" rIns="91440" bIns="45720">
            <a:spAutoFit/>
          </a:bodyPr>
          <a:lstStyle/>
          <a:p>
            <a:pPr algn="ctr"/>
            <a:r>
              <a:rPr lang="en-US" sz="1400" b="1" dirty="0">
                <a:ln w="0"/>
                <a:solidFill>
                  <a:srgbClr val="FFC000"/>
                </a:solidFill>
                <a:effectLst>
                  <a:outerShdw blurRad="38100" dist="19050" dir="2700000" algn="tl" rotWithShape="0">
                    <a:schemeClr val="dk1">
                      <a:alpha val="40000"/>
                    </a:schemeClr>
                  </a:outerShdw>
                </a:effectLst>
              </a:rPr>
              <a:t>7</a:t>
            </a:r>
            <a:endParaRPr lang="en-US" sz="1400" b="1" cap="none" spc="0" dirty="0">
              <a:ln w="0"/>
              <a:solidFill>
                <a:srgbClr val="FFC000"/>
              </a:solidFill>
              <a:effectLst>
                <a:outerShdw blurRad="38100" dist="19050" dir="2700000" algn="tl" rotWithShape="0">
                  <a:schemeClr val="dk1">
                    <a:alpha val="40000"/>
                  </a:schemeClr>
                </a:outerShdw>
              </a:effectLst>
            </a:endParaRPr>
          </a:p>
        </p:txBody>
      </p:sp>
      <p:sp>
        <p:nvSpPr>
          <p:cNvPr id="83" name="Rectangle 82">
            <a:extLst>
              <a:ext uri="{FF2B5EF4-FFF2-40B4-BE49-F238E27FC236}">
                <a16:creationId xmlns:a16="http://schemas.microsoft.com/office/drawing/2014/main" id="{B3588E0E-51E5-4D2B-8AFD-3D79F2539181}"/>
              </a:ext>
            </a:extLst>
          </p:cNvPr>
          <p:cNvSpPr/>
          <p:nvPr/>
        </p:nvSpPr>
        <p:spPr>
          <a:xfrm>
            <a:off x="2574511" y="5311548"/>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4" name="Rectangle 83">
            <a:extLst>
              <a:ext uri="{FF2B5EF4-FFF2-40B4-BE49-F238E27FC236}">
                <a16:creationId xmlns:a16="http://schemas.microsoft.com/office/drawing/2014/main" id="{D0C4722C-4065-4A86-A0C4-46EFCFECB1C7}"/>
              </a:ext>
            </a:extLst>
          </p:cNvPr>
          <p:cNvSpPr/>
          <p:nvPr/>
        </p:nvSpPr>
        <p:spPr>
          <a:xfrm>
            <a:off x="4558364" y="3113737"/>
            <a:ext cx="373821"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12</a:t>
            </a:r>
          </a:p>
        </p:txBody>
      </p:sp>
      <p:sp>
        <p:nvSpPr>
          <p:cNvPr id="85" name="Rectangle 84">
            <a:extLst>
              <a:ext uri="{FF2B5EF4-FFF2-40B4-BE49-F238E27FC236}">
                <a16:creationId xmlns:a16="http://schemas.microsoft.com/office/drawing/2014/main" id="{83E43BDD-503B-4E9C-826C-4D73D2950A8E}"/>
              </a:ext>
            </a:extLst>
          </p:cNvPr>
          <p:cNvSpPr/>
          <p:nvPr/>
        </p:nvSpPr>
        <p:spPr>
          <a:xfrm>
            <a:off x="4615652" y="528169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8</a:t>
            </a:r>
          </a:p>
        </p:txBody>
      </p:sp>
      <p:sp>
        <p:nvSpPr>
          <p:cNvPr id="86" name="Rectangle 85">
            <a:extLst>
              <a:ext uri="{FF2B5EF4-FFF2-40B4-BE49-F238E27FC236}">
                <a16:creationId xmlns:a16="http://schemas.microsoft.com/office/drawing/2014/main" id="{E27DC8F3-104C-45B5-A4FA-B31D153FA14C}"/>
              </a:ext>
            </a:extLst>
          </p:cNvPr>
          <p:cNvSpPr/>
          <p:nvPr/>
        </p:nvSpPr>
        <p:spPr>
          <a:xfrm>
            <a:off x="6673777" y="5293259"/>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7" name="Rectangle 86">
            <a:extLst>
              <a:ext uri="{FF2B5EF4-FFF2-40B4-BE49-F238E27FC236}">
                <a16:creationId xmlns:a16="http://schemas.microsoft.com/office/drawing/2014/main" id="{E71B79FC-B981-4529-9F0F-75A13EB198DB}"/>
              </a:ext>
            </a:extLst>
          </p:cNvPr>
          <p:cNvSpPr/>
          <p:nvPr/>
        </p:nvSpPr>
        <p:spPr>
          <a:xfrm>
            <a:off x="7745471" y="3139927"/>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6</a:t>
            </a:r>
          </a:p>
        </p:txBody>
      </p:sp>
      <p:sp>
        <p:nvSpPr>
          <p:cNvPr id="88" name="Rectangle 87">
            <a:extLst>
              <a:ext uri="{FF2B5EF4-FFF2-40B4-BE49-F238E27FC236}">
                <a16:creationId xmlns:a16="http://schemas.microsoft.com/office/drawing/2014/main" id="{CFABD5D6-3500-4D10-AE20-A1FE778D7B4A}"/>
              </a:ext>
            </a:extLst>
          </p:cNvPr>
          <p:cNvSpPr/>
          <p:nvPr/>
        </p:nvSpPr>
        <p:spPr>
          <a:xfrm>
            <a:off x="8715987" y="530258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5</a:t>
            </a:r>
          </a:p>
        </p:txBody>
      </p:sp>
      <p:sp>
        <p:nvSpPr>
          <p:cNvPr id="89" name="Rectangle 88">
            <a:extLst>
              <a:ext uri="{FF2B5EF4-FFF2-40B4-BE49-F238E27FC236}">
                <a16:creationId xmlns:a16="http://schemas.microsoft.com/office/drawing/2014/main" id="{B08A22DF-4C9C-4EEA-B68F-364B349515AB}"/>
              </a:ext>
            </a:extLst>
          </p:cNvPr>
          <p:cNvSpPr/>
          <p:nvPr/>
        </p:nvSpPr>
        <p:spPr>
          <a:xfrm>
            <a:off x="9711522" y="1723222"/>
            <a:ext cx="1372492"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Activity Time (t)</a:t>
            </a:r>
          </a:p>
        </p:txBody>
      </p:sp>
      <p:sp>
        <p:nvSpPr>
          <p:cNvPr id="90" name="Rectangle 89">
            <a:extLst>
              <a:ext uri="{FF2B5EF4-FFF2-40B4-BE49-F238E27FC236}">
                <a16:creationId xmlns:a16="http://schemas.microsoft.com/office/drawing/2014/main" id="{2E4895E0-9C27-4D07-8335-080F85056D91}"/>
              </a:ext>
            </a:extLst>
          </p:cNvPr>
          <p:cNvSpPr/>
          <p:nvPr/>
        </p:nvSpPr>
        <p:spPr>
          <a:xfrm>
            <a:off x="10071122" y="1433372"/>
            <a:ext cx="575799" cy="369332"/>
          </a:xfrm>
          <a:prstGeom prst="rect">
            <a:avLst/>
          </a:prstGeom>
          <a:noFill/>
        </p:spPr>
        <p:txBody>
          <a:bodyPr wrap="none" lIns="91440" tIns="45720" rIns="91440" bIns="45720">
            <a:spAutoFit/>
          </a:bodyPr>
          <a:lstStyle/>
          <a:p>
            <a:pPr algn="ctr"/>
            <a:r>
              <a:rPr lang="en-US" b="1" cap="none" spc="0" dirty="0">
                <a:ln w="0"/>
                <a:effectLst>
                  <a:outerShdw blurRad="38100" dist="19050" dir="2700000" algn="tl" rotWithShape="0">
                    <a:schemeClr val="dk1">
                      <a:alpha val="40000"/>
                    </a:schemeClr>
                  </a:outerShdw>
                </a:effectLst>
              </a:rPr>
              <a:t>KEY</a:t>
            </a:r>
          </a:p>
        </p:txBody>
      </p:sp>
      <p:sp>
        <p:nvSpPr>
          <p:cNvPr id="58" name="Rectangle 57">
            <a:extLst>
              <a:ext uri="{FF2B5EF4-FFF2-40B4-BE49-F238E27FC236}">
                <a16:creationId xmlns:a16="http://schemas.microsoft.com/office/drawing/2014/main" id="{B9963F2C-9F40-471E-84EA-57F685A34AF0}"/>
              </a:ext>
            </a:extLst>
          </p:cNvPr>
          <p:cNvSpPr/>
          <p:nvPr/>
        </p:nvSpPr>
        <p:spPr>
          <a:xfrm>
            <a:off x="4869815" y="5043270"/>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9</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59" name="Rectangle 58">
            <a:extLst>
              <a:ext uri="{FF2B5EF4-FFF2-40B4-BE49-F238E27FC236}">
                <a16:creationId xmlns:a16="http://schemas.microsoft.com/office/drawing/2014/main" id="{063B6674-B7CA-4A85-902F-57F09CF1DE26}"/>
              </a:ext>
            </a:extLst>
          </p:cNvPr>
          <p:cNvSpPr/>
          <p:nvPr/>
        </p:nvSpPr>
        <p:spPr>
          <a:xfrm>
            <a:off x="2811728" y="2895966"/>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61" name="Rectangle 60">
            <a:extLst>
              <a:ext uri="{FF2B5EF4-FFF2-40B4-BE49-F238E27FC236}">
                <a16:creationId xmlns:a16="http://schemas.microsoft.com/office/drawing/2014/main" id="{67B593BC-C8E5-4EF5-9E78-B5C67B69E0F4}"/>
              </a:ext>
            </a:extLst>
          </p:cNvPr>
          <p:cNvSpPr/>
          <p:nvPr/>
        </p:nvSpPr>
        <p:spPr>
          <a:xfrm>
            <a:off x="3267101" y="2902669"/>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3" name="Rectangle 62">
            <a:extLst>
              <a:ext uri="{FF2B5EF4-FFF2-40B4-BE49-F238E27FC236}">
                <a16:creationId xmlns:a16="http://schemas.microsoft.com/office/drawing/2014/main" id="{B9C808F1-232F-48EB-B9F3-196E5CBD76B0}"/>
              </a:ext>
            </a:extLst>
          </p:cNvPr>
          <p:cNvSpPr/>
          <p:nvPr/>
        </p:nvSpPr>
        <p:spPr>
          <a:xfrm>
            <a:off x="2815542" y="5068848"/>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0</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5" name="Rectangle 64">
            <a:extLst>
              <a:ext uri="{FF2B5EF4-FFF2-40B4-BE49-F238E27FC236}">
                <a16:creationId xmlns:a16="http://schemas.microsoft.com/office/drawing/2014/main" id="{E1912FF9-5D02-44DC-90A7-04BC006723EF}"/>
              </a:ext>
            </a:extLst>
          </p:cNvPr>
          <p:cNvSpPr/>
          <p:nvPr/>
        </p:nvSpPr>
        <p:spPr>
          <a:xfrm>
            <a:off x="3282392" y="5068848"/>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7" name="Rectangle 66">
            <a:extLst>
              <a:ext uri="{FF2B5EF4-FFF2-40B4-BE49-F238E27FC236}">
                <a16:creationId xmlns:a16="http://schemas.microsoft.com/office/drawing/2014/main" id="{30B2BF43-8562-4FA2-AECF-E85991431243}"/>
              </a:ext>
            </a:extLst>
          </p:cNvPr>
          <p:cNvSpPr/>
          <p:nvPr/>
        </p:nvSpPr>
        <p:spPr>
          <a:xfrm>
            <a:off x="4850129" y="2889869"/>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FC62736B-381F-4A57-B275-EC20EC5426A6}"/>
              </a:ext>
            </a:extLst>
          </p:cNvPr>
          <p:cNvSpPr/>
          <p:nvPr/>
        </p:nvSpPr>
        <p:spPr>
          <a:xfrm>
            <a:off x="5278676" y="2886126"/>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A1F5394A-2642-4E90-9B4D-451844022CF8}"/>
              </a:ext>
            </a:extLst>
          </p:cNvPr>
          <p:cNvSpPr/>
          <p:nvPr/>
        </p:nvSpPr>
        <p:spPr>
          <a:xfrm>
            <a:off x="1232972" y="3759637"/>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73" name="Rectangle 72">
            <a:extLst>
              <a:ext uri="{FF2B5EF4-FFF2-40B4-BE49-F238E27FC236}">
                <a16:creationId xmlns:a16="http://schemas.microsoft.com/office/drawing/2014/main" id="{ED00DFC1-6963-4E97-9892-A91A7092B5AB}"/>
              </a:ext>
            </a:extLst>
          </p:cNvPr>
          <p:cNvSpPr/>
          <p:nvPr/>
        </p:nvSpPr>
        <p:spPr>
          <a:xfrm>
            <a:off x="5312016" y="5031882"/>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5" name="Rectangle 74">
            <a:extLst>
              <a:ext uri="{FF2B5EF4-FFF2-40B4-BE49-F238E27FC236}">
                <a16:creationId xmlns:a16="http://schemas.microsoft.com/office/drawing/2014/main" id="{524EB773-B20C-421C-86A5-91E133D0192F}"/>
              </a:ext>
            </a:extLst>
          </p:cNvPr>
          <p:cNvSpPr/>
          <p:nvPr/>
        </p:nvSpPr>
        <p:spPr>
          <a:xfrm>
            <a:off x="6893789" y="503646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17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6" name="Rectangle 75">
            <a:extLst>
              <a:ext uri="{FF2B5EF4-FFF2-40B4-BE49-F238E27FC236}">
                <a16:creationId xmlns:a16="http://schemas.microsoft.com/office/drawing/2014/main" id="{DF00219F-4C4A-4863-8083-DB52DADDE24A}"/>
              </a:ext>
            </a:extLst>
          </p:cNvPr>
          <p:cNvSpPr/>
          <p:nvPr/>
        </p:nvSpPr>
        <p:spPr>
          <a:xfrm>
            <a:off x="7413565" y="5033407"/>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26</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7" name="Rectangle 76">
            <a:extLst>
              <a:ext uri="{FF2B5EF4-FFF2-40B4-BE49-F238E27FC236}">
                <a16:creationId xmlns:a16="http://schemas.microsoft.com/office/drawing/2014/main" id="{8C58CE63-C81A-478C-8C91-060FBF9B85EB}"/>
              </a:ext>
            </a:extLst>
          </p:cNvPr>
          <p:cNvSpPr/>
          <p:nvPr/>
        </p:nvSpPr>
        <p:spPr>
          <a:xfrm>
            <a:off x="8943128" y="5033407"/>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9" name="Rectangle 78">
            <a:extLst>
              <a:ext uri="{FF2B5EF4-FFF2-40B4-BE49-F238E27FC236}">
                <a16:creationId xmlns:a16="http://schemas.microsoft.com/office/drawing/2014/main" id="{A3040163-BC23-4496-A6D3-21E865BD8AE1}"/>
              </a:ext>
            </a:extLst>
          </p:cNvPr>
          <p:cNvSpPr/>
          <p:nvPr/>
        </p:nvSpPr>
        <p:spPr>
          <a:xfrm>
            <a:off x="9446998" y="5036468"/>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31</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80" name="Rectangle 79">
            <a:extLst>
              <a:ext uri="{FF2B5EF4-FFF2-40B4-BE49-F238E27FC236}">
                <a16:creationId xmlns:a16="http://schemas.microsoft.com/office/drawing/2014/main" id="{44BFAB49-218D-4CDC-A6F7-0A63FB0CD484}"/>
              </a:ext>
            </a:extLst>
          </p:cNvPr>
          <p:cNvSpPr/>
          <p:nvPr/>
        </p:nvSpPr>
        <p:spPr>
          <a:xfrm>
            <a:off x="7976915" y="287768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81" name="Rectangle 80">
            <a:extLst>
              <a:ext uri="{FF2B5EF4-FFF2-40B4-BE49-F238E27FC236}">
                <a16:creationId xmlns:a16="http://schemas.microsoft.com/office/drawing/2014/main" id="{C106D0C9-D590-43D4-AAAA-A084378F5B02}"/>
              </a:ext>
            </a:extLst>
          </p:cNvPr>
          <p:cNvSpPr/>
          <p:nvPr/>
        </p:nvSpPr>
        <p:spPr>
          <a:xfrm>
            <a:off x="8450169" y="2878224"/>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32</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1" name="Rectangle 90">
            <a:extLst>
              <a:ext uri="{FF2B5EF4-FFF2-40B4-BE49-F238E27FC236}">
                <a16:creationId xmlns:a16="http://schemas.microsoft.com/office/drawing/2014/main" id="{82935C4F-086F-43B6-98F4-91C8BB325B99}"/>
              </a:ext>
            </a:extLst>
          </p:cNvPr>
          <p:cNvSpPr/>
          <p:nvPr/>
        </p:nvSpPr>
        <p:spPr>
          <a:xfrm>
            <a:off x="10844812" y="3706233"/>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32</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92" name="Rectangle 91">
            <a:extLst>
              <a:ext uri="{FF2B5EF4-FFF2-40B4-BE49-F238E27FC236}">
                <a16:creationId xmlns:a16="http://schemas.microsoft.com/office/drawing/2014/main" id="{060B5298-831B-4A84-8FFF-F0B6953F490B}"/>
              </a:ext>
            </a:extLst>
          </p:cNvPr>
          <p:cNvSpPr/>
          <p:nvPr/>
        </p:nvSpPr>
        <p:spPr>
          <a:xfrm>
            <a:off x="9792398" y="1963991"/>
            <a:ext cx="1234825"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Forward Pass </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6" name="Rectangle 95">
            <a:extLst>
              <a:ext uri="{FF2B5EF4-FFF2-40B4-BE49-F238E27FC236}">
                <a16:creationId xmlns:a16="http://schemas.microsoft.com/office/drawing/2014/main" id="{46891C95-4519-4F90-A8BE-84DF459EA05D}"/>
              </a:ext>
            </a:extLst>
          </p:cNvPr>
          <p:cNvSpPr/>
          <p:nvPr/>
        </p:nvSpPr>
        <p:spPr>
          <a:xfrm>
            <a:off x="10845548" y="4653123"/>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7" name="Rectangle 96">
            <a:extLst>
              <a:ext uri="{FF2B5EF4-FFF2-40B4-BE49-F238E27FC236}">
                <a16:creationId xmlns:a16="http://schemas.microsoft.com/office/drawing/2014/main" id="{F44C26FA-70F3-44E4-8D13-E845744C39E8}"/>
              </a:ext>
            </a:extLst>
          </p:cNvPr>
          <p:cNvSpPr/>
          <p:nvPr/>
        </p:nvSpPr>
        <p:spPr>
          <a:xfrm>
            <a:off x="8443822" y="3128163"/>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8" name="Rectangle 97">
            <a:extLst>
              <a:ext uri="{FF2B5EF4-FFF2-40B4-BE49-F238E27FC236}">
                <a16:creationId xmlns:a16="http://schemas.microsoft.com/office/drawing/2014/main" id="{2AB021E0-ED90-4B93-9CF7-2F142B03E8D6}"/>
              </a:ext>
            </a:extLst>
          </p:cNvPr>
          <p:cNvSpPr/>
          <p:nvPr/>
        </p:nvSpPr>
        <p:spPr>
          <a:xfrm>
            <a:off x="9431604" y="5297329"/>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9" name="Rectangle 98">
            <a:extLst>
              <a:ext uri="{FF2B5EF4-FFF2-40B4-BE49-F238E27FC236}">
                <a16:creationId xmlns:a16="http://schemas.microsoft.com/office/drawing/2014/main" id="{85105C94-2BB2-4304-917E-E94E95F1B60F}"/>
              </a:ext>
            </a:extLst>
          </p:cNvPr>
          <p:cNvSpPr/>
          <p:nvPr/>
        </p:nvSpPr>
        <p:spPr>
          <a:xfrm>
            <a:off x="8961697" y="5295834"/>
            <a:ext cx="373821" cy="307777"/>
          </a:xfrm>
          <a:prstGeom prst="rect">
            <a:avLst/>
          </a:prstGeom>
          <a:noFill/>
        </p:spPr>
        <p:txBody>
          <a:bodyPr wrap="none" lIns="91440" tIns="45720" rIns="91440" bIns="45720">
            <a:spAutoFit/>
          </a:bodyPr>
          <a:lstStyle/>
          <a:p>
            <a:pPr algn="ctr"/>
            <a:r>
              <a:rPr lang="en-US" sz="1400" b="1" dirty="0">
                <a:ln w="0"/>
                <a:solidFill>
                  <a:schemeClr val="accent2">
                    <a:lumMod val="75000"/>
                  </a:schemeClr>
                </a:solidFill>
                <a:effectLst>
                  <a:outerShdw blurRad="38100" dist="19050" dir="2700000" algn="tl" rotWithShape="0">
                    <a:schemeClr val="dk1">
                      <a:alpha val="40000"/>
                    </a:schemeClr>
                  </a:outerShdw>
                </a:effectLst>
              </a:rPr>
              <a:t>27</a:t>
            </a:r>
            <a:endParaRPr lang="en-US" sz="1400" b="1" cap="none" spc="0" dirty="0">
              <a:ln w="0"/>
              <a:solidFill>
                <a:schemeClr val="accent2">
                  <a:lumMod val="75000"/>
                </a:schemeClr>
              </a:solidFill>
              <a:effectLst>
                <a:outerShdw blurRad="38100" dist="19050" dir="2700000" algn="tl" rotWithShape="0">
                  <a:schemeClr val="dk1">
                    <a:alpha val="40000"/>
                  </a:schemeClr>
                </a:outerShdw>
              </a:effectLst>
            </a:endParaRPr>
          </a:p>
        </p:txBody>
      </p:sp>
      <p:sp>
        <p:nvSpPr>
          <p:cNvPr id="100" name="Rectangle 99">
            <a:extLst>
              <a:ext uri="{FF2B5EF4-FFF2-40B4-BE49-F238E27FC236}">
                <a16:creationId xmlns:a16="http://schemas.microsoft.com/office/drawing/2014/main" id="{9B6A29CC-8915-4D9D-8783-BF2CF21339E9}"/>
              </a:ext>
            </a:extLst>
          </p:cNvPr>
          <p:cNvSpPr/>
          <p:nvPr/>
        </p:nvSpPr>
        <p:spPr>
          <a:xfrm>
            <a:off x="7958866" y="3115679"/>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26</a:t>
            </a:r>
          </a:p>
        </p:txBody>
      </p:sp>
      <p:sp>
        <p:nvSpPr>
          <p:cNvPr id="101" name="Rectangle 100">
            <a:extLst>
              <a:ext uri="{FF2B5EF4-FFF2-40B4-BE49-F238E27FC236}">
                <a16:creationId xmlns:a16="http://schemas.microsoft.com/office/drawing/2014/main" id="{D5B993E4-E953-40C0-8355-CB3A0FFB67BC}"/>
              </a:ext>
            </a:extLst>
          </p:cNvPr>
          <p:cNvSpPr/>
          <p:nvPr/>
        </p:nvSpPr>
        <p:spPr>
          <a:xfrm>
            <a:off x="7387917" y="5277810"/>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26</a:t>
            </a:r>
          </a:p>
        </p:txBody>
      </p:sp>
      <p:sp>
        <p:nvSpPr>
          <p:cNvPr id="102" name="Rectangle 101">
            <a:extLst>
              <a:ext uri="{FF2B5EF4-FFF2-40B4-BE49-F238E27FC236}">
                <a16:creationId xmlns:a16="http://schemas.microsoft.com/office/drawing/2014/main" id="{53409B73-E701-46A4-B942-013A131FB19C}"/>
              </a:ext>
            </a:extLst>
          </p:cNvPr>
          <p:cNvSpPr/>
          <p:nvPr/>
        </p:nvSpPr>
        <p:spPr>
          <a:xfrm>
            <a:off x="6888860" y="5302483"/>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17</a:t>
            </a:r>
          </a:p>
        </p:txBody>
      </p:sp>
      <p:sp>
        <p:nvSpPr>
          <p:cNvPr id="103" name="Rectangle 102">
            <a:extLst>
              <a:ext uri="{FF2B5EF4-FFF2-40B4-BE49-F238E27FC236}">
                <a16:creationId xmlns:a16="http://schemas.microsoft.com/office/drawing/2014/main" id="{ED9B8A4A-DF94-467F-BA44-0B2CEB8419D1}"/>
              </a:ext>
            </a:extLst>
          </p:cNvPr>
          <p:cNvSpPr/>
          <p:nvPr/>
        </p:nvSpPr>
        <p:spPr>
          <a:xfrm>
            <a:off x="5305500" y="3128162"/>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26</a:t>
            </a:r>
          </a:p>
        </p:txBody>
      </p:sp>
      <p:sp>
        <p:nvSpPr>
          <p:cNvPr id="104" name="Rectangle 103">
            <a:extLst>
              <a:ext uri="{FF2B5EF4-FFF2-40B4-BE49-F238E27FC236}">
                <a16:creationId xmlns:a16="http://schemas.microsoft.com/office/drawing/2014/main" id="{3C8269FE-F529-4B69-A370-770D3EB38A5B}"/>
              </a:ext>
            </a:extLst>
          </p:cNvPr>
          <p:cNvSpPr/>
          <p:nvPr/>
        </p:nvSpPr>
        <p:spPr>
          <a:xfrm>
            <a:off x="4823683" y="3110204"/>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14</a:t>
            </a:r>
          </a:p>
        </p:txBody>
      </p:sp>
      <p:sp>
        <p:nvSpPr>
          <p:cNvPr id="105" name="Rectangle 104">
            <a:extLst>
              <a:ext uri="{FF2B5EF4-FFF2-40B4-BE49-F238E27FC236}">
                <a16:creationId xmlns:a16="http://schemas.microsoft.com/office/drawing/2014/main" id="{80A59BDC-D250-4AF9-9066-0335FC106072}"/>
              </a:ext>
            </a:extLst>
          </p:cNvPr>
          <p:cNvSpPr/>
          <p:nvPr/>
        </p:nvSpPr>
        <p:spPr>
          <a:xfrm>
            <a:off x="5325241" y="5277810"/>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17</a:t>
            </a:r>
          </a:p>
        </p:txBody>
      </p:sp>
      <p:sp>
        <p:nvSpPr>
          <p:cNvPr id="106" name="Rectangle 105">
            <a:extLst>
              <a:ext uri="{FF2B5EF4-FFF2-40B4-BE49-F238E27FC236}">
                <a16:creationId xmlns:a16="http://schemas.microsoft.com/office/drawing/2014/main" id="{B7831A87-C58E-4D6D-8372-28BD6C81AD7B}"/>
              </a:ext>
            </a:extLst>
          </p:cNvPr>
          <p:cNvSpPr/>
          <p:nvPr/>
        </p:nvSpPr>
        <p:spPr>
          <a:xfrm>
            <a:off x="4889701" y="5295833"/>
            <a:ext cx="279244"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9</a:t>
            </a:r>
          </a:p>
        </p:txBody>
      </p:sp>
      <p:sp>
        <p:nvSpPr>
          <p:cNvPr id="107" name="Rectangle 106">
            <a:extLst>
              <a:ext uri="{FF2B5EF4-FFF2-40B4-BE49-F238E27FC236}">
                <a16:creationId xmlns:a16="http://schemas.microsoft.com/office/drawing/2014/main" id="{F7466C67-75C0-4701-A9CC-6921A07FE1FF}"/>
              </a:ext>
            </a:extLst>
          </p:cNvPr>
          <p:cNvSpPr/>
          <p:nvPr/>
        </p:nvSpPr>
        <p:spPr>
          <a:xfrm>
            <a:off x="3276868" y="5315618"/>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9</a:t>
            </a:r>
          </a:p>
        </p:txBody>
      </p:sp>
      <p:sp>
        <p:nvSpPr>
          <p:cNvPr id="108" name="Rectangle 107">
            <a:extLst>
              <a:ext uri="{FF2B5EF4-FFF2-40B4-BE49-F238E27FC236}">
                <a16:creationId xmlns:a16="http://schemas.microsoft.com/office/drawing/2014/main" id="{608CBF29-9432-4DBE-B19E-E39B4D0EC26E}"/>
              </a:ext>
            </a:extLst>
          </p:cNvPr>
          <p:cNvSpPr/>
          <p:nvPr/>
        </p:nvSpPr>
        <p:spPr>
          <a:xfrm>
            <a:off x="2823463" y="5318890"/>
            <a:ext cx="279244"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0</a:t>
            </a:r>
          </a:p>
        </p:txBody>
      </p:sp>
      <p:sp>
        <p:nvSpPr>
          <p:cNvPr id="109" name="Rectangle 108">
            <a:extLst>
              <a:ext uri="{FF2B5EF4-FFF2-40B4-BE49-F238E27FC236}">
                <a16:creationId xmlns:a16="http://schemas.microsoft.com/office/drawing/2014/main" id="{E3761271-8F22-4F1C-A985-88CCC08D8C59}"/>
              </a:ext>
            </a:extLst>
          </p:cNvPr>
          <p:cNvSpPr/>
          <p:nvPr/>
        </p:nvSpPr>
        <p:spPr>
          <a:xfrm>
            <a:off x="3249052" y="3146836"/>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9</a:t>
            </a:r>
          </a:p>
        </p:txBody>
      </p:sp>
      <p:sp>
        <p:nvSpPr>
          <p:cNvPr id="110" name="Rectangle 109">
            <a:extLst>
              <a:ext uri="{FF2B5EF4-FFF2-40B4-BE49-F238E27FC236}">
                <a16:creationId xmlns:a16="http://schemas.microsoft.com/office/drawing/2014/main" id="{63CD1AFC-ADCA-425A-B498-2C651ED0891F}"/>
              </a:ext>
            </a:extLst>
          </p:cNvPr>
          <p:cNvSpPr/>
          <p:nvPr/>
        </p:nvSpPr>
        <p:spPr>
          <a:xfrm>
            <a:off x="2806071" y="3146669"/>
            <a:ext cx="279244" cy="307777"/>
          </a:xfrm>
          <a:prstGeom prst="rect">
            <a:avLst/>
          </a:prstGeom>
          <a:noFill/>
        </p:spPr>
        <p:txBody>
          <a:bodyPr wrap="none" lIns="91440" tIns="45720" rIns="91440" bIns="45720">
            <a:spAutoFit/>
          </a:bodyPr>
          <a:lstStyle/>
          <a:p>
            <a:pPr algn="ctr"/>
            <a:r>
              <a:rPr lang="en-US" sz="1400" b="1" dirty="0">
                <a:ln w="0"/>
                <a:solidFill>
                  <a:schemeClr val="accent2">
                    <a:lumMod val="75000"/>
                  </a:schemeClr>
                </a:solidFill>
                <a:effectLst>
                  <a:outerShdw blurRad="38100" dist="19050" dir="2700000" algn="tl" rotWithShape="0">
                    <a:schemeClr val="dk1">
                      <a:alpha val="40000"/>
                    </a:schemeClr>
                  </a:outerShdw>
                </a:effectLst>
              </a:rPr>
              <a:t>2</a:t>
            </a:r>
            <a:endParaRPr lang="en-US" sz="1400" b="1" cap="none" spc="0" dirty="0">
              <a:ln w="0"/>
              <a:solidFill>
                <a:schemeClr val="accent2">
                  <a:lumMod val="75000"/>
                </a:schemeClr>
              </a:solidFill>
              <a:effectLst>
                <a:outerShdw blurRad="38100" dist="19050" dir="2700000" algn="tl" rotWithShape="0">
                  <a:schemeClr val="dk1">
                    <a:alpha val="40000"/>
                  </a:schemeClr>
                </a:outerShdw>
              </a:effectLst>
            </a:endParaRPr>
          </a:p>
        </p:txBody>
      </p:sp>
      <p:sp>
        <p:nvSpPr>
          <p:cNvPr id="111" name="Rectangle 110">
            <a:extLst>
              <a:ext uri="{FF2B5EF4-FFF2-40B4-BE49-F238E27FC236}">
                <a16:creationId xmlns:a16="http://schemas.microsoft.com/office/drawing/2014/main" id="{F8DC8DCD-26A0-4183-BFAB-0156DB260B24}"/>
              </a:ext>
            </a:extLst>
          </p:cNvPr>
          <p:cNvSpPr/>
          <p:nvPr/>
        </p:nvSpPr>
        <p:spPr>
          <a:xfrm>
            <a:off x="1232972" y="4638997"/>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0</a:t>
            </a:r>
          </a:p>
        </p:txBody>
      </p:sp>
      <p:sp>
        <p:nvSpPr>
          <p:cNvPr id="112" name="Rectangle 111">
            <a:extLst>
              <a:ext uri="{FF2B5EF4-FFF2-40B4-BE49-F238E27FC236}">
                <a16:creationId xmlns:a16="http://schemas.microsoft.com/office/drawing/2014/main" id="{6DD8F6B6-D1FE-40AE-9F90-39A5447EBA52}"/>
              </a:ext>
            </a:extLst>
          </p:cNvPr>
          <p:cNvSpPr/>
          <p:nvPr/>
        </p:nvSpPr>
        <p:spPr>
          <a:xfrm>
            <a:off x="9762562" y="2163916"/>
            <a:ext cx="1302664"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Backward Pass</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16" name="Rectangle 15">
            <a:extLst>
              <a:ext uri="{FF2B5EF4-FFF2-40B4-BE49-F238E27FC236}">
                <a16:creationId xmlns:a16="http://schemas.microsoft.com/office/drawing/2014/main" id="{11FFDF5B-2EB0-41B9-BF42-2A46494946EC}"/>
              </a:ext>
            </a:extLst>
          </p:cNvPr>
          <p:cNvSpPr/>
          <p:nvPr/>
        </p:nvSpPr>
        <p:spPr>
          <a:xfrm>
            <a:off x="2912517" y="3409801"/>
            <a:ext cx="354584" cy="461665"/>
          </a:xfrm>
          <a:prstGeom prst="rect">
            <a:avLst/>
          </a:prstGeom>
          <a:noFill/>
        </p:spPr>
        <p:txBody>
          <a:bodyPr wrap="none" lIns="91440" tIns="45720" rIns="91440" bIns="45720">
            <a:spAutoFit/>
          </a:bodyPr>
          <a:lstStyle/>
          <a:p>
            <a:pPr algn="ctr"/>
            <a:r>
              <a:rPr lang="en-US" sz="2400" b="1" cap="none" spc="0" dirty="0">
                <a:ln w="0"/>
                <a:solidFill>
                  <a:schemeClr val="bg1"/>
                </a:solidFill>
                <a:effectLst>
                  <a:outerShdw blurRad="38100" dist="19050" dir="2700000" algn="tl" rotWithShape="0">
                    <a:schemeClr val="dk1">
                      <a:alpha val="40000"/>
                    </a:schemeClr>
                  </a:outerShdw>
                </a:effectLst>
              </a:rPr>
              <a:t>2</a:t>
            </a:r>
          </a:p>
        </p:txBody>
      </p:sp>
      <p:sp>
        <p:nvSpPr>
          <p:cNvPr id="116" name="Rectangle 115">
            <a:extLst>
              <a:ext uri="{FF2B5EF4-FFF2-40B4-BE49-F238E27FC236}">
                <a16:creationId xmlns:a16="http://schemas.microsoft.com/office/drawing/2014/main" id="{3001312C-51C7-4397-9C4B-7C0BC08B5BAC}"/>
              </a:ext>
            </a:extLst>
          </p:cNvPr>
          <p:cNvSpPr/>
          <p:nvPr/>
        </p:nvSpPr>
        <p:spPr>
          <a:xfrm>
            <a:off x="5020279" y="3388728"/>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7</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17" name="Rectangle 116">
            <a:extLst>
              <a:ext uri="{FF2B5EF4-FFF2-40B4-BE49-F238E27FC236}">
                <a16:creationId xmlns:a16="http://schemas.microsoft.com/office/drawing/2014/main" id="{8227497D-AE13-4226-A7C1-4DDB5B30C90D}"/>
              </a:ext>
            </a:extLst>
          </p:cNvPr>
          <p:cNvSpPr/>
          <p:nvPr/>
        </p:nvSpPr>
        <p:spPr>
          <a:xfrm>
            <a:off x="8263389" y="3381692"/>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18" name="Rectangle 117">
            <a:extLst>
              <a:ext uri="{FF2B5EF4-FFF2-40B4-BE49-F238E27FC236}">
                <a16:creationId xmlns:a16="http://schemas.microsoft.com/office/drawing/2014/main" id="{4FAC4B83-6A08-41E5-975B-DD4F75BA3031}"/>
              </a:ext>
            </a:extLst>
          </p:cNvPr>
          <p:cNvSpPr/>
          <p:nvPr/>
        </p:nvSpPr>
        <p:spPr>
          <a:xfrm>
            <a:off x="2972639" y="4657198"/>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19" name="Rectangle 118">
            <a:extLst>
              <a:ext uri="{FF2B5EF4-FFF2-40B4-BE49-F238E27FC236}">
                <a16:creationId xmlns:a16="http://schemas.microsoft.com/office/drawing/2014/main" id="{8049459E-43C8-4607-B52C-E4E71BD9813D}"/>
              </a:ext>
            </a:extLst>
          </p:cNvPr>
          <p:cNvSpPr/>
          <p:nvPr/>
        </p:nvSpPr>
        <p:spPr>
          <a:xfrm>
            <a:off x="5064423" y="4553389"/>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20" name="Rectangle 119">
            <a:extLst>
              <a:ext uri="{FF2B5EF4-FFF2-40B4-BE49-F238E27FC236}">
                <a16:creationId xmlns:a16="http://schemas.microsoft.com/office/drawing/2014/main" id="{94E13E75-F5CE-4EFA-963C-C7786D773272}"/>
              </a:ext>
            </a:extLst>
          </p:cNvPr>
          <p:cNvSpPr/>
          <p:nvPr/>
        </p:nvSpPr>
        <p:spPr>
          <a:xfrm>
            <a:off x="6914320" y="4598840"/>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21" name="Rectangle 120">
            <a:extLst>
              <a:ext uri="{FF2B5EF4-FFF2-40B4-BE49-F238E27FC236}">
                <a16:creationId xmlns:a16="http://schemas.microsoft.com/office/drawing/2014/main" id="{DC42E854-9FEE-4F62-8C79-41E52BC67AB3}"/>
              </a:ext>
            </a:extLst>
          </p:cNvPr>
          <p:cNvSpPr/>
          <p:nvPr/>
        </p:nvSpPr>
        <p:spPr>
          <a:xfrm>
            <a:off x="9065357" y="4607426"/>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1</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22" name="Rectangle 121">
            <a:extLst>
              <a:ext uri="{FF2B5EF4-FFF2-40B4-BE49-F238E27FC236}">
                <a16:creationId xmlns:a16="http://schemas.microsoft.com/office/drawing/2014/main" id="{518B5F08-A681-4EE9-BDF1-9951711F23F3}"/>
              </a:ext>
            </a:extLst>
          </p:cNvPr>
          <p:cNvSpPr/>
          <p:nvPr/>
        </p:nvSpPr>
        <p:spPr>
          <a:xfrm>
            <a:off x="10160906" y="2375078"/>
            <a:ext cx="569387" cy="307777"/>
          </a:xfrm>
          <a:prstGeom prst="rect">
            <a:avLst/>
          </a:prstGeom>
          <a:noFill/>
        </p:spPr>
        <p:txBody>
          <a:bodyPr wrap="none" lIns="91440" tIns="45720" rIns="91440" bIns="45720">
            <a:spAutoFit/>
          </a:bodyPr>
          <a:lstStyle/>
          <a:p>
            <a:pPr algn="ctr"/>
            <a:r>
              <a:rPr lang="en-US" sz="1400" b="1" dirty="0">
                <a:ln w="0"/>
                <a:solidFill>
                  <a:schemeClr val="bg1"/>
                </a:solidFill>
                <a:effectLst>
                  <a:outerShdw blurRad="38100" dist="19050" dir="2700000" algn="tl" rotWithShape="0">
                    <a:schemeClr val="dk1">
                      <a:alpha val="40000"/>
                    </a:schemeClr>
                  </a:outerShdw>
                </a:effectLst>
              </a:rPr>
              <a:t>Slack</a:t>
            </a:r>
            <a:endParaRPr lang="en-US" sz="1400" b="1" cap="none" spc="0" dirty="0">
              <a:ln w="0"/>
              <a:solidFill>
                <a:schemeClr val="bg1"/>
              </a:solidFill>
              <a:effectLst>
                <a:outerShdw blurRad="38100" dist="19050" dir="2700000" algn="tl" rotWithShape="0">
                  <a:schemeClr val="dk1">
                    <a:alpha val="40000"/>
                  </a:schemeClr>
                </a:outerShdw>
              </a:effectLst>
            </a:endParaRPr>
          </a:p>
        </p:txBody>
      </p:sp>
      <p:sp>
        <p:nvSpPr>
          <p:cNvPr id="18" name="Rectangle 17">
            <a:extLst>
              <a:ext uri="{FF2B5EF4-FFF2-40B4-BE49-F238E27FC236}">
                <a16:creationId xmlns:a16="http://schemas.microsoft.com/office/drawing/2014/main" id="{D340A078-1558-4300-A157-924D397F2B25}"/>
              </a:ext>
            </a:extLst>
          </p:cNvPr>
          <p:cNvSpPr/>
          <p:nvPr/>
        </p:nvSpPr>
        <p:spPr>
          <a:xfrm>
            <a:off x="3146725" y="3864518"/>
            <a:ext cx="5523307" cy="646331"/>
          </a:xfrm>
          <a:prstGeom prst="rect">
            <a:avLst/>
          </a:prstGeom>
          <a:noFill/>
        </p:spPr>
        <p:txBody>
          <a:bodyPr wrap="none" lIns="91440" tIns="45720" rIns="91440" bIns="45720">
            <a:spAutoFit/>
          </a:bodyPr>
          <a:lstStyle/>
          <a:p>
            <a:pPr algn="ctr"/>
            <a:r>
              <a:rPr lang="en-US" sz="3600" b="1" cap="none" spc="0" dirty="0">
                <a:ln w="0"/>
                <a:solidFill>
                  <a:srgbClr val="C00000"/>
                </a:solidFill>
                <a:effectLst>
                  <a:outerShdw blurRad="38100" dist="19050" dir="2700000" algn="tl" rotWithShape="0">
                    <a:schemeClr val="dk1">
                      <a:alpha val="40000"/>
                    </a:schemeClr>
                  </a:outerShdw>
                </a:effectLst>
              </a:rPr>
              <a:t>Critical Path </a:t>
            </a:r>
            <a:r>
              <a:rPr lang="en-US" sz="3600" b="0" cap="none" spc="0" dirty="0">
                <a:ln w="0"/>
                <a:solidFill>
                  <a:schemeClr val="tx1"/>
                </a:solidFill>
                <a:effectLst>
                  <a:outerShdw blurRad="38100" dist="19050" dir="2700000" algn="tl" rotWithShape="0">
                    <a:schemeClr val="dk1">
                      <a:alpha val="40000"/>
                    </a:schemeClr>
                  </a:outerShdw>
                </a:effectLst>
              </a:rPr>
              <a:t>= B – D – E – F </a:t>
            </a:r>
          </a:p>
        </p:txBody>
      </p:sp>
      <p:sp>
        <p:nvSpPr>
          <p:cNvPr id="113" name="Rectangle 112">
            <a:extLst>
              <a:ext uri="{FF2B5EF4-FFF2-40B4-BE49-F238E27FC236}">
                <a16:creationId xmlns:a16="http://schemas.microsoft.com/office/drawing/2014/main" id="{B5A4381A-A810-453F-A825-20D854BE66D9}"/>
              </a:ext>
            </a:extLst>
          </p:cNvPr>
          <p:cNvSpPr/>
          <p:nvPr/>
        </p:nvSpPr>
        <p:spPr>
          <a:xfrm>
            <a:off x="9925036" y="2593911"/>
            <a:ext cx="1070614" cy="307777"/>
          </a:xfrm>
          <a:prstGeom prst="rect">
            <a:avLst/>
          </a:prstGeom>
          <a:noFill/>
        </p:spPr>
        <p:txBody>
          <a:bodyPr wrap="none" lIns="91440" tIns="45720" rIns="91440" bIns="45720">
            <a:spAutoFit/>
          </a:bodyPr>
          <a:lstStyle/>
          <a:p>
            <a:pPr algn="ctr"/>
            <a:r>
              <a:rPr lang="en-US" sz="1400" b="1" dirty="0">
                <a:ln w="0"/>
                <a:solidFill>
                  <a:srgbClr val="C00000"/>
                </a:solidFill>
                <a:effectLst>
                  <a:outerShdw blurRad="38100" dist="19050" dir="2700000" algn="tl" rotWithShape="0">
                    <a:schemeClr val="dk1">
                      <a:alpha val="40000"/>
                    </a:schemeClr>
                  </a:outerShdw>
                </a:effectLst>
              </a:rPr>
              <a:t>Critical Path</a:t>
            </a:r>
            <a:endParaRPr lang="en-US" sz="1400" b="1" cap="none" spc="0" dirty="0">
              <a:ln w="0"/>
              <a:solidFill>
                <a:srgbClr val="C00000"/>
              </a:solidFill>
              <a:effectLst>
                <a:outerShdw blurRad="38100" dist="19050" dir="2700000" algn="tl" rotWithShape="0">
                  <a:schemeClr val="dk1">
                    <a:alpha val="40000"/>
                  </a:schemeClr>
                </a:outerShdw>
              </a:effectLst>
            </a:endParaRPr>
          </a:p>
        </p:txBody>
      </p:sp>
      <p:sp>
        <p:nvSpPr>
          <p:cNvPr id="114" name="Rectangle 113">
            <a:extLst>
              <a:ext uri="{FF2B5EF4-FFF2-40B4-BE49-F238E27FC236}">
                <a16:creationId xmlns:a16="http://schemas.microsoft.com/office/drawing/2014/main" id="{38840370-7D11-4C2B-B24F-39ABEC70EEC1}"/>
              </a:ext>
            </a:extLst>
          </p:cNvPr>
          <p:cNvSpPr/>
          <p:nvPr/>
        </p:nvSpPr>
        <p:spPr>
          <a:xfrm>
            <a:off x="2434214" y="5749565"/>
            <a:ext cx="4778937" cy="954107"/>
          </a:xfrm>
          <a:prstGeom prst="rect">
            <a:avLst/>
          </a:prstGeom>
          <a:noFill/>
        </p:spPr>
        <p:txBody>
          <a:bodyPr wrap="none" lIns="91440" tIns="45720" rIns="91440" bIns="45720">
            <a:spAutoFit/>
          </a:bodyPr>
          <a:lstStyle/>
          <a:p>
            <a:pPr algn="ctr"/>
            <a:r>
              <a:rPr lang="en-US" sz="2800" b="1" cap="none" spc="0" dirty="0">
                <a:ln w="0"/>
                <a:effectLst>
                  <a:outerShdw blurRad="38100" dist="19050" dir="2700000" algn="tl" rotWithShape="0">
                    <a:schemeClr val="dk1">
                      <a:alpha val="40000"/>
                    </a:schemeClr>
                  </a:outerShdw>
                </a:effectLst>
              </a:rPr>
              <a:t>Total Duration = 9 + 8 + 9 + 6</a:t>
            </a:r>
          </a:p>
          <a:p>
            <a:pPr algn="ctr"/>
            <a:r>
              <a:rPr lang="en-US" sz="2800" b="1" dirty="0">
                <a:ln w="0"/>
                <a:effectLst>
                  <a:outerShdw blurRad="38100" dist="19050" dir="2700000" algn="tl" rotWithShape="0">
                    <a:schemeClr val="dk1">
                      <a:alpha val="40000"/>
                    </a:schemeClr>
                  </a:outerShdw>
                </a:effectLst>
              </a:rPr>
              <a:t>     = 32</a:t>
            </a:r>
            <a:endParaRPr lang="en-US" sz="2800" b="1" cap="none" spc="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6583153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2821-79CE-4B80-8EEC-914E8AABE876}"/>
              </a:ext>
            </a:extLst>
          </p:cNvPr>
          <p:cNvSpPr>
            <a:spLocks noGrp="1"/>
          </p:cNvSpPr>
          <p:nvPr>
            <p:ph type="title"/>
          </p:nvPr>
        </p:nvSpPr>
        <p:spPr/>
        <p:txBody>
          <a:bodyPr/>
          <a:lstStyle/>
          <a:p>
            <a:pPr algn="ctr"/>
            <a:r>
              <a:rPr lang="en-US" b="1" dirty="0"/>
              <a:t>Steps When Creating a PERT Chart (Continues…)</a:t>
            </a:r>
            <a:endParaRPr lang="LID4096" dirty="0"/>
          </a:p>
        </p:txBody>
      </p:sp>
      <p:sp>
        <p:nvSpPr>
          <p:cNvPr id="3" name="Content Placeholder 2">
            <a:extLst>
              <a:ext uri="{FF2B5EF4-FFF2-40B4-BE49-F238E27FC236}">
                <a16:creationId xmlns:a16="http://schemas.microsoft.com/office/drawing/2014/main" id="{00BEB8E5-AFE0-4919-9637-1946926647AF}"/>
              </a:ext>
            </a:extLst>
          </p:cNvPr>
          <p:cNvSpPr>
            <a:spLocks noGrp="1"/>
          </p:cNvSpPr>
          <p:nvPr>
            <p:ph idx="1"/>
          </p:nvPr>
        </p:nvSpPr>
        <p:spPr/>
        <p:txBody>
          <a:bodyPr/>
          <a:lstStyle/>
          <a:p>
            <a:pPr marL="457200" indent="-457200">
              <a:buAutoNum type="arabicPeriod" startAt="7"/>
            </a:pPr>
            <a:r>
              <a:rPr lang="en-US" dirty="0"/>
              <a:t>Final PERT Chart </a:t>
            </a:r>
          </a:p>
          <a:p>
            <a:pPr marL="0" indent="0">
              <a:buNone/>
            </a:pPr>
            <a:endParaRPr lang="en-US" b="1" dirty="0">
              <a:solidFill>
                <a:srgbClr val="FFC000"/>
              </a:solidFill>
            </a:endParaRPr>
          </a:p>
        </p:txBody>
      </p:sp>
      <p:sp>
        <p:nvSpPr>
          <p:cNvPr id="4" name="Footer Placeholder 3">
            <a:extLst>
              <a:ext uri="{FF2B5EF4-FFF2-40B4-BE49-F238E27FC236}">
                <a16:creationId xmlns:a16="http://schemas.microsoft.com/office/drawing/2014/main" id="{EA2EE206-B9D7-4020-A672-C31B08C08423}"/>
              </a:ext>
            </a:extLst>
          </p:cNvPr>
          <p:cNvSpPr>
            <a:spLocks noGrp="1"/>
          </p:cNvSpPr>
          <p:nvPr>
            <p:ph type="ftr" sz="quarter" idx="11"/>
          </p:nvPr>
        </p:nvSpPr>
        <p:spPr>
          <a:xfrm>
            <a:off x="6805382" y="6434169"/>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35D18458-B709-4A8D-BF3A-1646217BEC3A}"/>
              </a:ext>
            </a:extLst>
          </p:cNvPr>
          <p:cNvSpPr>
            <a:spLocks noGrp="1"/>
          </p:cNvSpPr>
          <p:nvPr>
            <p:ph type="sldNum" sz="quarter" idx="12"/>
          </p:nvPr>
        </p:nvSpPr>
        <p:spPr/>
        <p:txBody>
          <a:bodyPr/>
          <a:lstStyle/>
          <a:p>
            <a:fld id="{76711B12-96E3-4CC6-8596-5FF84CCB8B40}" type="slidenum">
              <a:rPr lang="LID4096" smtClean="0"/>
              <a:t>120</a:t>
            </a:fld>
            <a:endParaRPr lang="LID4096"/>
          </a:p>
        </p:txBody>
      </p:sp>
      <p:sp>
        <p:nvSpPr>
          <p:cNvPr id="6" name="Rectangle 5">
            <a:extLst>
              <a:ext uri="{FF2B5EF4-FFF2-40B4-BE49-F238E27FC236}">
                <a16:creationId xmlns:a16="http://schemas.microsoft.com/office/drawing/2014/main" id="{6D2FE9BD-AD1C-4942-AE49-1B4331C02E1A}"/>
              </a:ext>
            </a:extLst>
          </p:cNvPr>
          <p:cNvSpPr/>
          <p:nvPr/>
        </p:nvSpPr>
        <p:spPr>
          <a:xfrm>
            <a:off x="849180" y="4034296"/>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Rectangle 6">
            <a:extLst>
              <a:ext uri="{FF2B5EF4-FFF2-40B4-BE49-F238E27FC236}">
                <a16:creationId xmlns:a16="http://schemas.microsoft.com/office/drawing/2014/main" id="{300B4AE1-B3F7-47EC-9F8D-5738EFA9D101}"/>
              </a:ext>
            </a:extLst>
          </p:cNvPr>
          <p:cNvSpPr/>
          <p:nvPr/>
        </p:nvSpPr>
        <p:spPr>
          <a:xfrm>
            <a:off x="10505369" y="401248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7">
            <a:extLst>
              <a:ext uri="{FF2B5EF4-FFF2-40B4-BE49-F238E27FC236}">
                <a16:creationId xmlns:a16="http://schemas.microsoft.com/office/drawing/2014/main" id="{0731EFCF-FB07-426E-A3DC-61DED95D4012}"/>
              </a:ext>
            </a:extLst>
          </p:cNvPr>
          <p:cNvSpPr/>
          <p:nvPr/>
        </p:nvSpPr>
        <p:spPr>
          <a:xfrm>
            <a:off x="2573552" y="2902669"/>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Rectangle 8">
            <a:extLst>
              <a:ext uri="{FF2B5EF4-FFF2-40B4-BE49-F238E27FC236}">
                <a16:creationId xmlns:a16="http://schemas.microsoft.com/office/drawing/2014/main" id="{6C0EABB2-A34F-481A-A894-474839541989}"/>
              </a:ext>
            </a:extLst>
          </p:cNvPr>
          <p:cNvSpPr/>
          <p:nvPr/>
        </p:nvSpPr>
        <p:spPr>
          <a:xfrm>
            <a:off x="2573552" y="507571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3003A533-3D20-4DED-B9E6-E14320769C8D}"/>
              </a:ext>
            </a:extLst>
          </p:cNvPr>
          <p:cNvSpPr/>
          <p:nvPr/>
        </p:nvSpPr>
        <p:spPr>
          <a:xfrm>
            <a:off x="4627792" y="2886127"/>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Rectangle 10">
            <a:extLst>
              <a:ext uri="{FF2B5EF4-FFF2-40B4-BE49-F238E27FC236}">
                <a16:creationId xmlns:a16="http://schemas.microsoft.com/office/drawing/2014/main" id="{348B4F2E-25D6-47F5-9818-F31212415917}"/>
              </a:ext>
            </a:extLst>
          </p:cNvPr>
          <p:cNvSpPr/>
          <p:nvPr/>
        </p:nvSpPr>
        <p:spPr>
          <a:xfrm>
            <a:off x="4627792" y="5047430"/>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Rectangle 11">
            <a:extLst>
              <a:ext uri="{FF2B5EF4-FFF2-40B4-BE49-F238E27FC236}">
                <a16:creationId xmlns:a16="http://schemas.microsoft.com/office/drawing/2014/main" id="{09BA24B5-E2A2-419F-ACE0-D2E71DC71CA7}"/>
              </a:ext>
            </a:extLst>
          </p:cNvPr>
          <p:cNvSpPr/>
          <p:nvPr/>
        </p:nvSpPr>
        <p:spPr>
          <a:xfrm>
            <a:off x="7766114" y="2887652"/>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Rectangle 12">
            <a:extLst>
              <a:ext uri="{FF2B5EF4-FFF2-40B4-BE49-F238E27FC236}">
                <a16:creationId xmlns:a16="http://schemas.microsoft.com/office/drawing/2014/main" id="{6140A96F-3FF7-4F16-9BFA-791F041008FC}"/>
              </a:ext>
            </a:extLst>
          </p:cNvPr>
          <p:cNvSpPr/>
          <p:nvPr/>
        </p:nvSpPr>
        <p:spPr>
          <a:xfrm>
            <a:off x="6682032" y="5045384"/>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Rectangle 13">
            <a:extLst>
              <a:ext uri="{FF2B5EF4-FFF2-40B4-BE49-F238E27FC236}">
                <a16:creationId xmlns:a16="http://schemas.microsoft.com/office/drawing/2014/main" id="{787C4ADF-6958-431F-98AD-A510DF4DF7C1}"/>
              </a:ext>
            </a:extLst>
          </p:cNvPr>
          <p:cNvSpPr/>
          <p:nvPr/>
        </p:nvSpPr>
        <p:spPr>
          <a:xfrm>
            <a:off x="8732361" y="5045383"/>
            <a:ext cx="1084082" cy="527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Rectangle 14">
            <a:extLst>
              <a:ext uri="{FF2B5EF4-FFF2-40B4-BE49-F238E27FC236}">
                <a16:creationId xmlns:a16="http://schemas.microsoft.com/office/drawing/2014/main" id="{F9AF590A-919B-4345-998B-56C8393E94FA}"/>
              </a:ext>
            </a:extLst>
          </p:cNvPr>
          <p:cNvSpPr/>
          <p:nvPr/>
        </p:nvSpPr>
        <p:spPr>
          <a:xfrm>
            <a:off x="2553225" y="2886127"/>
            <a:ext cx="29367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A</a:t>
            </a:r>
          </a:p>
        </p:txBody>
      </p:sp>
      <p:sp>
        <p:nvSpPr>
          <p:cNvPr id="17" name="Rectangle 16">
            <a:extLst>
              <a:ext uri="{FF2B5EF4-FFF2-40B4-BE49-F238E27FC236}">
                <a16:creationId xmlns:a16="http://schemas.microsoft.com/office/drawing/2014/main" id="{19342029-59DE-49C0-98F6-C856D8DA5DC5}"/>
              </a:ext>
            </a:extLst>
          </p:cNvPr>
          <p:cNvSpPr/>
          <p:nvPr/>
        </p:nvSpPr>
        <p:spPr>
          <a:xfrm>
            <a:off x="10547914" y="4045604"/>
            <a:ext cx="99899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FINISH</a:t>
            </a:r>
          </a:p>
        </p:txBody>
      </p:sp>
      <p:cxnSp>
        <p:nvCxnSpPr>
          <p:cNvPr id="19" name="Straight Connector 18">
            <a:extLst>
              <a:ext uri="{FF2B5EF4-FFF2-40B4-BE49-F238E27FC236}">
                <a16:creationId xmlns:a16="http://schemas.microsoft.com/office/drawing/2014/main" id="{815A61CD-9C4B-4492-A3B0-5EADD93A06B9}"/>
              </a:ext>
            </a:extLst>
          </p:cNvPr>
          <p:cNvCxnSpPr>
            <a:stCxn id="8" idx="1"/>
            <a:endCxn id="8" idx="3"/>
          </p:cNvCxnSpPr>
          <p:nvPr/>
        </p:nvCxnSpPr>
        <p:spPr>
          <a:xfrm>
            <a:off x="2573552" y="3166620"/>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36B3C2-A822-4B6F-B6F9-36449988CB35}"/>
              </a:ext>
            </a:extLst>
          </p:cNvPr>
          <p:cNvCxnSpPr>
            <a:stCxn id="10" idx="1"/>
            <a:endCxn id="10" idx="3"/>
          </p:cNvCxnSpPr>
          <p:nvPr/>
        </p:nvCxnSpPr>
        <p:spPr>
          <a:xfrm>
            <a:off x="4627792" y="3150078"/>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EBFAAE-8C98-4A54-9E4B-1A17C1347703}"/>
              </a:ext>
            </a:extLst>
          </p:cNvPr>
          <p:cNvCxnSpPr>
            <a:stCxn id="12" idx="1"/>
            <a:endCxn id="12" idx="3"/>
          </p:cNvCxnSpPr>
          <p:nvPr/>
        </p:nvCxnSpPr>
        <p:spPr>
          <a:xfrm>
            <a:off x="7766114" y="3151603"/>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360925-80E8-4B90-88B8-D9A3B8629CF6}"/>
              </a:ext>
            </a:extLst>
          </p:cNvPr>
          <p:cNvCxnSpPr>
            <a:stCxn id="9" idx="1"/>
            <a:endCxn id="9" idx="3"/>
          </p:cNvCxnSpPr>
          <p:nvPr/>
        </p:nvCxnSpPr>
        <p:spPr>
          <a:xfrm>
            <a:off x="2573552" y="533966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5009231-5C64-46EE-9AEC-6D845B69A9EA}"/>
              </a:ext>
            </a:extLst>
          </p:cNvPr>
          <p:cNvCxnSpPr>
            <a:stCxn id="11" idx="1"/>
            <a:endCxn id="11" idx="3"/>
          </p:cNvCxnSpPr>
          <p:nvPr/>
        </p:nvCxnSpPr>
        <p:spPr>
          <a:xfrm>
            <a:off x="4627792" y="5311381"/>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34D8E1D-1A81-4E8A-BFD1-C35C0E541939}"/>
              </a:ext>
            </a:extLst>
          </p:cNvPr>
          <p:cNvCxnSpPr>
            <a:stCxn id="13" idx="1"/>
            <a:endCxn id="13" idx="3"/>
          </p:cNvCxnSpPr>
          <p:nvPr/>
        </p:nvCxnSpPr>
        <p:spPr>
          <a:xfrm>
            <a:off x="6682032" y="5309335"/>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5C30381-C2E0-4AA3-BCC4-10713F6AD875}"/>
              </a:ext>
            </a:extLst>
          </p:cNvPr>
          <p:cNvCxnSpPr>
            <a:stCxn id="14" idx="1"/>
            <a:endCxn id="14" idx="3"/>
          </p:cNvCxnSpPr>
          <p:nvPr/>
        </p:nvCxnSpPr>
        <p:spPr>
          <a:xfrm>
            <a:off x="8732361" y="5309334"/>
            <a:ext cx="10840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368D739-01F7-4F66-96A2-9C38A94F6323}"/>
              </a:ext>
            </a:extLst>
          </p:cNvPr>
          <p:cNvCxnSpPr/>
          <p:nvPr/>
        </p:nvCxnSpPr>
        <p:spPr>
          <a:xfrm>
            <a:off x="2846895" y="2902669"/>
            <a:ext cx="0" cy="5113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BD9E700-642D-494E-92FD-ECB63F0F6DD8}"/>
              </a:ext>
            </a:extLst>
          </p:cNvPr>
          <p:cNvCxnSpPr/>
          <p:nvPr/>
        </p:nvCxnSpPr>
        <p:spPr>
          <a:xfrm>
            <a:off x="4883085" y="2886127"/>
            <a:ext cx="0" cy="5428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6E652A-11F3-4088-95FC-7B805D5AF4EF}"/>
              </a:ext>
            </a:extLst>
          </p:cNvPr>
          <p:cNvCxnSpPr/>
          <p:nvPr/>
        </p:nvCxnSpPr>
        <p:spPr>
          <a:xfrm>
            <a:off x="8003357" y="2886127"/>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83BA683-8325-494B-B2F0-5F9DDCDE399A}"/>
              </a:ext>
            </a:extLst>
          </p:cNvPr>
          <p:cNvCxnSpPr/>
          <p:nvPr/>
        </p:nvCxnSpPr>
        <p:spPr>
          <a:xfrm>
            <a:off x="2846895" y="5075710"/>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1B77E2E-6E60-4564-A891-1B6F522C8CB4}"/>
              </a:ext>
            </a:extLst>
          </p:cNvPr>
          <p:cNvCxnSpPr/>
          <p:nvPr/>
        </p:nvCxnSpPr>
        <p:spPr>
          <a:xfrm>
            <a:off x="4883085" y="5045383"/>
            <a:ext cx="0" cy="558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1C32A78-8FCC-4124-B8CB-9E625F6D78FF}"/>
              </a:ext>
            </a:extLst>
          </p:cNvPr>
          <p:cNvCxnSpPr/>
          <p:nvPr/>
        </p:nvCxnSpPr>
        <p:spPr>
          <a:xfrm>
            <a:off x="6956981"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AAA28E2-F770-4BCD-BCF6-B38037F014E9}"/>
              </a:ext>
            </a:extLst>
          </p:cNvPr>
          <p:cNvCxnSpPr/>
          <p:nvPr/>
        </p:nvCxnSpPr>
        <p:spPr>
          <a:xfrm>
            <a:off x="8974318" y="5045383"/>
            <a:ext cx="0" cy="527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3246982A-B37A-4BA8-A2BD-2F42FD50AAA8}"/>
              </a:ext>
            </a:extLst>
          </p:cNvPr>
          <p:cNvSpPr/>
          <p:nvPr/>
        </p:nvSpPr>
        <p:spPr>
          <a:xfrm>
            <a:off x="920451" y="4100532"/>
            <a:ext cx="941540"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START</a:t>
            </a:r>
          </a:p>
        </p:txBody>
      </p:sp>
      <p:sp>
        <p:nvSpPr>
          <p:cNvPr id="48" name="Rectangle 47">
            <a:extLst>
              <a:ext uri="{FF2B5EF4-FFF2-40B4-BE49-F238E27FC236}">
                <a16:creationId xmlns:a16="http://schemas.microsoft.com/office/drawing/2014/main" id="{C04C09F5-F687-409C-8EC8-B7E285B30840}"/>
              </a:ext>
            </a:extLst>
          </p:cNvPr>
          <p:cNvSpPr/>
          <p:nvPr/>
        </p:nvSpPr>
        <p:spPr>
          <a:xfrm>
            <a:off x="2582692" y="5053797"/>
            <a:ext cx="274435"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B</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49" name="Rectangle 48">
            <a:extLst>
              <a:ext uri="{FF2B5EF4-FFF2-40B4-BE49-F238E27FC236}">
                <a16:creationId xmlns:a16="http://schemas.microsoft.com/office/drawing/2014/main" id="{D0EB3D52-41BB-4BEC-9A13-7FD4C656D846}"/>
              </a:ext>
            </a:extLst>
          </p:cNvPr>
          <p:cNvSpPr/>
          <p:nvPr/>
        </p:nvSpPr>
        <p:spPr>
          <a:xfrm>
            <a:off x="4607464" y="2886126"/>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C</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0" name="Rectangle 49">
            <a:extLst>
              <a:ext uri="{FF2B5EF4-FFF2-40B4-BE49-F238E27FC236}">
                <a16:creationId xmlns:a16="http://schemas.microsoft.com/office/drawing/2014/main" id="{24B29AA9-9A39-4AE7-BC27-1EE05AC2E85C}"/>
              </a:ext>
            </a:extLst>
          </p:cNvPr>
          <p:cNvSpPr/>
          <p:nvPr/>
        </p:nvSpPr>
        <p:spPr>
          <a:xfrm>
            <a:off x="4617561" y="5013233"/>
            <a:ext cx="293671"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1" name="Rectangle 50">
            <a:extLst>
              <a:ext uri="{FF2B5EF4-FFF2-40B4-BE49-F238E27FC236}">
                <a16:creationId xmlns:a16="http://schemas.microsoft.com/office/drawing/2014/main" id="{83EE1A73-10A1-4A73-8464-AB71A5545D00}"/>
              </a:ext>
            </a:extLst>
          </p:cNvPr>
          <p:cNvSpPr/>
          <p:nvPr/>
        </p:nvSpPr>
        <p:spPr>
          <a:xfrm>
            <a:off x="6674111" y="5013233"/>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E</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2" name="Rectangle 51">
            <a:extLst>
              <a:ext uri="{FF2B5EF4-FFF2-40B4-BE49-F238E27FC236}">
                <a16:creationId xmlns:a16="http://schemas.microsoft.com/office/drawing/2014/main" id="{93988261-5800-4206-A4A8-63EDEFD2C6EC}"/>
              </a:ext>
            </a:extLst>
          </p:cNvPr>
          <p:cNvSpPr/>
          <p:nvPr/>
        </p:nvSpPr>
        <p:spPr>
          <a:xfrm>
            <a:off x="7766114" y="2883269"/>
            <a:ext cx="26321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F</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53" name="Rectangle 52">
            <a:extLst>
              <a:ext uri="{FF2B5EF4-FFF2-40B4-BE49-F238E27FC236}">
                <a16:creationId xmlns:a16="http://schemas.microsoft.com/office/drawing/2014/main" id="{9C01EC4A-D00A-43BD-93FE-5DF4AB6A75AB}"/>
              </a:ext>
            </a:extLst>
          </p:cNvPr>
          <p:cNvSpPr/>
          <p:nvPr/>
        </p:nvSpPr>
        <p:spPr>
          <a:xfrm>
            <a:off x="8688934" y="5031883"/>
            <a:ext cx="322524"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G</a:t>
            </a:r>
            <a:endParaRPr lang="en-US" sz="1400" b="0" cap="none" spc="0" dirty="0">
              <a:ln w="0"/>
              <a:solidFill>
                <a:schemeClr val="tx1"/>
              </a:solidFill>
              <a:effectLst>
                <a:outerShdw blurRad="38100" dist="19050" dir="2700000" algn="tl" rotWithShape="0">
                  <a:schemeClr val="dk1">
                    <a:alpha val="40000"/>
                  </a:schemeClr>
                </a:outerShdw>
              </a:effectLst>
            </a:endParaRPr>
          </a:p>
        </p:txBody>
      </p:sp>
      <p:cxnSp>
        <p:nvCxnSpPr>
          <p:cNvPr id="55" name="Straight Arrow Connector 54">
            <a:extLst>
              <a:ext uri="{FF2B5EF4-FFF2-40B4-BE49-F238E27FC236}">
                <a16:creationId xmlns:a16="http://schemas.microsoft.com/office/drawing/2014/main" id="{0C9C7379-306A-4448-A92C-0FB92EC33D6C}"/>
              </a:ext>
            </a:extLst>
          </p:cNvPr>
          <p:cNvCxnSpPr>
            <a:stCxn id="6" idx="3"/>
            <a:endCxn id="8" idx="1"/>
          </p:cNvCxnSpPr>
          <p:nvPr/>
        </p:nvCxnSpPr>
        <p:spPr>
          <a:xfrm flipV="1">
            <a:off x="1933262" y="3166620"/>
            <a:ext cx="640290" cy="11316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F3FCD0B-4FFE-4513-9496-4BBA12C559C9}"/>
              </a:ext>
            </a:extLst>
          </p:cNvPr>
          <p:cNvCxnSpPr>
            <a:cxnSpLocks/>
            <a:stCxn id="6" idx="3"/>
          </p:cNvCxnSpPr>
          <p:nvPr/>
        </p:nvCxnSpPr>
        <p:spPr>
          <a:xfrm>
            <a:off x="1933262" y="4298247"/>
            <a:ext cx="619963" cy="1063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2BA7A53-36EF-47E6-B5A0-1C51AE8F36C5}"/>
              </a:ext>
            </a:extLst>
          </p:cNvPr>
          <p:cNvCxnSpPr>
            <a:stCxn id="8" idx="3"/>
          </p:cNvCxnSpPr>
          <p:nvPr/>
        </p:nvCxnSpPr>
        <p:spPr>
          <a:xfrm>
            <a:off x="3657634" y="3166620"/>
            <a:ext cx="949830" cy="2173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B43133D-FB29-42AE-BB61-23A13D0C5EA4}"/>
              </a:ext>
            </a:extLst>
          </p:cNvPr>
          <p:cNvCxnSpPr>
            <a:stCxn id="9" idx="3"/>
          </p:cNvCxnSpPr>
          <p:nvPr/>
        </p:nvCxnSpPr>
        <p:spPr>
          <a:xfrm>
            <a:off x="3657634" y="5339661"/>
            <a:ext cx="876659" cy="219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7AB7C1B-FDA0-468E-A622-9A09D3E8BBE2}"/>
              </a:ext>
            </a:extLst>
          </p:cNvPr>
          <p:cNvCxnSpPr>
            <a:stCxn id="8" idx="3"/>
            <a:endCxn id="10" idx="1"/>
          </p:cNvCxnSpPr>
          <p:nvPr/>
        </p:nvCxnSpPr>
        <p:spPr>
          <a:xfrm flipV="1">
            <a:off x="3657634" y="3150078"/>
            <a:ext cx="970158" cy="16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BC8776A-344A-43A2-8BF9-88F75113147F}"/>
              </a:ext>
            </a:extLst>
          </p:cNvPr>
          <p:cNvCxnSpPr>
            <a:stCxn id="10" idx="3"/>
            <a:endCxn id="12" idx="1"/>
          </p:cNvCxnSpPr>
          <p:nvPr/>
        </p:nvCxnSpPr>
        <p:spPr>
          <a:xfrm>
            <a:off x="5711874" y="3150078"/>
            <a:ext cx="2054240" cy="1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3BAE35F-0727-4EEA-8590-0CCD2B66F32B}"/>
              </a:ext>
            </a:extLst>
          </p:cNvPr>
          <p:cNvCxnSpPr>
            <a:stCxn id="11" idx="3"/>
            <a:endCxn id="13" idx="1"/>
          </p:cNvCxnSpPr>
          <p:nvPr/>
        </p:nvCxnSpPr>
        <p:spPr>
          <a:xfrm flipV="1">
            <a:off x="5711874" y="5309335"/>
            <a:ext cx="970158" cy="2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CE4474B4-DA69-4ED3-B7C8-99BE5831232C}"/>
              </a:ext>
            </a:extLst>
          </p:cNvPr>
          <p:cNvCxnSpPr>
            <a:stCxn id="13" idx="3"/>
            <a:endCxn id="14" idx="1"/>
          </p:cNvCxnSpPr>
          <p:nvPr/>
        </p:nvCxnSpPr>
        <p:spPr>
          <a:xfrm flipV="1">
            <a:off x="7766114" y="5309334"/>
            <a:ext cx="966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356B071-6AC1-4779-B03A-2E81566CA0C5}"/>
              </a:ext>
            </a:extLst>
          </p:cNvPr>
          <p:cNvCxnSpPr>
            <a:stCxn id="14" idx="3"/>
            <a:endCxn id="7" idx="1"/>
          </p:cNvCxnSpPr>
          <p:nvPr/>
        </p:nvCxnSpPr>
        <p:spPr>
          <a:xfrm flipV="1">
            <a:off x="9816443" y="4276438"/>
            <a:ext cx="688926" cy="1032896"/>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Arrow Connector 73">
            <a:extLst>
              <a:ext uri="{FF2B5EF4-FFF2-40B4-BE49-F238E27FC236}">
                <a16:creationId xmlns:a16="http://schemas.microsoft.com/office/drawing/2014/main" id="{5B1AAB3B-A7E2-46A8-9C71-FF2CAA78A8A5}"/>
              </a:ext>
            </a:extLst>
          </p:cNvPr>
          <p:cNvCxnSpPr>
            <a:stCxn id="12" idx="3"/>
          </p:cNvCxnSpPr>
          <p:nvPr/>
        </p:nvCxnSpPr>
        <p:spPr>
          <a:xfrm>
            <a:off x="8850196" y="3151603"/>
            <a:ext cx="1547569" cy="1071605"/>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8" name="Straight Arrow Connector 77">
            <a:extLst>
              <a:ext uri="{FF2B5EF4-FFF2-40B4-BE49-F238E27FC236}">
                <a16:creationId xmlns:a16="http://schemas.microsoft.com/office/drawing/2014/main" id="{EF6861DB-B0FE-4F19-8E6F-C6B3228D99DA}"/>
              </a:ext>
            </a:extLst>
          </p:cNvPr>
          <p:cNvCxnSpPr>
            <a:cxnSpLocks/>
            <a:stCxn id="13" idx="0"/>
            <a:endCxn id="12" idx="2"/>
          </p:cNvCxnSpPr>
          <p:nvPr/>
        </p:nvCxnSpPr>
        <p:spPr>
          <a:xfrm flipV="1">
            <a:off x="7224073" y="3415553"/>
            <a:ext cx="1084082" cy="1629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BE7F714-71E6-42BE-9AD9-F5FA9B81A490}"/>
              </a:ext>
            </a:extLst>
          </p:cNvPr>
          <p:cNvSpPr/>
          <p:nvPr/>
        </p:nvSpPr>
        <p:spPr>
          <a:xfrm>
            <a:off x="2567892" y="3166619"/>
            <a:ext cx="284052" cy="307777"/>
          </a:xfrm>
          <a:prstGeom prst="rect">
            <a:avLst/>
          </a:prstGeom>
          <a:noFill/>
        </p:spPr>
        <p:txBody>
          <a:bodyPr wrap="none" lIns="91440" tIns="45720" rIns="91440" bIns="45720">
            <a:spAutoFit/>
          </a:bodyPr>
          <a:lstStyle/>
          <a:p>
            <a:pPr algn="ctr"/>
            <a:r>
              <a:rPr lang="en-US" sz="1400" b="1" dirty="0">
                <a:ln w="0"/>
                <a:solidFill>
                  <a:srgbClr val="FFC000"/>
                </a:solidFill>
                <a:effectLst>
                  <a:outerShdw blurRad="38100" dist="19050" dir="2700000" algn="tl" rotWithShape="0">
                    <a:schemeClr val="dk1">
                      <a:alpha val="40000"/>
                    </a:schemeClr>
                  </a:outerShdw>
                </a:effectLst>
              </a:rPr>
              <a:t>7</a:t>
            </a:r>
            <a:endParaRPr lang="en-US" sz="1400" b="1" cap="none" spc="0" dirty="0">
              <a:ln w="0"/>
              <a:solidFill>
                <a:srgbClr val="FFC000"/>
              </a:solidFill>
              <a:effectLst>
                <a:outerShdw blurRad="38100" dist="19050" dir="2700000" algn="tl" rotWithShape="0">
                  <a:schemeClr val="dk1">
                    <a:alpha val="40000"/>
                  </a:schemeClr>
                </a:outerShdw>
              </a:effectLst>
            </a:endParaRPr>
          </a:p>
        </p:txBody>
      </p:sp>
      <p:sp>
        <p:nvSpPr>
          <p:cNvPr id="83" name="Rectangle 82">
            <a:extLst>
              <a:ext uri="{FF2B5EF4-FFF2-40B4-BE49-F238E27FC236}">
                <a16:creationId xmlns:a16="http://schemas.microsoft.com/office/drawing/2014/main" id="{B3588E0E-51E5-4D2B-8AFD-3D79F2539181}"/>
              </a:ext>
            </a:extLst>
          </p:cNvPr>
          <p:cNvSpPr/>
          <p:nvPr/>
        </p:nvSpPr>
        <p:spPr>
          <a:xfrm>
            <a:off x="2574511" y="5311548"/>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4" name="Rectangle 83">
            <a:extLst>
              <a:ext uri="{FF2B5EF4-FFF2-40B4-BE49-F238E27FC236}">
                <a16:creationId xmlns:a16="http://schemas.microsoft.com/office/drawing/2014/main" id="{D0C4722C-4065-4A86-A0C4-46EFCFECB1C7}"/>
              </a:ext>
            </a:extLst>
          </p:cNvPr>
          <p:cNvSpPr/>
          <p:nvPr/>
        </p:nvSpPr>
        <p:spPr>
          <a:xfrm>
            <a:off x="4558364" y="3113737"/>
            <a:ext cx="373821"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12</a:t>
            </a:r>
          </a:p>
        </p:txBody>
      </p:sp>
      <p:sp>
        <p:nvSpPr>
          <p:cNvPr id="85" name="Rectangle 84">
            <a:extLst>
              <a:ext uri="{FF2B5EF4-FFF2-40B4-BE49-F238E27FC236}">
                <a16:creationId xmlns:a16="http://schemas.microsoft.com/office/drawing/2014/main" id="{83E43BDD-503B-4E9C-826C-4D73D2950A8E}"/>
              </a:ext>
            </a:extLst>
          </p:cNvPr>
          <p:cNvSpPr/>
          <p:nvPr/>
        </p:nvSpPr>
        <p:spPr>
          <a:xfrm>
            <a:off x="4615652" y="528169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8</a:t>
            </a:r>
          </a:p>
        </p:txBody>
      </p:sp>
      <p:sp>
        <p:nvSpPr>
          <p:cNvPr id="86" name="Rectangle 85">
            <a:extLst>
              <a:ext uri="{FF2B5EF4-FFF2-40B4-BE49-F238E27FC236}">
                <a16:creationId xmlns:a16="http://schemas.microsoft.com/office/drawing/2014/main" id="{E27DC8F3-104C-45B5-A4FA-B31D153FA14C}"/>
              </a:ext>
            </a:extLst>
          </p:cNvPr>
          <p:cNvSpPr/>
          <p:nvPr/>
        </p:nvSpPr>
        <p:spPr>
          <a:xfrm>
            <a:off x="6673777" y="5293259"/>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9</a:t>
            </a:r>
          </a:p>
        </p:txBody>
      </p:sp>
      <p:sp>
        <p:nvSpPr>
          <p:cNvPr id="87" name="Rectangle 86">
            <a:extLst>
              <a:ext uri="{FF2B5EF4-FFF2-40B4-BE49-F238E27FC236}">
                <a16:creationId xmlns:a16="http://schemas.microsoft.com/office/drawing/2014/main" id="{E71B79FC-B981-4529-9F0F-75A13EB198DB}"/>
              </a:ext>
            </a:extLst>
          </p:cNvPr>
          <p:cNvSpPr/>
          <p:nvPr/>
        </p:nvSpPr>
        <p:spPr>
          <a:xfrm>
            <a:off x="7745471" y="3139927"/>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6</a:t>
            </a:r>
          </a:p>
        </p:txBody>
      </p:sp>
      <p:sp>
        <p:nvSpPr>
          <p:cNvPr id="88" name="Rectangle 87">
            <a:extLst>
              <a:ext uri="{FF2B5EF4-FFF2-40B4-BE49-F238E27FC236}">
                <a16:creationId xmlns:a16="http://schemas.microsoft.com/office/drawing/2014/main" id="{CFABD5D6-3500-4D10-AE20-A1FE778D7B4A}"/>
              </a:ext>
            </a:extLst>
          </p:cNvPr>
          <p:cNvSpPr/>
          <p:nvPr/>
        </p:nvSpPr>
        <p:spPr>
          <a:xfrm>
            <a:off x="8715987" y="5302584"/>
            <a:ext cx="279244"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5</a:t>
            </a:r>
          </a:p>
        </p:txBody>
      </p:sp>
      <p:sp>
        <p:nvSpPr>
          <p:cNvPr id="89" name="Rectangle 88">
            <a:extLst>
              <a:ext uri="{FF2B5EF4-FFF2-40B4-BE49-F238E27FC236}">
                <a16:creationId xmlns:a16="http://schemas.microsoft.com/office/drawing/2014/main" id="{B08A22DF-4C9C-4EEA-B68F-364B349515AB}"/>
              </a:ext>
            </a:extLst>
          </p:cNvPr>
          <p:cNvSpPr/>
          <p:nvPr/>
        </p:nvSpPr>
        <p:spPr>
          <a:xfrm>
            <a:off x="9711522" y="1723222"/>
            <a:ext cx="1372492" cy="307777"/>
          </a:xfrm>
          <a:prstGeom prst="rect">
            <a:avLst/>
          </a:prstGeom>
          <a:noFill/>
        </p:spPr>
        <p:txBody>
          <a:bodyPr wrap="none" lIns="91440" tIns="45720" rIns="91440" bIns="45720">
            <a:spAutoFit/>
          </a:bodyPr>
          <a:lstStyle/>
          <a:p>
            <a:pPr algn="ctr"/>
            <a:r>
              <a:rPr lang="en-US" sz="1400" b="1" cap="none" spc="0" dirty="0">
                <a:ln w="0"/>
                <a:solidFill>
                  <a:srgbClr val="FFC000"/>
                </a:solidFill>
                <a:effectLst>
                  <a:outerShdw blurRad="38100" dist="19050" dir="2700000" algn="tl" rotWithShape="0">
                    <a:schemeClr val="dk1">
                      <a:alpha val="40000"/>
                    </a:schemeClr>
                  </a:outerShdw>
                </a:effectLst>
              </a:rPr>
              <a:t>Activity Time (t)</a:t>
            </a:r>
          </a:p>
        </p:txBody>
      </p:sp>
      <p:sp>
        <p:nvSpPr>
          <p:cNvPr id="90" name="Rectangle 89">
            <a:extLst>
              <a:ext uri="{FF2B5EF4-FFF2-40B4-BE49-F238E27FC236}">
                <a16:creationId xmlns:a16="http://schemas.microsoft.com/office/drawing/2014/main" id="{2E4895E0-9C27-4D07-8335-080F85056D91}"/>
              </a:ext>
            </a:extLst>
          </p:cNvPr>
          <p:cNvSpPr/>
          <p:nvPr/>
        </p:nvSpPr>
        <p:spPr>
          <a:xfrm>
            <a:off x="10071122" y="1433372"/>
            <a:ext cx="575799" cy="369332"/>
          </a:xfrm>
          <a:prstGeom prst="rect">
            <a:avLst/>
          </a:prstGeom>
          <a:noFill/>
        </p:spPr>
        <p:txBody>
          <a:bodyPr wrap="none" lIns="91440" tIns="45720" rIns="91440" bIns="45720">
            <a:spAutoFit/>
          </a:bodyPr>
          <a:lstStyle/>
          <a:p>
            <a:pPr algn="ctr"/>
            <a:r>
              <a:rPr lang="en-US" b="1" cap="none" spc="0" dirty="0">
                <a:ln w="0"/>
                <a:effectLst>
                  <a:outerShdw blurRad="38100" dist="19050" dir="2700000" algn="tl" rotWithShape="0">
                    <a:schemeClr val="dk1">
                      <a:alpha val="40000"/>
                    </a:schemeClr>
                  </a:outerShdw>
                </a:effectLst>
              </a:rPr>
              <a:t>KEY</a:t>
            </a:r>
          </a:p>
        </p:txBody>
      </p:sp>
      <p:sp>
        <p:nvSpPr>
          <p:cNvPr id="58" name="Rectangle 57">
            <a:extLst>
              <a:ext uri="{FF2B5EF4-FFF2-40B4-BE49-F238E27FC236}">
                <a16:creationId xmlns:a16="http://schemas.microsoft.com/office/drawing/2014/main" id="{B9963F2C-9F40-471E-84EA-57F685A34AF0}"/>
              </a:ext>
            </a:extLst>
          </p:cNvPr>
          <p:cNvSpPr/>
          <p:nvPr/>
        </p:nvSpPr>
        <p:spPr>
          <a:xfrm>
            <a:off x="4869815" y="5043270"/>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9</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59" name="Rectangle 58">
            <a:extLst>
              <a:ext uri="{FF2B5EF4-FFF2-40B4-BE49-F238E27FC236}">
                <a16:creationId xmlns:a16="http://schemas.microsoft.com/office/drawing/2014/main" id="{063B6674-B7CA-4A85-902F-57F09CF1DE26}"/>
              </a:ext>
            </a:extLst>
          </p:cNvPr>
          <p:cNvSpPr/>
          <p:nvPr/>
        </p:nvSpPr>
        <p:spPr>
          <a:xfrm>
            <a:off x="2811728" y="2895966"/>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61" name="Rectangle 60">
            <a:extLst>
              <a:ext uri="{FF2B5EF4-FFF2-40B4-BE49-F238E27FC236}">
                <a16:creationId xmlns:a16="http://schemas.microsoft.com/office/drawing/2014/main" id="{67B593BC-C8E5-4EF5-9E78-B5C67B69E0F4}"/>
              </a:ext>
            </a:extLst>
          </p:cNvPr>
          <p:cNvSpPr/>
          <p:nvPr/>
        </p:nvSpPr>
        <p:spPr>
          <a:xfrm>
            <a:off x="3267101" y="2902669"/>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3" name="Rectangle 62">
            <a:extLst>
              <a:ext uri="{FF2B5EF4-FFF2-40B4-BE49-F238E27FC236}">
                <a16:creationId xmlns:a16="http://schemas.microsoft.com/office/drawing/2014/main" id="{B9C808F1-232F-48EB-B9F3-196E5CBD76B0}"/>
              </a:ext>
            </a:extLst>
          </p:cNvPr>
          <p:cNvSpPr/>
          <p:nvPr/>
        </p:nvSpPr>
        <p:spPr>
          <a:xfrm>
            <a:off x="2815542" y="5068848"/>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0</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5" name="Rectangle 64">
            <a:extLst>
              <a:ext uri="{FF2B5EF4-FFF2-40B4-BE49-F238E27FC236}">
                <a16:creationId xmlns:a16="http://schemas.microsoft.com/office/drawing/2014/main" id="{E1912FF9-5D02-44DC-90A7-04BC006723EF}"/>
              </a:ext>
            </a:extLst>
          </p:cNvPr>
          <p:cNvSpPr/>
          <p:nvPr/>
        </p:nvSpPr>
        <p:spPr>
          <a:xfrm>
            <a:off x="3282392" y="5068848"/>
            <a:ext cx="279244"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67" name="Rectangle 66">
            <a:extLst>
              <a:ext uri="{FF2B5EF4-FFF2-40B4-BE49-F238E27FC236}">
                <a16:creationId xmlns:a16="http://schemas.microsoft.com/office/drawing/2014/main" id="{30B2BF43-8562-4FA2-AECF-E85991431243}"/>
              </a:ext>
            </a:extLst>
          </p:cNvPr>
          <p:cNvSpPr/>
          <p:nvPr/>
        </p:nvSpPr>
        <p:spPr>
          <a:xfrm>
            <a:off x="4850129" y="2889869"/>
            <a:ext cx="279244"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FC62736B-381F-4A57-B275-EC20EC5426A6}"/>
              </a:ext>
            </a:extLst>
          </p:cNvPr>
          <p:cNvSpPr/>
          <p:nvPr/>
        </p:nvSpPr>
        <p:spPr>
          <a:xfrm>
            <a:off x="5278676" y="2886126"/>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19</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A1F5394A-2642-4E90-9B4D-451844022CF8}"/>
              </a:ext>
            </a:extLst>
          </p:cNvPr>
          <p:cNvSpPr/>
          <p:nvPr/>
        </p:nvSpPr>
        <p:spPr>
          <a:xfrm>
            <a:off x="1232972" y="3759637"/>
            <a:ext cx="279244" cy="307777"/>
          </a:xfrm>
          <a:prstGeom prst="rect">
            <a:avLst/>
          </a:prstGeom>
          <a:noFill/>
        </p:spPr>
        <p:txBody>
          <a:bodyPr wrap="none" lIns="91440" tIns="45720" rIns="91440" bIns="45720">
            <a:spAutoFit/>
          </a:bodyPr>
          <a:lstStyle/>
          <a:p>
            <a:pPr algn="ctr"/>
            <a:r>
              <a:rPr lang="en-US" sz="1400" b="1" cap="none" spc="0" dirty="0">
                <a:ln w="0"/>
                <a:solidFill>
                  <a:srgbClr val="0070C0"/>
                </a:solidFill>
                <a:effectLst>
                  <a:outerShdw blurRad="38100" dist="19050" dir="2700000" algn="tl" rotWithShape="0">
                    <a:schemeClr val="dk1">
                      <a:alpha val="40000"/>
                    </a:schemeClr>
                  </a:outerShdw>
                </a:effectLst>
              </a:rPr>
              <a:t>0</a:t>
            </a:r>
          </a:p>
        </p:txBody>
      </p:sp>
      <p:sp>
        <p:nvSpPr>
          <p:cNvPr id="73" name="Rectangle 72">
            <a:extLst>
              <a:ext uri="{FF2B5EF4-FFF2-40B4-BE49-F238E27FC236}">
                <a16:creationId xmlns:a16="http://schemas.microsoft.com/office/drawing/2014/main" id="{ED00DFC1-6963-4E97-9892-A91A7092B5AB}"/>
              </a:ext>
            </a:extLst>
          </p:cNvPr>
          <p:cNvSpPr/>
          <p:nvPr/>
        </p:nvSpPr>
        <p:spPr>
          <a:xfrm>
            <a:off x="5312016" y="5031882"/>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17</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5" name="Rectangle 74">
            <a:extLst>
              <a:ext uri="{FF2B5EF4-FFF2-40B4-BE49-F238E27FC236}">
                <a16:creationId xmlns:a16="http://schemas.microsoft.com/office/drawing/2014/main" id="{524EB773-B20C-421C-86A5-91E133D0192F}"/>
              </a:ext>
            </a:extLst>
          </p:cNvPr>
          <p:cNvSpPr/>
          <p:nvPr/>
        </p:nvSpPr>
        <p:spPr>
          <a:xfrm>
            <a:off x="6893789" y="503646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17</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6" name="Rectangle 75">
            <a:extLst>
              <a:ext uri="{FF2B5EF4-FFF2-40B4-BE49-F238E27FC236}">
                <a16:creationId xmlns:a16="http://schemas.microsoft.com/office/drawing/2014/main" id="{DF00219F-4C4A-4863-8083-DB52DADDE24A}"/>
              </a:ext>
            </a:extLst>
          </p:cNvPr>
          <p:cNvSpPr/>
          <p:nvPr/>
        </p:nvSpPr>
        <p:spPr>
          <a:xfrm>
            <a:off x="7413565" y="5033407"/>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26</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77" name="Rectangle 76">
            <a:extLst>
              <a:ext uri="{FF2B5EF4-FFF2-40B4-BE49-F238E27FC236}">
                <a16:creationId xmlns:a16="http://schemas.microsoft.com/office/drawing/2014/main" id="{8C58CE63-C81A-478C-8C91-060FBF9B85EB}"/>
              </a:ext>
            </a:extLst>
          </p:cNvPr>
          <p:cNvSpPr/>
          <p:nvPr/>
        </p:nvSpPr>
        <p:spPr>
          <a:xfrm>
            <a:off x="8943128" y="5033407"/>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79" name="Rectangle 78">
            <a:extLst>
              <a:ext uri="{FF2B5EF4-FFF2-40B4-BE49-F238E27FC236}">
                <a16:creationId xmlns:a16="http://schemas.microsoft.com/office/drawing/2014/main" id="{A3040163-BC23-4496-A6D3-21E865BD8AE1}"/>
              </a:ext>
            </a:extLst>
          </p:cNvPr>
          <p:cNvSpPr/>
          <p:nvPr/>
        </p:nvSpPr>
        <p:spPr>
          <a:xfrm>
            <a:off x="9446998" y="5036468"/>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31</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80" name="Rectangle 79">
            <a:extLst>
              <a:ext uri="{FF2B5EF4-FFF2-40B4-BE49-F238E27FC236}">
                <a16:creationId xmlns:a16="http://schemas.microsoft.com/office/drawing/2014/main" id="{44BFAB49-218D-4CDC-A6F7-0A63FB0CD484}"/>
              </a:ext>
            </a:extLst>
          </p:cNvPr>
          <p:cNvSpPr/>
          <p:nvPr/>
        </p:nvSpPr>
        <p:spPr>
          <a:xfrm>
            <a:off x="7976915" y="2877688"/>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26</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81" name="Rectangle 80">
            <a:extLst>
              <a:ext uri="{FF2B5EF4-FFF2-40B4-BE49-F238E27FC236}">
                <a16:creationId xmlns:a16="http://schemas.microsoft.com/office/drawing/2014/main" id="{C106D0C9-D590-43D4-AAAA-A084378F5B02}"/>
              </a:ext>
            </a:extLst>
          </p:cNvPr>
          <p:cNvSpPr/>
          <p:nvPr/>
        </p:nvSpPr>
        <p:spPr>
          <a:xfrm>
            <a:off x="8450169" y="2878224"/>
            <a:ext cx="373821"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32</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1" name="Rectangle 90">
            <a:extLst>
              <a:ext uri="{FF2B5EF4-FFF2-40B4-BE49-F238E27FC236}">
                <a16:creationId xmlns:a16="http://schemas.microsoft.com/office/drawing/2014/main" id="{82935C4F-086F-43B6-98F4-91C8BB325B99}"/>
              </a:ext>
            </a:extLst>
          </p:cNvPr>
          <p:cNvSpPr/>
          <p:nvPr/>
        </p:nvSpPr>
        <p:spPr>
          <a:xfrm>
            <a:off x="10844812" y="3706233"/>
            <a:ext cx="373821" cy="307777"/>
          </a:xfrm>
          <a:prstGeom prst="rect">
            <a:avLst/>
          </a:prstGeom>
          <a:noFill/>
        </p:spPr>
        <p:txBody>
          <a:bodyPr wrap="none" lIns="91440" tIns="45720" rIns="91440" bIns="45720">
            <a:spAutoFit/>
          </a:bodyPr>
          <a:lstStyle/>
          <a:p>
            <a:pPr algn="ctr"/>
            <a:r>
              <a:rPr lang="en-US" sz="1400" b="1" dirty="0">
                <a:ln w="0"/>
                <a:solidFill>
                  <a:srgbClr val="0070C0"/>
                </a:solidFill>
                <a:effectLst>
                  <a:outerShdw blurRad="38100" dist="19050" dir="2700000" algn="tl" rotWithShape="0">
                    <a:schemeClr val="dk1">
                      <a:alpha val="40000"/>
                    </a:schemeClr>
                  </a:outerShdw>
                </a:effectLst>
              </a:rPr>
              <a:t>32</a:t>
            </a:r>
            <a:endParaRPr lang="en-US" sz="1400" b="1" cap="none" spc="0" dirty="0">
              <a:ln w="0"/>
              <a:solidFill>
                <a:srgbClr val="0070C0"/>
              </a:solidFill>
              <a:effectLst>
                <a:outerShdw blurRad="38100" dist="19050" dir="2700000" algn="tl" rotWithShape="0">
                  <a:schemeClr val="dk1">
                    <a:alpha val="40000"/>
                  </a:schemeClr>
                </a:outerShdw>
              </a:effectLst>
            </a:endParaRPr>
          </a:p>
        </p:txBody>
      </p:sp>
      <p:sp>
        <p:nvSpPr>
          <p:cNvPr id="92" name="Rectangle 91">
            <a:extLst>
              <a:ext uri="{FF2B5EF4-FFF2-40B4-BE49-F238E27FC236}">
                <a16:creationId xmlns:a16="http://schemas.microsoft.com/office/drawing/2014/main" id="{060B5298-831B-4A84-8FFF-F0B6953F490B}"/>
              </a:ext>
            </a:extLst>
          </p:cNvPr>
          <p:cNvSpPr/>
          <p:nvPr/>
        </p:nvSpPr>
        <p:spPr>
          <a:xfrm>
            <a:off x="9792398" y="1963991"/>
            <a:ext cx="1234825" cy="307777"/>
          </a:xfrm>
          <a:prstGeom prst="rect">
            <a:avLst/>
          </a:prstGeom>
          <a:noFill/>
        </p:spPr>
        <p:txBody>
          <a:bodyPr wrap="none" lIns="91440" tIns="45720" rIns="91440" bIns="45720">
            <a:spAutoFit/>
          </a:bodyPr>
          <a:lstStyle/>
          <a:p>
            <a:pPr algn="ctr"/>
            <a:r>
              <a:rPr lang="en-US" sz="1400" b="1" dirty="0">
                <a:ln w="0"/>
                <a:solidFill>
                  <a:srgbClr val="FF0000"/>
                </a:solidFill>
                <a:effectLst>
                  <a:outerShdw blurRad="38100" dist="19050" dir="2700000" algn="tl" rotWithShape="0">
                    <a:schemeClr val="dk1">
                      <a:alpha val="40000"/>
                    </a:schemeClr>
                  </a:outerShdw>
                </a:effectLst>
              </a:rPr>
              <a:t>Forward Pass </a:t>
            </a:r>
            <a:endParaRPr lang="en-US" sz="1400" b="1" cap="none" spc="0" dirty="0">
              <a:ln w="0"/>
              <a:solidFill>
                <a:srgbClr val="FF0000"/>
              </a:solidFill>
              <a:effectLst>
                <a:outerShdw blurRad="38100" dist="19050" dir="2700000" algn="tl" rotWithShape="0">
                  <a:schemeClr val="dk1">
                    <a:alpha val="40000"/>
                  </a:schemeClr>
                </a:outerShdw>
              </a:effectLst>
            </a:endParaRPr>
          </a:p>
        </p:txBody>
      </p:sp>
      <p:sp>
        <p:nvSpPr>
          <p:cNvPr id="96" name="Rectangle 95">
            <a:extLst>
              <a:ext uri="{FF2B5EF4-FFF2-40B4-BE49-F238E27FC236}">
                <a16:creationId xmlns:a16="http://schemas.microsoft.com/office/drawing/2014/main" id="{46891C95-4519-4F90-A8BE-84DF459EA05D}"/>
              </a:ext>
            </a:extLst>
          </p:cNvPr>
          <p:cNvSpPr/>
          <p:nvPr/>
        </p:nvSpPr>
        <p:spPr>
          <a:xfrm>
            <a:off x="10845548" y="4653123"/>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7" name="Rectangle 96">
            <a:extLst>
              <a:ext uri="{FF2B5EF4-FFF2-40B4-BE49-F238E27FC236}">
                <a16:creationId xmlns:a16="http://schemas.microsoft.com/office/drawing/2014/main" id="{F44C26FA-70F3-44E4-8D13-E845744C39E8}"/>
              </a:ext>
            </a:extLst>
          </p:cNvPr>
          <p:cNvSpPr/>
          <p:nvPr/>
        </p:nvSpPr>
        <p:spPr>
          <a:xfrm>
            <a:off x="8443822" y="3128163"/>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8" name="Rectangle 97">
            <a:extLst>
              <a:ext uri="{FF2B5EF4-FFF2-40B4-BE49-F238E27FC236}">
                <a16:creationId xmlns:a16="http://schemas.microsoft.com/office/drawing/2014/main" id="{2AB021E0-ED90-4B93-9CF7-2F142B03E8D6}"/>
              </a:ext>
            </a:extLst>
          </p:cNvPr>
          <p:cNvSpPr/>
          <p:nvPr/>
        </p:nvSpPr>
        <p:spPr>
          <a:xfrm>
            <a:off x="9431604" y="5297329"/>
            <a:ext cx="373821"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32</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99" name="Rectangle 98">
            <a:extLst>
              <a:ext uri="{FF2B5EF4-FFF2-40B4-BE49-F238E27FC236}">
                <a16:creationId xmlns:a16="http://schemas.microsoft.com/office/drawing/2014/main" id="{85105C94-2BB2-4304-917E-E94E95F1B60F}"/>
              </a:ext>
            </a:extLst>
          </p:cNvPr>
          <p:cNvSpPr/>
          <p:nvPr/>
        </p:nvSpPr>
        <p:spPr>
          <a:xfrm>
            <a:off x="8961697" y="5295834"/>
            <a:ext cx="373821" cy="307777"/>
          </a:xfrm>
          <a:prstGeom prst="rect">
            <a:avLst/>
          </a:prstGeom>
          <a:noFill/>
        </p:spPr>
        <p:txBody>
          <a:bodyPr wrap="none" lIns="91440" tIns="45720" rIns="91440" bIns="45720">
            <a:spAutoFit/>
          </a:bodyPr>
          <a:lstStyle/>
          <a:p>
            <a:pPr algn="ctr"/>
            <a:r>
              <a:rPr lang="en-US" sz="1400" b="1" dirty="0">
                <a:ln w="0"/>
                <a:solidFill>
                  <a:schemeClr val="accent2">
                    <a:lumMod val="75000"/>
                  </a:schemeClr>
                </a:solidFill>
                <a:effectLst>
                  <a:outerShdw blurRad="38100" dist="19050" dir="2700000" algn="tl" rotWithShape="0">
                    <a:schemeClr val="dk1">
                      <a:alpha val="40000"/>
                    </a:schemeClr>
                  </a:outerShdw>
                </a:effectLst>
              </a:rPr>
              <a:t>27</a:t>
            </a:r>
            <a:endParaRPr lang="en-US" sz="1400" b="1" cap="none" spc="0" dirty="0">
              <a:ln w="0"/>
              <a:solidFill>
                <a:schemeClr val="accent2">
                  <a:lumMod val="75000"/>
                </a:schemeClr>
              </a:solidFill>
              <a:effectLst>
                <a:outerShdw blurRad="38100" dist="19050" dir="2700000" algn="tl" rotWithShape="0">
                  <a:schemeClr val="dk1">
                    <a:alpha val="40000"/>
                  </a:schemeClr>
                </a:outerShdw>
              </a:effectLst>
            </a:endParaRPr>
          </a:p>
        </p:txBody>
      </p:sp>
      <p:sp>
        <p:nvSpPr>
          <p:cNvPr id="100" name="Rectangle 99">
            <a:extLst>
              <a:ext uri="{FF2B5EF4-FFF2-40B4-BE49-F238E27FC236}">
                <a16:creationId xmlns:a16="http://schemas.microsoft.com/office/drawing/2014/main" id="{9B6A29CC-8915-4D9D-8783-BF2CF21339E9}"/>
              </a:ext>
            </a:extLst>
          </p:cNvPr>
          <p:cNvSpPr/>
          <p:nvPr/>
        </p:nvSpPr>
        <p:spPr>
          <a:xfrm>
            <a:off x="7958866" y="3115679"/>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26</a:t>
            </a:r>
          </a:p>
        </p:txBody>
      </p:sp>
      <p:sp>
        <p:nvSpPr>
          <p:cNvPr id="101" name="Rectangle 100">
            <a:extLst>
              <a:ext uri="{FF2B5EF4-FFF2-40B4-BE49-F238E27FC236}">
                <a16:creationId xmlns:a16="http://schemas.microsoft.com/office/drawing/2014/main" id="{D5B993E4-E953-40C0-8355-CB3A0FFB67BC}"/>
              </a:ext>
            </a:extLst>
          </p:cNvPr>
          <p:cNvSpPr/>
          <p:nvPr/>
        </p:nvSpPr>
        <p:spPr>
          <a:xfrm>
            <a:off x="7387917" y="5277810"/>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26</a:t>
            </a:r>
          </a:p>
        </p:txBody>
      </p:sp>
      <p:sp>
        <p:nvSpPr>
          <p:cNvPr id="102" name="Rectangle 101">
            <a:extLst>
              <a:ext uri="{FF2B5EF4-FFF2-40B4-BE49-F238E27FC236}">
                <a16:creationId xmlns:a16="http://schemas.microsoft.com/office/drawing/2014/main" id="{53409B73-E701-46A4-B942-013A131FB19C}"/>
              </a:ext>
            </a:extLst>
          </p:cNvPr>
          <p:cNvSpPr/>
          <p:nvPr/>
        </p:nvSpPr>
        <p:spPr>
          <a:xfrm>
            <a:off x="6888860" y="5302483"/>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17</a:t>
            </a:r>
          </a:p>
        </p:txBody>
      </p:sp>
      <p:sp>
        <p:nvSpPr>
          <p:cNvPr id="103" name="Rectangle 102">
            <a:extLst>
              <a:ext uri="{FF2B5EF4-FFF2-40B4-BE49-F238E27FC236}">
                <a16:creationId xmlns:a16="http://schemas.microsoft.com/office/drawing/2014/main" id="{ED9B8A4A-DF94-467F-BA44-0B2CEB8419D1}"/>
              </a:ext>
            </a:extLst>
          </p:cNvPr>
          <p:cNvSpPr/>
          <p:nvPr/>
        </p:nvSpPr>
        <p:spPr>
          <a:xfrm>
            <a:off x="5305500" y="3128162"/>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26</a:t>
            </a:r>
          </a:p>
        </p:txBody>
      </p:sp>
      <p:sp>
        <p:nvSpPr>
          <p:cNvPr id="104" name="Rectangle 103">
            <a:extLst>
              <a:ext uri="{FF2B5EF4-FFF2-40B4-BE49-F238E27FC236}">
                <a16:creationId xmlns:a16="http://schemas.microsoft.com/office/drawing/2014/main" id="{3C8269FE-F529-4B69-A370-770D3EB38A5B}"/>
              </a:ext>
            </a:extLst>
          </p:cNvPr>
          <p:cNvSpPr/>
          <p:nvPr/>
        </p:nvSpPr>
        <p:spPr>
          <a:xfrm>
            <a:off x="4823683" y="3110204"/>
            <a:ext cx="373821"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14</a:t>
            </a:r>
          </a:p>
        </p:txBody>
      </p:sp>
      <p:sp>
        <p:nvSpPr>
          <p:cNvPr id="105" name="Rectangle 104">
            <a:extLst>
              <a:ext uri="{FF2B5EF4-FFF2-40B4-BE49-F238E27FC236}">
                <a16:creationId xmlns:a16="http://schemas.microsoft.com/office/drawing/2014/main" id="{80A59BDC-D250-4AF9-9066-0335FC106072}"/>
              </a:ext>
            </a:extLst>
          </p:cNvPr>
          <p:cNvSpPr/>
          <p:nvPr/>
        </p:nvSpPr>
        <p:spPr>
          <a:xfrm>
            <a:off x="5325241" y="5277810"/>
            <a:ext cx="373821"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17</a:t>
            </a:r>
          </a:p>
        </p:txBody>
      </p:sp>
      <p:sp>
        <p:nvSpPr>
          <p:cNvPr id="106" name="Rectangle 105">
            <a:extLst>
              <a:ext uri="{FF2B5EF4-FFF2-40B4-BE49-F238E27FC236}">
                <a16:creationId xmlns:a16="http://schemas.microsoft.com/office/drawing/2014/main" id="{B7831A87-C58E-4D6D-8372-28BD6C81AD7B}"/>
              </a:ext>
            </a:extLst>
          </p:cNvPr>
          <p:cNvSpPr/>
          <p:nvPr/>
        </p:nvSpPr>
        <p:spPr>
          <a:xfrm>
            <a:off x="4889701" y="5295833"/>
            <a:ext cx="279244"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9</a:t>
            </a:r>
          </a:p>
        </p:txBody>
      </p:sp>
      <p:sp>
        <p:nvSpPr>
          <p:cNvPr id="107" name="Rectangle 106">
            <a:extLst>
              <a:ext uri="{FF2B5EF4-FFF2-40B4-BE49-F238E27FC236}">
                <a16:creationId xmlns:a16="http://schemas.microsoft.com/office/drawing/2014/main" id="{F7466C67-75C0-4701-A9CC-6921A07FE1FF}"/>
              </a:ext>
            </a:extLst>
          </p:cNvPr>
          <p:cNvSpPr/>
          <p:nvPr/>
        </p:nvSpPr>
        <p:spPr>
          <a:xfrm>
            <a:off x="3276868" y="5315618"/>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9</a:t>
            </a:r>
          </a:p>
        </p:txBody>
      </p:sp>
      <p:sp>
        <p:nvSpPr>
          <p:cNvPr id="108" name="Rectangle 107">
            <a:extLst>
              <a:ext uri="{FF2B5EF4-FFF2-40B4-BE49-F238E27FC236}">
                <a16:creationId xmlns:a16="http://schemas.microsoft.com/office/drawing/2014/main" id="{608CBF29-9432-4DBE-B19E-E39B4D0EC26E}"/>
              </a:ext>
            </a:extLst>
          </p:cNvPr>
          <p:cNvSpPr/>
          <p:nvPr/>
        </p:nvSpPr>
        <p:spPr>
          <a:xfrm>
            <a:off x="2823463" y="5318890"/>
            <a:ext cx="279244" cy="307777"/>
          </a:xfrm>
          <a:prstGeom prst="rect">
            <a:avLst/>
          </a:prstGeom>
          <a:noFill/>
        </p:spPr>
        <p:txBody>
          <a:bodyPr wrap="none" lIns="91440" tIns="45720" rIns="91440" bIns="45720">
            <a:spAutoFit/>
          </a:bodyPr>
          <a:lstStyle/>
          <a:p>
            <a:pPr algn="ctr"/>
            <a:r>
              <a:rPr lang="en-US" sz="1400" b="1" cap="none" spc="0" dirty="0">
                <a:ln w="0"/>
                <a:solidFill>
                  <a:schemeClr val="accent2">
                    <a:lumMod val="75000"/>
                  </a:schemeClr>
                </a:solidFill>
                <a:effectLst>
                  <a:outerShdw blurRad="38100" dist="19050" dir="2700000" algn="tl" rotWithShape="0">
                    <a:schemeClr val="dk1">
                      <a:alpha val="40000"/>
                    </a:schemeClr>
                  </a:outerShdw>
                </a:effectLst>
              </a:rPr>
              <a:t>0</a:t>
            </a:r>
          </a:p>
        </p:txBody>
      </p:sp>
      <p:sp>
        <p:nvSpPr>
          <p:cNvPr id="109" name="Rectangle 108">
            <a:extLst>
              <a:ext uri="{FF2B5EF4-FFF2-40B4-BE49-F238E27FC236}">
                <a16:creationId xmlns:a16="http://schemas.microsoft.com/office/drawing/2014/main" id="{E3761271-8F22-4F1C-A985-88CCC08D8C59}"/>
              </a:ext>
            </a:extLst>
          </p:cNvPr>
          <p:cNvSpPr/>
          <p:nvPr/>
        </p:nvSpPr>
        <p:spPr>
          <a:xfrm>
            <a:off x="3249052" y="3146836"/>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9</a:t>
            </a:r>
          </a:p>
        </p:txBody>
      </p:sp>
      <p:sp>
        <p:nvSpPr>
          <p:cNvPr id="110" name="Rectangle 109">
            <a:extLst>
              <a:ext uri="{FF2B5EF4-FFF2-40B4-BE49-F238E27FC236}">
                <a16:creationId xmlns:a16="http://schemas.microsoft.com/office/drawing/2014/main" id="{63CD1AFC-ADCA-425A-B498-2C651ED0891F}"/>
              </a:ext>
            </a:extLst>
          </p:cNvPr>
          <p:cNvSpPr/>
          <p:nvPr/>
        </p:nvSpPr>
        <p:spPr>
          <a:xfrm>
            <a:off x="2806071" y="3146669"/>
            <a:ext cx="279244" cy="307777"/>
          </a:xfrm>
          <a:prstGeom prst="rect">
            <a:avLst/>
          </a:prstGeom>
          <a:noFill/>
        </p:spPr>
        <p:txBody>
          <a:bodyPr wrap="none" lIns="91440" tIns="45720" rIns="91440" bIns="45720">
            <a:spAutoFit/>
          </a:bodyPr>
          <a:lstStyle/>
          <a:p>
            <a:pPr algn="ctr"/>
            <a:r>
              <a:rPr lang="en-US" sz="1400" b="1" dirty="0">
                <a:ln w="0"/>
                <a:solidFill>
                  <a:schemeClr val="accent2">
                    <a:lumMod val="75000"/>
                  </a:schemeClr>
                </a:solidFill>
                <a:effectLst>
                  <a:outerShdw blurRad="38100" dist="19050" dir="2700000" algn="tl" rotWithShape="0">
                    <a:schemeClr val="dk1">
                      <a:alpha val="40000"/>
                    </a:schemeClr>
                  </a:outerShdw>
                </a:effectLst>
              </a:rPr>
              <a:t>2</a:t>
            </a:r>
            <a:endParaRPr lang="en-US" sz="1400" b="1" cap="none" spc="0" dirty="0">
              <a:ln w="0"/>
              <a:solidFill>
                <a:schemeClr val="accent2">
                  <a:lumMod val="75000"/>
                </a:schemeClr>
              </a:solidFill>
              <a:effectLst>
                <a:outerShdw blurRad="38100" dist="19050" dir="2700000" algn="tl" rotWithShape="0">
                  <a:schemeClr val="dk1">
                    <a:alpha val="40000"/>
                  </a:schemeClr>
                </a:outerShdw>
              </a:effectLst>
            </a:endParaRPr>
          </a:p>
        </p:txBody>
      </p:sp>
      <p:sp>
        <p:nvSpPr>
          <p:cNvPr id="111" name="Rectangle 110">
            <a:extLst>
              <a:ext uri="{FF2B5EF4-FFF2-40B4-BE49-F238E27FC236}">
                <a16:creationId xmlns:a16="http://schemas.microsoft.com/office/drawing/2014/main" id="{F8DC8DCD-26A0-4183-BFAB-0156DB260B24}"/>
              </a:ext>
            </a:extLst>
          </p:cNvPr>
          <p:cNvSpPr/>
          <p:nvPr/>
        </p:nvSpPr>
        <p:spPr>
          <a:xfrm>
            <a:off x="1232972" y="4638997"/>
            <a:ext cx="279244" cy="307777"/>
          </a:xfrm>
          <a:prstGeom prst="rect">
            <a:avLst/>
          </a:prstGeom>
          <a:noFill/>
        </p:spPr>
        <p:txBody>
          <a:bodyPr wrap="none" lIns="91440" tIns="45720" rIns="91440" bIns="45720">
            <a:spAutoFit/>
          </a:bodyPr>
          <a:lstStyle/>
          <a:p>
            <a:pPr algn="ctr"/>
            <a:r>
              <a:rPr lang="en-US" sz="1400" b="1" cap="none" spc="0" dirty="0">
                <a:ln w="0"/>
                <a:solidFill>
                  <a:srgbClr val="00B050"/>
                </a:solidFill>
                <a:effectLst>
                  <a:outerShdw blurRad="38100" dist="19050" dir="2700000" algn="tl" rotWithShape="0">
                    <a:schemeClr val="dk1">
                      <a:alpha val="40000"/>
                    </a:schemeClr>
                  </a:outerShdw>
                </a:effectLst>
              </a:rPr>
              <a:t>0</a:t>
            </a:r>
          </a:p>
        </p:txBody>
      </p:sp>
      <p:sp>
        <p:nvSpPr>
          <p:cNvPr id="112" name="Rectangle 111">
            <a:extLst>
              <a:ext uri="{FF2B5EF4-FFF2-40B4-BE49-F238E27FC236}">
                <a16:creationId xmlns:a16="http://schemas.microsoft.com/office/drawing/2014/main" id="{6DD8F6B6-D1FE-40AE-9F90-39A5447EBA52}"/>
              </a:ext>
            </a:extLst>
          </p:cNvPr>
          <p:cNvSpPr/>
          <p:nvPr/>
        </p:nvSpPr>
        <p:spPr>
          <a:xfrm>
            <a:off x="9762562" y="2163916"/>
            <a:ext cx="1302664" cy="307777"/>
          </a:xfrm>
          <a:prstGeom prst="rect">
            <a:avLst/>
          </a:prstGeom>
          <a:noFill/>
        </p:spPr>
        <p:txBody>
          <a:bodyPr wrap="none" lIns="91440" tIns="45720" rIns="91440" bIns="45720">
            <a:spAutoFit/>
          </a:bodyPr>
          <a:lstStyle/>
          <a:p>
            <a:pPr algn="ctr"/>
            <a:r>
              <a:rPr lang="en-US" sz="1400" b="1" dirty="0">
                <a:ln w="0"/>
                <a:solidFill>
                  <a:srgbClr val="00B050"/>
                </a:solidFill>
                <a:effectLst>
                  <a:outerShdw blurRad="38100" dist="19050" dir="2700000" algn="tl" rotWithShape="0">
                    <a:schemeClr val="dk1">
                      <a:alpha val="40000"/>
                    </a:schemeClr>
                  </a:outerShdw>
                </a:effectLst>
              </a:rPr>
              <a:t>Backward Pass</a:t>
            </a:r>
            <a:endParaRPr lang="en-US" sz="1400" b="1" cap="none" spc="0" dirty="0">
              <a:ln w="0"/>
              <a:solidFill>
                <a:srgbClr val="00B050"/>
              </a:solidFill>
              <a:effectLst>
                <a:outerShdw blurRad="38100" dist="19050" dir="2700000" algn="tl" rotWithShape="0">
                  <a:schemeClr val="dk1">
                    <a:alpha val="40000"/>
                  </a:schemeClr>
                </a:outerShdw>
              </a:effectLst>
            </a:endParaRPr>
          </a:p>
        </p:txBody>
      </p:sp>
      <p:sp>
        <p:nvSpPr>
          <p:cNvPr id="16" name="Rectangle 15">
            <a:extLst>
              <a:ext uri="{FF2B5EF4-FFF2-40B4-BE49-F238E27FC236}">
                <a16:creationId xmlns:a16="http://schemas.microsoft.com/office/drawing/2014/main" id="{11FFDF5B-2EB0-41B9-BF42-2A46494946EC}"/>
              </a:ext>
            </a:extLst>
          </p:cNvPr>
          <p:cNvSpPr/>
          <p:nvPr/>
        </p:nvSpPr>
        <p:spPr>
          <a:xfrm>
            <a:off x="2912517" y="3409801"/>
            <a:ext cx="354584" cy="461665"/>
          </a:xfrm>
          <a:prstGeom prst="rect">
            <a:avLst/>
          </a:prstGeom>
          <a:noFill/>
        </p:spPr>
        <p:txBody>
          <a:bodyPr wrap="none" lIns="91440" tIns="45720" rIns="91440" bIns="45720">
            <a:spAutoFit/>
          </a:bodyPr>
          <a:lstStyle/>
          <a:p>
            <a:pPr algn="ctr"/>
            <a:r>
              <a:rPr lang="en-US" sz="2400" b="1" cap="none" spc="0" dirty="0">
                <a:ln w="0"/>
                <a:solidFill>
                  <a:schemeClr val="bg1"/>
                </a:solidFill>
                <a:effectLst>
                  <a:outerShdw blurRad="38100" dist="19050" dir="2700000" algn="tl" rotWithShape="0">
                    <a:schemeClr val="dk1">
                      <a:alpha val="40000"/>
                    </a:schemeClr>
                  </a:outerShdw>
                </a:effectLst>
              </a:rPr>
              <a:t>2</a:t>
            </a:r>
          </a:p>
        </p:txBody>
      </p:sp>
      <p:sp>
        <p:nvSpPr>
          <p:cNvPr id="116" name="Rectangle 115">
            <a:extLst>
              <a:ext uri="{FF2B5EF4-FFF2-40B4-BE49-F238E27FC236}">
                <a16:creationId xmlns:a16="http://schemas.microsoft.com/office/drawing/2014/main" id="{3001312C-51C7-4397-9C4B-7C0BC08B5BAC}"/>
              </a:ext>
            </a:extLst>
          </p:cNvPr>
          <p:cNvSpPr/>
          <p:nvPr/>
        </p:nvSpPr>
        <p:spPr>
          <a:xfrm>
            <a:off x="5020279" y="3388728"/>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7</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17" name="Rectangle 116">
            <a:extLst>
              <a:ext uri="{FF2B5EF4-FFF2-40B4-BE49-F238E27FC236}">
                <a16:creationId xmlns:a16="http://schemas.microsoft.com/office/drawing/2014/main" id="{8227497D-AE13-4226-A7C1-4DDB5B30C90D}"/>
              </a:ext>
            </a:extLst>
          </p:cNvPr>
          <p:cNvSpPr/>
          <p:nvPr/>
        </p:nvSpPr>
        <p:spPr>
          <a:xfrm>
            <a:off x="8263389" y="3381692"/>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18" name="Rectangle 117">
            <a:extLst>
              <a:ext uri="{FF2B5EF4-FFF2-40B4-BE49-F238E27FC236}">
                <a16:creationId xmlns:a16="http://schemas.microsoft.com/office/drawing/2014/main" id="{4FAC4B83-6A08-41E5-975B-DD4F75BA3031}"/>
              </a:ext>
            </a:extLst>
          </p:cNvPr>
          <p:cNvSpPr/>
          <p:nvPr/>
        </p:nvSpPr>
        <p:spPr>
          <a:xfrm>
            <a:off x="2972639" y="4657198"/>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19" name="Rectangle 118">
            <a:extLst>
              <a:ext uri="{FF2B5EF4-FFF2-40B4-BE49-F238E27FC236}">
                <a16:creationId xmlns:a16="http://schemas.microsoft.com/office/drawing/2014/main" id="{8049459E-43C8-4607-B52C-E4E71BD9813D}"/>
              </a:ext>
            </a:extLst>
          </p:cNvPr>
          <p:cNvSpPr/>
          <p:nvPr/>
        </p:nvSpPr>
        <p:spPr>
          <a:xfrm>
            <a:off x="5064423" y="4553389"/>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20" name="Rectangle 119">
            <a:extLst>
              <a:ext uri="{FF2B5EF4-FFF2-40B4-BE49-F238E27FC236}">
                <a16:creationId xmlns:a16="http://schemas.microsoft.com/office/drawing/2014/main" id="{94E13E75-F5CE-4EFA-963C-C7786D773272}"/>
              </a:ext>
            </a:extLst>
          </p:cNvPr>
          <p:cNvSpPr/>
          <p:nvPr/>
        </p:nvSpPr>
        <p:spPr>
          <a:xfrm>
            <a:off x="6914320" y="4598840"/>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0</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21" name="Rectangle 120">
            <a:extLst>
              <a:ext uri="{FF2B5EF4-FFF2-40B4-BE49-F238E27FC236}">
                <a16:creationId xmlns:a16="http://schemas.microsoft.com/office/drawing/2014/main" id="{DC42E854-9FEE-4F62-8C79-41E52BC67AB3}"/>
              </a:ext>
            </a:extLst>
          </p:cNvPr>
          <p:cNvSpPr/>
          <p:nvPr/>
        </p:nvSpPr>
        <p:spPr>
          <a:xfrm>
            <a:off x="9065357" y="4607426"/>
            <a:ext cx="348172" cy="461665"/>
          </a:xfrm>
          <a:prstGeom prst="rect">
            <a:avLst/>
          </a:prstGeom>
          <a:noFill/>
        </p:spPr>
        <p:txBody>
          <a:bodyPr wrap="none" lIns="91440" tIns="45720" rIns="91440" bIns="45720">
            <a:spAutoFit/>
          </a:bodyPr>
          <a:lstStyle/>
          <a:p>
            <a:pPr algn="ctr"/>
            <a:r>
              <a:rPr lang="en-US" sz="2400" b="1" dirty="0">
                <a:ln w="0"/>
                <a:solidFill>
                  <a:schemeClr val="bg1"/>
                </a:solidFill>
                <a:effectLst>
                  <a:outerShdw blurRad="38100" dist="19050" dir="2700000" algn="tl" rotWithShape="0">
                    <a:schemeClr val="dk1">
                      <a:alpha val="40000"/>
                    </a:schemeClr>
                  </a:outerShdw>
                </a:effectLst>
              </a:rPr>
              <a:t>1</a:t>
            </a:r>
            <a:endParaRPr lang="en-US" sz="2400" b="1" cap="none" spc="0" dirty="0">
              <a:ln w="0"/>
              <a:solidFill>
                <a:schemeClr val="bg1"/>
              </a:solidFill>
              <a:effectLst>
                <a:outerShdw blurRad="38100" dist="19050" dir="2700000" algn="tl" rotWithShape="0">
                  <a:schemeClr val="dk1">
                    <a:alpha val="40000"/>
                  </a:schemeClr>
                </a:outerShdw>
              </a:effectLst>
            </a:endParaRPr>
          </a:p>
        </p:txBody>
      </p:sp>
      <p:sp>
        <p:nvSpPr>
          <p:cNvPr id="122" name="Rectangle 121">
            <a:extLst>
              <a:ext uri="{FF2B5EF4-FFF2-40B4-BE49-F238E27FC236}">
                <a16:creationId xmlns:a16="http://schemas.microsoft.com/office/drawing/2014/main" id="{518B5F08-A681-4EE9-BDF1-9951711F23F3}"/>
              </a:ext>
            </a:extLst>
          </p:cNvPr>
          <p:cNvSpPr/>
          <p:nvPr/>
        </p:nvSpPr>
        <p:spPr>
          <a:xfrm>
            <a:off x="10160906" y="2375078"/>
            <a:ext cx="569387" cy="307777"/>
          </a:xfrm>
          <a:prstGeom prst="rect">
            <a:avLst/>
          </a:prstGeom>
          <a:noFill/>
        </p:spPr>
        <p:txBody>
          <a:bodyPr wrap="none" lIns="91440" tIns="45720" rIns="91440" bIns="45720">
            <a:spAutoFit/>
          </a:bodyPr>
          <a:lstStyle/>
          <a:p>
            <a:pPr algn="ctr"/>
            <a:r>
              <a:rPr lang="en-US" sz="1400" b="1" dirty="0">
                <a:ln w="0"/>
                <a:solidFill>
                  <a:schemeClr val="bg1"/>
                </a:solidFill>
                <a:effectLst>
                  <a:outerShdw blurRad="38100" dist="19050" dir="2700000" algn="tl" rotWithShape="0">
                    <a:schemeClr val="dk1">
                      <a:alpha val="40000"/>
                    </a:schemeClr>
                  </a:outerShdw>
                </a:effectLst>
              </a:rPr>
              <a:t>Slack</a:t>
            </a:r>
            <a:endParaRPr lang="en-US" sz="1400" b="1" cap="none" spc="0" dirty="0">
              <a:ln w="0"/>
              <a:solidFill>
                <a:schemeClr val="bg1"/>
              </a:solidFill>
              <a:effectLst>
                <a:outerShdw blurRad="38100" dist="19050" dir="2700000" algn="tl" rotWithShape="0">
                  <a:schemeClr val="dk1">
                    <a:alpha val="40000"/>
                  </a:schemeClr>
                </a:outerShdw>
              </a:effectLst>
            </a:endParaRPr>
          </a:p>
        </p:txBody>
      </p:sp>
      <p:sp>
        <p:nvSpPr>
          <p:cNvPr id="18" name="Rectangle 17">
            <a:extLst>
              <a:ext uri="{FF2B5EF4-FFF2-40B4-BE49-F238E27FC236}">
                <a16:creationId xmlns:a16="http://schemas.microsoft.com/office/drawing/2014/main" id="{D340A078-1558-4300-A157-924D397F2B25}"/>
              </a:ext>
            </a:extLst>
          </p:cNvPr>
          <p:cNvSpPr/>
          <p:nvPr/>
        </p:nvSpPr>
        <p:spPr>
          <a:xfrm>
            <a:off x="4770766" y="3893541"/>
            <a:ext cx="2722220" cy="646331"/>
          </a:xfrm>
          <a:prstGeom prst="rect">
            <a:avLst/>
          </a:prstGeom>
          <a:noFill/>
        </p:spPr>
        <p:txBody>
          <a:bodyPr wrap="none" lIns="91440" tIns="45720" rIns="91440" bIns="45720">
            <a:spAutoFit/>
          </a:bodyPr>
          <a:lstStyle/>
          <a:p>
            <a:pPr algn="ctr"/>
            <a:r>
              <a:rPr lang="en-US" sz="3600" b="1" cap="none" spc="0" dirty="0">
                <a:ln w="0"/>
                <a:solidFill>
                  <a:srgbClr val="C00000"/>
                </a:solidFill>
                <a:effectLst>
                  <a:outerShdw blurRad="38100" dist="19050" dir="2700000" algn="tl" rotWithShape="0">
                    <a:schemeClr val="dk1">
                      <a:alpha val="40000"/>
                    </a:schemeClr>
                  </a:outerShdw>
                </a:effectLst>
              </a:rPr>
              <a:t>B – D – E – F </a:t>
            </a:r>
          </a:p>
        </p:txBody>
      </p:sp>
      <p:sp>
        <p:nvSpPr>
          <p:cNvPr id="113" name="Rectangle 112">
            <a:extLst>
              <a:ext uri="{FF2B5EF4-FFF2-40B4-BE49-F238E27FC236}">
                <a16:creationId xmlns:a16="http://schemas.microsoft.com/office/drawing/2014/main" id="{B5A4381A-A810-453F-A825-20D854BE66D9}"/>
              </a:ext>
            </a:extLst>
          </p:cNvPr>
          <p:cNvSpPr/>
          <p:nvPr/>
        </p:nvSpPr>
        <p:spPr>
          <a:xfrm>
            <a:off x="9925036" y="2593911"/>
            <a:ext cx="1070614" cy="307777"/>
          </a:xfrm>
          <a:prstGeom prst="rect">
            <a:avLst/>
          </a:prstGeom>
          <a:noFill/>
        </p:spPr>
        <p:txBody>
          <a:bodyPr wrap="none" lIns="91440" tIns="45720" rIns="91440" bIns="45720">
            <a:spAutoFit/>
          </a:bodyPr>
          <a:lstStyle/>
          <a:p>
            <a:pPr algn="ctr"/>
            <a:r>
              <a:rPr lang="en-US" sz="1400" b="1" dirty="0">
                <a:ln w="0"/>
                <a:solidFill>
                  <a:srgbClr val="C00000"/>
                </a:solidFill>
                <a:effectLst>
                  <a:outerShdw blurRad="38100" dist="19050" dir="2700000" algn="tl" rotWithShape="0">
                    <a:schemeClr val="dk1">
                      <a:alpha val="40000"/>
                    </a:schemeClr>
                  </a:outerShdw>
                </a:effectLst>
              </a:rPr>
              <a:t>Critical Path</a:t>
            </a:r>
            <a:endParaRPr lang="en-US" sz="1400" b="1" cap="none" spc="0" dirty="0">
              <a:ln w="0"/>
              <a:solidFill>
                <a:srgbClr val="C00000"/>
              </a:solidFill>
              <a:effectLst>
                <a:outerShdw blurRad="38100" dist="19050" dir="2700000" algn="tl" rotWithShape="0">
                  <a:schemeClr val="dk1">
                    <a:alpha val="40000"/>
                  </a:schemeClr>
                </a:outerShdw>
              </a:effectLst>
            </a:endParaRPr>
          </a:p>
        </p:txBody>
      </p:sp>
      <p:sp>
        <p:nvSpPr>
          <p:cNvPr id="114" name="Rectangle 113">
            <a:extLst>
              <a:ext uri="{FF2B5EF4-FFF2-40B4-BE49-F238E27FC236}">
                <a16:creationId xmlns:a16="http://schemas.microsoft.com/office/drawing/2014/main" id="{6F5812D7-695C-4163-A372-7AC710CB2D0F}"/>
              </a:ext>
            </a:extLst>
          </p:cNvPr>
          <p:cNvSpPr/>
          <p:nvPr/>
        </p:nvSpPr>
        <p:spPr>
          <a:xfrm>
            <a:off x="2434214" y="5749565"/>
            <a:ext cx="4778937" cy="954107"/>
          </a:xfrm>
          <a:prstGeom prst="rect">
            <a:avLst/>
          </a:prstGeom>
          <a:noFill/>
        </p:spPr>
        <p:txBody>
          <a:bodyPr wrap="none" lIns="91440" tIns="45720" rIns="91440" bIns="45720">
            <a:spAutoFit/>
          </a:bodyPr>
          <a:lstStyle/>
          <a:p>
            <a:pPr algn="ctr"/>
            <a:r>
              <a:rPr lang="en-US" sz="2800" b="1" cap="none" spc="0" dirty="0">
                <a:ln w="0"/>
                <a:effectLst>
                  <a:outerShdw blurRad="38100" dist="19050" dir="2700000" algn="tl" rotWithShape="0">
                    <a:schemeClr val="dk1">
                      <a:alpha val="40000"/>
                    </a:schemeClr>
                  </a:outerShdw>
                </a:effectLst>
              </a:rPr>
              <a:t>Total Duration = 9 + 8 + 9 + 6</a:t>
            </a:r>
          </a:p>
          <a:p>
            <a:pPr algn="ctr"/>
            <a:r>
              <a:rPr lang="en-US" sz="2800" b="1" dirty="0">
                <a:ln w="0"/>
                <a:effectLst>
                  <a:outerShdw blurRad="38100" dist="19050" dir="2700000" algn="tl" rotWithShape="0">
                    <a:schemeClr val="dk1">
                      <a:alpha val="40000"/>
                    </a:schemeClr>
                  </a:outerShdw>
                </a:effectLst>
              </a:rPr>
              <a:t>     = 32</a:t>
            </a:r>
            <a:endParaRPr lang="en-US" sz="2800" b="1" cap="none" spc="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51061663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67C2A-F242-4F7F-931C-453EDE06F450}"/>
              </a:ext>
            </a:extLst>
          </p:cNvPr>
          <p:cNvSpPr>
            <a:spLocks noGrp="1"/>
          </p:cNvSpPr>
          <p:nvPr>
            <p:ph type="title"/>
          </p:nvPr>
        </p:nvSpPr>
        <p:spPr/>
        <p:txBody>
          <a:bodyPr/>
          <a:lstStyle/>
          <a:p>
            <a:pPr algn="ctr"/>
            <a:r>
              <a:rPr lang="en-US" b="1" dirty="0"/>
              <a:t>EXAMPLE 5</a:t>
            </a:r>
            <a:endParaRPr lang="LID4096" b="1" dirty="0"/>
          </a:p>
        </p:txBody>
      </p:sp>
      <p:sp>
        <p:nvSpPr>
          <p:cNvPr id="3" name="Content Placeholder 2">
            <a:extLst>
              <a:ext uri="{FF2B5EF4-FFF2-40B4-BE49-F238E27FC236}">
                <a16:creationId xmlns:a16="http://schemas.microsoft.com/office/drawing/2014/main" id="{E6CE98D3-7082-456E-B470-BC76851AEA5E}"/>
              </a:ext>
            </a:extLst>
          </p:cNvPr>
          <p:cNvSpPr>
            <a:spLocks noGrp="1"/>
          </p:cNvSpPr>
          <p:nvPr>
            <p:ph idx="1"/>
          </p:nvPr>
        </p:nvSpPr>
        <p:spPr/>
        <p:txBody>
          <a:bodyPr/>
          <a:lstStyle/>
          <a:p>
            <a:r>
              <a:rPr lang="en-US" dirty="0"/>
              <a:t>E &gt; B, C; F, G &gt; D; H,I &gt; E, F; J &gt; I, G; K &gt; H; B &gt; A</a:t>
            </a:r>
          </a:p>
          <a:p>
            <a:pPr marL="0" indent="0">
              <a:buNone/>
            </a:pPr>
            <a:endParaRPr lang="LID4096" dirty="0"/>
          </a:p>
        </p:txBody>
      </p:sp>
      <p:sp>
        <p:nvSpPr>
          <p:cNvPr id="4" name="Footer Placeholder 3">
            <a:extLst>
              <a:ext uri="{FF2B5EF4-FFF2-40B4-BE49-F238E27FC236}">
                <a16:creationId xmlns:a16="http://schemas.microsoft.com/office/drawing/2014/main" id="{3E5C7EE1-F5EC-452E-8BF0-9FE6A1670D75}"/>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18236E16-FC8B-449F-BCD4-E3676926B61B}"/>
              </a:ext>
            </a:extLst>
          </p:cNvPr>
          <p:cNvSpPr>
            <a:spLocks noGrp="1"/>
          </p:cNvSpPr>
          <p:nvPr>
            <p:ph type="sldNum" sz="quarter" idx="12"/>
          </p:nvPr>
        </p:nvSpPr>
        <p:spPr>
          <a:xfrm>
            <a:off x="11054874" y="6335391"/>
            <a:ext cx="771089" cy="365125"/>
          </a:xfrm>
        </p:spPr>
        <p:txBody>
          <a:bodyPr/>
          <a:lstStyle/>
          <a:p>
            <a:fld id="{76711B12-96E3-4CC6-8596-5FF84CCB8B40}" type="slidenum">
              <a:rPr lang="LID4096" smtClean="0"/>
              <a:t>121</a:t>
            </a:fld>
            <a:endParaRPr lang="LID4096"/>
          </a:p>
        </p:txBody>
      </p:sp>
      <p:graphicFrame>
        <p:nvGraphicFramePr>
          <p:cNvPr id="6" name="Table 6">
            <a:extLst>
              <a:ext uri="{FF2B5EF4-FFF2-40B4-BE49-F238E27FC236}">
                <a16:creationId xmlns:a16="http://schemas.microsoft.com/office/drawing/2014/main" id="{D82CEB58-AE27-4A88-B359-652818B37603}"/>
              </a:ext>
            </a:extLst>
          </p:cNvPr>
          <p:cNvGraphicFramePr>
            <a:graphicFrameLocks noGrp="1"/>
          </p:cNvGraphicFramePr>
          <p:nvPr>
            <p:extLst>
              <p:ext uri="{D42A27DB-BD31-4B8C-83A1-F6EECF244321}">
                <p14:modId xmlns:p14="http://schemas.microsoft.com/office/powerpoint/2010/main" val="1544616855"/>
              </p:ext>
            </p:extLst>
          </p:nvPr>
        </p:nvGraphicFramePr>
        <p:xfrm>
          <a:off x="9158640" y="2314703"/>
          <a:ext cx="2860511" cy="4450080"/>
        </p:xfrm>
        <a:graphic>
          <a:graphicData uri="http://schemas.openxmlformats.org/drawingml/2006/table">
            <a:tbl>
              <a:tblPr firstRow="1" bandRow="1">
                <a:tableStyleId>{5C22544A-7EE6-4342-B048-85BDC9FD1C3A}</a:tableStyleId>
              </a:tblPr>
              <a:tblGrid>
                <a:gridCol w="1276808">
                  <a:extLst>
                    <a:ext uri="{9D8B030D-6E8A-4147-A177-3AD203B41FA5}">
                      <a16:colId xmlns:a16="http://schemas.microsoft.com/office/drawing/2014/main" val="3398499393"/>
                    </a:ext>
                  </a:extLst>
                </a:gridCol>
                <a:gridCol w="1583703">
                  <a:extLst>
                    <a:ext uri="{9D8B030D-6E8A-4147-A177-3AD203B41FA5}">
                      <a16:colId xmlns:a16="http://schemas.microsoft.com/office/drawing/2014/main" val="883898050"/>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Predecessors </a:t>
                      </a:r>
                      <a:endParaRPr lang="LID4096" dirty="0">
                        <a:solidFill>
                          <a:schemeClr val="tx1"/>
                        </a:solidFill>
                      </a:endParaRPr>
                    </a:p>
                  </a:txBody>
                  <a:tcPr>
                    <a:noFill/>
                  </a:tcPr>
                </a:tc>
                <a:extLst>
                  <a:ext uri="{0D108BD9-81ED-4DB2-BD59-A6C34878D82A}">
                    <a16:rowId xmlns:a16="http://schemas.microsoft.com/office/drawing/2014/main" val="768612264"/>
                  </a:ext>
                </a:extLst>
              </a:tr>
              <a:tr h="370840">
                <a:tc>
                  <a:txBody>
                    <a:bodyPr/>
                    <a:lstStyle/>
                    <a:p>
                      <a:r>
                        <a:rPr lang="en-US" dirty="0">
                          <a:solidFill>
                            <a:schemeClr val="tx1"/>
                          </a:solidFill>
                        </a:rPr>
                        <a:t>A</a:t>
                      </a:r>
                      <a:endParaRPr lang="LID4096" dirty="0">
                        <a:solidFill>
                          <a:schemeClr val="tx1"/>
                        </a:solidFill>
                      </a:endParaRPr>
                    </a:p>
                  </a:txBody>
                  <a:tcPr>
                    <a:noFill/>
                  </a:tcPr>
                </a:tc>
                <a:tc>
                  <a:txBody>
                    <a:bodyPr/>
                    <a:lstStyle/>
                    <a:p>
                      <a:endParaRPr lang="LID4096" dirty="0">
                        <a:solidFill>
                          <a:schemeClr val="tx1"/>
                        </a:solidFill>
                      </a:endParaRPr>
                    </a:p>
                  </a:txBody>
                  <a:tcPr>
                    <a:noFill/>
                  </a:tcPr>
                </a:tc>
                <a:extLst>
                  <a:ext uri="{0D108BD9-81ED-4DB2-BD59-A6C34878D82A}">
                    <a16:rowId xmlns:a16="http://schemas.microsoft.com/office/drawing/2014/main" val="530993146"/>
                  </a:ext>
                </a:extLst>
              </a:tr>
              <a:tr h="370840">
                <a:tc>
                  <a:txBody>
                    <a:bodyPr/>
                    <a:lstStyle/>
                    <a:p>
                      <a:r>
                        <a:rPr lang="en-US" dirty="0">
                          <a:solidFill>
                            <a:schemeClr val="tx1"/>
                          </a:solidFill>
                        </a:rPr>
                        <a:t>B</a:t>
                      </a:r>
                      <a:endParaRPr lang="LID4096" dirty="0">
                        <a:solidFill>
                          <a:schemeClr val="tx1"/>
                        </a:solidFill>
                      </a:endParaRPr>
                    </a:p>
                  </a:txBody>
                  <a:tcPr>
                    <a:noFill/>
                  </a:tcPr>
                </a:tc>
                <a:tc>
                  <a:txBody>
                    <a:bodyPr/>
                    <a:lstStyle/>
                    <a:p>
                      <a:r>
                        <a:rPr lang="en-US" dirty="0">
                          <a:solidFill>
                            <a:schemeClr val="tx1"/>
                          </a:solidFill>
                        </a:rPr>
                        <a:t>A</a:t>
                      </a:r>
                      <a:endParaRPr lang="LID4096" dirty="0">
                        <a:solidFill>
                          <a:schemeClr val="tx1"/>
                        </a:solidFill>
                      </a:endParaRPr>
                    </a:p>
                  </a:txBody>
                  <a:tcPr>
                    <a:noFill/>
                  </a:tcPr>
                </a:tc>
                <a:extLst>
                  <a:ext uri="{0D108BD9-81ED-4DB2-BD59-A6C34878D82A}">
                    <a16:rowId xmlns:a16="http://schemas.microsoft.com/office/drawing/2014/main" val="3897788761"/>
                  </a:ext>
                </a:extLst>
              </a:tr>
              <a:tr h="370840">
                <a:tc>
                  <a:txBody>
                    <a:bodyPr/>
                    <a:lstStyle/>
                    <a:p>
                      <a:r>
                        <a:rPr lang="en-US" dirty="0">
                          <a:solidFill>
                            <a:schemeClr val="tx1"/>
                          </a:solidFill>
                        </a:rPr>
                        <a:t>C</a:t>
                      </a:r>
                      <a:endParaRPr lang="LID4096" dirty="0">
                        <a:solidFill>
                          <a:schemeClr val="tx1"/>
                        </a:solidFill>
                      </a:endParaRPr>
                    </a:p>
                  </a:txBody>
                  <a:tcPr>
                    <a:noFill/>
                  </a:tcPr>
                </a:tc>
                <a:tc>
                  <a:txBody>
                    <a:bodyPr/>
                    <a:lstStyle/>
                    <a:p>
                      <a:endParaRPr lang="LID4096" dirty="0">
                        <a:solidFill>
                          <a:schemeClr val="tx1"/>
                        </a:solidFill>
                      </a:endParaRPr>
                    </a:p>
                  </a:txBody>
                  <a:tcPr>
                    <a:noFill/>
                  </a:tcPr>
                </a:tc>
                <a:extLst>
                  <a:ext uri="{0D108BD9-81ED-4DB2-BD59-A6C34878D82A}">
                    <a16:rowId xmlns:a16="http://schemas.microsoft.com/office/drawing/2014/main" val="2478472806"/>
                  </a:ext>
                </a:extLst>
              </a:tr>
              <a:tr h="370840">
                <a:tc>
                  <a:txBody>
                    <a:bodyPr/>
                    <a:lstStyle/>
                    <a:p>
                      <a:r>
                        <a:rPr lang="en-US" dirty="0">
                          <a:solidFill>
                            <a:schemeClr val="tx1"/>
                          </a:solidFill>
                        </a:rPr>
                        <a:t>D</a:t>
                      </a:r>
                      <a:endParaRPr lang="LID4096" dirty="0">
                        <a:solidFill>
                          <a:schemeClr val="tx1"/>
                        </a:solidFill>
                      </a:endParaRPr>
                    </a:p>
                  </a:txBody>
                  <a:tcPr>
                    <a:noFill/>
                  </a:tcPr>
                </a:tc>
                <a:tc>
                  <a:txBody>
                    <a:bodyPr/>
                    <a:lstStyle/>
                    <a:p>
                      <a:endParaRPr lang="LID4096" dirty="0">
                        <a:solidFill>
                          <a:schemeClr val="tx1"/>
                        </a:solidFill>
                      </a:endParaRPr>
                    </a:p>
                  </a:txBody>
                  <a:tcPr>
                    <a:noFill/>
                  </a:tcPr>
                </a:tc>
                <a:extLst>
                  <a:ext uri="{0D108BD9-81ED-4DB2-BD59-A6C34878D82A}">
                    <a16:rowId xmlns:a16="http://schemas.microsoft.com/office/drawing/2014/main" val="1178356706"/>
                  </a:ext>
                </a:extLst>
              </a:tr>
              <a:tr h="370840">
                <a:tc>
                  <a:txBody>
                    <a:bodyPr/>
                    <a:lstStyle/>
                    <a:p>
                      <a:r>
                        <a:rPr lang="en-US" dirty="0">
                          <a:solidFill>
                            <a:schemeClr val="tx1"/>
                          </a:solidFill>
                        </a:rPr>
                        <a:t>E</a:t>
                      </a:r>
                      <a:endParaRPr lang="LID4096" dirty="0">
                        <a:solidFill>
                          <a:schemeClr val="tx1"/>
                        </a:solidFill>
                      </a:endParaRPr>
                    </a:p>
                  </a:txBody>
                  <a:tcPr>
                    <a:noFill/>
                  </a:tcPr>
                </a:tc>
                <a:tc>
                  <a:txBody>
                    <a:bodyPr/>
                    <a:lstStyle/>
                    <a:p>
                      <a:r>
                        <a:rPr lang="en-US" dirty="0">
                          <a:solidFill>
                            <a:schemeClr val="tx1"/>
                          </a:solidFill>
                        </a:rPr>
                        <a:t>B, C</a:t>
                      </a:r>
                      <a:endParaRPr lang="LID4096" dirty="0">
                        <a:solidFill>
                          <a:schemeClr val="tx1"/>
                        </a:solidFill>
                      </a:endParaRPr>
                    </a:p>
                  </a:txBody>
                  <a:tcPr>
                    <a:noFill/>
                  </a:tcPr>
                </a:tc>
                <a:extLst>
                  <a:ext uri="{0D108BD9-81ED-4DB2-BD59-A6C34878D82A}">
                    <a16:rowId xmlns:a16="http://schemas.microsoft.com/office/drawing/2014/main" val="2015493014"/>
                  </a:ext>
                </a:extLst>
              </a:tr>
              <a:tr h="370840">
                <a:tc>
                  <a:txBody>
                    <a:bodyPr/>
                    <a:lstStyle/>
                    <a:p>
                      <a:r>
                        <a:rPr lang="en-US" dirty="0">
                          <a:solidFill>
                            <a:schemeClr val="tx1"/>
                          </a:solidFill>
                        </a:rPr>
                        <a:t>F</a:t>
                      </a:r>
                      <a:endParaRPr lang="LID4096" dirty="0">
                        <a:solidFill>
                          <a:schemeClr val="tx1"/>
                        </a:solidFill>
                      </a:endParaRPr>
                    </a:p>
                  </a:txBody>
                  <a:tcPr>
                    <a:noFill/>
                  </a:tcPr>
                </a:tc>
                <a:tc>
                  <a:txBody>
                    <a:bodyPr/>
                    <a:lstStyle/>
                    <a:p>
                      <a:r>
                        <a:rPr lang="en-US" dirty="0">
                          <a:solidFill>
                            <a:schemeClr val="tx1"/>
                          </a:solidFill>
                        </a:rPr>
                        <a:t>D</a:t>
                      </a:r>
                      <a:endParaRPr lang="LID4096" dirty="0">
                        <a:solidFill>
                          <a:schemeClr val="tx1"/>
                        </a:solidFill>
                      </a:endParaRPr>
                    </a:p>
                  </a:txBody>
                  <a:tcPr>
                    <a:noFill/>
                  </a:tcPr>
                </a:tc>
                <a:extLst>
                  <a:ext uri="{0D108BD9-81ED-4DB2-BD59-A6C34878D82A}">
                    <a16:rowId xmlns:a16="http://schemas.microsoft.com/office/drawing/2014/main" val="2148559965"/>
                  </a:ext>
                </a:extLst>
              </a:tr>
              <a:tr h="370840">
                <a:tc>
                  <a:txBody>
                    <a:bodyPr/>
                    <a:lstStyle/>
                    <a:p>
                      <a:r>
                        <a:rPr lang="en-US" dirty="0">
                          <a:solidFill>
                            <a:schemeClr val="tx1"/>
                          </a:solidFill>
                        </a:rPr>
                        <a:t>G</a:t>
                      </a:r>
                      <a:endParaRPr lang="LID4096" dirty="0">
                        <a:solidFill>
                          <a:schemeClr val="tx1"/>
                        </a:solidFill>
                      </a:endParaRPr>
                    </a:p>
                  </a:txBody>
                  <a:tcPr>
                    <a:noFill/>
                  </a:tcPr>
                </a:tc>
                <a:tc>
                  <a:txBody>
                    <a:bodyPr/>
                    <a:lstStyle/>
                    <a:p>
                      <a:r>
                        <a:rPr lang="en-US" dirty="0">
                          <a:solidFill>
                            <a:schemeClr val="tx1"/>
                          </a:solidFill>
                        </a:rPr>
                        <a:t>D</a:t>
                      </a:r>
                      <a:endParaRPr lang="LID4096" dirty="0">
                        <a:solidFill>
                          <a:schemeClr val="tx1"/>
                        </a:solidFill>
                      </a:endParaRPr>
                    </a:p>
                  </a:txBody>
                  <a:tcPr>
                    <a:noFill/>
                  </a:tcPr>
                </a:tc>
                <a:extLst>
                  <a:ext uri="{0D108BD9-81ED-4DB2-BD59-A6C34878D82A}">
                    <a16:rowId xmlns:a16="http://schemas.microsoft.com/office/drawing/2014/main" val="3443232157"/>
                  </a:ext>
                </a:extLst>
              </a:tr>
              <a:tr h="370840">
                <a:tc>
                  <a:txBody>
                    <a:bodyPr/>
                    <a:lstStyle/>
                    <a:p>
                      <a:r>
                        <a:rPr lang="en-US" dirty="0">
                          <a:solidFill>
                            <a:schemeClr val="tx1"/>
                          </a:solidFill>
                        </a:rPr>
                        <a:t>H</a:t>
                      </a:r>
                      <a:endParaRPr lang="LID4096" dirty="0">
                        <a:solidFill>
                          <a:schemeClr val="tx1"/>
                        </a:solidFill>
                      </a:endParaRPr>
                    </a:p>
                  </a:txBody>
                  <a:tcPr>
                    <a:noFill/>
                  </a:tcPr>
                </a:tc>
                <a:tc>
                  <a:txBody>
                    <a:bodyPr/>
                    <a:lstStyle/>
                    <a:p>
                      <a:r>
                        <a:rPr lang="en-US" dirty="0">
                          <a:solidFill>
                            <a:schemeClr val="tx1"/>
                          </a:solidFill>
                        </a:rPr>
                        <a:t>E, F</a:t>
                      </a:r>
                      <a:endParaRPr lang="LID4096" dirty="0">
                        <a:solidFill>
                          <a:schemeClr val="tx1"/>
                        </a:solidFill>
                      </a:endParaRPr>
                    </a:p>
                  </a:txBody>
                  <a:tcPr>
                    <a:noFill/>
                  </a:tcPr>
                </a:tc>
                <a:extLst>
                  <a:ext uri="{0D108BD9-81ED-4DB2-BD59-A6C34878D82A}">
                    <a16:rowId xmlns:a16="http://schemas.microsoft.com/office/drawing/2014/main" val="384602753"/>
                  </a:ext>
                </a:extLst>
              </a:tr>
              <a:tr h="370840">
                <a:tc>
                  <a:txBody>
                    <a:bodyPr/>
                    <a:lstStyle/>
                    <a:p>
                      <a:r>
                        <a:rPr lang="en-US" dirty="0">
                          <a:solidFill>
                            <a:schemeClr val="tx1"/>
                          </a:solidFill>
                        </a:rPr>
                        <a:t>I</a:t>
                      </a:r>
                      <a:endParaRPr lang="LID4096" dirty="0">
                        <a:solidFill>
                          <a:schemeClr val="tx1"/>
                        </a:solidFill>
                      </a:endParaRPr>
                    </a:p>
                  </a:txBody>
                  <a:tcPr>
                    <a:noFill/>
                  </a:tcPr>
                </a:tc>
                <a:tc>
                  <a:txBody>
                    <a:bodyPr/>
                    <a:lstStyle/>
                    <a:p>
                      <a:r>
                        <a:rPr lang="en-US" dirty="0">
                          <a:solidFill>
                            <a:schemeClr val="tx1"/>
                          </a:solidFill>
                        </a:rPr>
                        <a:t>E, F</a:t>
                      </a:r>
                      <a:endParaRPr lang="LID4096" dirty="0">
                        <a:solidFill>
                          <a:schemeClr val="tx1"/>
                        </a:solidFill>
                      </a:endParaRPr>
                    </a:p>
                  </a:txBody>
                  <a:tcPr>
                    <a:noFill/>
                  </a:tcPr>
                </a:tc>
                <a:extLst>
                  <a:ext uri="{0D108BD9-81ED-4DB2-BD59-A6C34878D82A}">
                    <a16:rowId xmlns:a16="http://schemas.microsoft.com/office/drawing/2014/main" val="1181911045"/>
                  </a:ext>
                </a:extLst>
              </a:tr>
              <a:tr h="370840">
                <a:tc>
                  <a:txBody>
                    <a:bodyPr/>
                    <a:lstStyle/>
                    <a:p>
                      <a:r>
                        <a:rPr lang="en-US" dirty="0">
                          <a:solidFill>
                            <a:schemeClr val="tx1"/>
                          </a:solidFill>
                        </a:rPr>
                        <a:t>J</a:t>
                      </a:r>
                      <a:endParaRPr lang="LID4096" dirty="0">
                        <a:solidFill>
                          <a:schemeClr val="tx1"/>
                        </a:solidFill>
                      </a:endParaRPr>
                    </a:p>
                  </a:txBody>
                  <a:tcPr>
                    <a:noFill/>
                  </a:tcPr>
                </a:tc>
                <a:tc>
                  <a:txBody>
                    <a:bodyPr/>
                    <a:lstStyle/>
                    <a:p>
                      <a:r>
                        <a:rPr lang="en-US" dirty="0">
                          <a:solidFill>
                            <a:schemeClr val="tx1"/>
                          </a:solidFill>
                        </a:rPr>
                        <a:t>I, G</a:t>
                      </a:r>
                      <a:endParaRPr lang="LID4096" dirty="0">
                        <a:solidFill>
                          <a:schemeClr val="tx1"/>
                        </a:solidFill>
                      </a:endParaRPr>
                    </a:p>
                  </a:txBody>
                  <a:tcPr>
                    <a:noFill/>
                  </a:tcPr>
                </a:tc>
                <a:extLst>
                  <a:ext uri="{0D108BD9-81ED-4DB2-BD59-A6C34878D82A}">
                    <a16:rowId xmlns:a16="http://schemas.microsoft.com/office/drawing/2014/main" val="3151394342"/>
                  </a:ext>
                </a:extLst>
              </a:tr>
              <a:tr h="370840">
                <a:tc>
                  <a:txBody>
                    <a:bodyPr/>
                    <a:lstStyle/>
                    <a:p>
                      <a:r>
                        <a:rPr lang="en-US" dirty="0">
                          <a:solidFill>
                            <a:schemeClr val="tx1"/>
                          </a:solidFill>
                        </a:rPr>
                        <a:t>K</a:t>
                      </a:r>
                      <a:endParaRPr lang="LID4096" dirty="0">
                        <a:solidFill>
                          <a:schemeClr val="tx1"/>
                        </a:solidFill>
                      </a:endParaRPr>
                    </a:p>
                  </a:txBody>
                  <a:tcPr>
                    <a:noFill/>
                  </a:tcPr>
                </a:tc>
                <a:tc>
                  <a:txBody>
                    <a:bodyPr/>
                    <a:lstStyle/>
                    <a:p>
                      <a:r>
                        <a:rPr lang="en-US" dirty="0">
                          <a:solidFill>
                            <a:schemeClr val="tx1"/>
                          </a:solidFill>
                        </a:rPr>
                        <a:t>H</a:t>
                      </a:r>
                      <a:endParaRPr lang="LID4096" dirty="0">
                        <a:solidFill>
                          <a:schemeClr val="tx1"/>
                        </a:solidFill>
                      </a:endParaRPr>
                    </a:p>
                  </a:txBody>
                  <a:tcPr>
                    <a:noFill/>
                  </a:tcPr>
                </a:tc>
                <a:extLst>
                  <a:ext uri="{0D108BD9-81ED-4DB2-BD59-A6C34878D82A}">
                    <a16:rowId xmlns:a16="http://schemas.microsoft.com/office/drawing/2014/main" val="1739207194"/>
                  </a:ext>
                </a:extLst>
              </a:tr>
            </a:tbl>
          </a:graphicData>
        </a:graphic>
      </p:graphicFrame>
      <p:sp>
        <p:nvSpPr>
          <p:cNvPr id="9" name="Oval 8">
            <a:extLst>
              <a:ext uri="{FF2B5EF4-FFF2-40B4-BE49-F238E27FC236}">
                <a16:creationId xmlns:a16="http://schemas.microsoft.com/office/drawing/2014/main" id="{A8007C38-2FF2-46FC-B68E-8A3A130EC764}"/>
              </a:ext>
            </a:extLst>
          </p:cNvPr>
          <p:cNvSpPr/>
          <p:nvPr/>
        </p:nvSpPr>
        <p:spPr>
          <a:xfrm>
            <a:off x="376304" y="4147793"/>
            <a:ext cx="612742" cy="5467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9" name="Oval 38">
            <a:extLst>
              <a:ext uri="{FF2B5EF4-FFF2-40B4-BE49-F238E27FC236}">
                <a16:creationId xmlns:a16="http://schemas.microsoft.com/office/drawing/2014/main" id="{D35BD9B6-782C-4C78-8761-9337048EB0B3}"/>
              </a:ext>
            </a:extLst>
          </p:cNvPr>
          <p:cNvSpPr/>
          <p:nvPr/>
        </p:nvSpPr>
        <p:spPr>
          <a:xfrm>
            <a:off x="1683487" y="3077975"/>
            <a:ext cx="612742" cy="5467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3" name="Oval 42">
            <a:extLst>
              <a:ext uri="{FF2B5EF4-FFF2-40B4-BE49-F238E27FC236}">
                <a16:creationId xmlns:a16="http://schemas.microsoft.com/office/drawing/2014/main" id="{8802D513-99B6-4858-AB96-EAC468319D2E}"/>
              </a:ext>
            </a:extLst>
          </p:cNvPr>
          <p:cNvSpPr/>
          <p:nvPr/>
        </p:nvSpPr>
        <p:spPr>
          <a:xfrm>
            <a:off x="1683487" y="5244446"/>
            <a:ext cx="612742" cy="5467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5" name="Oval 44">
            <a:extLst>
              <a:ext uri="{FF2B5EF4-FFF2-40B4-BE49-F238E27FC236}">
                <a16:creationId xmlns:a16="http://schemas.microsoft.com/office/drawing/2014/main" id="{25D87766-3A9E-42E3-A11F-31636050A350}"/>
              </a:ext>
            </a:extLst>
          </p:cNvPr>
          <p:cNvSpPr/>
          <p:nvPr/>
        </p:nvSpPr>
        <p:spPr>
          <a:xfrm>
            <a:off x="3060416" y="4124915"/>
            <a:ext cx="612742" cy="5467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5" name="Straight Arrow Connector 14">
            <a:extLst>
              <a:ext uri="{FF2B5EF4-FFF2-40B4-BE49-F238E27FC236}">
                <a16:creationId xmlns:a16="http://schemas.microsoft.com/office/drawing/2014/main" id="{71B86800-BC34-41A5-9213-BE995B4D35AF}"/>
              </a:ext>
            </a:extLst>
          </p:cNvPr>
          <p:cNvCxnSpPr>
            <a:stCxn id="9" idx="6"/>
            <a:endCxn id="39" idx="2"/>
          </p:cNvCxnSpPr>
          <p:nvPr/>
        </p:nvCxnSpPr>
        <p:spPr>
          <a:xfrm flipV="1">
            <a:off x="989046" y="3351353"/>
            <a:ext cx="694441" cy="10698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D8336EC-4563-4CAC-BD26-FE856AEF43A3}"/>
              </a:ext>
            </a:extLst>
          </p:cNvPr>
          <p:cNvCxnSpPr>
            <a:stCxn id="9" idx="6"/>
            <a:endCxn id="45" idx="2"/>
          </p:cNvCxnSpPr>
          <p:nvPr/>
        </p:nvCxnSpPr>
        <p:spPr>
          <a:xfrm flipV="1">
            <a:off x="989046" y="4398293"/>
            <a:ext cx="2071370" cy="228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1198427-0B1D-4970-A378-503A37D811E0}"/>
              </a:ext>
            </a:extLst>
          </p:cNvPr>
          <p:cNvCxnSpPr>
            <a:stCxn id="9" idx="6"/>
            <a:endCxn id="43" idx="2"/>
          </p:cNvCxnSpPr>
          <p:nvPr/>
        </p:nvCxnSpPr>
        <p:spPr>
          <a:xfrm>
            <a:off x="989046" y="4421171"/>
            <a:ext cx="694441" cy="10966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C8A2B43B-CDA9-4A65-AEBD-4AB913EF259E}"/>
              </a:ext>
            </a:extLst>
          </p:cNvPr>
          <p:cNvSpPr/>
          <p:nvPr/>
        </p:nvSpPr>
        <p:spPr>
          <a:xfrm>
            <a:off x="4826979" y="4117999"/>
            <a:ext cx="612742" cy="5467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30" name="Straight Arrow Connector 29">
            <a:extLst>
              <a:ext uri="{FF2B5EF4-FFF2-40B4-BE49-F238E27FC236}">
                <a16:creationId xmlns:a16="http://schemas.microsoft.com/office/drawing/2014/main" id="{4046C599-F46F-48A1-8C7A-6762CB213464}"/>
              </a:ext>
            </a:extLst>
          </p:cNvPr>
          <p:cNvCxnSpPr>
            <a:stCxn id="45" idx="6"/>
            <a:endCxn id="49" idx="2"/>
          </p:cNvCxnSpPr>
          <p:nvPr/>
        </p:nvCxnSpPr>
        <p:spPr>
          <a:xfrm flipV="1">
            <a:off x="3673158" y="4391377"/>
            <a:ext cx="1153821" cy="69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610C441-138D-4472-B3BD-F59807944932}"/>
              </a:ext>
            </a:extLst>
          </p:cNvPr>
          <p:cNvCxnSpPr>
            <a:cxnSpLocks/>
            <a:stCxn id="43" idx="6"/>
          </p:cNvCxnSpPr>
          <p:nvPr/>
        </p:nvCxnSpPr>
        <p:spPr>
          <a:xfrm flipV="1">
            <a:off x="2296229" y="4496177"/>
            <a:ext cx="2435418" cy="10216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B46DD447-03AE-4C39-A0A8-3DE78B28D034}"/>
              </a:ext>
            </a:extLst>
          </p:cNvPr>
          <p:cNvSpPr/>
          <p:nvPr/>
        </p:nvSpPr>
        <p:spPr>
          <a:xfrm>
            <a:off x="6321518" y="3077975"/>
            <a:ext cx="612742" cy="5467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6" name="Oval 55">
            <a:extLst>
              <a:ext uri="{FF2B5EF4-FFF2-40B4-BE49-F238E27FC236}">
                <a16:creationId xmlns:a16="http://schemas.microsoft.com/office/drawing/2014/main" id="{227BE8DB-A892-4A4C-A27F-36210D560336}"/>
              </a:ext>
            </a:extLst>
          </p:cNvPr>
          <p:cNvSpPr/>
          <p:nvPr/>
        </p:nvSpPr>
        <p:spPr>
          <a:xfrm>
            <a:off x="6321518" y="5244446"/>
            <a:ext cx="612742" cy="5467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46" name="Straight Arrow Connector 45">
            <a:extLst>
              <a:ext uri="{FF2B5EF4-FFF2-40B4-BE49-F238E27FC236}">
                <a16:creationId xmlns:a16="http://schemas.microsoft.com/office/drawing/2014/main" id="{CAB205D5-A695-4D4C-BED6-C238AB462D29}"/>
              </a:ext>
            </a:extLst>
          </p:cNvPr>
          <p:cNvCxnSpPr>
            <a:cxnSpLocks/>
            <a:stCxn id="49" idx="6"/>
            <a:endCxn id="54" idx="2"/>
          </p:cNvCxnSpPr>
          <p:nvPr/>
        </p:nvCxnSpPr>
        <p:spPr>
          <a:xfrm flipV="1">
            <a:off x="5439721" y="3351353"/>
            <a:ext cx="881797" cy="10400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72E03D3-6502-48C5-B44B-17184D1A7759}"/>
              </a:ext>
            </a:extLst>
          </p:cNvPr>
          <p:cNvCxnSpPr>
            <a:cxnSpLocks/>
            <a:stCxn id="49" idx="6"/>
          </p:cNvCxnSpPr>
          <p:nvPr/>
        </p:nvCxnSpPr>
        <p:spPr>
          <a:xfrm>
            <a:off x="5439721" y="4391377"/>
            <a:ext cx="824477" cy="1040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402754C-DC0A-4E6D-8AFA-CC712B66AAEA}"/>
              </a:ext>
            </a:extLst>
          </p:cNvPr>
          <p:cNvCxnSpPr>
            <a:stCxn id="43" idx="6"/>
            <a:endCxn id="56" idx="2"/>
          </p:cNvCxnSpPr>
          <p:nvPr/>
        </p:nvCxnSpPr>
        <p:spPr>
          <a:xfrm>
            <a:off x="2296229" y="5517824"/>
            <a:ext cx="402528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791B8DCE-C0E2-430D-A176-E049FA8C453A}"/>
              </a:ext>
            </a:extLst>
          </p:cNvPr>
          <p:cNvSpPr/>
          <p:nvPr/>
        </p:nvSpPr>
        <p:spPr>
          <a:xfrm>
            <a:off x="7970471" y="4116724"/>
            <a:ext cx="612742" cy="5467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63" name="Straight Arrow Connector 62">
            <a:extLst>
              <a:ext uri="{FF2B5EF4-FFF2-40B4-BE49-F238E27FC236}">
                <a16:creationId xmlns:a16="http://schemas.microsoft.com/office/drawing/2014/main" id="{0596B13C-CE24-4FF5-85BC-D7E8BC4106C9}"/>
              </a:ext>
            </a:extLst>
          </p:cNvPr>
          <p:cNvCxnSpPr>
            <a:stCxn id="54" idx="6"/>
            <a:endCxn id="61" idx="2"/>
          </p:cNvCxnSpPr>
          <p:nvPr/>
        </p:nvCxnSpPr>
        <p:spPr>
          <a:xfrm>
            <a:off x="6934260" y="3351353"/>
            <a:ext cx="1036211" cy="1038749"/>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5" name="Straight Connector 64">
            <a:extLst>
              <a:ext uri="{FF2B5EF4-FFF2-40B4-BE49-F238E27FC236}">
                <a16:creationId xmlns:a16="http://schemas.microsoft.com/office/drawing/2014/main" id="{325B8F74-7A17-478D-831F-6B879AD51F1F}"/>
              </a:ext>
            </a:extLst>
          </p:cNvPr>
          <p:cNvCxnSpPr>
            <a:stCxn id="56" idx="6"/>
            <a:endCxn id="61" idx="2"/>
          </p:cNvCxnSpPr>
          <p:nvPr/>
        </p:nvCxnSpPr>
        <p:spPr>
          <a:xfrm flipV="1">
            <a:off x="6934260" y="4390102"/>
            <a:ext cx="1036211" cy="1127722"/>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7" name="Straight Connector 66">
            <a:extLst>
              <a:ext uri="{FF2B5EF4-FFF2-40B4-BE49-F238E27FC236}">
                <a16:creationId xmlns:a16="http://schemas.microsoft.com/office/drawing/2014/main" id="{C5F84E7E-2DE7-48FF-910D-F109BDFCD117}"/>
              </a:ext>
            </a:extLst>
          </p:cNvPr>
          <p:cNvCxnSpPr>
            <a:stCxn id="9" idx="0"/>
            <a:endCxn id="9" idx="4"/>
          </p:cNvCxnSpPr>
          <p:nvPr/>
        </p:nvCxnSpPr>
        <p:spPr>
          <a:xfrm>
            <a:off x="682675" y="4147793"/>
            <a:ext cx="0" cy="5467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3F6049F-74C1-41CA-979F-75C77761DEA9}"/>
              </a:ext>
            </a:extLst>
          </p:cNvPr>
          <p:cNvCxnSpPr>
            <a:stCxn id="39" idx="0"/>
            <a:endCxn id="39" idx="4"/>
          </p:cNvCxnSpPr>
          <p:nvPr/>
        </p:nvCxnSpPr>
        <p:spPr>
          <a:xfrm>
            <a:off x="1989858" y="3077975"/>
            <a:ext cx="0" cy="5467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757B7AF-7790-48A5-A1AB-B4B0237B9AA7}"/>
              </a:ext>
            </a:extLst>
          </p:cNvPr>
          <p:cNvCxnSpPr>
            <a:stCxn id="45" idx="0"/>
            <a:endCxn id="45" idx="4"/>
          </p:cNvCxnSpPr>
          <p:nvPr/>
        </p:nvCxnSpPr>
        <p:spPr>
          <a:xfrm>
            <a:off x="3366787" y="4124915"/>
            <a:ext cx="0" cy="5467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BBF8B46-092E-4E71-AF3F-EE5EBBA31451}"/>
              </a:ext>
            </a:extLst>
          </p:cNvPr>
          <p:cNvCxnSpPr>
            <a:stCxn id="43" idx="0"/>
            <a:endCxn id="43" idx="4"/>
          </p:cNvCxnSpPr>
          <p:nvPr/>
        </p:nvCxnSpPr>
        <p:spPr>
          <a:xfrm>
            <a:off x="1989858" y="5244446"/>
            <a:ext cx="0" cy="5467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7302BB5-6B55-440B-88C8-588ABE4F5D50}"/>
              </a:ext>
            </a:extLst>
          </p:cNvPr>
          <p:cNvCxnSpPr>
            <a:cxnSpLocks/>
            <a:stCxn id="49" idx="0"/>
            <a:endCxn id="49" idx="4"/>
          </p:cNvCxnSpPr>
          <p:nvPr/>
        </p:nvCxnSpPr>
        <p:spPr>
          <a:xfrm>
            <a:off x="5133350" y="4117999"/>
            <a:ext cx="0" cy="5467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E200B2C-059E-4565-8C0C-6F4B54032BAE}"/>
              </a:ext>
            </a:extLst>
          </p:cNvPr>
          <p:cNvCxnSpPr>
            <a:stCxn id="54" idx="0"/>
            <a:endCxn id="54" idx="4"/>
          </p:cNvCxnSpPr>
          <p:nvPr/>
        </p:nvCxnSpPr>
        <p:spPr>
          <a:xfrm>
            <a:off x="6627889" y="3077975"/>
            <a:ext cx="0" cy="5467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7B2395F-48EB-45D0-9ABF-E6339F98ECB1}"/>
              </a:ext>
            </a:extLst>
          </p:cNvPr>
          <p:cNvCxnSpPr>
            <a:stCxn id="56" idx="0"/>
            <a:endCxn id="56" idx="4"/>
          </p:cNvCxnSpPr>
          <p:nvPr/>
        </p:nvCxnSpPr>
        <p:spPr>
          <a:xfrm>
            <a:off x="6627889" y="5244446"/>
            <a:ext cx="0" cy="5467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1261504-F0D5-46D4-95E0-0D9FF5955146}"/>
              </a:ext>
            </a:extLst>
          </p:cNvPr>
          <p:cNvCxnSpPr>
            <a:stCxn id="61" idx="0"/>
            <a:endCxn id="61" idx="4"/>
          </p:cNvCxnSpPr>
          <p:nvPr/>
        </p:nvCxnSpPr>
        <p:spPr>
          <a:xfrm>
            <a:off x="8276842" y="4116724"/>
            <a:ext cx="0" cy="5467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5A11750-F73E-4D07-85B0-357A3CA70373}"/>
              </a:ext>
            </a:extLst>
          </p:cNvPr>
          <p:cNvCxnSpPr>
            <a:stCxn id="61" idx="6"/>
          </p:cNvCxnSpPr>
          <p:nvPr/>
        </p:nvCxnSpPr>
        <p:spPr>
          <a:xfrm flipH="1" flipV="1">
            <a:off x="8276842" y="4390101"/>
            <a:ext cx="30637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402B844-E7D7-4036-84AB-5E1D70989660}"/>
              </a:ext>
            </a:extLst>
          </p:cNvPr>
          <p:cNvCxnSpPr>
            <a:stCxn id="54" idx="6"/>
          </p:cNvCxnSpPr>
          <p:nvPr/>
        </p:nvCxnSpPr>
        <p:spPr>
          <a:xfrm flipH="1" flipV="1">
            <a:off x="6625632" y="3351352"/>
            <a:ext cx="30862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DDAF705-D01E-427C-A308-492EF473AFBA}"/>
              </a:ext>
            </a:extLst>
          </p:cNvPr>
          <p:cNvCxnSpPr>
            <a:stCxn id="56" idx="6"/>
          </p:cNvCxnSpPr>
          <p:nvPr/>
        </p:nvCxnSpPr>
        <p:spPr>
          <a:xfrm flipH="1" flipV="1">
            <a:off x="6627888" y="5517823"/>
            <a:ext cx="30637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7D6855B-84C7-44B6-81D1-36F048350994}"/>
              </a:ext>
            </a:extLst>
          </p:cNvPr>
          <p:cNvCxnSpPr>
            <a:stCxn id="39" idx="6"/>
          </p:cNvCxnSpPr>
          <p:nvPr/>
        </p:nvCxnSpPr>
        <p:spPr>
          <a:xfrm flipH="1" flipV="1">
            <a:off x="1944134" y="3351352"/>
            <a:ext cx="35209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775D1E1-D7F5-4870-B931-CAE23D97E091}"/>
              </a:ext>
            </a:extLst>
          </p:cNvPr>
          <p:cNvCxnSpPr>
            <a:stCxn id="45" idx="6"/>
          </p:cNvCxnSpPr>
          <p:nvPr/>
        </p:nvCxnSpPr>
        <p:spPr>
          <a:xfrm flipH="1">
            <a:off x="3366786" y="4398293"/>
            <a:ext cx="306372" cy="58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A0F5325-CA7A-4CDF-9A1E-423B94A38601}"/>
              </a:ext>
            </a:extLst>
          </p:cNvPr>
          <p:cNvCxnSpPr>
            <a:stCxn id="49" idx="6"/>
          </p:cNvCxnSpPr>
          <p:nvPr/>
        </p:nvCxnSpPr>
        <p:spPr>
          <a:xfrm flipH="1" flipV="1">
            <a:off x="5132222" y="4387177"/>
            <a:ext cx="307499" cy="4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81EFD15-24C7-4F20-9C23-1F74D7C2B3CE}"/>
              </a:ext>
            </a:extLst>
          </p:cNvPr>
          <p:cNvCxnSpPr>
            <a:cxnSpLocks/>
            <a:stCxn id="43" idx="6"/>
          </p:cNvCxnSpPr>
          <p:nvPr/>
        </p:nvCxnSpPr>
        <p:spPr>
          <a:xfrm flipH="1" flipV="1">
            <a:off x="1989857" y="5517823"/>
            <a:ext cx="30637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A08F946-4143-41E9-B4FD-D8BA701F337C}"/>
              </a:ext>
            </a:extLst>
          </p:cNvPr>
          <p:cNvCxnSpPr>
            <a:cxnSpLocks/>
            <a:stCxn id="9" idx="6"/>
          </p:cNvCxnSpPr>
          <p:nvPr/>
        </p:nvCxnSpPr>
        <p:spPr>
          <a:xfrm flipH="1" flipV="1">
            <a:off x="662566" y="4421170"/>
            <a:ext cx="32648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759520E4-29A5-42A1-86CD-E535DE78729D}"/>
              </a:ext>
            </a:extLst>
          </p:cNvPr>
          <p:cNvSpPr/>
          <p:nvPr/>
        </p:nvSpPr>
        <p:spPr>
          <a:xfrm>
            <a:off x="390425" y="4231376"/>
            <a:ext cx="325730"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1</a:t>
            </a:r>
          </a:p>
        </p:txBody>
      </p:sp>
      <p:sp>
        <p:nvSpPr>
          <p:cNvPr id="101" name="Rectangle 100">
            <a:extLst>
              <a:ext uri="{FF2B5EF4-FFF2-40B4-BE49-F238E27FC236}">
                <a16:creationId xmlns:a16="http://schemas.microsoft.com/office/drawing/2014/main" id="{2663F258-45F5-4732-B28D-F178D73C1841}"/>
              </a:ext>
            </a:extLst>
          </p:cNvPr>
          <p:cNvSpPr/>
          <p:nvPr/>
        </p:nvSpPr>
        <p:spPr>
          <a:xfrm>
            <a:off x="1697609" y="3151297"/>
            <a:ext cx="325731"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2</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02" name="Rectangle 101">
            <a:extLst>
              <a:ext uri="{FF2B5EF4-FFF2-40B4-BE49-F238E27FC236}">
                <a16:creationId xmlns:a16="http://schemas.microsoft.com/office/drawing/2014/main" id="{6C6AA3AF-D2F6-4B81-8993-2B9CBC8DA2BE}"/>
              </a:ext>
            </a:extLst>
          </p:cNvPr>
          <p:cNvSpPr/>
          <p:nvPr/>
        </p:nvSpPr>
        <p:spPr>
          <a:xfrm>
            <a:off x="3067756" y="4202999"/>
            <a:ext cx="325731"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3</a:t>
            </a:r>
            <a:endParaRPr lang="en-US" sz="2000" b="0" cap="none" spc="0" dirty="0">
              <a:ln w="0"/>
              <a:solidFill>
                <a:schemeClr val="tx1"/>
              </a:solidFill>
              <a:effectLst>
                <a:outerShdw blurRad="38100" dist="19050" dir="2700000" algn="tl" rotWithShape="0">
                  <a:schemeClr val="dk1">
                    <a:alpha val="40000"/>
                  </a:schemeClr>
                </a:outerShdw>
              </a:effectLst>
            </a:endParaRPr>
          </a:p>
        </p:txBody>
      </p:sp>
      <p:cxnSp>
        <p:nvCxnSpPr>
          <p:cNvPr id="111" name="Straight Arrow Connector 110">
            <a:extLst>
              <a:ext uri="{FF2B5EF4-FFF2-40B4-BE49-F238E27FC236}">
                <a16:creationId xmlns:a16="http://schemas.microsoft.com/office/drawing/2014/main" id="{9720220D-A5EC-434D-84BE-E6C94A9F5AC7}"/>
              </a:ext>
            </a:extLst>
          </p:cNvPr>
          <p:cNvCxnSpPr>
            <a:stCxn id="39" idx="6"/>
          </p:cNvCxnSpPr>
          <p:nvPr/>
        </p:nvCxnSpPr>
        <p:spPr>
          <a:xfrm>
            <a:off x="2296229" y="3351353"/>
            <a:ext cx="654361" cy="915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0" name="Rectangle 129">
            <a:extLst>
              <a:ext uri="{FF2B5EF4-FFF2-40B4-BE49-F238E27FC236}">
                <a16:creationId xmlns:a16="http://schemas.microsoft.com/office/drawing/2014/main" id="{D3428B73-041F-47DF-BF0D-E25792F243EF}"/>
              </a:ext>
            </a:extLst>
          </p:cNvPr>
          <p:cNvSpPr/>
          <p:nvPr/>
        </p:nvSpPr>
        <p:spPr>
          <a:xfrm>
            <a:off x="1708667" y="5300104"/>
            <a:ext cx="325731"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4</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31" name="Rectangle 130">
            <a:extLst>
              <a:ext uri="{FF2B5EF4-FFF2-40B4-BE49-F238E27FC236}">
                <a16:creationId xmlns:a16="http://schemas.microsoft.com/office/drawing/2014/main" id="{55410483-A0B6-4DB9-A6FE-8DFC65697E32}"/>
              </a:ext>
            </a:extLst>
          </p:cNvPr>
          <p:cNvSpPr/>
          <p:nvPr/>
        </p:nvSpPr>
        <p:spPr>
          <a:xfrm>
            <a:off x="4835768" y="4187122"/>
            <a:ext cx="325731"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5</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32" name="Rectangle 131">
            <a:extLst>
              <a:ext uri="{FF2B5EF4-FFF2-40B4-BE49-F238E27FC236}">
                <a16:creationId xmlns:a16="http://schemas.microsoft.com/office/drawing/2014/main" id="{14FC9A64-0E18-4F3A-83EC-16434D4E23DF}"/>
              </a:ext>
            </a:extLst>
          </p:cNvPr>
          <p:cNvSpPr/>
          <p:nvPr/>
        </p:nvSpPr>
        <p:spPr>
          <a:xfrm>
            <a:off x="6330496" y="5317768"/>
            <a:ext cx="325731"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6</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33" name="Rectangle 132">
            <a:extLst>
              <a:ext uri="{FF2B5EF4-FFF2-40B4-BE49-F238E27FC236}">
                <a16:creationId xmlns:a16="http://schemas.microsoft.com/office/drawing/2014/main" id="{C5307738-5662-4420-A1D2-596EA3C0803D}"/>
              </a:ext>
            </a:extLst>
          </p:cNvPr>
          <p:cNvSpPr/>
          <p:nvPr/>
        </p:nvSpPr>
        <p:spPr>
          <a:xfrm>
            <a:off x="6356676" y="3151297"/>
            <a:ext cx="325730"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7</a:t>
            </a:r>
          </a:p>
        </p:txBody>
      </p:sp>
      <p:sp>
        <p:nvSpPr>
          <p:cNvPr id="134" name="Rectangle 133">
            <a:extLst>
              <a:ext uri="{FF2B5EF4-FFF2-40B4-BE49-F238E27FC236}">
                <a16:creationId xmlns:a16="http://schemas.microsoft.com/office/drawing/2014/main" id="{6093CED2-609C-483A-B226-C1800C5C0283}"/>
              </a:ext>
            </a:extLst>
          </p:cNvPr>
          <p:cNvSpPr/>
          <p:nvPr/>
        </p:nvSpPr>
        <p:spPr>
          <a:xfrm>
            <a:off x="7994962" y="4187122"/>
            <a:ext cx="325730"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8</a:t>
            </a:r>
          </a:p>
        </p:txBody>
      </p:sp>
      <p:sp>
        <p:nvSpPr>
          <p:cNvPr id="135" name="Rectangle 134">
            <a:extLst>
              <a:ext uri="{FF2B5EF4-FFF2-40B4-BE49-F238E27FC236}">
                <a16:creationId xmlns:a16="http://schemas.microsoft.com/office/drawing/2014/main" id="{968E8FAB-C135-46BB-8F41-C9452A3D9E89}"/>
              </a:ext>
            </a:extLst>
          </p:cNvPr>
          <p:cNvSpPr/>
          <p:nvPr/>
        </p:nvSpPr>
        <p:spPr>
          <a:xfrm>
            <a:off x="1217402" y="3608804"/>
            <a:ext cx="340158"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A</a:t>
            </a:r>
          </a:p>
        </p:txBody>
      </p:sp>
      <p:sp>
        <p:nvSpPr>
          <p:cNvPr id="136" name="Rectangle 135">
            <a:extLst>
              <a:ext uri="{FF2B5EF4-FFF2-40B4-BE49-F238E27FC236}">
                <a16:creationId xmlns:a16="http://schemas.microsoft.com/office/drawing/2014/main" id="{44291B85-B08E-483D-8104-64C31C826AD9}"/>
              </a:ext>
            </a:extLst>
          </p:cNvPr>
          <p:cNvSpPr/>
          <p:nvPr/>
        </p:nvSpPr>
        <p:spPr>
          <a:xfrm>
            <a:off x="2489219" y="3607934"/>
            <a:ext cx="312906"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B</a:t>
            </a:r>
          </a:p>
        </p:txBody>
      </p:sp>
      <p:sp>
        <p:nvSpPr>
          <p:cNvPr id="137" name="Rectangle 136">
            <a:extLst>
              <a:ext uri="{FF2B5EF4-FFF2-40B4-BE49-F238E27FC236}">
                <a16:creationId xmlns:a16="http://schemas.microsoft.com/office/drawing/2014/main" id="{159657B8-3F92-49E8-8F09-9C36C7B573C4}"/>
              </a:ext>
            </a:extLst>
          </p:cNvPr>
          <p:cNvSpPr/>
          <p:nvPr/>
        </p:nvSpPr>
        <p:spPr>
          <a:xfrm>
            <a:off x="1809862" y="4231376"/>
            <a:ext cx="340158"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C</a:t>
            </a:r>
          </a:p>
        </p:txBody>
      </p:sp>
      <p:sp>
        <p:nvSpPr>
          <p:cNvPr id="138" name="Rectangle 137">
            <a:extLst>
              <a:ext uri="{FF2B5EF4-FFF2-40B4-BE49-F238E27FC236}">
                <a16:creationId xmlns:a16="http://schemas.microsoft.com/office/drawing/2014/main" id="{BA5F543B-DC6B-46B6-9BD6-B79F7CE0A2A3}"/>
              </a:ext>
            </a:extLst>
          </p:cNvPr>
          <p:cNvSpPr/>
          <p:nvPr/>
        </p:nvSpPr>
        <p:spPr>
          <a:xfrm>
            <a:off x="1191908" y="4753908"/>
            <a:ext cx="340158"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D</a:t>
            </a:r>
          </a:p>
        </p:txBody>
      </p:sp>
      <p:sp>
        <p:nvSpPr>
          <p:cNvPr id="139" name="Rectangle 138">
            <a:extLst>
              <a:ext uri="{FF2B5EF4-FFF2-40B4-BE49-F238E27FC236}">
                <a16:creationId xmlns:a16="http://schemas.microsoft.com/office/drawing/2014/main" id="{8F57095E-0ED0-4DF3-89E1-68FE425077DA}"/>
              </a:ext>
            </a:extLst>
          </p:cNvPr>
          <p:cNvSpPr/>
          <p:nvPr/>
        </p:nvSpPr>
        <p:spPr>
          <a:xfrm>
            <a:off x="3978408" y="4194780"/>
            <a:ext cx="296876"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E</a:t>
            </a:r>
          </a:p>
        </p:txBody>
      </p:sp>
      <p:sp>
        <p:nvSpPr>
          <p:cNvPr id="140" name="Rectangle 139">
            <a:extLst>
              <a:ext uri="{FF2B5EF4-FFF2-40B4-BE49-F238E27FC236}">
                <a16:creationId xmlns:a16="http://schemas.microsoft.com/office/drawing/2014/main" id="{423286E0-9030-4C10-9755-79504D45A08D}"/>
              </a:ext>
            </a:extLst>
          </p:cNvPr>
          <p:cNvSpPr/>
          <p:nvPr/>
        </p:nvSpPr>
        <p:spPr>
          <a:xfrm>
            <a:off x="3459570" y="4780970"/>
            <a:ext cx="296876"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F</a:t>
            </a:r>
          </a:p>
        </p:txBody>
      </p:sp>
      <p:sp>
        <p:nvSpPr>
          <p:cNvPr id="141" name="Rectangle 140">
            <a:extLst>
              <a:ext uri="{FF2B5EF4-FFF2-40B4-BE49-F238E27FC236}">
                <a16:creationId xmlns:a16="http://schemas.microsoft.com/office/drawing/2014/main" id="{C04D456B-EBA2-40B8-8CCA-6F4DAA758C65}"/>
              </a:ext>
            </a:extLst>
          </p:cNvPr>
          <p:cNvSpPr/>
          <p:nvPr/>
        </p:nvSpPr>
        <p:spPr>
          <a:xfrm>
            <a:off x="4123423" y="5300104"/>
            <a:ext cx="381836"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G</a:t>
            </a:r>
          </a:p>
        </p:txBody>
      </p:sp>
      <p:sp>
        <p:nvSpPr>
          <p:cNvPr id="142" name="Rectangle 141">
            <a:extLst>
              <a:ext uri="{FF2B5EF4-FFF2-40B4-BE49-F238E27FC236}">
                <a16:creationId xmlns:a16="http://schemas.microsoft.com/office/drawing/2014/main" id="{89C440F4-0244-46AF-B463-13596C1B9BAB}"/>
              </a:ext>
            </a:extLst>
          </p:cNvPr>
          <p:cNvSpPr/>
          <p:nvPr/>
        </p:nvSpPr>
        <p:spPr>
          <a:xfrm>
            <a:off x="5746348" y="3670440"/>
            <a:ext cx="340158"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H</a:t>
            </a:r>
          </a:p>
        </p:txBody>
      </p:sp>
      <p:sp>
        <p:nvSpPr>
          <p:cNvPr id="143" name="Rectangle 142">
            <a:extLst>
              <a:ext uri="{FF2B5EF4-FFF2-40B4-BE49-F238E27FC236}">
                <a16:creationId xmlns:a16="http://schemas.microsoft.com/office/drawing/2014/main" id="{60EA29C0-BBED-4183-86B5-C41A2A430AB7}"/>
              </a:ext>
            </a:extLst>
          </p:cNvPr>
          <p:cNvSpPr/>
          <p:nvPr/>
        </p:nvSpPr>
        <p:spPr>
          <a:xfrm>
            <a:off x="5750787" y="4728121"/>
            <a:ext cx="240771"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I</a:t>
            </a:r>
          </a:p>
        </p:txBody>
      </p:sp>
      <p:sp>
        <p:nvSpPr>
          <p:cNvPr id="144" name="Rectangle 143">
            <a:extLst>
              <a:ext uri="{FF2B5EF4-FFF2-40B4-BE49-F238E27FC236}">
                <a16:creationId xmlns:a16="http://schemas.microsoft.com/office/drawing/2014/main" id="{DF4CAD2A-4675-42B0-9ED8-589DAF4B60A8}"/>
              </a:ext>
            </a:extLst>
          </p:cNvPr>
          <p:cNvSpPr/>
          <p:nvPr/>
        </p:nvSpPr>
        <p:spPr>
          <a:xfrm>
            <a:off x="7261152" y="4844336"/>
            <a:ext cx="284052"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J</a:t>
            </a:r>
          </a:p>
        </p:txBody>
      </p:sp>
      <p:sp>
        <p:nvSpPr>
          <p:cNvPr id="145" name="Rectangle 144">
            <a:extLst>
              <a:ext uri="{FF2B5EF4-FFF2-40B4-BE49-F238E27FC236}">
                <a16:creationId xmlns:a16="http://schemas.microsoft.com/office/drawing/2014/main" id="{99BB75E7-EB7A-4191-AB5C-6B0C2EF47BF0}"/>
              </a:ext>
            </a:extLst>
          </p:cNvPr>
          <p:cNvSpPr/>
          <p:nvPr/>
        </p:nvSpPr>
        <p:spPr>
          <a:xfrm>
            <a:off x="7180578" y="3550975"/>
            <a:ext cx="325730"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K</a:t>
            </a:r>
          </a:p>
        </p:txBody>
      </p:sp>
    </p:spTree>
    <p:extLst>
      <p:ext uri="{BB962C8B-B14F-4D97-AF65-F5344CB8AC3E}">
        <p14:creationId xmlns:p14="http://schemas.microsoft.com/office/powerpoint/2010/main" val="116165295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B7543-94B7-4DC5-96EC-E03C35B0FDFA}"/>
              </a:ext>
            </a:extLst>
          </p:cNvPr>
          <p:cNvSpPr>
            <a:spLocks noGrp="1"/>
          </p:cNvSpPr>
          <p:nvPr>
            <p:ph type="title"/>
          </p:nvPr>
        </p:nvSpPr>
        <p:spPr/>
        <p:txBody>
          <a:bodyPr/>
          <a:lstStyle/>
          <a:p>
            <a:pPr algn="ctr"/>
            <a:r>
              <a:rPr lang="en-US" b="1" dirty="0"/>
              <a:t>TASK 3</a:t>
            </a:r>
            <a:endParaRPr lang="LID4096" b="1" dirty="0"/>
          </a:p>
        </p:txBody>
      </p:sp>
      <p:sp>
        <p:nvSpPr>
          <p:cNvPr id="3" name="Content Placeholder 2">
            <a:extLst>
              <a:ext uri="{FF2B5EF4-FFF2-40B4-BE49-F238E27FC236}">
                <a16:creationId xmlns:a16="http://schemas.microsoft.com/office/drawing/2014/main" id="{66DF00C2-973C-4714-A16B-55E7FC41B973}"/>
              </a:ext>
            </a:extLst>
          </p:cNvPr>
          <p:cNvSpPr>
            <a:spLocks noGrp="1"/>
          </p:cNvSpPr>
          <p:nvPr>
            <p:ph idx="1"/>
          </p:nvPr>
        </p:nvSpPr>
        <p:spPr/>
        <p:txBody>
          <a:bodyPr/>
          <a:lstStyle/>
          <a:p>
            <a:pPr marL="457200" indent="-457200">
              <a:buFont typeface="+mj-lt"/>
              <a:buAutoNum type="arabicPeriod"/>
            </a:pPr>
            <a:r>
              <a:rPr lang="en-US" dirty="0"/>
              <a:t>Calculate the Earliest Finish (</a:t>
            </a:r>
            <a:r>
              <a:rPr lang="en-US" b="1" dirty="0"/>
              <a:t>EF</a:t>
            </a:r>
            <a:r>
              <a:rPr lang="en-US" dirty="0"/>
              <a:t>), Eeliest Start (</a:t>
            </a:r>
            <a:r>
              <a:rPr lang="en-US" b="1" dirty="0"/>
              <a:t>ES</a:t>
            </a:r>
            <a:r>
              <a:rPr lang="en-US" dirty="0"/>
              <a:t>), Latest Finish (</a:t>
            </a:r>
            <a:r>
              <a:rPr lang="en-US" b="1" dirty="0"/>
              <a:t>LF</a:t>
            </a:r>
            <a:r>
              <a:rPr lang="en-US" dirty="0"/>
              <a:t>) and Latest Start (</a:t>
            </a:r>
            <a:r>
              <a:rPr lang="en-US" b="1" dirty="0"/>
              <a:t>LS</a:t>
            </a:r>
            <a:r>
              <a:rPr lang="en-US" dirty="0"/>
              <a:t>).</a:t>
            </a:r>
          </a:p>
          <a:p>
            <a:pPr marL="457200" indent="-457200">
              <a:buFont typeface="+mj-lt"/>
              <a:buAutoNum type="arabicPeriod"/>
            </a:pPr>
            <a:r>
              <a:rPr lang="en-US" dirty="0"/>
              <a:t>Compute the Total Float (</a:t>
            </a:r>
            <a:r>
              <a:rPr lang="en-US" b="1" dirty="0"/>
              <a:t>TF</a:t>
            </a:r>
            <a:r>
              <a:rPr lang="en-US" dirty="0"/>
              <a:t>), Free Float (</a:t>
            </a:r>
            <a:r>
              <a:rPr lang="en-US" b="1" dirty="0"/>
              <a:t>FF</a:t>
            </a:r>
            <a:r>
              <a:rPr lang="en-US" dirty="0"/>
              <a:t>), Independent Float (</a:t>
            </a:r>
            <a:r>
              <a:rPr lang="en-US" b="1" dirty="0"/>
              <a:t>IND F</a:t>
            </a:r>
            <a:r>
              <a:rPr lang="en-US" dirty="0"/>
              <a:t>) and Interfering Float </a:t>
            </a:r>
            <a:r>
              <a:rPr lang="en-US" b="1" dirty="0"/>
              <a:t>(INT F</a:t>
            </a:r>
            <a:r>
              <a:rPr lang="en-US" dirty="0"/>
              <a:t>).</a:t>
            </a:r>
            <a:endParaRPr lang="LID4096" dirty="0"/>
          </a:p>
        </p:txBody>
      </p:sp>
      <p:sp>
        <p:nvSpPr>
          <p:cNvPr id="4" name="Footer Placeholder 3">
            <a:extLst>
              <a:ext uri="{FF2B5EF4-FFF2-40B4-BE49-F238E27FC236}">
                <a16:creationId xmlns:a16="http://schemas.microsoft.com/office/drawing/2014/main" id="{53C31872-8869-4F5E-8349-F9A9B0A6455D}"/>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A177DAB0-AE5A-413E-86AE-94B83262F310}"/>
              </a:ext>
            </a:extLst>
          </p:cNvPr>
          <p:cNvSpPr>
            <a:spLocks noGrp="1"/>
          </p:cNvSpPr>
          <p:nvPr>
            <p:ph type="sldNum" sz="quarter" idx="12"/>
          </p:nvPr>
        </p:nvSpPr>
        <p:spPr/>
        <p:txBody>
          <a:bodyPr/>
          <a:lstStyle/>
          <a:p>
            <a:fld id="{76711B12-96E3-4CC6-8596-5FF84CCB8B40}" type="slidenum">
              <a:rPr lang="LID4096" smtClean="0"/>
              <a:t>122</a:t>
            </a:fld>
            <a:endParaRPr lang="LID4096"/>
          </a:p>
        </p:txBody>
      </p:sp>
    </p:spTree>
    <p:extLst>
      <p:ext uri="{BB962C8B-B14F-4D97-AF65-F5344CB8AC3E}">
        <p14:creationId xmlns:p14="http://schemas.microsoft.com/office/powerpoint/2010/main" val="30244844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E3293-16EC-436A-8D11-8117973BB60C}"/>
              </a:ext>
            </a:extLst>
          </p:cNvPr>
          <p:cNvSpPr>
            <a:spLocks noGrp="1"/>
          </p:cNvSpPr>
          <p:nvPr>
            <p:ph type="title"/>
          </p:nvPr>
        </p:nvSpPr>
        <p:spPr/>
        <p:txBody>
          <a:bodyPr/>
          <a:lstStyle/>
          <a:p>
            <a:pPr algn="ctr"/>
            <a:r>
              <a:rPr lang="en-US" b="1" dirty="0"/>
              <a:t>TASK 3 (CONTINUES…) – NETWORK DIAGRAM </a:t>
            </a:r>
            <a:endParaRPr lang="LID4096" b="1" dirty="0"/>
          </a:p>
        </p:txBody>
      </p:sp>
      <p:graphicFrame>
        <p:nvGraphicFramePr>
          <p:cNvPr id="6" name="Table 6">
            <a:extLst>
              <a:ext uri="{FF2B5EF4-FFF2-40B4-BE49-F238E27FC236}">
                <a16:creationId xmlns:a16="http://schemas.microsoft.com/office/drawing/2014/main" id="{2A867EAF-E24D-4E29-B45B-FE34663631AF}"/>
              </a:ext>
            </a:extLst>
          </p:cNvPr>
          <p:cNvGraphicFramePr>
            <a:graphicFrameLocks noGrp="1"/>
          </p:cNvGraphicFramePr>
          <p:nvPr>
            <p:ph idx="1"/>
            <p:extLst>
              <p:ext uri="{D42A27DB-BD31-4B8C-83A1-F6EECF244321}">
                <p14:modId xmlns:p14="http://schemas.microsoft.com/office/powerpoint/2010/main" val="3405205692"/>
              </p:ext>
            </p:extLst>
          </p:nvPr>
        </p:nvGraphicFramePr>
        <p:xfrm>
          <a:off x="1141413" y="2249488"/>
          <a:ext cx="2459626" cy="4079240"/>
        </p:xfrm>
        <a:graphic>
          <a:graphicData uri="http://schemas.openxmlformats.org/drawingml/2006/table">
            <a:tbl>
              <a:tblPr firstRow="1" bandRow="1">
                <a:tableStyleId>{5C22544A-7EE6-4342-B048-85BDC9FD1C3A}</a:tableStyleId>
              </a:tblPr>
              <a:tblGrid>
                <a:gridCol w="1281276">
                  <a:extLst>
                    <a:ext uri="{9D8B030D-6E8A-4147-A177-3AD203B41FA5}">
                      <a16:colId xmlns:a16="http://schemas.microsoft.com/office/drawing/2014/main" val="3059672655"/>
                    </a:ext>
                  </a:extLst>
                </a:gridCol>
                <a:gridCol w="1178350">
                  <a:extLst>
                    <a:ext uri="{9D8B030D-6E8A-4147-A177-3AD203B41FA5}">
                      <a16:colId xmlns:a16="http://schemas.microsoft.com/office/drawing/2014/main" val="4089301158"/>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Duration</a:t>
                      </a:r>
                      <a:endParaRPr lang="LID4096" dirty="0">
                        <a:solidFill>
                          <a:schemeClr val="tx1"/>
                        </a:solidFill>
                      </a:endParaRPr>
                    </a:p>
                  </a:txBody>
                  <a:tcPr>
                    <a:noFill/>
                  </a:tcPr>
                </a:tc>
                <a:extLst>
                  <a:ext uri="{0D108BD9-81ED-4DB2-BD59-A6C34878D82A}">
                    <a16:rowId xmlns:a16="http://schemas.microsoft.com/office/drawing/2014/main" val="1831935572"/>
                  </a:ext>
                </a:extLst>
              </a:tr>
              <a:tr h="370840">
                <a:tc>
                  <a:txBody>
                    <a:bodyPr/>
                    <a:lstStyle/>
                    <a:p>
                      <a:r>
                        <a:rPr lang="en-US" dirty="0">
                          <a:solidFill>
                            <a:schemeClr val="tx1"/>
                          </a:solidFill>
                        </a:rPr>
                        <a:t>1 – 2</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extLst>
                  <a:ext uri="{0D108BD9-81ED-4DB2-BD59-A6C34878D82A}">
                    <a16:rowId xmlns:a16="http://schemas.microsoft.com/office/drawing/2014/main" val="978401438"/>
                  </a:ext>
                </a:extLst>
              </a:tr>
              <a:tr h="370840">
                <a:tc>
                  <a:txBody>
                    <a:bodyPr/>
                    <a:lstStyle/>
                    <a:p>
                      <a:r>
                        <a:rPr lang="en-US" dirty="0">
                          <a:solidFill>
                            <a:schemeClr val="tx1"/>
                          </a:solidFill>
                        </a:rPr>
                        <a:t>1 – 3</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extLst>
                  <a:ext uri="{0D108BD9-81ED-4DB2-BD59-A6C34878D82A}">
                    <a16:rowId xmlns:a16="http://schemas.microsoft.com/office/drawing/2014/main" val="1780050916"/>
                  </a:ext>
                </a:extLst>
              </a:tr>
              <a:tr h="370840">
                <a:tc>
                  <a:txBody>
                    <a:bodyPr/>
                    <a:lstStyle/>
                    <a:p>
                      <a:r>
                        <a:rPr lang="en-US" dirty="0">
                          <a:solidFill>
                            <a:schemeClr val="tx1"/>
                          </a:solidFill>
                        </a:rPr>
                        <a:t>1 – 5</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extLst>
                  <a:ext uri="{0D108BD9-81ED-4DB2-BD59-A6C34878D82A}">
                    <a16:rowId xmlns:a16="http://schemas.microsoft.com/office/drawing/2014/main" val="3466358150"/>
                  </a:ext>
                </a:extLst>
              </a:tr>
              <a:tr h="370840">
                <a:tc>
                  <a:txBody>
                    <a:bodyPr/>
                    <a:lstStyle/>
                    <a:p>
                      <a:r>
                        <a:rPr lang="en-US" dirty="0">
                          <a:solidFill>
                            <a:schemeClr val="tx1"/>
                          </a:solidFill>
                        </a:rPr>
                        <a:t>2 – 3</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1988650379"/>
                  </a:ext>
                </a:extLst>
              </a:tr>
              <a:tr h="370840">
                <a:tc>
                  <a:txBody>
                    <a:bodyPr/>
                    <a:lstStyle/>
                    <a:p>
                      <a:r>
                        <a:rPr lang="en-US" dirty="0">
                          <a:solidFill>
                            <a:schemeClr val="tx1"/>
                          </a:solidFill>
                        </a:rPr>
                        <a:t>2 – 4</a:t>
                      </a:r>
                      <a:endParaRPr lang="LID4096" dirty="0">
                        <a:solidFill>
                          <a:schemeClr val="tx1"/>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extLst>
                  <a:ext uri="{0D108BD9-81ED-4DB2-BD59-A6C34878D82A}">
                    <a16:rowId xmlns:a16="http://schemas.microsoft.com/office/drawing/2014/main" val="3910621736"/>
                  </a:ext>
                </a:extLst>
              </a:tr>
              <a:tr h="370840">
                <a:tc>
                  <a:txBody>
                    <a:bodyPr/>
                    <a:lstStyle/>
                    <a:p>
                      <a:r>
                        <a:rPr lang="en-US" dirty="0">
                          <a:solidFill>
                            <a:schemeClr val="tx1"/>
                          </a:solidFill>
                        </a:rPr>
                        <a:t>3 – 4</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3514914251"/>
                  </a:ext>
                </a:extLst>
              </a:tr>
              <a:tr h="370840">
                <a:tc>
                  <a:txBody>
                    <a:bodyPr/>
                    <a:lstStyle/>
                    <a:p>
                      <a:r>
                        <a:rPr lang="en-US" dirty="0">
                          <a:solidFill>
                            <a:schemeClr val="tx1"/>
                          </a:solidFill>
                        </a:rPr>
                        <a:t>3 – 5</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extLst>
                  <a:ext uri="{0D108BD9-81ED-4DB2-BD59-A6C34878D82A}">
                    <a16:rowId xmlns:a16="http://schemas.microsoft.com/office/drawing/2014/main" val="481605579"/>
                  </a:ext>
                </a:extLst>
              </a:tr>
              <a:tr h="370840">
                <a:tc>
                  <a:txBody>
                    <a:bodyPr/>
                    <a:lstStyle/>
                    <a:p>
                      <a:r>
                        <a:rPr lang="en-US" dirty="0">
                          <a:solidFill>
                            <a:schemeClr val="tx1"/>
                          </a:solidFill>
                        </a:rPr>
                        <a:t>3 – 6</a:t>
                      </a:r>
                      <a:endParaRPr lang="LID4096" dirty="0">
                        <a:solidFill>
                          <a:schemeClr val="tx1"/>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extLst>
                  <a:ext uri="{0D108BD9-81ED-4DB2-BD59-A6C34878D82A}">
                    <a16:rowId xmlns:a16="http://schemas.microsoft.com/office/drawing/2014/main" val="4011372746"/>
                  </a:ext>
                </a:extLst>
              </a:tr>
              <a:tr h="370840">
                <a:tc>
                  <a:txBody>
                    <a:bodyPr/>
                    <a:lstStyle/>
                    <a:p>
                      <a:r>
                        <a:rPr lang="en-US" dirty="0">
                          <a:solidFill>
                            <a:schemeClr val="tx1"/>
                          </a:solidFill>
                        </a:rPr>
                        <a:t>4 – 6</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extLst>
                  <a:ext uri="{0D108BD9-81ED-4DB2-BD59-A6C34878D82A}">
                    <a16:rowId xmlns:a16="http://schemas.microsoft.com/office/drawing/2014/main" val="3401624893"/>
                  </a:ext>
                </a:extLst>
              </a:tr>
              <a:tr h="370840">
                <a:tc>
                  <a:txBody>
                    <a:bodyPr/>
                    <a:lstStyle/>
                    <a:p>
                      <a:r>
                        <a:rPr lang="en-US" dirty="0">
                          <a:solidFill>
                            <a:schemeClr val="tx1"/>
                          </a:solidFill>
                        </a:rPr>
                        <a:t>5 – 6</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1252076426"/>
                  </a:ext>
                </a:extLst>
              </a:tr>
            </a:tbl>
          </a:graphicData>
        </a:graphic>
      </p:graphicFrame>
      <p:sp>
        <p:nvSpPr>
          <p:cNvPr id="4" name="Footer Placeholder 3">
            <a:extLst>
              <a:ext uri="{FF2B5EF4-FFF2-40B4-BE49-F238E27FC236}">
                <a16:creationId xmlns:a16="http://schemas.microsoft.com/office/drawing/2014/main" id="{9CF9C2E6-CA48-41D0-A82D-055D946C5249}"/>
              </a:ext>
            </a:extLst>
          </p:cNvPr>
          <p:cNvSpPr>
            <a:spLocks noGrp="1"/>
          </p:cNvSpPr>
          <p:nvPr>
            <p:ph type="ftr" sz="quarter" idx="11"/>
          </p:nvPr>
        </p:nvSpPr>
        <p:spPr>
          <a:xfrm>
            <a:off x="6476983" y="6328728"/>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29FD1EEA-3EEE-4A6C-997C-9BD59FBDC3D0}"/>
              </a:ext>
            </a:extLst>
          </p:cNvPr>
          <p:cNvSpPr>
            <a:spLocks noGrp="1"/>
          </p:cNvSpPr>
          <p:nvPr>
            <p:ph type="sldNum" sz="quarter" idx="12"/>
          </p:nvPr>
        </p:nvSpPr>
        <p:spPr/>
        <p:txBody>
          <a:bodyPr/>
          <a:lstStyle/>
          <a:p>
            <a:fld id="{76711B12-96E3-4CC6-8596-5FF84CCB8B40}" type="slidenum">
              <a:rPr lang="LID4096" smtClean="0"/>
              <a:t>123</a:t>
            </a:fld>
            <a:endParaRPr lang="LID4096"/>
          </a:p>
        </p:txBody>
      </p:sp>
      <p:sp>
        <p:nvSpPr>
          <p:cNvPr id="7" name="Oval 6">
            <a:extLst>
              <a:ext uri="{FF2B5EF4-FFF2-40B4-BE49-F238E27FC236}">
                <a16:creationId xmlns:a16="http://schemas.microsoft.com/office/drawing/2014/main" id="{B9DACF7C-3DA9-43AA-A80D-BEA405DF2C67}"/>
              </a:ext>
            </a:extLst>
          </p:cNvPr>
          <p:cNvSpPr/>
          <p:nvPr/>
        </p:nvSpPr>
        <p:spPr>
          <a:xfrm>
            <a:off x="3879515" y="3822381"/>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Oval 9">
            <a:extLst>
              <a:ext uri="{FF2B5EF4-FFF2-40B4-BE49-F238E27FC236}">
                <a16:creationId xmlns:a16="http://schemas.microsoft.com/office/drawing/2014/main" id="{B4A9F797-6D59-4758-9C43-D690916DBED4}"/>
              </a:ext>
            </a:extLst>
          </p:cNvPr>
          <p:cNvSpPr/>
          <p:nvPr/>
        </p:nvSpPr>
        <p:spPr>
          <a:xfrm>
            <a:off x="4982451" y="2896390"/>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6D6D26A1-FDEC-4980-9883-D6AA55287355}"/>
              </a:ext>
            </a:extLst>
          </p:cNvPr>
          <p:cNvSpPr/>
          <p:nvPr/>
        </p:nvSpPr>
        <p:spPr>
          <a:xfrm>
            <a:off x="6754690" y="3661252"/>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Oval 11">
            <a:extLst>
              <a:ext uri="{FF2B5EF4-FFF2-40B4-BE49-F238E27FC236}">
                <a16:creationId xmlns:a16="http://schemas.microsoft.com/office/drawing/2014/main" id="{488C3842-3F8E-4F77-9118-5FA6409C8385}"/>
              </a:ext>
            </a:extLst>
          </p:cNvPr>
          <p:cNvSpPr/>
          <p:nvPr/>
        </p:nvSpPr>
        <p:spPr>
          <a:xfrm>
            <a:off x="8149856" y="5245828"/>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4" name="Straight Arrow Connector 13">
            <a:extLst>
              <a:ext uri="{FF2B5EF4-FFF2-40B4-BE49-F238E27FC236}">
                <a16:creationId xmlns:a16="http://schemas.microsoft.com/office/drawing/2014/main" id="{0FDCF303-43AA-4205-BFE2-B6DB6634AEA0}"/>
              </a:ext>
            </a:extLst>
          </p:cNvPr>
          <p:cNvCxnSpPr>
            <a:stCxn id="7" idx="6"/>
            <a:endCxn id="10" idx="3"/>
          </p:cNvCxnSpPr>
          <p:nvPr/>
        </p:nvCxnSpPr>
        <p:spPr>
          <a:xfrm flipV="1">
            <a:off x="4468306" y="3367258"/>
            <a:ext cx="600371" cy="7309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FAF9F71-BCC9-4050-A001-17695724AB1C}"/>
              </a:ext>
            </a:extLst>
          </p:cNvPr>
          <p:cNvCxnSpPr>
            <a:stCxn id="7" idx="6"/>
            <a:endCxn id="11" idx="2"/>
          </p:cNvCxnSpPr>
          <p:nvPr/>
        </p:nvCxnSpPr>
        <p:spPr>
          <a:xfrm flipV="1">
            <a:off x="4468306" y="3937080"/>
            <a:ext cx="2286384" cy="1611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70FF72B-5439-4BC0-8B4A-862F02D734A3}"/>
              </a:ext>
            </a:extLst>
          </p:cNvPr>
          <p:cNvCxnSpPr>
            <a:stCxn id="7" idx="6"/>
            <a:endCxn id="12" idx="2"/>
          </p:cNvCxnSpPr>
          <p:nvPr/>
        </p:nvCxnSpPr>
        <p:spPr>
          <a:xfrm>
            <a:off x="4468306" y="4098209"/>
            <a:ext cx="3681550" cy="14234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043C83C-A792-4070-86F3-FDEA138F37A5}"/>
              </a:ext>
            </a:extLst>
          </p:cNvPr>
          <p:cNvSpPr/>
          <p:nvPr/>
        </p:nvSpPr>
        <p:spPr>
          <a:xfrm>
            <a:off x="8149856" y="2797192"/>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21" name="Straight Arrow Connector 20">
            <a:extLst>
              <a:ext uri="{FF2B5EF4-FFF2-40B4-BE49-F238E27FC236}">
                <a16:creationId xmlns:a16="http://schemas.microsoft.com/office/drawing/2014/main" id="{7A6AF264-6F14-4A69-A767-E301C4281C14}"/>
              </a:ext>
            </a:extLst>
          </p:cNvPr>
          <p:cNvCxnSpPr>
            <a:stCxn id="10" idx="6"/>
            <a:endCxn id="19" idx="2"/>
          </p:cNvCxnSpPr>
          <p:nvPr/>
        </p:nvCxnSpPr>
        <p:spPr>
          <a:xfrm flipV="1">
            <a:off x="5571242" y="3073020"/>
            <a:ext cx="2578614" cy="991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71FDE56-09EE-44B1-BCD1-FF777C93064B}"/>
              </a:ext>
            </a:extLst>
          </p:cNvPr>
          <p:cNvCxnSpPr>
            <a:stCxn id="10" idx="6"/>
          </p:cNvCxnSpPr>
          <p:nvPr/>
        </p:nvCxnSpPr>
        <p:spPr>
          <a:xfrm>
            <a:off x="5571242" y="3172218"/>
            <a:ext cx="1049518" cy="6656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EECB8188-5E3E-404C-8916-3915B794D420}"/>
              </a:ext>
            </a:extLst>
          </p:cNvPr>
          <p:cNvSpPr/>
          <p:nvPr/>
        </p:nvSpPr>
        <p:spPr>
          <a:xfrm>
            <a:off x="9687530" y="3575469"/>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26" name="Straight Arrow Connector 25">
            <a:extLst>
              <a:ext uri="{FF2B5EF4-FFF2-40B4-BE49-F238E27FC236}">
                <a16:creationId xmlns:a16="http://schemas.microsoft.com/office/drawing/2014/main" id="{77CCB9BC-5FC7-4A0D-B6A8-B2AD5EF30F21}"/>
              </a:ext>
            </a:extLst>
          </p:cNvPr>
          <p:cNvCxnSpPr>
            <a:stCxn id="11" idx="6"/>
          </p:cNvCxnSpPr>
          <p:nvPr/>
        </p:nvCxnSpPr>
        <p:spPr>
          <a:xfrm>
            <a:off x="7343481" y="3937080"/>
            <a:ext cx="806375" cy="14644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AAE0D60-16B4-4781-A99E-84F4FC5C9FA6}"/>
              </a:ext>
            </a:extLst>
          </p:cNvPr>
          <p:cNvCxnSpPr>
            <a:stCxn id="19" idx="6"/>
            <a:endCxn id="24" idx="2"/>
          </p:cNvCxnSpPr>
          <p:nvPr/>
        </p:nvCxnSpPr>
        <p:spPr>
          <a:xfrm>
            <a:off x="8738647" y="3073020"/>
            <a:ext cx="948883" cy="7782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BEE5F30-5A2A-4F2D-A287-952E8337DFFB}"/>
              </a:ext>
            </a:extLst>
          </p:cNvPr>
          <p:cNvCxnSpPr>
            <a:stCxn id="12" idx="6"/>
          </p:cNvCxnSpPr>
          <p:nvPr/>
        </p:nvCxnSpPr>
        <p:spPr>
          <a:xfrm flipV="1">
            <a:off x="8738647" y="3994068"/>
            <a:ext cx="857990" cy="15275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3240005-7022-4283-B90D-A1283CF8AE7B}"/>
              </a:ext>
            </a:extLst>
          </p:cNvPr>
          <p:cNvCxnSpPr>
            <a:stCxn id="11" idx="6"/>
          </p:cNvCxnSpPr>
          <p:nvPr/>
        </p:nvCxnSpPr>
        <p:spPr>
          <a:xfrm flipV="1">
            <a:off x="7343481" y="3880092"/>
            <a:ext cx="2201541" cy="569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E290755-85F0-49D9-995F-71F84BE5C356}"/>
              </a:ext>
            </a:extLst>
          </p:cNvPr>
          <p:cNvCxnSpPr>
            <a:stCxn id="7" idx="0"/>
            <a:endCxn id="7" idx="4"/>
          </p:cNvCxnSpPr>
          <p:nvPr/>
        </p:nvCxnSpPr>
        <p:spPr>
          <a:xfrm>
            <a:off x="4173911" y="3822381"/>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4DA437A-26AC-4D18-BF3A-AAF1C064A46F}"/>
              </a:ext>
            </a:extLst>
          </p:cNvPr>
          <p:cNvCxnSpPr>
            <a:stCxn id="10" idx="0"/>
            <a:endCxn id="10" idx="4"/>
          </p:cNvCxnSpPr>
          <p:nvPr/>
        </p:nvCxnSpPr>
        <p:spPr>
          <a:xfrm>
            <a:off x="5276847" y="2896390"/>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0A2DE4A-B598-4E67-BB1F-1052F7D30497}"/>
              </a:ext>
            </a:extLst>
          </p:cNvPr>
          <p:cNvCxnSpPr>
            <a:stCxn id="11" idx="0"/>
            <a:endCxn id="11" idx="4"/>
          </p:cNvCxnSpPr>
          <p:nvPr/>
        </p:nvCxnSpPr>
        <p:spPr>
          <a:xfrm>
            <a:off x="7049086" y="3661252"/>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8827B34-AE51-45D3-9F75-74BFDE6C9234}"/>
              </a:ext>
            </a:extLst>
          </p:cNvPr>
          <p:cNvCxnSpPr>
            <a:stCxn id="19" idx="0"/>
            <a:endCxn id="19" idx="4"/>
          </p:cNvCxnSpPr>
          <p:nvPr/>
        </p:nvCxnSpPr>
        <p:spPr>
          <a:xfrm>
            <a:off x="8444252" y="2797192"/>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EF30E8D-B66C-4DA0-8D6A-14B387B98EEC}"/>
              </a:ext>
            </a:extLst>
          </p:cNvPr>
          <p:cNvCxnSpPr>
            <a:stCxn id="12" idx="0"/>
            <a:endCxn id="12" idx="4"/>
          </p:cNvCxnSpPr>
          <p:nvPr/>
        </p:nvCxnSpPr>
        <p:spPr>
          <a:xfrm>
            <a:off x="8444252" y="5245828"/>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9B0E250-BC48-4F4E-AAD7-2437E4CF287C}"/>
              </a:ext>
            </a:extLst>
          </p:cNvPr>
          <p:cNvCxnSpPr>
            <a:stCxn id="24" idx="0"/>
            <a:endCxn id="24" idx="4"/>
          </p:cNvCxnSpPr>
          <p:nvPr/>
        </p:nvCxnSpPr>
        <p:spPr>
          <a:xfrm>
            <a:off x="9981926" y="3575469"/>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6A6DF83-5937-4E98-8AC6-0FDD2E98783A}"/>
              </a:ext>
            </a:extLst>
          </p:cNvPr>
          <p:cNvCxnSpPr>
            <a:stCxn id="7" idx="6"/>
          </p:cNvCxnSpPr>
          <p:nvPr/>
        </p:nvCxnSpPr>
        <p:spPr>
          <a:xfrm flipH="1">
            <a:off x="4173910" y="4098209"/>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500B580-1EB3-4612-BD6D-F80BF216C1EA}"/>
              </a:ext>
            </a:extLst>
          </p:cNvPr>
          <p:cNvCxnSpPr>
            <a:stCxn id="10" idx="6"/>
          </p:cNvCxnSpPr>
          <p:nvPr/>
        </p:nvCxnSpPr>
        <p:spPr>
          <a:xfrm flipH="1">
            <a:off x="5276846" y="3172218"/>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5ADF148-5B76-4443-826B-6D4AD4E90691}"/>
              </a:ext>
            </a:extLst>
          </p:cNvPr>
          <p:cNvCxnSpPr>
            <a:stCxn id="11" idx="6"/>
          </p:cNvCxnSpPr>
          <p:nvPr/>
        </p:nvCxnSpPr>
        <p:spPr>
          <a:xfrm flipH="1">
            <a:off x="7049085" y="3937080"/>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7CA2F3A-5D55-4E7E-95C1-B613CD657DC2}"/>
              </a:ext>
            </a:extLst>
          </p:cNvPr>
          <p:cNvCxnSpPr>
            <a:stCxn id="19" idx="6"/>
          </p:cNvCxnSpPr>
          <p:nvPr/>
        </p:nvCxnSpPr>
        <p:spPr>
          <a:xfrm flipH="1">
            <a:off x="8444251" y="3073020"/>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C0D593E-1752-4625-8278-A64279BE05A2}"/>
              </a:ext>
            </a:extLst>
          </p:cNvPr>
          <p:cNvCxnSpPr>
            <a:stCxn id="24" idx="6"/>
          </p:cNvCxnSpPr>
          <p:nvPr/>
        </p:nvCxnSpPr>
        <p:spPr>
          <a:xfrm flipH="1">
            <a:off x="9981925" y="3851297"/>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EACD1C3-8CB7-4F18-8FA8-A9CEF0B54F9E}"/>
              </a:ext>
            </a:extLst>
          </p:cNvPr>
          <p:cNvCxnSpPr>
            <a:stCxn id="12" idx="6"/>
          </p:cNvCxnSpPr>
          <p:nvPr/>
        </p:nvCxnSpPr>
        <p:spPr>
          <a:xfrm flipH="1">
            <a:off x="8444251" y="5521656"/>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64458DE5-B051-4B7C-B744-CABB4CAFDD8F}"/>
              </a:ext>
            </a:extLst>
          </p:cNvPr>
          <p:cNvSpPr/>
          <p:nvPr/>
        </p:nvSpPr>
        <p:spPr>
          <a:xfrm>
            <a:off x="3921615" y="3942459"/>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58" name="Rectangle 57">
            <a:extLst>
              <a:ext uri="{FF2B5EF4-FFF2-40B4-BE49-F238E27FC236}">
                <a16:creationId xmlns:a16="http://schemas.microsoft.com/office/drawing/2014/main" id="{D016EF91-8678-4F6B-8902-9BF1041FDDA8}"/>
              </a:ext>
            </a:extLst>
          </p:cNvPr>
          <p:cNvSpPr/>
          <p:nvPr/>
        </p:nvSpPr>
        <p:spPr>
          <a:xfrm>
            <a:off x="4987264" y="2947158"/>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59" name="Rectangle 58">
            <a:extLst>
              <a:ext uri="{FF2B5EF4-FFF2-40B4-BE49-F238E27FC236}">
                <a16:creationId xmlns:a16="http://schemas.microsoft.com/office/drawing/2014/main" id="{DB1DD4BE-6424-4D2D-A358-8FBF28962056}"/>
              </a:ext>
            </a:extLst>
          </p:cNvPr>
          <p:cNvSpPr/>
          <p:nvPr/>
        </p:nvSpPr>
        <p:spPr>
          <a:xfrm>
            <a:off x="6796790" y="3738836"/>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3</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0" name="Rectangle 59">
            <a:extLst>
              <a:ext uri="{FF2B5EF4-FFF2-40B4-BE49-F238E27FC236}">
                <a16:creationId xmlns:a16="http://schemas.microsoft.com/office/drawing/2014/main" id="{2B1F3DC5-3437-4F98-9E3E-3BED63737FB6}"/>
              </a:ext>
            </a:extLst>
          </p:cNvPr>
          <p:cNvSpPr/>
          <p:nvPr/>
        </p:nvSpPr>
        <p:spPr>
          <a:xfrm>
            <a:off x="8132947" y="5336991"/>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5</a:t>
            </a:r>
            <a:endParaRPr lang="LID4096" b="0" cap="none" spc="0" dirty="0">
              <a:ln w="0"/>
              <a:solidFill>
                <a:schemeClr val="tx1"/>
              </a:solidFill>
              <a:effectLst>
                <a:outerShdw blurRad="38100" dist="19050" dir="2700000" algn="tl" rotWithShape="0">
                  <a:schemeClr val="dk1">
                    <a:alpha val="40000"/>
                  </a:schemeClr>
                </a:outerShdw>
              </a:effectLst>
            </a:endParaRPr>
          </a:p>
        </p:txBody>
      </p:sp>
      <p:cxnSp>
        <p:nvCxnSpPr>
          <p:cNvPr id="62" name="Straight Arrow Connector 61">
            <a:extLst>
              <a:ext uri="{FF2B5EF4-FFF2-40B4-BE49-F238E27FC236}">
                <a16:creationId xmlns:a16="http://schemas.microsoft.com/office/drawing/2014/main" id="{223299CF-7C1B-4646-9DDC-D0C9BFC1B789}"/>
              </a:ext>
            </a:extLst>
          </p:cNvPr>
          <p:cNvCxnSpPr>
            <a:stCxn id="11" idx="6"/>
            <a:endCxn id="19" idx="2"/>
          </p:cNvCxnSpPr>
          <p:nvPr/>
        </p:nvCxnSpPr>
        <p:spPr>
          <a:xfrm flipV="1">
            <a:off x="7343481" y="3073020"/>
            <a:ext cx="806375" cy="8640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57C128D6-2DA1-43DA-9CB7-C55E3A4A39FA}"/>
              </a:ext>
            </a:extLst>
          </p:cNvPr>
          <p:cNvSpPr/>
          <p:nvPr/>
        </p:nvSpPr>
        <p:spPr>
          <a:xfrm>
            <a:off x="8157341" y="2891369"/>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4</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4" name="Rectangle 63">
            <a:extLst>
              <a:ext uri="{FF2B5EF4-FFF2-40B4-BE49-F238E27FC236}">
                <a16:creationId xmlns:a16="http://schemas.microsoft.com/office/drawing/2014/main" id="{0F7EB477-B7DE-4D50-A595-DD79C2572DAD}"/>
              </a:ext>
            </a:extLst>
          </p:cNvPr>
          <p:cNvSpPr/>
          <p:nvPr/>
        </p:nvSpPr>
        <p:spPr>
          <a:xfrm>
            <a:off x="9682770" y="3654201"/>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6</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5" name="Rectangle 64">
            <a:extLst>
              <a:ext uri="{FF2B5EF4-FFF2-40B4-BE49-F238E27FC236}">
                <a16:creationId xmlns:a16="http://schemas.microsoft.com/office/drawing/2014/main" id="{059C20A4-BEC7-4D5F-AA2C-7940E2E0FC75}"/>
              </a:ext>
            </a:extLst>
          </p:cNvPr>
          <p:cNvSpPr/>
          <p:nvPr/>
        </p:nvSpPr>
        <p:spPr>
          <a:xfrm>
            <a:off x="4657381" y="3513786"/>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8</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6" name="Rectangle 65">
            <a:extLst>
              <a:ext uri="{FF2B5EF4-FFF2-40B4-BE49-F238E27FC236}">
                <a16:creationId xmlns:a16="http://schemas.microsoft.com/office/drawing/2014/main" id="{FE914820-2D0D-49B3-8C1A-521CC521BD52}"/>
              </a:ext>
            </a:extLst>
          </p:cNvPr>
          <p:cNvSpPr/>
          <p:nvPr/>
        </p:nvSpPr>
        <p:spPr>
          <a:xfrm>
            <a:off x="5490111" y="3832979"/>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7</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7" name="Rectangle 66">
            <a:extLst>
              <a:ext uri="{FF2B5EF4-FFF2-40B4-BE49-F238E27FC236}">
                <a16:creationId xmlns:a16="http://schemas.microsoft.com/office/drawing/2014/main" id="{4B37CAED-8352-404A-91C8-52EB76ECDF38}"/>
              </a:ext>
            </a:extLst>
          </p:cNvPr>
          <p:cNvSpPr/>
          <p:nvPr/>
        </p:nvSpPr>
        <p:spPr>
          <a:xfrm>
            <a:off x="5950090" y="4573196"/>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12</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8" name="Rectangle 67">
            <a:extLst>
              <a:ext uri="{FF2B5EF4-FFF2-40B4-BE49-F238E27FC236}">
                <a16:creationId xmlns:a16="http://schemas.microsoft.com/office/drawing/2014/main" id="{EA1EDD05-0B8A-4872-A6CC-7847D7AA5EAA}"/>
              </a:ext>
            </a:extLst>
          </p:cNvPr>
          <p:cNvSpPr/>
          <p:nvPr/>
        </p:nvSpPr>
        <p:spPr>
          <a:xfrm>
            <a:off x="5912617" y="3286820"/>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4</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D617277C-FE65-4943-8411-F6119F92925C}"/>
              </a:ext>
            </a:extLst>
          </p:cNvPr>
          <p:cNvSpPr/>
          <p:nvPr/>
        </p:nvSpPr>
        <p:spPr>
          <a:xfrm>
            <a:off x="6577819" y="2937953"/>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0" name="Rectangle 69">
            <a:extLst>
              <a:ext uri="{FF2B5EF4-FFF2-40B4-BE49-F238E27FC236}">
                <a16:creationId xmlns:a16="http://schemas.microsoft.com/office/drawing/2014/main" id="{86E018C4-6EEB-463A-B9B8-1D5F475B7923}"/>
              </a:ext>
            </a:extLst>
          </p:cNvPr>
          <p:cNvSpPr/>
          <p:nvPr/>
        </p:nvSpPr>
        <p:spPr>
          <a:xfrm>
            <a:off x="7570801" y="3349631"/>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3</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CF641BE9-6743-428E-B4C2-9303FA6D2E58}"/>
              </a:ext>
            </a:extLst>
          </p:cNvPr>
          <p:cNvSpPr/>
          <p:nvPr/>
        </p:nvSpPr>
        <p:spPr>
          <a:xfrm>
            <a:off x="7558511" y="4395509"/>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5</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2" name="Rectangle 71">
            <a:extLst>
              <a:ext uri="{FF2B5EF4-FFF2-40B4-BE49-F238E27FC236}">
                <a16:creationId xmlns:a16="http://schemas.microsoft.com/office/drawing/2014/main" id="{D92030C9-EFF7-429F-AC53-033E550ED936}"/>
              </a:ext>
            </a:extLst>
          </p:cNvPr>
          <p:cNvSpPr/>
          <p:nvPr/>
        </p:nvSpPr>
        <p:spPr>
          <a:xfrm>
            <a:off x="8211588" y="3752414"/>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3" name="Rectangle 72">
            <a:extLst>
              <a:ext uri="{FF2B5EF4-FFF2-40B4-BE49-F238E27FC236}">
                <a16:creationId xmlns:a16="http://schemas.microsoft.com/office/drawing/2014/main" id="{08465F22-16D4-411F-8085-63F37C40A803}"/>
              </a:ext>
            </a:extLst>
          </p:cNvPr>
          <p:cNvSpPr/>
          <p:nvPr/>
        </p:nvSpPr>
        <p:spPr>
          <a:xfrm>
            <a:off x="8965997" y="4673929"/>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4</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4" name="Rectangle 73">
            <a:extLst>
              <a:ext uri="{FF2B5EF4-FFF2-40B4-BE49-F238E27FC236}">
                <a16:creationId xmlns:a16="http://schemas.microsoft.com/office/drawing/2014/main" id="{26F44AE2-E755-45EF-8435-C5A4D6DD6434}"/>
              </a:ext>
            </a:extLst>
          </p:cNvPr>
          <p:cNvSpPr/>
          <p:nvPr/>
        </p:nvSpPr>
        <p:spPr>
          <a:xfrm>
            <a:off x="9020493" y="3217031"/>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7</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5" name="Rectangle 74">
            <a:extLst>
              <a:ext uri="{FF2B5EF4-FFF2-40B4-BE49-F238E27FC236}">
                <a16:creationId xmlns:a16="http://schemas.microsoft.com/office/drawing/2014/main" id="{DBA7F257-05BD-4BC4-BF13-F6FC2493FBC4}"/>
              </a:ext>
            </a:extLst>
          </p:cNvPr>
          <p:cNvSpPr/>
          <p:nvPr/>
        </p:nvSpPr>
        <p:spPr>
          <a:xfrm>
            <a:off x="5239953" y="3128722"/>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8</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6" name="Rectangle 75">
            <a:extLst>
              <a:ext uri="{FF2B5EF4-FFF2-40B4-BE49-F238E27FC236}">
                <a16:creationId xmlns:a16="http://schemas.microsoft.com/office/drawing/2014/main" id="{0444B7AA-8BFD-4A51-BE1E-FA6D79310DF4}"/>
              </a:ext>
            </a:extLst>
          </p:cNvPr>
          <p:cNvSpPr/>
          <p:nvPr/>
        </p:nvSpPr>
        <p:spPr>
          <a:xfrm>
            <a:off x="6950856" y="3880092"/>
            <a:ext cx="437941"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12</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7" name="Rectangle 76">
            <a:extLst>
              <a:ext uri="{FF2B5EF4-FFF2-40B4-BE49-F238E27FC236}">
                <a16:creationId xmlns:a16="http://schemas.microsoft.com/office/drawing/2014/main" id="{9A7B3569-7CF7-416F-9105-4BA65A9C6CD6}"/>
              </a:ext>
            </a:extLst>
          </p:cNvPr>
          <p:cNvSpPr/>
          <p:nvPr/>
        </p:nvSpPr>
        <p:spPr>
          <a:xfrm>
            <a:off x="8343772" y="5453623"/>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17</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8" name="Rectangle 77">
            <a:extLst>
              <a:ext uri="{FF2B5EF4-FFF2-40B4-BE49-F238E27FC236}">
                <a16:creationId xmlns:a16="http://schemas.microsoft.com/office/drawing/2014/main" id="{64ABEA5E-6E17-4435-B398-1ECE03C94298}"/>
              </a:ext>
            </a:extLst>
          </p:cNvPr>
          <p:cNvSpPr/>
          <p:nvPr/>
        </p:nvSpPr>
        <p:spPr>
          <a:xfrm>
            <a:off x="8326593" y="3023590"/>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18</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9" name="Rectangle 78">
            <a:extLst>
              <a:ext uri="{FF2B5EF4-FFF2-40B4-BE49-F238E27FC236}">
                <a16:creationId xmlns:a16="http://schemas.microsoft.com/office/drawing/2014/main" id="{5F0E2AA0-458F-431B-BD8A-65DBD18C438E}"/>
              </a:ext>
            </a:extLst>
          </p:cNvPr>
          <p:cNvSpPr/>
          <p:nvPr/>
        </p:nvSpPr>
        <p:spPr>
          <a:xfrm>
            <a:off x="9880613" y="3765835"/>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25</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0" name="Rectangle 79">
            <a:extLst>
              <a:ext uri="{FF2B5EF4-FFF2-40B4-BE49-F238E27FC236}">
                <a16:creationId xmlns:a16="http://schemas.microsoft.com/office/drawing/2014/main" id="{6CB40886-56C2-4F3D-AE0D-C62EA52F9902}"/>
              </a:ext>
            </a:extLst>
          </p:cNvPr>
          <p:cNvSpPr/>
          <p:nvPr/>
        </p:nvSpPr>
        <p:spPr>
          <a:xfrm>
            <a:off x="9900755" y="3550609"/>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25</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1" name="Rectangle 80">
            <a:extLst>
              <a:ext uri="{FF2B5EF4-FFF2-40B4-BE49-F238E27FC236}">
                <a16:creationId xmlns:a16="http://schemas.microsoft.com/office/drawing/2014/main" id="{453FBD43-AAB9-4068-8FB9-72C53CEDD919}"/>
              </a:ext>
            </a:extLst>
          </p:cNvPr>
          <p:cNvSpPr/>
          <p:nvPr/>
        </p:nvSpPr>
        <p:spPr>
          <a:xfrm>
            <a:off x="8338792" y="2776939"/>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18</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2" name="Rectangle 81">
            <a:extLst>
              <a:ext uri="{FF2B5EF4-FFF2-40B4-BE49-F238E27FC236}">
                <a16:creationId xmlns:a16="http://schemas.microsoft.com/office/drawing/2014/main" id="{66519A2E-DB9A-4D27-B281-0732475D6849}"/>
              </a:ext>
            </a:extLst>
          </p:cNvPr>
          <p:cNvSpPr/>
          <p:nvPr/>
        </p:nvSpPr>
        <p:spPr>
          <a:xfrm>
            <a:off x="8359880" y="5197905"/>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21</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3" name="Rectangle 82">
            <a:extLst>
              <a:ext uri="{FF2B5EF4-FFF2-40B4-BE49-F238E27FC236}">
                <a16:creationId xmlns:a16="http://schemas.microsoft.com/office/drawing/2014/main" id="{FE03D520-D893-457D-AAE9-A275E0ED2886}"/>
              </a:ext>
            </a:extLst>
          </p:cNvPr>
          <p:cNvSpPr/>
          <p:nvPr/>
        </p:nvSpPr>
        <p:spPr>
          <a:xfrm>
            <a:off x="6943476" y="3653883"/>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15</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4" name="Rectangle 83">
            <a:extLst>
              <a:ext uri="{FF2B5EF4-FFF2-40B4-BE49-F238E27FC236}">
                <a16:creationId xmlns:a16="http://schemas.microsoft.com/office/drawing/2014/main" id="{527EB019-D1E0-4B7C-AF15-88585F9E1E9E}"/>
              </a:ext>
            </a:extLst>
          </p:cNvPr>
          <p:cNvSpPr/>
          <p:nvPr/>
        </p:nvSpPr>
        <p:spPr>
          <a:xfrm>
            <a:off x="5241394" y="2900406"/>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8</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6" name="Rectangle 85">
            <a:extLst>
              <a:ext uri="{FF2B5EF4-FFF2-40B4-BE49-F238E27FC236}">
                <a16:creationId xmlns:a16="http://schemas.microsoft.com/office/drawing/2014/main" id="{C5291D3E-7309-4182-894E-A218EE8B8639}"/>
              </a:ext>
            </a:extLst>
          </p:cNvPr>
          <p:cNvSpPr/>
          <p:nvPr/>
        </p:nvSpPr>
        <p:spPr>
          <a:xfrm>
            <a:off x="4111535" y="3809402"/>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7" name="Rectangle 86">
            <a:extLst>
              <a:ext uri="{FF2B5EF4-FFF2-40B4-BE49-F238E27FC236}">
                <a16:creationId xmlns:a16="http://schemas.microsoft.com/office/drawing/2014/main" id="{8E7B9D60-7667-4C8F-9B6A-2F2D10264402}"/>
              </a:ext>
            </a:extLst>
          </p:cNvPr>
          <p:cNvSpPr/>
          <p:nvPr/>
        </p:nvSpPr>
        <p:spPr>
          <a:xfrm>
            <a:off x="4160345" y="4042795"/>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8" name="Rectangle 87">
            <a:extLst>
              <a:ext uri="{FF2B5EF4-FFF2-40B4-BE49-F238E27FC236}">
                <a16:creationId xmlns:a16="http://schemas.microsoft.com/office/drawing/2014/main" id="{170B27F0-EDAC-401F-93DD-01C01DE63F96}"/>
              </a:ext>
            </a:extLst>
          </p:cNvPr>
          <p:cNvSpPr/>
          <p:nvPr/>
        </p:nvSpPr>
        <p:spPr>
          <a:xfrm>
            <a:off x="4699676" y="2560871"/>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9" name="Rectangle 88">
            <a:extLst>
              <a:ext uri="{FF2B5EF4-FFF2-40B4-BE49-F238E27FC236}">
                <a16:creationId xmlns:a16="http://schemas.microsoft.com/office/drawing/2014/main" id="{311C2546-4D12-4F67-8872-D97924733B68}"/>
              </a:ext>
            </a:extLst>
          </p:cNvPr>
          <p:cNvSpPr/>
          <p:nvPr/>
        </p:nvSpPr>
        <p:spPr>
          <a:xfrm>
            <a:off x="6488712" y="3276825"/>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3</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0" name="Rectangle 89">
            <a:extLst>
              <a:ext uri="{FF2B5EF4-FFF2-40B4-BE49-F238E27FC236}">
                <a16:creationId xmlns:a16="http://schemas.microsoft.com/office/drawing/2014/main" id="{B3D1420D-9806-4772-841A-FD8C6AC7EF11}"/>
              </a:ext>
            </a:extLst>
          </p:cNvPr>
          <p:cNvSpPr/>
          <p:nvPr/>
        </p:nvSpPr>
        <p:spPr>
          <a:xfrm>
            <a:off x="7819603" y="2400388"/>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1" name="Rectangle 90">
            <a:extLst>
              <a:ext uri="{FF2B5EF4-FFF2-40B4-BE49-F238E27FC236}">
                <a16:creationId xmlns:a16="http://schemas.microsoft.com/office/drawing/2014/main" id="{83BB9C3E-F4F9-4FD8-81B2-F0E011640358}"/>
              </a:ext>
            </a:extLst>
          </p:cNvPr>
          <p:cNvSpPr/>
          <p:nvPr/>
        </p:nvSpPr>
        <p:spPr>
          <a:xfrm>
            <a:off x="8038573" y="5819023"/>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a:t>
            </a:r>
            <a:r>
              <a:rPr lang="en-US" dirty="0">
                <a:ln w="0"/>
                <a:effectLst>
                  <a:outerShdw blurRad="38100" dist="19050" dir="2700000" algn="tl" rotWithShape="0">
                    <a:schemeClr val="dk1">
                      <a:alpha val="40000"/>
                    </a:schemeClr>
                  </a:outerShdw>
                </a:effectLst>
              </a:rPr>
              <a:t>4</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2" name="Rectangle 91">
            <a:extLst>
              <a:ext uri="{FF2B5EF4-FFF2-40B4-BE49-F238E27FC236}">
                <a16:creationId xmlns:a16="http://schemas.microsoft.com/office/drawing/2014/main" id="{D9B160F1-39AB-4415-989F-14567B58DB06}"/>
              </a:ext>
            </a:extLst>
          </p:cNvPr>
          <p:cNvSpPr/>
          <p:nvPr/>
        </p:nvSpPr>
        <p:spPr>
          <a:xfrm>
            <a:off x="4210264" y="5437019"/>
            <a:ext cx="3000117"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Critical Path = 1 – 2 – 4 – 6   </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3" name="Rectangle 92">
            <a:extLst>
              <a:ext uri="{FF2B5EF4-FFF2-40B4-BE49-F238E27FC236}">
                <a16:creationId xmlns:a16="http://schemas.microsoft.com/office/drawing/2014/main" id="{41A08908-9737-4584-97FA-0446B5A5A085}"/>
              </a:ext>
            </a:extLst>
          </p:cNvPr>
          <p:cNvSpPr/>
          <p:nvPr/>
        </p:nvSpPr>
        <p:spPr>
          <a:xfrm>
            <a:off x="9429099" y="3185556"/>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4" name="Rectangle 93">
            <a:extLst>
              <a:ext uri="{FF2B5EF4-FFF2-40B4-BE49-F238E27FC236}">
                <a16:creationId xmlns:a16="http://schemas.microsoft.com/office/drawing/2014/main" id="{68AB158D-A49B-4997-9AC9-1959A8F8007F}"/>
              </a:ext>
            </a:extLst>
          </p:cNvPr>
          <p:cNvSpPr/>
          <p:nvPr/>
        </p:nvSpPr>
        <p:spPr>
          <a:xfrm>
            <a:off x="3634147" y="3420472"/>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0</a:t>
            </a:r>
            <a:endParaRPr lang="LID4096"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7712092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8F97-654C-4A90-A4F8-791E25C33A01}"/>
              </a:ext>
            </a:extLst>
          </p:cNvPr>
          <p:cNvSpPr>
            <a:spLocks noGrp="1"/>
          </p:cNvSpPr>
          <p:nvPr>
            <p:ph type="title"/>
          </p:nvPr>
        </p:nvSpPr>
        <p:spPr/>
        <p:txBody>
          <a:bodyPr/>
          <a:lstStyle/>
          <a:p>
            <a:pPr algn="ctr"/>
            <a:r>
              <a:rPr lang="en-US" b="1" dirty="0"/>
              <a:t>TASK 3 (CONTINUES…) – ES, EF, LF, LS &amp; TF</a:t>
            </a:r>
            <a:endParaRPr lang="LID4096" dirty="0"/>
          </a:p>
        </p:txBody>
      </p:sp>
      <p:graphicFrame>
        <p:nvGraphicFramePr>
          <p:cNvPr id="6" name="Table 6">
            <a:extLst>
              <a:ext uri="{FF2B5EF4-FFF2-40B4-BE49-F238E27FC236}">
                <a16:creationId xmlns:a16="http://schemas.microsoft.com/office/drawing/2014/main" id="{C71D803E-EC0B-4F29-8330-7A09B1212C13}"/>
              </a:ext>
            </a:extLst>
          </p:cNvPr>
          <p:cNvGraphicFramePr>
            <a:graphicFrameLocks noGrp="1"/>
          </p:cNvGraphicFramePr>
          <p:nvPr>
            <p:ph idx="1"/>
            <p:extLst>
              <p:ext uri="{D42A27DB-BD31-4B8C-83A1-F6EECF244321}">
                <p14:modId xmlns:p14="http://schemas.microsoft.com/office/powerpoint/2010/main" val="3458714573"/>
              </p:ext>
            </p:extLst>
          </p:nvPr>
        </p:nvGraphicFramePr>
        <p:xfrm>
          <a:off x="962304" y="1717356"/>
          <a:ext cx="3826513" cy="4348480"/>
        </p:xfrm>
        <a:graphic>
          <a:graphicData uri="http://schemas.openxmlformats.org/drawingml/2006/table">
            <a:tbl>
              <a:tblPr firstRow="1" bandRow="1">
                <a:tableStyleId>{5C22544A-7EE6-4342-B048-85BDC9FD1C3A}</a:tableStyleId>
              </a:tblPr>
              <a:tblGrid>
                <a:gridCol w="1158727">
                  <a:extLst>
                    <a:ext uri="{9D8B030D-6E8A-4147-A177-3AD203B41FA5}">
                      <a16:colId xmlns:a16="http://schemas.microsoft.com/office/drawing/2014/main" val="1512541129"/>
                    </a:ext>
                  </a:extLst>
                </a:gridCol>
                <a:gridCol w="499621">
                  <a:extLst>
                    <a:ext uri="{9D8B030D-6E8A-4147-A177-3AD203B41FA5}">
                      <a16:colId xmlns:a16="http://schemas.microsoft.com/office/drawing/2014/main" val="1892696810"/>
                    </a:ext>
                  </a:extLst>
                </a:gridCol>
                <a:gridCol w="1112363">
                  <a:extLst>
                    <a:ext uri="{9D8B030D-6E8A-4147-A177-3AD203B41FA5}">
                      <a16:colId xmlns:a16="http://schemas.microsoft.com/office/drawing/2014/main" val="1535858461"/>
                    </a:ext>
                  </a:extLst>
                </a:gridCol>
                <a:gridCol w="1055802">
                  <a:extLst>
                    <a:ext uri="{9D8B030D-6E8A-4147-A177-3AD203B41FA5}">
                      <a16:colId xmlns:a16="http://schemas.microsoft.com/office/drawing/2014/main" val="4126109639"/>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ES</a:t>
                      </a:r>
                      <a:endParaRPr lang="LID4096" dirty="0">
                        <a:solidFill>
                          <a:schemeClr val="tx1"/>
                        </a:solidFill>
                      </a:endParaRPr>
                    </a:p>
                  </a:txBody>
                  <a:tcPr>
                    <a:noFill/>
                  </a:tcPr>
                </a:tc>
                <a:tc>
                  <a:txBody>
                    <a:bodyPr/>
                    <a:lstStyle/>
                    <a:p>
                      <a:r>
                        <a:rPr lang="en-US" dirty="0">
                          <a:solidFill>
                            <a:schemeClr val="tx1"/>
                          </a:solidFill>
                        </a:rPr>
                        <a:t>Duration</a:t>
                      </a:r>
                      <a:endParaRPr lang="LID4096" dirty="0">
                        <a:solidFill>
                          <a:schemeClr val="tx1"/>
                        </a:solidFill>
                      </a:endParaRPr>
                    </a:p>
                  </a:txBody>
                  <a:tcPr>
                    <a:noFill/>
                  </a:tcPr>
                </a:tc>
                <a:tc>
                  <a:txBody>
                    <a:bodyPr/>
                    <a:lstStyle/>
                    <a:p>
                      <a:r>
                        <a:rPr lang="en-US" dirty="0">
                          <a:solidFill>
                            <a:schemeClr val="tx1"/>
                          </a:solidFill>
                        </a:rPr>
                        <a:t>EF</a:t>
                      </a:r>
                    </a:p>
                    <a:p>
                      <a:r>
                        <a:rPr lang="en-US" dirty="0">
                          <a:solidFill>
                            <a:schemeClr val="tx1"/>
                          </a:solidFill>
                        </a:rPr>
                        <a:t>(ES + D)</a:t>
                      </a:r>
                      <a:endParaRPr lang="LID4096" dirty="0">
                        <a:solidFill>
                          <a:schemeClr val="tx1"/>
                        </a:solidFill>
                      </a:endParaRPr>
                    </a:p>
                  </a:txBody>
                  <a:tcPr>
                    <a:noFill/>
                  </a:tcPr>
                </a:tc>
                <a:extLst>
                  <a:ext uri="{0D108BD9-81ED-4DB2-BD59-A6C34878D82A}">
                    <a16:rowId xmlns:a16="http://schemas.microsoft.com/office/drawing/2014/main" val="3532220728"/>
                  </a:ext>
                </a:extLst>
              </a:tr>
              <a:tr h="370840">
                <a:tc>
                  <a:txBody>
                    <a:bodyPr/>
                    <a:lstStyle/>
                    <a:p>
                      <a:r>
                        <a:rPr lang="en-US" dirty="0">
                          <a:solidFill>
                            <a:schemeClr val="tx1"/>
                          </a:solidFill>
                        </a:rPr>
                        <a:t>1 – 2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extLst>
                  <a:ext uri="{0D108BD9-81ED-4DB2-BD59-A6C34878D82A}">
                    <a16:rowId xmlns:a16="http://schemas.microsoft.com/office/drawing/2014/main" val="588812392"/>
                  </a:ext>
                </a:extLst>
              </a:tr>
              <a:tr h="370840">
                <a:tc>
                  <a:txBody>
                    <a:bodyPr/>
                    <a:lstStyle/>
                    <a:p>
                      <a:r>
                        <a:rPr lang="en-US" dirty="0">
                          <a:solidFill>
                            <a:schemeClr val="tx1"/>
                          </a:solidFill>
                        </a:rPr>
                        <a:t>1 – 3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extLst>
                  <a:ext uri="{0D108BD9-81ED-4DB2-BD59-A6C34878D82A}">
                    <a16:rowId xmlns:a16="http://schemas.microsoft.com/office/drawing/2014/main" val="64507251"/>
                  </a:ext>
                </a:extLst>
              </a:tr>
              <a:tr h="370840">
                <a:tc>
                  <a:txBody>
                    <a:bodyPr/>
                    <a:lstStyle/>
                    <a:p>
                      <a:r>
                        <a:rPr lang="en-US" dirty="0">
                          <a:solidFill>
                            <a:schemeClr val="tx1"/>
                          </a:solidFill>
                        </a:rPr>
                        <a:t>1 – 5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extLst>
                  <a:ext uri="{0D108BD9-81ED-4DB2-BD59-A6C34878D82A}">
                    <a16:rowId xmlns:a16="http://schemas.microsoft.com/office/drawing/2014/main" val="1186875848"/>
                  </a:ext>
                </a:extLst>
              </a:tr>
              <a:tr h="370840">
                <a:tc>
                  <a:txBody>
                    <a:bodyPr/>
                    <a:lstStyle/>
                    <a:p>
                      <a:r>
                        <a:rPr lang="en-US" dirty="0">
                          <a:solidFill>
                            <a:schemeClr val="tx1"/>
                          </a:solidFill>
                        </a:rPr>
                        <a:t>2 – 3 </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extLst>
                  <a:ext uri="{0D108BD9-81ED-4DB2-BD59-A6C34878D82A}">
                    <a16:rowId xmlns:a16="http://schemas.microsoft.com/office/drawing/2014/main" val="4158986870"/>
                  </a:ext>
                </a:extLst>
              </a:tr>
              <a:tr h="370840">
                <a:tc>
                  <a:txBody>
                    <a:bodyPr/>
                    <a:lstStyle/>
                    <a:p>
                      <a:r>
                        <a:rPr lang="en-US" dirty="0">
                          <a:solidFill>
                            <a:schemeClr val="tx1"/>
                          </a:solidFill>
                        </a:rPr>
                        <a:t>2 – 4 </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tc>
                  <a:txBody>
                    <a:bodyPr/>
                    <a:lstStyle/>
                    <a:p>
                      <a:r>
                        <a:rPr lang="en-US" dirty="0">
                          <a:solidFill>
                            <a:schemeClr val="tx1"/>
                          </a:solidFill>
                        </a:rPr>
                        <a:t>18</a:t>
                      </a:r>
                      <a:endParaRPr lang="LID4096" dirty="0">
                        <a:solidFill>
                          <a:schemeClr val="tx1"/>
                        </a:solidFill>
                      </a:endParaRPr>
                    </a:p>
                  </a:txBody>
                  <a:tcPr>
                    <a:noFill/>
                  </a:tcPr>
                </a:tc>
                <a:extLst>
                  <a:ext uri="{0D108BD9-81ED-4DB2-BD59-A6C34878D82A}">
                    <a16:rowId xmlns:a16="http://schemas.microsoft.com/office/drawing/2014/main" val="4142355965"/>
                  </a:ext>
                </a:extLst>
              </a:tr>
              <a:tr h="370840">
                <a:tc>
                  <a:txBody>
                    <a:bodyPr/>
                    <a:lstStyle/>
                    <a:p>
                      <a:r>
                        <a:rPr lang="en-US" dirty="0">
                          <a:solidFill>
                            <a:schemeClr val="tx1"/>
                          </a:solidFill>
                        </a:rPr>
                        <a:t>3 – 4 </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extLst>
                  <a:ext uri="{0D108BD9-81ED-4DB2-BD59-A6C34878D82A}">
                    <a16:rowId xmlns:a16="http://schemas.microsoft.com/office/drawing/2014/main" val="2214647074"/>
                  </a:ext>
                </a:extLst>
              </a:tr>
              <a:tr h="370840">
                <a:tc>
                  <a:txBody>
                    <a:bodyPr/>
                    <a:lstStyle/>
                    <a:p>
                      <a:r>
                        <a:rPr lang="en-US" dirty="0">
                          <a:solidFill>
                            <a:schemeClr val="tx1"/>
                          </a:solidFill>
                        </a:rPr>
                        <a:t>3 – 5 </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17</a:t>
                      </a:r>
                      <a:endParaRPr lang="LID4096" dirty="0">
                        <a:solidFill>
                          <a:schemeClr val="tx1"/>
                        </a:solidFill>
                      </a:endParaRPr>
                    </a:p>
                  </a:txBody>
                  <a:tcPr>
                    <a:noFill/>
                  </a:tcPr>
                </a:tc>
                <a:extLst>
                  <a:ext uri="{0D108BD9-81ED-4DB2-BD59-A6C34878D82A}">
                    <a16:rowId xmlns:a16="http://schemas.microsoft.com/office/drawing/2014/main" val="3900301750"/>
                  </a:ext>
                </a:extLst>
              </a:tr>
              <a:tr h="370840">
                <a:tc>
                  <a:txBody>
                    <a:bodyPr/>
                    <a:lstStyle/>
                    <a:p>
                      <a:r>
                        <a:rPr lang="en-US" dirty="0">
                          <a:solidFill>
                            <a:schemeClr val="tx1"/>
                          </a:solidFill>
                        </a:rPr>
                        <a:t>3 – 6 </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tc>
                  <a:txBody>
                    <a:bodyPr/>
                    <a:lstStyle/>
                    <a:p>
                      <a:r>
                        <a:rPr lang="en-US" dirty="0">
                          <a:solidFill>
                            <a:schemeClr val="tx1"/>
                          </a:solidFill>
                        </a:rPr>
                        <a:t>22</a:t>
                      </a:r>
                      <a:endParaRPr lang="LID4096" dirty="0">
                        <a:solidFill>
                          <a:schemeClr val="tx1"/>
                        </a:solidFill>
                      </a:endParaRPr>
                    </a:p>
                  </a:txBody>
                  <a:tcPr>
                    <a:noFill/>
                  </a:tcPr>
                </a:tc>
                <a:extLst>
                  <a:ext uri="{0D108BD9-81ED-4DB2-BD59-A6C34878D82A}">
                    <a16:rowId xmlns:a16="http://schemas.microsoft.com/office/drawing/2014/main" val="4228805412"/>
                  </a:ext>
                </a:extLst>
              </a:tr>
              <a:tr h="370840">
                <a:tc>
                  <a:txBody>
                    <a:bodyPr/>
                    <a:lstStyle/>
                    <a:p>
                      <a:r>
                        <a:rPr lang="en-US" dirty="0">
                          <a:solidFill>
                            <a:schemeClr val="tx1"/>
                          </a:solidFill>
                        </a:rPr>
                        <a:t>4 – 6 </a:t>
                      </a:r>
                      <a:endParaRPr lang="LID4096" dirty="0">
                        <a:solidFill>
                          <a:schemeClr val="tx1"/>
                        </a:solidFill>
                      </a:endParaRPr>
                    </a:p>
                  </a:txBody>
                  <a:tcPr>
                    <a:noFill/>
                  </a:tcPr>
                </a:tc>
                <a:tc>
                  <a:txBody>
                    <a:bodyPr/>
                    <a:lstStyle/>
                    <a:p>
                      <a:r>
                        <a:rPr lang="en-US" dirty="0">
                          <a:solidFill>
                            <a:schemeClr val="tx1"/>
                          </a:solidFill>
                        </a:rPr>
                        <a:t>18</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25</a:t>
                      </a:r>
                      <a:endParaRPr lang="LID4096" dirty="0">
                        <a:solidFill>
                          <a:schemeClr val="tx1"/>
                        </a:solidFill>
                      </a:endParaRPr>
                    </a:p>
                  </a:txBody>
                  <a:tcPr>
                    <a:noFill/>
                  </a:tcPr>
                </a:tc>
                <a:extLst>
                  <a:ext uri="{0D108BD9-81ED-4DB2-BD59-A6C34878D82A}">
                    <a16:rowId xmlns:a16="http://schemas.microsoft.com/office/drawing/2014/main" val="1801519508"/>
                  </a:ext>
                </a:extLst>
              </a:tr>
              <a:tr h="370840">
                <a:tc>
                  <a:txBody>
                    <a:bodyPr/>
                    <a:lstStyle/>
                    <a:p>
                      <a:r>
                        <a:rPr lang="en-US" dirty="0">
                          <a:solidFill>
                            <a:schemeClr val="tx1"/>
                          </a:solidFill>
                        </a:rPr>
                        <a:t>5 – 6 </a:t>
                      </a:r>
                      <a:endParaRPr lang="LID4096" dirty="0">
                        <a:solidFill>
                          <a:schemeClr val="tx1"/>
                        </a:solidFill>
                      </a:endParaRPr>
                    </a:p>
                  </a:txBody>
                  <a:tcPr>
                    <a:noFill/>
                  </a:tcPr>
                </a:tc>
                <a:tc>
                  <a:txBody>
                    <a:bodyPr/>
                    <a:lstStyle/>
                    <a:p>
                      <a:r>
                        <a:rPr lang="en-US" dirty="0">
                          <a:solidFill>
                            <a:schemeClr val="tx1"/>
                          </a:solidFill>
                        </a:rPr>
                        <a:t>17</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21</a:t>
                      </a:r>
                      <a:endParaRPr lang="LID4096" dirty="0">
                        <a:solidFill>
                          <a:schemeClr val="tx1"/>
                        </a:solidFill>
                      </a:endParaRPr>
                    </a:p>
                  </a:txBody>
                  <a:tcPr>
                    <a:noFill/>
                  </a:tcPr>
                </a:tc>
                <a:extLst>
                  <a:ext uri="{0D108BD9-81ED-4DB2-BD59-A6C34878D82A}">
                    <a16:rowId xmlns:a16="http://schemas.microsoft.com/office/drawing/2014/main" val="3452666635"/>
                  </a:ext>
                </a:extLst>
              </a:tr>
            </a:tbl>
          </a:graphicData>
        </a:graphic>
      </p:graphicFrame>
      <p:sp>
        <p:nvSpPr>
          <p:cNvPr id="4" name="Footer Placeholder 3">
            <a:extLst>
              <a:ext uri="{FF2B5EF4-FFF2-40B4-BE49-F238E27FC236}">
                <a16:creationId xmlns:a16="http://schemas.microsoft.com/office/drawing/2014/main" id="{A7476004-EDD9-4EC3-99AF-47269C705B13}"/>
              </a:ext>
            </a:extLst>
          </p:cNvPr>
          <p:cNvSpPr>
            <a:spLocks noGrp="1"/>
          </p:cNvSpPr>
          <p:nvPr>
            <p:ph type="ftr" sz="quarter" idx="11"/>
          </p:nvPr>
        </p:nvSpPr>
        <p:spPr>
          <a:xfrm>
            <a:off x="962304" y="6382895"/>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DF10BB7E-88CF-4083-A31F-066B2A80A1C8}"/>
              </a:ext>
            </a:extLst>
          </p:cNvPr>
          <p:cNvSpPr>
            <a:spLocks noGrp="1"/>
          </p:cNvSpPr>
          <p:nvPr>
            <p:ph type="sldNum" sz="quarter" idx="12"/>
          </p:nvPr>
        </p:nvSpPr>
        <p:spPr/>
        <p:txBody>
          <a:bodyPr/>
          <a:lstStyle/>
          <a:p>
            <a:fld id="{76711B12-96E3-4CC6-8596-5FF84CCB8B40}" type="slidenum">
              <a:rPr lang="LID4096" smtClean="0"/>
              <a:t>124</a:t>
            </a:fld>
            <a:endParaRPr lang="LID4096"/>
          </a:p>
        </p:txBody>
      </p:sp>
      <p:graphicFrame>
        <p:nvGraphicFramePr>
          <p:cNvPr id="7" name="Table 6">
            <a:extLst>
              <a:ext uri="{FF2B5EF4-FFF2-40B4-BE49-F238E27FC236}">
                <a16:creationId xmlns:a16="http://schemas.microsoft.com/office/drawing/2014/main" id="{01B95158-B623-46CC-A677-F537E7166852}"/>
              </a:ext>
            </a:extLst>
          </p:cNvPr>
          <p:cNvGraphicFramePr>
            <a:graphicFrameLocks/>
          </p:cNvGraphicFramePr>
          <p:nvPr>
            <p:extLst>
              <p:ext uri="{D42A27DB-BD31-4B8C-83A1-F6EECF244321}">
                <p14:modId xmlns:p14="http://schemas.microsoft.com/office/powerpoint/2010/main" val="1141956578"/>
              </p:ext>
            </p:extLst>
          </p:nvPr>
        </p:nvGraphicFramePr>
        <p:xfrm>
          <a:off x="4967926" y="1717356"/>
          <a:ext cx="3826513" cy="4348480"/>
        </p:xfrm>
        <a:graphic>
          <a:graphicData uri="http://schemas.openxmlformats.org/drawingml/2006/table">
            <a:tbl>
              <a:tblPr firstRow="1" bandRow="1">
                <a:tableStyleId>{5C22544A-7EE6-4342-B048-85BDC9FD1C3A}</a:tableStyleId>
              </a:tblPr>
              <a:tblGrid>
                <a:gridCol w="1158727">
                  <a:extLst>
                    <a:ext uri="{9D8B030D-6E8A-4147-A177-3AD203B41FA5}">
                      <a16:colId xmlns:a16="http://schemas.microsoft.com/office/drawing/2014/main" val="1512541129"/>
                    </a:ext>
                  </a:extLst>
                </a:gridCol>
                <a:gridCol w="499621">
                  <a:extLst>
                    <a:ext uri="{9D8B030D-6E8A-4147-A177-3AD203B41FA5}">
                      <a16:colId xmlns:a16="http://schemas.microsoft.com/office/drawing/2014/main" val="1892696810"/>
                    </a:ext>
                  </a:extLst>
                </a:gridCol>
                <a:gridCol w="1112363">
                  <a:extLst>
                    <a:ext uri="{9D8B030D-6E8A-4147-A177-3AD203B41FA5}">
                      <a16:colId xmlns:a16="http://schemas.microsoft.com/office/drawing/2014/main" val="1535858461"/>
                    </a:ext>
                  </a:extLst>
                </a:gridCol>
                <a:gridCol w="1055802">
                  <a:extLst>
                    <a:ext uri="{9D8B030D-6E8A-4147-A177-3AD203B41FA5}">
                      <a16:colId xmlns:a16="http://schemas.microsoft.com/office/drawing/2014/main" val="4126109639"/>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LF</a:t>
                      </a:r>
                      <a:endParaRPr lang="LID4096" dirty="0">
                        <a:solidFill>
                          <a:schemeClr val="tx1"/>
                        </a:solidFill>
                      </a:endParaRPr>
                    </a:p>
                  </a:txBody>
                  <a:tcPr>
                    <a:noFill/>
                  </a:tcPr>
                </a:tc>
                <a:tc>
                  <a:txBody>
                    <a:bodyPr/>
                    <a:lstStyle/>
                    <a:p>
                      <a:r>
                        <a:rPr lang="en-US" dirty="0">
                          <a:solidFill>
                            <a:schemeClr val="tx1"/>
                          </a:solidFill>
                        </a:rPr>
                        <a:t>Duration</a:t>
                      </a:r>
                      <a:endParaRPr lang="LID4096" dirty="0">
                        <a:solidFill>
                          <a:schemeClr val="tx1"/>
                        </a:solidFill>
                      </a:endParaRPr>
                    </a:p>
                  </a:txBody>
                  <a:tcPr>
                    <a:noFill/>
                  </a:tcPr>
                </a:tc>
                <a:tc>
                  <a:txBody>
                    <a:bodyPr/>
                    <a:lstStyle/>
                    <a:p>
                      <a:r>
                        <a:rPr lang="en-US" dirty="0">
                          <a:solidFill>
                            <a:schemeClr val="tx1"/>
                          </a:solidFill>
                        </a:rPr>
                        <a:t>LS</a:t>
                      </a:r>
                    </a:p>
                    <a:p>
                      <a:r>
                        <a:rPr lang="en-US" dirty="0">
                          <a:solidFill>
                            <a:schemeClr val="tx1"/>
                          </a:solidFill>
                        </a:rPr>
                        <a:t>(LF - D)</a:t>
                      </a:r>
                      <a:endParaRPr lang="LID4096" dirty="0">
                        <a:solidFill>
                          <a:schemeClr val="tx1"/>
                        </a:solidFill>
                      </a:endParaRPr>
                    </a:p>
                  </a:txBody>
                  <a:tcPr>
                    <a:noFill/>
                  </a:tcPr>
                </a:tc>
                <a:extLst>
                  <a:ext uri="{0D108BD9-81ED-4DB2-BD59-A6C34878D82A}">
                    <a16:rowId xmlns:a16="http://schemas.microsoft.com/office/drawing/2014/main" val="3532220728"/>
                  </a:ext>
                </a:extLst>
              </a:tr>
              <a:tr h="370840">
                <a:tc>
                  <a:txBody>
                    <a:bodyPr/>
                    <a:lstStyle/>
                    <a:p>
                      <a:r>
                        <a:rPr lang="en-US" dirty="0">
                          <a:solidFill>
                            <a:schemeClr val="tx1"/>
                          </a:solidFill>
                        </a:rPr>
                        <a:t>1 – 2 </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588812392"/>
                  </a:ext>
                </a:extLst>
              </a:tr>
              <a:tr h="370840">
                <a:tc>
                  <a:txBody>
                    <a:bodyPr/>
                    <a:lstStyle/>
                    <a:p>
                      <a:r>
                        <a:rPr lang="en-US" dirty="0">
                          <a:solidFill>
                            <a:schemeClr val="tx1"/>
                          </a:solidFill>
                        </a:rPr>
                        <a:t>1 – 3 </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extLst>
                  <a:ext uri="{0D108BD9-81ED-4DB2-BD59-A6C34878D82A}">
                    <a16:rowId xmlns:a16="http://schemas.microsoft.com/office/drawing/2014/main" val="64507251"/>
                  </a:ext>
                </a:extLst>
              </a:tr>
              <a:tr h="370840">
                <a:tc>
                  <a:txBody>
                    <a:bodyPr/>
                    <a:lstStyle/>
                    <a:p>
                      <a:r>
                        <a:rPr lang="en-US" dirty="0">
                          <a:solidFill>
                            <a:schemeClr val="tx1"/>
                          </a:solidFill>
                        </a:rPr>
                        <a:t>1 – 5 </a:t>
                      </a:r>
                      <a:endParaRPr lang="LID4096" dirty="0">
                        <a:solidFill>
                          <a:schemeClr val="tx1"/>
                        </a:solidFill>
                      </a:endParaRPr>
                    </a:p>
                  </a:txBody>
                  <a:tcPr>
                    <a:noFill/>
                  </a:tcPr>
                </a:tc>
                <a:tc>
                  <a:txBody>
                    <a:bodyPr/>
                    <a:lstStyle/>
                    <a:p>
                      <a:r>
                        <a:rPr lang="en-US" dirty="0">
                          <a:solidFill>
                            <a:schemeClr val="tx1"/>
                          </a:solidFill>
                        </a:rPr>
                        <a:t>21</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9</a:t>
                      </a:r>
                      <a:endParaRPr lang="LID4096" dirty="0">
                        <a:solidFill>
                          <a:schemeClr val="tx1"/>
                        </a:solidFill>
                      </a:endParaRPr>
                    </a:p>
                  </a:txBody>
                  <a:tcPr>
                    <a:noFill/>
                  </a:tcPr>
                </a:tc>
                <a:extLst>
                  <a:ext uri="{0D108BD9-81ED-4DB2-BD59-A6C34878D82A}">
                    <a16:rowId xmlns:a16="http://schemas.microsoft.com/office/drawing/2014/main" val="1186875848"/>
                  </a:ext>
                </a:extLst>
              </a:tr>
              <a:tr h="370840">
                <a:tc>
                  <a:txBody>
                    <a:bodyPr/>
                    <a:lstStyle/>
                    <a:p>
                      <a:r>
                        <a:rPr lang="en-US" dirty="0">
                          <a:solidFill>
                            <a:schemeClr val="tx1"/>
                          </a:solidFill>
                        </a:rPr>
                        <a:t>2 – 3 </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11</a:t>
                      </a:r>
                      <a:endParaRPr lang="LID4096" dirty="0">
                        <a:solidFill>
                          <a:schemeClr val="tx1"/>
                        </a:solidFill>
                      </a:endParaRPr>
                    </a:p>
                  </a:txBody>
                  <a:tcPr>
                    <a:noFill/>
                  </a:tcPr>
                </a:tc>
                <a:extLst>
                  <a:ext uri="{0D108BD9-81ED-4DB2-BD59-A6C34878D82A}">
                    <a16:rowId xmlns:a16="http://schemas.microsoft.com/office/drawing/2014/main" val="4158986870"/>
                  </a:ext>
                </a:extLst>
              </a:tr>
              <a:tr h="370840">
                <a:tc>
                  <a:txBody>
                    <a:bodyPr/>
                    <a:lstStyle/>
                    <a:p>
                      <a:r>
                        <a:rPr lang="en-US" dirty="0">
                          <a:solidFill>
                            <a:schemeClr val="tx1"/>
                          </a:solidFill>
                        </a:rPr>
                        <a:t>2 – 4 </a:t>
                      </a:r>
                      <a:endParaRPr lang="LID4096" dirty="0">
                        <a:solidFill>
                          <a:schemeClr val="tx1"/>
                        </a:solidFill>
                      </a:endParaRPr>
                    </a:p>
                  </a:txBody>
                  <a:tcPr>
                    <a:noFill/>
                  </a:tcPr>
                </a:tc>
                <a:tc>
                  <a:txBody>
                    <a:bodyPr/>
                    <a:lstStyle/>
                    <a:p>
                      <a:r>
                        <a:rPr lang="en-US" dirty="0">
                          <a:solidFill>
                            <a:schemeClr val="tx1"/>
                          </a:solidFill>
                        </a:rPr>
                        <a:t>18</a:t>
                      </a:r>
                      <a:endParaRPr lang="LID4096" dirty="0">
                        <a:solidFill>
                          <a:schemeClr val="tx1"/>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extLst>
                  <a:ext uri="{0D108BD9-81ED-4DB2-BD59-A6C34878D82A}">
                    <a16:rowId xmlns:a16="http://schemas.microsoft.com/office/drawing/2014/main" val="4142355965"/>
                  </a:ext>
                </a:extLst>
              </a:tr>
              <a:tr h="370840">
                <a:tc>
                  <a:txBody>
                    <a:bodyPr/>
                    <a:lstStyle/>
                    <a:p>
                      <a:r>
                        <a:rPr lang="en-US" dirty="0">
                          <a:solidFill>
                            <a:schemeClr val="tx1"/>
                          </a:solidFill>
                        </a:rPr>
                        <a:t>3 – 4 </a:t>
                      </a:r>
                      <a:endParaRPr lang="LID4096" dirty="0">
                        <a:solidFill>
                          <a:schemeClr val="tx1"/>
                        </a:solidFill>
                      </a:endParaRPr>
                    </a:p>
                  </a:txBody>
                  <a:tcPr>
                    <a:noFill/>
                  </a:tcPr>
                </a:tc>
                <a:tc>
                  <a:txBody>
                    <a:bodyPr/>
                    <a:lstStyle/>
                    <a:p>
                      <a:r>
                        <a:rPr lang="en-US" dirty="0">
                          <a:solidFill>
                            <a:schemeClr val="tx1"/>
                          </a:solidFill>
                        </a:rPr>
                        <a:t>18</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extLst>
                  <a:ext uri="{0D108BD9-81ED-4DB2-BD59-A6C34878D82A}">
                    <a16:rowId xmlns:a16="http://schemas.microsoft.com/office/drawing/2014/main" val="2214647074"/>
                  </a:ext>
                </a:extLst>
              </a:tr>
              <a:tr h="370840">
                <a:tc>
                  <a:txBody>
                    <a:bodyPr/>
                    <a:lstStyle/>
                    <a:p>
                      <a:r>
                        <a:rPr lang="en-US" dirty="0">
                          <a:solidFill>
                            <a:schemeClr val="tx1"/>
                          </a:solidFill>
                        </a:rPr>
                        <a:t>3 – 5 </a:t>
                      </a:r>
                      <a:endParaRPr lang="LID4096" dirty="0">
                        <a:solidFill>
                          <a:schemeClr val="tx1"/>
                        </a:solidFill>
                      </a:endParaRPr>
                    </a:p>
                  </a:txBody>
                  <a:tcPr>
                    <a:noFill/>
                  </a:tcPr>
                </a:tc>
                <a:tc>
                  <a:txBody>
                    <a:bodyPr/>
                    <a:lstStyle/>
                    <a:p>
                      <a:r>
                        <a:rPr lang="en-US" dirty="0">
                          <a:solidFill>
                            <a:schemeClr val="tx1"/>
                          </a:solidFill>
                        </a:rPr>
                        <a:t>21</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16</a:t>
                      </a:r>
                      <a:endParaRPr lang="LID4096" dirty="0">
                        <a:solidFill>
                          <a:schemeClr val="tx1"/>
                        </a:solidFill>
                      </a:endParaRPr>
                    </a:p>
                  </a:txBody>
                  <a:tcPr>
                    <a:noFill/>
                  </a:tcPr>
                </a:tc>
                <a:extLst>
                  <a:ext uri="{0D108BD9-81ED-4DB2-BD59-A6C34878D82A}">
                    <a16:rowId xmlns:a16="http://schemas.microsoft.com/office/drawing/2014/main" val="3900301750"/>
                  </a:ext>
                </a:extLst>
              </a:tr>
              <a:tr h="370840">
                <a:tc>
                  <a:txBody>
                    <a:bodyPr/>
                    <a:lstStyle/>
                    <a:p>
                      <a:r>
                        <a:rPr lang="en-US" dirty="0">
                          <a:solidFill>
                            <a:schemeClr val="tx1"/>
                          </a:solidFill>
                        </a:rPr>
                        <a:t>3 – 6 </a:t>
                      </a:r>
                      <a:endParaRPr lang="LID4096" dirty="0">
                        <a:solidFill>
                          <a:schemeClr val="tx1"/>
                        </a:solidFill>
                      </a:endParaRPr>
                    </a:p>
                  </a:txBody>
                  <a:tcPr>
                    <a:noFill/>
                  </a:tcPr>
                </a:tc>
                <a:tc>
                  <a:txBody>
                    <a:bodyPr/>
                    <a:lstStyle/>
                    <a:p>
                      <a:r>
                        <a:rPr lang="en-US" dirty="0">
                          <a:solidFill>
                            <a:schemeClr val="tx1"/>
                          </a:solidFill>
                        </a:rPr>
                        <a:t>25</a:t>
                      </a:r>
                      <a:endParaRPr lang="LID4096" dirty="0">
                        <a:solidFill>
                          <a:schemeClr val="tx1"/>
                        </a:solidFill>
                      </a:endParaRPr>
                    </a:p>
                  </a:txBody>
                  <a:tcPr>
                    <a:noFill/>
                  </a:tcPr>
                </a:tc>
                <a:tc>
                  <a:txBody>
                    <a:bodyPr/>
                    <a:lstStyle/>
                    <a:p>
                      <a:r>
                        <a:rPr lang="en-US" dirty="0">
                          <a:solidFill>
                            <a:schemeClr val="tx1"/>
                          </a:solidFill>
                        </a:rPr>
                        <a:t>10</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extLst>
                  <a:ext uri="{0D108BD9-81ED-4DB2-BD59-A6C34878D82A}">
                    <a16:rowId xmlns:a16="http://schemas.microsoft.com/office/drawing/2014/main" val="4228805412"/>
                  </a:ext>
                </a:extLst>
              </a:tr>
              <a:tr h="370840">
                <a:tc>
                  <a:txBody>
                    <a:bodyPr/>
                    <a:lstStyle/>
                    <a:p>
                      <a:r>
                        <a:rPr lang="en-US" dirty="0">
                          <a:solidFill>
                            <a:schemeClr val="tx1"/>
                          </a:solidFill>
                        </a:rPr>
                        <a:t>4 – 6 </a:t>
                      </a:r>
                      <a:endParaRPr lang="LID4096" dirty="0">
                        <a:solidFill>
                          <a:schemeClr val="tx1"/>
                        </a:solidFill>
                      </a:endParaRPr>
                    </a:p>
                  </a:txBody>
                  <a:tcPr>
                    <a:noFill/>
                  </a:tcPr>
                </a:tc>
                <a:tc>
                  <a:txBody>
                    <a:bodyPr/>
                    <a:lstStyle/>
                    <a:p>
                      <a:r>
                        <a:rPr lang="en-US" dirty="0">
                          <a:solidFill>
                            <a:schemeClr val="tx1"/>
                          </a:solidFill>
                        </a:rPr>
                        <a:t>25</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18</a:t>
                      </a:r>
                      <a:endParaRPr lang="LID4096" dirty="0">
                        <a:solidFill>
                          <a:schemeClr val="tx1"/>
                        </a:solidFill>
                      </a:endParaRPr>
                    </a:p>
                  </a:txBody>
                  <a:tcPr>
                    <a:noFill/>
                  </a:tcPr>
                </a:tc>
                <a:extLst>
                  <a:ext uri="{0D108BD9-81ED-4DB2-BD59-A6C34878D82A}">
                    <a16:rowId xmlns:a16="http://schemas.microsoft.com/office/drawing/2014/main" val="1801519508"/>
                  </a:ext>
                </a:extLst>
              </a:tr>
              <a:tr h="370840">
                <a:tc>
                  <a:txBody>
                    <a:bodyPr/>
                    <a:lstStyle/>
                    <a:p>
                      <a:r>
                        <a:rPr lang="en-US" dirty="0">
                          <a:solidFill>
                            <a:schemeClr val="tx1"/>
                          </a:solidFill>
                        </a:rPr>
                        <a:t>5 – 6 </a:t>
                      </a:r>
                      <a:endParaRPr lang="LID4096" dirty="0">
                        <a:solidFill>
                          <a:schemeClr val="tx1"/>
                        </a:solidFill>
                      </a:endParaRPr>
                    </a:p>
                  </a:txBody>
                  <a:tcPr>
                    <a:noFill/>
                  </a:tcPr>
                </a:tc>
                <a:tc>
                  <a:txBody>
                    <a:bodyPr/>
                    <a:lstStyle/>
                    <a:p>
                      <a:r>
                        <a:rPr lang="en-US" dirty="0">
                          <a:solidFill>
                            <a:schemeClr val="tx1"/>
                          </a:solidFill>
                        </a:rPr>
                        <a:t>25</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21</a:t>
                      </a:r>
                      <a:endParaRPr lang="LID4096" dirty="0">
                        <a:solidFill>
                          <a:schemeClr val="tx1"/>
                        </a:solidFill>
                      </a:endParaRPr>
                    </a:p>
                  </a:txBody>
                  <a:tcPr>
                    <a:noFill/>
                  </a:tcPr>
                </a:tc>
                <a:extLst>
                  <a:ext uri="{0D108BD9-81ED-4DB2-BD59-A6C34878D82A}">
                    <a16:rowId xmlns:a16="http://schemas.microsoft.com/office/drawing/2014/main" val="3452666635"/>
                  </a:ext>
                </a:extLst>
              </a:tr>
            </a:tbl>
          </a:graphicData>
        </a:graphic>
      </p:graphicFrame>
      <p:graphicFrame>
        <p:nvGraphicFramePr>
          <p:cNvPr id="8" name="Table 6">
            <a:extLst>
              <a:ext uri="{FF2B5EF4-FFF2-40B4-BE49-F238E27FC236}">
                <a16:creationId xmlns:a16="http://schemas.microsoft.com/office/drawing/2014/main" id="{42FF3F88-C02E-4507-BD78-50669B923D91}"/>
              </a:ext>
            </a:extLst>
          </p:cNvPr>
          <p:cNvGraphicFramePr>
            <a:graphicFrameLocks/>
          </p:cNvGraphicFramePr>
          <p:nvPr>
            <p:extLst>
              <p:ext uri="{D42A27DB-BD31-4B8C-83A1-F6EECF244321}">
                <p14:modId xmlns:p14="http://schemas.microsoft.com/office/powerpoint/2010/main" val="2709559352"/>
              </p:ext>
            </p:extLst>
          </p:nvPr>
        </p:nvGraphicFramePr>
        <p:xfrm>
          <a:off x="8882390" y="1717356"/>
          <a:ext cx="1949008" cy="4348480"/>
        </p:xfrm>
        <a:graphic>
          <a:graphicData uri="http://schemas.openxmlformats.org/drawingml/2006/table">
            <a:tbl>
              <a:tblPr firstRow="1" bandRow="1">
                <a:tableStyleId>{5C22544A-7EE6-4342-B048-85BDC9FD1C3A}</a:tableStyleId>
              </a:tblPr>
              <a:tblGrid>
                <a:gridCol w="499621">
                  <a:extLst>
                    <a:ext uri="{9D8B030D-6E8A-4147-A177-3AD203B41FA5}">
                      <a16:colId xmlns:a16="http://schemas.microsoft.com/office/drawing/2014/main" val="1892696810"/>
                    </a:ext>
                  </a:extLst>
                </a:gridCol>
                <a:gridCol w="487853">
                  <a:extLst>
                    <a:ext uri="{9D8B030D-6E8A-4147-A177-3AD203B41FA5}">
                      <a16:colId xmlns:a16="http://schemas.microsoft.com/office/drawing/2014/main" val="1535858461"/>
                    </a:ext>
                  </a:extLst>
                </a:gridCol>
                <a:gridCol w="961534">
                  <a:extLst>
                    <a:ext uri="{9D8B030D-6E8A-4147-A177-3AD203B41FA5}">
                      <a16:colId xmlns:a16="http://schemas.microsoft.com/office/drawing/2014/main" val="4126109639"/>
                    </a:ext>
                  </a:extLst>
                </a:gridCol>
              </a:tblGrid>
              <a:tr h="370840">
                <a:tc>
                  <a:txBody>
                    <a:bodyPr/>
                    <a:lstStyle/>
                    <a:p>
                      <a:r>
                        <a:rPr lang="en-US" dirty="0">
                          <a:solidFill>
                            <a:schemeClr val="tx1"/>
                          </a:solidFill>
                        </a:rPr>
                        <a:t>LS</a:t>
                      </a:r>
                      <a:endParaRPr lang="LID4096" dirty="0">
                        <a:solidFill>
                          <a:schemeClr val="tx1"/>
                        </a:solidFill>
                      </a:endParaRPr>
                    </a:p>
                  </a:txBody>
                  <a:tcPr>
                    <a:noFill/>
                  </a:tcPr>
                </a:tc>
                <a:tc>
                  <a:txBody>
                    <a:bodyPr/>
                    <a:lstStyle/>
                    <a:p>
                      <a:r>
                        <a:rPr lang="en-US" dirty="0">
                          <a:solidFill>
                            <a:schemeClr val="tx1"/>
                          </a:solidFill>
                        </a:rPr>
                        <a:t>ES</a:t>
                      </a:r>
                      <a:endParaRPr lang="LID4096" dirty="0">
                        <a:solidFill>
                          <a:schemeClr val="tx1"/>
                        </a:solidFill>
                      </a:endParaRPr>
                    </a:p>
                  </a:txBody>
                  <a:tcPr>
                    <a:noFill/>
                  </a:tcPr>
                </a:tc>
                <a:tc>
                  <a:txBody>
                    <a:bodyPr/>
                    <a:lstStyle/>
                    <a:p>
                      <a:r>
                        <a:rPr lang="en-US" dirty="0">
                          <a:solidFill>
                            <a:schemeClr val="tx1"/>
                          </a:solidFill>
                        </a:rPr>
                        <a:t>TF</a:t>
                      </a:r>
                    </a:p>
                    <a:p>
                      <a:r>
                        <a:rPr lang="en-US" dirty="0">
                          <a:solidFill>
                            <a:schemeClr val="tx1"/>
                          </a:solidFill>
                        </a:rPr>
                        <a:t>(LS - ES)</a:t>
                      </a:r>
                      <a:endParaRPr lang="LID4096" dirty="0">
                        <a:solidFill>
                          <a:schemeClr val="tx1"/>
                        </a:solidFill>
                      </a:endParaRPr>
                    </a:p>
                  </a:txBody>
                  <a:tcPr>
                    <a:noFill/>
                  </a:tcPr>
                </a:tc>
                <a:extLst>
                  <a:ext uri="{0D108BD9-81ED-4DB2-BD59-A6C34878D82A}">
                    <a16:rowId xmlns:a16="http://schemas.microsoft.com/office/drawing/2014/main" val="3532220728"/>
                  </a:ext>
                </a:extLst>
              </a:tr>
              <a:tr h="370840">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588812392"/>
                  </a:ext>
                </a:extLst>
              </a:tr>
              <a:tr h="370840">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extLst>
                  <a:ext uri="{0D108BD9-81ED-4DB2-BD59-A6C34878D82A}">
                    <a16:rowId xmlns:a16="http://schemas.microsoft.com/office/drawing/2014/main" val="64507251"/>
                  </a:ext>
                </a:extLst>
              </a:tr>
              <a:tr h="370840">
                <a:tc>
                  <a:txBody>
                    <a:bodyPr/>
                    <a:lstStyle/>
                    <a:p>
                      <a:r>
                        <a:rPr lang="en-US" dirty="0">
                          <a:solidFill>
                            <a:schemeClr val="tx1"/>
                          </a:solidFill>
                        </a:rPr>
                        <a:t>9</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9</a:t>
                      </a:r>
                      <a:endParaRPr lang="LID4096" dirty="0">
                        <a:solidFill>
                          <a:schemeClr val="tx1"/>
                        </a:solidFill>
                      </a:endParaRPr>
                    </a:p>
                  </a:txBody>
                  <a:tcPr>
                    <a:noFill/>
                  </a:tcPr>
                </a:tc>
                <a:extLst>
                  <a:ext uri="{0D108BD9-81ED-4DB2-BD59-A6C34878D82A}">
                    <a16:rowId xmlns:a16="http://schemas.microsoft.com/office/drawing/2014/main" val="1186875848"/>
                  </a:ext>
                </a:extLst>
              </a:tr>
              <a:tr h="370840">
                <a:tc>
                  <a:txBody>
                    <a:bodyPr/>
                    <a:lstStyle/>
                    <a:p>
                      <a:r>
                        <a:rPr lang="en-US" dirty="0">
                          <a:solidFill>
                            <a:schemeClr val="tx1"/>
                          </a:solidFill>
                        </a:rPr>
                        <a:t>11</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4158986870"/>
                  </a:ext>
                </a:extLst>
              </a:tr>
              <a:tr h="370840">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4142355965"/>
                  </a:ext>
                </a:extLst>
              </a:tr>
              <a:tr h="370840">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2214647074"/>
                  </a:ext>
                </a:extLst>
              </a:tr>
              <a:tr h="370840">
                <a:tc>
                  <a:txBody>
                    <a:bodyPr/>
                    <a:lstStyle/>
                    <a:p>
                      <a:r>
                        <a:rPr lang="en-US" dirty="0">
                          <a:solidFill>
                            <a:schemeClr val="tx1"/>
                          </a:solidFill>
                        </a:rPr>
                        <a:t>16</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900301750"/>
                  </a:ext>
                </a:extLst>
              </a:tr>
              <a:tr h="370840">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4228805412"/>
                  </a:ext>
                </a:extLst>
              </a:tr>
              <a:tr h="370840">
                <a:tc>
                  <a:txBody>
                    <a:bodyPr/>
                    <a:lstStyle/>
                    <a:p>
                      <a:r>
                        <a:rPr lang="en-US" dirty="0">
                          <a:solidFill>
                            <a:schemeClr val="tx1"/>
                          </a:solidFill>
                        </a:rPr>
                        <a:t>18</a:t>
                      </a:r>
                      <a:endParaRPr lang="LID4096" dirty="0">
                        <a:solidFill>
                          <a:schemeClr val="tx1"/>
                        </a:solidFill>
                      </a:endParaRPr>
                    </a:p>
                  </a:txBody>
                  <a:tcPr>
                    <a:noFill/>
                  </a:tcPr>
                </a:tc>
                <a:tc>
                  <a:txBody>
                    <a:bodyPr/>
                    <a:lstStyle/>
                    <a:p>
                      <a:r>
                        <a:rPr lang="en-US" dirty="0">
                          <a:solidFill>
                            <a:schemeClr val="tx1"/>
                          </a:solidFill>
                        </a:rPr>
                        <a:t>18</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1801519508"/>
                  </a:ext>
                </a:extLst>
              </a:tr>
              <a:tr h="370840">
                <a:tc>
                  <a:txBody>
                    <a:bodyPr/>
                    <a:lstStyle/>
                    <a:p>
                      <a:r>
                        <a:rPr lang="en-US" dirty="0">
                          <a:solidFill>
                            <a:schemeClr val="tx1"/>
                          </a:solidFill>
                        </a:rPr>
                        <a:t>21</a:t>
                      </a:r>
                      <a:endParaRPr lang="LID4096" dirty="0">
                        <a:solidFill>
                          <a:schemeClr val="tx1"/>
                        </a:solidFill>
                      </a:endParaRPr>
                    </a:p>
                  </a:txBody>
                  <a:tcPr>
                    <a:noFill/>
                  </a:tcPr>
                </a:tc>
                <a:tc>
                  <a:txBody>
                    <a:bodyPr/>
                    <a:lstStyle/>
                    <a:p>
                      <a:r>
                        <a:rPr lang="en-US" dirty="0">
                          <a:solidFill>
                            <a:schemeClr val="tx1"/>
                          </a:solidFill>
                        </a:rPr>
                        <a:t>17</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452666635"/>
                  </a:ext>
                </a:extLst>
              </a:tr>
            </a:tbl>
          </a:graphicData>
        </a:graphic>
      </p:graphicFrame>
    </p:spTree>
    <p:extLst>
      <p:ext uri="{BB962C8B-B14F-4D97-AF65-F5344CB8AC3E}">
        <p14:creationId xmlns:p14="http://schemas.microsoft.com/office/powerpoint/2010/main" val="193913834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26415-536F-4A33-AA8E-66365CC77DF0}"/>
              </a:ext>
            </a:extLst>
          </p:cNvPr>
          <p:cNvSpPr>
            <a:spLocks noGrp="1"/>
          </p:cNvSpPr>
          <p:nvPr>
            <p:ph type="title"/>
          </p:nvPr>
        </p:nvSpPr>
        <p:spPr/>
        <p:txBody>
          <a:bodyPr/>
          <a:lstStyle/>
          <a:p>
            <a:pPr algn="ctr"/>
            <a:r>
              <a:rPr lang="en-US" b="1" dirty="0"/>
              <a:t>TASK 3 (CONTINUES…) – FF, IND F &amp; INT F</a:t>
            </a:r>
            <a:endParaRPr lang="LID4096" dirty="0"/>
          </a:p>
        </p:txBody>
      </p:sp>
      <p:graphicFrame>
        <p:nvGraphicFramePr>
          <p:cNvPr id="6" name="Table 6">
            <a:extLst>
              <a:ext uri="{FF2B5EF4-FFF2-40B4-BE49-F238E27FC236}">
                <a16:creationId xmlns:a16="http://schemas.microsoft.com/office/drawing/2014/main" id="{AA098CCF-5D70-4361-9AAE-8AA14E0BFE40}"/>
              </a:ext>
            </a:extLst>
          </p:cNvPr>
          <p:cNvGraphicFramePr>
            <a:graphicFrameLocks noGrp="1"/>
          </p:cNvGraphicFramePr>
          <p:nvPr>
            <p:ph idx="1"/>
            <p:extLst>
              <p:ext uri="{D42A27DB-BD31-4B8C-83A1-F6EECF244321}">
                <p14:modId xmlns:p14="http://schemas.microsoft.com/office/powerpoint/2010/main" val="943819891"/>
              </p:ext>
            </p:extLst>
          </p:nvPr>
        </p:nvGraphicFramePr>
        <p:xfrm>
          <a:off x="1254067" y="1859289"/>
          <a:ext cx="5419643" cy="4348480"/>
        </p:xfrm>
        <a:graphic>
          <a:graphicData uri="http://schemas.openxmlformats.org/drawingml/2006/table">
            <a:tbl>
              <a:tblPr firstRow="1" bandRow="1">
                <a:tableStyleId>{5C22544A-7EE6-4342-B048-85BDC9FD1C3A}</a:tableStyleId>
              </a:tblPr>
              <a:tblGrid>
                <a:gridCol w="1092740">
                  <a:extLst>
                    <a:ext uri="{9D8B030D-6E8A-4147-A177-3AD203B41FA5}">
                      <a16:colId xmlns:a16="http://schemas.microsoft.com/office/drawing/2014/main" val="3657819466"/>
                    </a:ext>
                  </a:extLst>
                </a:gridCol>
                <a:gridCol w="443059">
                  <a:extLst>
                    <a:ext uri="{9D8B030D-6E8A-4147-A177-3AD203B41FA5}">
                      <a16:colId xmlns:a16="http://schemas.microsoft.com/office/drawing/2014/main" val="3164874566"/>
                    </a:ext>
                  </a:extLst>
                </a:gridCol>
                <a:gridCol w="386499">
                  <a:extLst>
                    <a:ext uri="{9D8B030D-6E8A-4147-A177-3AD203B41FA5}">
                      <a16:colId xmlns:a16="http://schemas.microsoft.com/office/drawing/2014/main" val="395882201"/>
                    </a:ext>
                  </a:extLst>
                </a:gridCol>
                <a:gridCol w="471341">
                  <a:extLst>
                    <a:ext uri="{9D8B030D-6E8A-4147-A177-3AD203B41FA5}">
                      <a16:colId xmlns:a16="http://schemas.microsoft.com/office/drawing/2014/main" val="3443212205"/>
                    </a:ext>
                  </a:extLst>
                </a:gridCol>
                <a:gridCol w="1027521">
                  <a:extLst>
                    <a:ext uri="{9D8B030D-6E8A-4147-A177-3AD203B41FA5}">
                      <a16:colId xmlns:a16="http://schemas.microsoft.com/office/drawing/2014/main" val="1328624491"/>
                    </a:ext>
                  </a:extLst>
                </a:gridCol>
                <a:gridCol w="970961">
                  <a:extLst>
                    <a:ext uri="{9D8B030D-6E8A-4147-A177-3AD203B41FA5}">
                      <a16:colId xmlns:a16="http://schemas.microsoft.com/office/drawing/2014/main" val="1502003886"/>
                    </a:ext>
                  </a:extLst>
                </a:gridCol>
                <a:gridCol w="1027522">
                  <a:extLst>
                    <a:ext uri="{9D8B030D-6E8A-4147-A177-3AD203B41FA5}">
                      <a16:colId xmlns:a16="http://schemas.microsoft.com/office/drawing/2014/main" val="1307995688"/>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T</a:t>
                      </a:r>
                      <a:endParaRPr lang="LID4096" dirty="0">
                        <a:solidFill>
                          <a:schemeClr val="tx1"/>
                        </a:solidFill>
                      </a:endParaRPr>
                    </a:p>
                  </a:txBody>
                  <a:tcPr>
                    <a:noFill/>
                  </a:tcPr>
                </a:tc>
                <a:tc>
                  <a:txBody>
                    <a:bodyPr/>
                    <a:lstStyle/>
                    <a:p>
                      <a:r>
                        <a:rPr lang="en-US" dirty="0">
                          <a:solidFill>
                            <a:schemeClr val="tx1"/>
                          </a:solidFill>
                        </a:rPr>
                        <a:t>H</a:t>
                      </a:r>
                      <a:endParaRPr lang="LID4096" dirty="0">
                        <a:solidFill>
                          <a:schemeClr val="tx1"/>
                        </a:solidFill>
                      </a:endParaRPr>
                    </a:p>
                  </a:txBody>
                  <a:tcPr>
                    <a:noFill/>
                  </a:tcPr>
                </a:tc>
                <a:tc>
                  <a:txBody>
                    <a:bodyPr/>
                    <a:lstStyle/>
                    <a:p>
                      <a:r>
                        <a:rPr lang="en-US" dirty="0">
                          <a:solidFill>
                            <a:schemeClr val="tx1"/>
                          </a:solidFill>
                        </a:rPr>
                        <a:t>TF</a:t>
                      </a:r>
                      <a:endParaRPr lang="LID4096" dirty="0">
                        <a:solidFill>
                          <a:schemeClr val="tx1"/>
                        </a:solidFill>
                      </a:endParaRPr>
                    </a:p>
                  </a:txBody>
                  <a:tcPr>
                    <a:noFill/>
                  </a:tcPr>
                </a:tc>
                <a:tc>
                  <a:txBody>
                    <a:bodyPr/>
                    <a:lstStyle/>
                    <a:p>
                      <a:r>
                        <a:rPr lang="en-US" dirty="0">
                          <a:solidFill>
                            <a:schemeClr val="tx1"/>
                          </a:solidFill>
                        </a:rPr>
                        <a:t>FF</a:t>
                      </a:r>
                    </a:p>
                    <a:p>
                      <a:r>
                        <a:rPr lang="en-US" dirty="0">
                          <a:solidFill>
                            <a:schemeClr val="tx1"/>
                          </a:solidFill>
                        </a:rPr>
                        <a:t>(TF – H)</a:t>
                      </a:r>
                      <a:endParaRPr lang="LID4096" dirty="0">
                        <a:solidFill>
                          <a:schemeClr val="tx1"/>
                        </a:solidFill>
                      </a:endParaRPr>
                    </a:p>
                  </a:txBody>
                  <a:tcPr>
                    <a:noFill/>
                  </a:tcPr>
                </a:tc>
                <a:tc>
                  <a:txBody>
                    <a:bodyPr/>
                    <a:lstStyle/>
                    <a:p>
                      <a:r>
                        <a:rPr lang="en-US" dirty="0">
                          <a:solidFill>
                            <a:schemeClr val="tx1"/>
                          </a:solidFill>
                        </a:rPr>
                        <a:t>IND F</a:t>
                      </a:r>
                    </a:p>
                    <a:p>
                      <a:r>
                        <a:rPr lang="en-US" dirty="0">
                          <a:solidFill>
                            <a:schemeClr val="tx1"/>
                          </a:solidFill>
                        </a:rPr>
                        <a:t>(FF – T)</a:t>
                      </a:r>
                      <a:endParaRPr lang="LID4096" dirty="0">
                        <a:solidFill>
                          <a:schemeClr val="tx1"/>
                        </a:solidFill>
                      </a:endParaRPr>
                    </a:p>
                  </a:txBody>
                  <a:tcPr>
                    <a:noFill/>
                  </a:tcPr>
                </a:tc>
                <a:tc>
                  <a:txBody>
                    <a:bodyPr/>
                    <a:lstStyle/>
                    <a:p>
                      <a:r>
                        <a:rPr lang="en-US" dirty="0">
                          <a:solidFill>
                            <a:schemeClr val="tx1"/>
                          </a:solidFill>
                        </a:rPr>
                        <a:t>INT F</a:t>
                      </a:r>
                    </a:p>
                    <a:p>
                      <a:r>
                        <a:rPr lang="en-US" dirty="0">
                          <a:solidFill>
                            <a:schemeClr val="tx1"/>
                          </a:solidFill>
                        </a:rPr>
                        <a:t>(TF – FF)</a:t>
                      </a:r>
                      <a:endParaRPr lang="LID4096" dirty="0">
                        <a:solidFill>
                          <a:schemeClr val="tx1"/>
                        </a:solidFill>
                      </a:endParaRPr>
                    </a:p>
                  </a:txBody>
                  <a:tcPr>
                    <a:noFill/>
                  </a:tcPr>
                </a:tc>
                <a:extLst>
                  <a:ext uri="{0D108BD9-81ED-4DB2-BD59-A6C34878D82A}">
                    <a16:rowId xmlns:a16="http://schemas.microsoft.com/office/drawing/2014/main" val="1922723331"/>
                  </a:ext>
                </a:extLst>
              </a:tr>
              <a:tr h="370840">
                <a:tc>
                  <a:txBody>
                    <a:bodyPr/>
                    <a:lstStyle/>
                    <a:p>
                      <a:r>
                        <a:rPr lang="en-US" dirty="0">
                          <a:solidFill>
                            <a:schemeClr val="tx1"/>
                          </a:solidFill>
                        </a:rPr>
                        <a:t>1 – 2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201961545"/>
                  </a:ext>
                </a:extLst>
              </a:tr>
              <a:tr h="370840">
                <a:tc>
                  <a:txBody>
                    <a:bodyPr/>
                    <a:lstStyle/>
                    <a:p>
                      <a:r>
                        <a:rPr lang="en-US" dirty="0">
                          <a:solidFill>
                            <a:schemeClr val="tx1"/>
                          </a:solidFill>
                        </a:rPr>
                        <a:t>1 – 3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1698069877"/>
                  </a:ext>
                </a:extLst>
              </a:tr>
              <a:tr h="370840">
                <a:tc>
                  <a:txBody>
                    <a:bodyPr/>
                    <a:lstStyle/>
                    <a:p>
                      <a:r>
                        <a:rPr lang="en-US" dirty="0">
                          <a:solidFill>
                            <a:schemeClr val="tx1"/>
                          </a:solidFill>
                        </a:rPr>
                        <a:t>1 – 5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9</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415860931"/>
                  </a:ext>
                </a:extLst>
              </a:tr>
              <a:tr h="370840">
                <a:tc>
                  <a:txBody>
                    <a:bodyPr/>
                    <a:lstStyle/>
                    <a:p>
                      <a:r>
                        <a:rPr lang="en-US" dirty="0">
                          <a:solidFill>
                            <a:schemeClr val="tx1"/>
                          </a:solidFill>
                        </a:rPr>
                        <a:t>2 – 3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extLst>
                  <a:ext uri="{0D108BD9-81ED-4DB2-BD59-A6C34878D82A}">
                    <a16:rowId xmlns:a16="http://schemas.microsoft.com/office/drawing/2014/main" val="1784796762"/>
                  </a:ext>
                </a:extLst>
              </a:tr>
              <a:tr h="370840">
                <a:tc>
                  <a:txBody>
                    <a:bodyPr/>
                    <a:lstStyle/>
                    <a:p>
                      <a:r>
                        <a:rPr lang="en-US" dirty="0">
                          <a:solidFill>
                            <a:schemeClr val="tx1"/>
                          </a:solidFill>
                        </a:rPr>
                        <a:t>2 – 4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2374062351"/>
                  </a:ext>
                </a:extLst>
              </a:tr>
              <a:tr h="370840">
                <a:tc>
                  <a:txBody>
                    <a:bodyPr/>
                    <a:lstStyle/>
                    <a:p>
                      <a:r>
                        <a:rPr lang="en-US" dirty="0">
                          <a:solidFill>
                            <a:schemeClr val="tx1"/>
                          </a:solidFill>
                        </a:rPr>
                        <a:t>3 – 4 </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2750230979"/>
                  </a:ext>
                </a:extLst>
              </a:tr>
              <a:tr h="370840">
                <a:tc>
                  <a:txBody>
                    <a:bodyPr/>
                    <a:lstStyle/>
                    <a:p>
                      <a:r>
                        <a:rPr lang="en-US" dirty="0">
                          <a:solidFill>
                            <a:schemeClr val="tx1"/>
                          </a:solidFill>
                        </a:rPr>
                        <a:t>3 – 5 </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2549706062"/>
                  </a:ext>
                </a:extLst>
              </a:tr>
              <a:tr h="370840">
                <a:tc>
                  <a:txBody>
                    <a:bodyPr/>
                    <a:lstStyle/>
                    <a:p>
                      <a:r>
                        <a:rPr lang="en-US" dirty="0">
                          <a:solidFill>
                            <a:schemeClr val="tx1"/>
                          </a:solidFill>
                        </a:rPr>
                        <a:t>3 – 6 </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292946882"/>
                  </a:ext>
                </a:extLst>
              </a:tr>
              <a:tr h="370840">
                <a:tc>
                  <a:txBody>
                    <a:bodyPr/>
                    <a:lstStyle/>
                    <a:p>
                      <a:r>
                        <a:rPr lang="en-US" dirty="0">
                          <a:solidFill>
                            <a:schemeClr val="tx1"/>
                          </a:solidFill>
                        </a:rPr>
                        <a:t>4 – 6</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3271299768"/>
                  </a:ext>
                </a:extLst>
              </a:tr>
              <a:tr h="370840">
                <a:tc>
                  <a:txBody>
                    <a:bodyPr/>
                    <a:lstStyle/>
                    <a:p>
                      <a:r>
                        <a:rPr lang="en-US" dirty="0">
                          <a:solidFill>
                            <a:schemeClr val="tx1"/>
                          </a:solidFill>
                        </a:rPr>
                        <a:t>5 – 6 </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1678668329"/>
                  </a:ext>
                </a:extLst>
              </a:tr>
            </a:tbl>
          </a:graphicData>
        </a:graphic>
      </p:graphicFrame>
      <p:sp>
        <p:nvSpPr>
          <p:cNvPr id="4" name="Footer Placeholder 3">
            <a:extLst>
              <a:ext uri="{FF2B5EF4-FFF2-40B4-BE49-F238E27FC236}">
                <a16:creationId xmlns:a16="http://schemas.microsoft.com/office/drawing/2014/main" id="{F322ABE0-BE7E-4E55-AB78-7EEEE011E83B}"/>
              </a:ext>
            </a:extLst>
          </p:cNvPr>
          <p:cNvSpPr>
            <a:spLocks noGrp="1"/>
          </p:cNvSpPr>
          <p:nvPr>
            <p:ph type="ftr" sz="quarter" idx="11"/>
          </p:nvPr>
        </p:nvSpPr>
        <p:spPr>
          <a:xfrm>
            <a:off x="1141411" y="6239482"/>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B4BDF17-0748-4027-AD8C-FC3CBBCA1F9F}"/>
              </a:ext>
            </a:extLst>
          </p:cNvPr>
          <p:cNvSpPr>
            <a:spLocks noGrp="1"/>
          </p:cNvSpPr>
          <p:nvPr>
            <p:ph type="sldNum" sz="quarter" idx="12"/>
          </p:nvPr>
        </p:nvSpPr>
        <p:spPr/>
        <p:txBody>
          <a:bodyPr/>
          <a:lstStyle/>
          <a:p>
            <a:fld id="{76711B12-96E3-4CC6-8596-5FF84CCB8B40}" type="slidenum">
              <a:rPr lang="LID4096" smtClean="0"/>
              <a:t>125</a:t>
            </a:fld>
            <a:endParaRPr lang="LID4096"/>
          </a:p>
        </p:txBody>
      </p:sp>
    </p:spTree>
    <p:extLst>
      <p:ext uri="{BB962C8B-B14F-4D97-AF65-F5344CB8AC3E}">
        <p14:creationId xmlns:p14="http://schemas.microsoft.com/office/powerpoint/2010/main" val="39535335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E3293-16EC-436A-8D11-8117973BB60C}"/>
              </a:ext>
            </a:extLst>
          </p:cNvPr>
          <p:cNvSpPr>
            <a:spLocks noGrp="1"/>
          </p:cNvSpPr>
          <p:nvPr>
            <p:ph type="title"/>
          </p:nvPr>
        </p:nvSpPr>
        <p:spPr/>
        <p:txBody>
          <a:bodyPr/>
          <a:lstStyle/>
          <a:p>
            <a:pPr algn="ctr"/>
            <a:r>
              <a:rPr lang="en-US" b="1" dirty="0"/>
              <a:t>TASK 4 </a:t>
            </a:r>
            <a:endParaRPr lang="LID4096" b="1" dirty="0"/>
          </a:p>
        </p:txBody>
      </p:sp>
      <p:graphicFrame>
        <p:nvGraphicFramePr>
          <p:cNvPr id="6" name="Table 6">
            <a:extLst>
              <a:ext uri="{FF2B5EF4-FFF2-40B4-BE49-F238E27FC236}">
                <a16:creationId xmlns:a16="http://schemas.microsoft.com/office/drawing/2014/main" id="{2A867EAF-E24D-4E29-B45B-FE34663631AF}"/>
              </a:ext>
            </a:extLst>
          </p:cNvPr>
          <p:cNvGraphicFramePr>
            <a:graphicFrameLocks noGrp="1"/>
          </p:cNvGraphicFramePr>
          <p:nvPr>
            <p:ph idx="1"/>
            <p:extLst>
              <p:ext uri="{D42A27DB-BD31-4B8C-83A1-F6EECF244321}">
                <p14:modId xmlns:p14="http://schemas.microsoft.com/office/powerpoint/2010/main" val="1415635960"/>
              </p:ext>
            </p:extLst>
          </p:nvPr>
        </p:nvGraphicFramePr>
        <p:xfrm>
          <a:off x="1141413" y="2249488"/>
          <a:ext cx="2459626" cy="2595880"/>
        </p:xfrm>
        <a:graphic>
          <a:graphicData uri="http://schemas.openxmlformats.org/drawingml/2006/table">
            <a:tbl>
              <a:tblPr firstRow="1" bandRow="1">
                <a:tableStyleId>{5C22544A-7EE6-4342-B048-85BDC9FD1C3A}</a:tableStyleId>
              </a:tblPr>
              <a:tblGrid>
                <a:gridCol w="1281276">
                  <a:extLst>
                    <a:ext uri="{9D8B030D-6E8A-4147-A177-3AD203B41FA5}">
                      <a16:colId xmlns:a16="http://schemas.microsoft.com/office/drawing/2014/main" val="3059672655"/>
                    </a:ext>
                  </a:extLst>
                </a:gridCol>
                <a:gridCol w="1178350">
                  <a:extLst>
                    <a:ext uri="{9D8B030D-6E8A-4147-A177-3AD203B41FA5}">
                      <a16:colId xmlns:a16="http://schemas.microsoft.com/office/drawing/2014/main" val="4089301158"/>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Duration</a:t>
                      </a:r>
                      <a:endParaRPr lang="LID4096" dirty="0">
                        <a:solidFill>
                          <a:schemeClr val="tx1"/>
                        </a:solidFill>
                      </a:endParaRPr>
                    </a:p>
                  </a:txBody>
                  <a:tcPr>
                    <a:noFill/>
                  </a:tcPr>
                </a:tc>
                <a:extLst>
                  <a:ext uri="{0D108BD9-81ED-4DB2-BD59-A6C34878D82A}">
                    <a16:rowId xmlns:a16="http://schemas.microsoft.com/office/drawing/2014/main" val="1831935572"/>
                  </a:ext>
                </a:extLst>
              </a:tr>
              <a:tr h="370840">
                <a:tc>
                  <a:txBody>
                    <a:bodyPr/>
                    <a:lstStyle/>
                    <a:p>
                      <a:r>
                        <a:rPr lang="en-US" dirty="0">
                          <a:solidFill>
                            <a:schemeClr val="tx1"/>
                          </a:solidFill>
                        </a:rPr>
                        <a:t>1 – 2</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extLst>
                  <a:ext uri="{0D108BD9-81ED-4DB2-BD59-A6C34878D82A}">
                    <a16:rowId xmlns:a16="http://schemas.microsoft.com/office/drawing/2014/main" val="978401438"/>
                  </a:ext>
                </a:extLst>
              </a:tr>
              <a:tr h="370840">
                <a:tc>
                  <a:txBody>
                    <a:bodyPr/>
                    <a:lstStyle/>
                    <a:p>
                      <a:r>
                        <a:rPr lang="en-US" dirty="0">
                          <a:solidFill>
                            <a:schemeClr val="tx1"/>
                          </a:solidFill>
                        </a:rPr>
                        <a:t>1 – 3</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extLst>
                  <a:ext uri="{0D108BD9-81ED-4DB2-BD59-A6C34878D82A}">
                    <a16:rowId xmlns:a16="http://schemas.microsoft.com/office/drawing/2014/main" val="1780050916"/>
                  </a:ext>
                </a:extLst>
              </a:tr>
              <a:tr h="370840">
                <a:tc>
                  <a:txBody>
                    <a:bodyPr/>
                    <a:lstStyle/>
                    <a:p>
                      <a:r>
                        <a:rPr lang="en-US" dirty="0">
                          <a:solidFill>
                            <a:schemeClr val="tx1"/>
                          </a:solidFill>
                        </a:rPr>
                        <a:t>2 – 4</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3466358150"/>
                  </a:ext>
                </a:extLst>
              </a:tr>
              <a:tr h="370840">
                <a:tc>
                  <a:txBody>
                    <a:bodyPr/>
                    <a:lstStyle/>
                    <a:p>
                      <a:r>
                        <a:rPr lang="en-US" dirty="0">
                          <a:solidFill>
                            <a:schemeClr val="tx1"/>
                          </a:solidFill>
                        </a:rPr>
                        <a:t>3 – 4</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extLst>
                  <a:ext uri="{0D108BD9-81ED-4DB2-BD59-A6C34878D82A}">
                    <a16:rowId xmlns:a16="http://schemas.microsoft.com/office/drawing/2014/main" val="1988650379"/>
                  </a:ext>
                </a:extLst>
              </a:tr>
              <a:tr h="370840">
                <a:tc>
                  <a:txBody>
                    <a:bodyPr/>
                    <a:lstStyle/>
                    <a:p>
                      <a:r>
                        <a:rPr lang="en-US" dirty="0">
                          <a:solidFill>
                            <a:schemeClr val="tx1"/>
                          </a:solidFill>
                        </a:rPr>
                        <a:t>2 – 5</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extLst>
                  <a:ext uri="{0D108BD9-81ED-4DB2-BD59-A6C34878D82A}">
                    <a16:rowId xmlns:a16="http://schemas.microsoft.com/office/drawing/2014/main" val="3910621736"/>
                  </a:ext>
                </a:extLst>
              </a:tr>
              <a:tr h="370840">
                <a:tc>
                  <a:txBody>
                    <a:bodyPr/>
                    <a:lstStyle/>
                    <a:p>
                      <a:r>
                        <a:rPr lang="en-US" dirty="0">
                          <a:solidFill>
                            <a:schemeClr val="tx1"/>
                          </a:solidFill>
                        </a:rPr>
                        <a:t>4 – 5</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extLst>
                  <a:ext uri="{0D108BD9-81ED-4DB2-BD59-A6C34878D82A}">
                    <a16:rowId xmlns:a16="http://schemas.microsoft.com/office/drawing/2014/main" val="3514914251"/>
                  </a:ext>
                </a:extLst>
              </a:tr>
            </a:tbl>
          </a:graphicData>
        </a:graphic>
      </p:graphicFrame>
      <p:sp>
        <p:nvSpPr>
          <p:cNvPr id="4" name="Footer Placeholder 3">
            <a:extLst>
              <a:ext uri="{FF2B5EF4-FFF2-40B4-BE49-F238E27FC236}">
                <a16:creationId xmlns:a16="http://schemas.microsoft.com/office/drawing/2014/main" id="{9CF9C2E6-CA48-41D0-A82D-055D946C5249}"/>
              </a:ext>
            </a:extLst>
          </p:cNvPr>
          <p:cNvSpPr>
            <a:spLocks noGrp="1"/>
          </p:cNvSpPr>
          <p:nvPr>
            <p:ph type="ftr" sz="quarter" idx="11"/>
          </p:nvPr>
        </p:nvSpPr>
        <p:spPr>
          <a:xfrm>
            <a:off x="1033046" y="6215140"/>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29FD1EEA-3EEE-4A6C-997C-9BD59FBDC3D0}"/>
              </a:ext>
            </a:extLst>
          </p:cNvPr>
          <p:cNvSpPr>
            <a:spLocks noGrp="1"/>
          </p:cNvSpPr>
          <p:nvPr>
            <p:ph type="sldNum" sz="quarter" idx="12"/>
          </p:nvPr>
        </p:nvSpPr>
        <p:spPr/>
        <p:txBody>
          <a:bodyPr/>
          <a:lstStyle/>
          <a:p>
            <a:fld id="{76711B12-96E3-4CC6-8596-5FF84CCB8B40}" type="slidenum">
              <a:rPr lang="LID4096" smtClean="0"/>
              <a:t>126</a:t>
            </a:fld>
            <a:endParaRPr lang="LID4096"/>
          </a:p>
        </p:txBody>
      </p:sp>
      <p:sp>
        <p:nvSpPr>
          <p:cNvPr id="7" name="Oval 6">
            <a:extLst>
              <a:ext uri="{FF2B5EF4-FFF2-40B4-BE49-F238E27FC236}">
                <a16:creationId xmlns:a16="http://schemas.microsoft.com/office/drawing/2014/main" id="{B9DACF7C-3DA9-43AA-A80D-BEA405DF2C67}"/>
              </a:ext>
            </a:extLst>
          </p:cNvPr>
          <p:cNvSpPr/>
          <p:nvPr/>
        </p:nvSpPr>
        <p:spPr>
          <a:xfrm>
            <a:off x="3879515" y="3822381"/>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Oval 9">
            <a:extLst>
              <a:ext uri="{FF2B5EF4-FFF2-40B4-BE49-F238E27FC236}">
                <a16:creationId xmlns:a16="http://schemas.microsoft.com/office/drawing/2014/main" id="{B4A9F797-6D59-4758-9C43-D690916DBED4}"/>
              </a:ext>
            </a:extLst>
          </p:cNvPr>
          <p:cNvSpPr/>
          <p:nvPr/>
        </p:nvSpPr>
        <p:spPr>
          <a:xfrm>
            <a:off x="4982451" y="2896390"/>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6D6D26A1-FDEC-4980-9883-D6AA55287355}"/>
              </a:ext>
            </a:extLst>
          </p:cNvPr>
          <p:cNvSpPr/>
          <p:nvPr/>
        </p:nvSpPr>
        <p:spPr>
          <a:xfrm>
            <a:off x="5068677" y="4736105"/>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Oval 11">
            <a:extLst>
              <a:ext uri="{FF2B5EF4-FFF2-40B4-BE49-F238E27FC236}">
                <a16:creationId xmlns:a16="http://schemas.microsoft.com/office/drawing/2014/main" id="{488C3842-3F8E-4F77-9118-5FA6409C8385}"/>
              </a:ext>
            </a:extLst>
          </p:cNvPr>
          <p:cNvSpPr/>
          <p:nvPr/>
        </p:nvSpPr>
        <p:spPr>
          <a:xfrm>
            <a:off x="10907811" y="2930203"/>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4" name="Straight Arrow Connector 13">
            <a:extLst>
              <a:ext uri="{FF2B5EF4-FFF2-40B4-BE49-F238E27FC236}">
                <a16:creationId xmlns:a16="http://schemas.microsoft.com/office/drawing/2014/main" id="{0FDCF303-43AA-4205-BFE2-B6DB6634AEA0}"/>
              </a:ext>
            </a:extLst>
          </p:cNvPr>
          <p:cNvCxnSpPr>
            <a:stCxn id="7" idx="6"/>
            <a:endCxn id="10" idx="3"/>
          </p:cNvCxnSpPr>
          <p:nvPr/>
        </p:nvCxnSpPr>
        <p:spPr>
          <a:xfrm flipV="1">
            <a:off x="4468306" y="3367258"/>
            <a:ext cx="600371" cy="7309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FAF9F71-BCC9-4050-A001-17695724AB1C}"/>
              </a:ext>
            </a:extLst>
          </p:cNvPr>
          <p:cNvCxnSpPr>
            <a:cxnSpLocks/>
            <a:stCxn id="7" idx="6"/>
            <a:endCxn id="11" idx="2"/>
          </p:cNvCxnSpPr>
          <p:nvPr/>
        </p:nvCxnSpPr>
        <p:spPr>
          <a:xfrm>
            <a:off x="4468306" y="4098209"/>
            <a:ext cx="600371" cy="9137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043C83C-A792-4070-86F3-FDEA138F37A5}"/>
              </a:ext>
            </a:extLst>
          </p:cNvPr>
          <p:cNvSpPr/>
          <p:nvPr/>
        </p:nvSpPr>
        <p:spPr>
          <a:xfrm>
            <a:off x="7525207" y="4719889"/>
            <a:ext cx="588791" cy="5516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21" name="Straight Arrow Connector 20">
            <a:extLst>
              <a:ext uri="{FF2B5EF4-FFF2-40B4-BE49-F238E27FC236}">
                <a16:creationId xmlns:a16="http://schemas.microsoft.com/office/drawing/2014/main" id="{7A6AF264-6F14-4A69-A767-E301C4281C14}"/>
              </a:ext>
            </a:extLst>
          </p:cNvPr>
          <p:cNvCxnSpPr>
            <a:stCxn id="10" idx="6"/>
            <a:endCxn id="19" idx="2"/>
          </p:cNvCxnSpPr>
          <p:nvPr/>
        </p:nvCxnSpPr>
        <p:spPr>
          <a:xfrm>
            <a:off x="5571242" y="3172218"/>
            <a:ext cx="1953965" cy="18234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AAE0D60-16B4-4781-A99E-84F4FC5C9FA6}"/>
              </a:ext>
            </a:extLst>
          </p:cNvPr>
          <p:cNvCxnSpPr>
            <a:cxnSpLocks/>
            <a:stCxn id="19" idx="6"/>
          </p:cNvCxnSpPr>
          <p:nvPr/>
        </p:nvCxnSpPr>
        <p:spPr>
          <a:xfrm flipV="1">
            <a:off x="8113998" y="3320642"/>
            <a:ext cx="2726827" cy="16750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BEE5F30-5A2A-4F2D-A287-952E8337DFFB}"/>
              </a:ext>
            </a:extLst>
          </p:cNvPr>
          <p:cNvCxnSpPr>
            <a:cxnSpLocks/>
            <a:stCxn id="10" idx="6"/>
            <a:endCxn id="12" idx="2"/>
          </p:cNvCxnSpPr>
          <p:nvPr/>
        </p:nvCxnSpPr>
        <p:spPr>
          <a:xfrm>
            <a:off x="5571242" y="3172218"/>
            <a:ext cx="5336569" cy="338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E290755-85F0-49D9-995F-71F84BE5C356}"/>
              </a:ext>
            </a:extLst>
          </p:cNvPr>
          <p:cNvCxnSpPr>
            <a:stCxn id="7" idx="0"/>
            <a:endCxn id="7" idx="4"/>
          </p:cNvCxnSpPr>
          <p:nvPr/>
        </p:nvCxnSpPr>
        <p:spPr>
          <a:xfrm>
            <a:off x="4173911" y="3822381"/>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4DA437A-26AC-4D18-BF3A-AAF1C064A46F}"/>
              </a:ext>
            </a:extLst>
          </p:cNvPr>
          <p:cNvCxnSpPr>
            <a:stCxn id="10" idx="0"/>
            <a:endCxn id="10" idx="4"/>
          </p:cNvCxnSpPr>
          <p:nvPr/>
        </p:nvCxnSpPr>
        <p:spPr>
          <a:xfrm>
            <a:off x="5276847" y="2896390"/>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0A2DE4A-B598-4E67-BB1F-1052F7D30497}"/>
              </a:ext>
            </a:extLst>
          </p:cNvPr>
          <p:cNvCxnSpPr>
            <a:stCxn id="11" idx="0"/>
            <a:endCxn id="11" idx="4"/>
          </p:cNvCxnSpPr>
          <p:nvPr/>
        </p:nvCxnSpPr>
        <p:spPr>
          <a:xfrm>
            <a:off x="5363073" y="4736105"/>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8827B34-AE51-45D3-9F75-74BFDE6C9234}"/>
              </a:ext>
            </a:extLst>
          </p:cNvPr>
          <p:cNvCxnSpPr>
            <a:stCxn id="19" idx="0"/>
            <a:endCxn id="19" idx="4"/>
          </p:cNvCxnSpPr>
          <p:nvPr/>
        </p:nvCxnSpPr>
        <p:spPr>
          <a:xfrm>
            <a:off x="7819603" y="4719889"/>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EF30E8D-B66C-4DA0-8D6A-14B387B98EEC}"/>
              </a:ext>
            </a:extLst>
          </p:cNvPr>
          <p:cNvCxnSpPr>
            <a:stCxn id="12" idx="0"/>
            <a:endCxn id="12" idx="4"/>
          </p:cNvCxnSpPr>
          <p:nvPr/>
        </p:nvCxnSpPr>
        <p:spPr>
          <a:xfrm>
            <a:off x="11202207" y="2930203"/>
            <a:ext cx="0" cy="551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6A6DF83-5937-4E98-8AC6-0FDD2E98783A}"/>
              </a:ext>
            </a:extLst>
          </p:cNvPr>
          <p:cNvCxnSpPr>
            <a:stCxn id="7" idx="6"/>
          </p:cNvCxnSpPr>
          <p:nvPr/>
        </p:nvCxnSpPr>
        <p:spPr>
          <a:xfrm flipH="1">
            <a:off x="4173910" y="4098209"/>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500B580-1EB3-4612-BD6D-F80BF216C1EA}"/>
              </a:ext>
            </a:extLst>
          </p:cNvPr>
          <p:cNvCxnSpPr>
            <a:stCxn id="10" idx="6"/>
          </p:cNvCxnSpPr>
          <p:nvPr/>
        </p:nvCxnSpPr>
        <p:spPr>
          <a:xfrm flipH="1">
            <a:off x="5276846" y="3172218"/>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5ADF148-5B76-4443-826B-6D4AD4E90691}"/>
              </a:ext>
            </a:extLst>
          </p:cNvPr>
          <p:cNvCxnSpPr>
            <a:stCxn id="11" idx="6"/>
          </p:cNvCxnSpPr>
          <p:nvPr/>
        </p:nvCxnSpPr>
        <p:spPr>
          <a:xfrm flipH="1">
            <a:off x="5363072" y="5011933"/>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7CA2F3A-5D55-4E7E-95C1-B613CD657DC2}"/>
              </a:ext>
            </a:extLst>
          </p:cNvPr>
          <p:cNvCxnSpPr>
            <a:stCxn id="19" idx="6"/>
          </p:cNvCxnSpPr>
          <p:nvPr/>
        </p:nvCxnSpPr>
        <p:spPr>
          <a:xfrm flipH="1">
            <a:off x="7819602" y="4995717"/>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EACD1C3-8CB7-4F18-8FA8-A9CEF0B54F9E}"/>
              </a:ext>
            </a:extLst>
          </p:cNvPr>
          <p:cNvCxnSpPr>
            <a:stCxn id="12" idx="6"/>
          </p:cNvCxnSpPr>
          <p:nvPr/>
        </p:nvCxnSpPr>
        <p:spPr>
          <a:xfrm flipH="1">
            <a:off x="11202206" y="3206031"/>
            <a:ext cx="294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64458DE5-B051-4B7C-B744-CABB4CAFDD8F}"/>
              </a:ext>
            </a:extLst>
          </p:cNvPr>
          <p:cNvSpPr/>
          <p:nvPr/>
        </p:nvSpPr>
        <p:spPr>
          <a:xfrm>
            <a:off x="3921615" y="3942459"/>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58" name="Rectangle 57">
            <a:extLst>
              <a:ext uri="{FF2B5EF4-FFF2-40B4-BE49-F238E27FC236}">
                <a16:creationId xmlns:a16="http://schemas.microsoft.com/office/drawing/2014/main" id="{D016EF91-8678-4F6B-8902-9BF1041FDDA8}"/>
              </a:ext>
            </a:extLst>
          </p:cNvPr>
          <p:cNvSpPr/>
          <p:nvPr/>
        </p:nvSpPr>
        <p:spPr>
          <a:xfrm>
            <a:off x="4987264" y="2947158"/>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59" name="Rectangle 58">
            <a:extLst>
              <a:ext uri="{FF2B5EF4-FFF2-40B4-BE49-F238E27FC236}">
                <a16:creationId xmlns:a16="http://schemas.microsoft.com/office/drawing/2014/main" id="{DB1DD4BE-6424-4D2D-A358-8FBF28962056}"/>
              </a:ext>
            </a:extLst>
          </p:cNvPr>
          <p:cNvSpPr/>
          <p:nvPr/>
        </p:nvSpPr>
        <p:spPr>
          <a:xfrm>
            <a:off x="5079096" y="4813194"/>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3</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0" name="Rectangle 59">
            <a:extLst>
              <a:ext uri="{FF2B5EF4-FFF2-40B4-BE49-F238E27FC236}">
                <a16:creationId xmlns:a16="http://schemas.microsoft.com/office/drawing/2014/main" id="{2B1F3DC5-3437-4F98-9E3E-3BED63737FB6}"/>
              </a:ext>
            </a:extLst>
          </p:cNvPr>
          <p:cNvSpPr/>
          <p:nvPr/>
        </p:nvSpPr>
        <p:spPr>
          <a:xfrm>
            <a:off x="10883744" y="3032365"/>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5</a:t>
            </a:r>
            <a:endParaRPr lang="LID4096" b="0" cap="none" spc="0" dirty="0">
              <a:ln w="0"/>
              <a:solidFill>
                <a:schemeClr val="tx1"/>
              </a:solidFill>
              <a:effectLst>
                <a:outerShdw blurRad="38100" dist="19050" dir="2700000" algn="tl" rotWithShape="0">
                  <a:schemeClr val="dk1">
                    <a:alpha val="40000"/>
                  </a:schemeClr>
                </a:outerShdw>
              </a:effectLst>
            </a:endParaRPr>
          </a:p>
        </p:txBody>
      </p:sp>
      <p:cxnSp>
        <p:nvCxnSpPr>
          <p:cNvPr id="62" name="Straight Arrow Connector 61">
            <a:extLst>
              <a:ext uri="{FF2B5EF4-FFF2-40B4-BE49-F238E27FC236}">
                <a16:creationId xmlns:a16="http://schemas.microsoft.com/office/drawing/2014/main" id="{223299CF-7C1B-4646-9DDC-D0C9BFC1B789}"/>
              </a:ext>
            </a:extLst>
          </p:cNvPr>
          <p:cNvCxnSpPr>
            <a:stCxn id="11" idx="6"/>
            <a:endCxn id="19" idx="2"/>
          </p:cNvCxnSpPr>
          <p:nvPr/>
        </p:nvCxnSpPr>
        <p:spPr>
          <a:xfrm flipV="1">
            <a:off x="5657468" y="4995717"/>
            <a:ext cx="1867739" cy="162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57C128D6-2DA1-43DA-9CB7-C55E3A4A39FA}"/>
              </a:ext>
            </a:extLst>
          </p:cNvPr>
          <p:cNvSpPr/>
          <p:nvPr/>
        </p:nvSpPr>
        <p:spPr>
          <a:xfrm>
            <a:off x="7525207" y="4806799"/>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4</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4" name="Rectangle 63">
            <a:extLst>
              <a:ext uri="{FF2B5EF4-FFF2-40B4-BE49-F238E27FC236}">
                <a16:creationId xmlns:a16="http://schemas.microsoft.com/office/drawing/2014/main" id="{0F7EB477-B7DE-4D50-A595-DD79C2572DAD}"/>
              </a:ext>
            </a:extLst>
          </p:cNvPr>
          <p:cNvSpPr/>
          <p:nvPr/>
        </p:nvSpPr>
        <p:spPr>
          <a:xfrm>
            <a:off x="9285333" y="4004705"/>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5" name="Rectangle 64">
            <a:extLst>
              <a:ext uri="{FF2B5EF4-FFF2-40B4-BE49-F238E27FC236}">
                <a16:creationId xmlns:a16="http://schemas.microsoft.com/office/drawing/2014/main" id="{059C20A4-BEC7-4D5F-AA2C-7940E2E0FC75}"/>
              </a:ext>
            </a:extLst>
          </p:cNvPr>
          <p:cNvSpPr/>
          <p:nvPr/>
        </p:nvSpPr>
        <p:spPr>
          <a:xfrm>
            <a:off x="4594063" y="3513786"/>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13</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6" name="Rectangle 65">
            <a:extLst>
              <a:ext uri="{FF2B5EF4-FFF2-40B4-BE49-F238E27FC236}">
                <a16:creationId xmlns:a16="http://schemas.microsoft.com/office/drawing/2014/main" id="{FE914820-2D0D-49B3-8C1A-521CC521BD52}"/>
              </a:ext>
            </a:extLst>
          </p:cNvPr>
          <p:cNvSpPr/>
          <p:nvPr/>
        </p:nvSpPr>
        <p:spPr>
          <a:xfrm>
            <a:off x="4587759" y="4474431"/>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12</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D617277C-FE65-4943-8411-F6119F92925C}"/>
              </a:ext>
            </a:extLst>
          </p:cNvPr>
          <p:cNvSpPr/>
          <p:nvPr/>
        </p:nvSpPr>
        <p:spPr>
          <a:xfrm>
            <a:off x="6209596" y="3750556"/>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0" name="Rectangle 69">
            <a:extLst>
              <a:ext uri="{FF2B5EF4-FFF2-40B4-BE49-F238E27FC236}">
                <a16:creationId xmlns:a16="http://schemas.microsoft.com/office/drawing/2014/main" id="{86E018C4-6EEB-463A-B9B8-1D5F475B7923}"/>
              </a:ext>
            </a:extLst>
          </p:cNvPr>
          <p:cNvSpPr/>
          <p:nvPr/>
        </p:nvSpPr>
        <p:spPr>
          <a:xfrm>
            <a:off x="6418794" y="4813194"/>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8</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CF641BE9-6743-428E-B4C2-9303FA6D2E58}"/>
              </a:ext>
            </a:extLst>
          </p:cNvPr>
          <p:cNvSpPr/>
          <p:nvPr/>
        </p:nvSpPr>
        <p:spPr>
          <a:xfrm>
            <a:off x="7558511" y="4395509"/>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5</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4" name="Rectangle 73">
            <a:extLst>
              <a:ext uri="{FF2B5EF4-FFF2-40B4-BE49-F238E27FC236}">
                <a16:creationId xmlns:a16="http://schemas.microsoft.com/office/drawing/2014/main" id="{26F44AE2-E755-45EF-8435-C5A4D6DD6434}"/>
              </a:ext>
            </a:extLst>
          </p:cNvPr>
          <p:cNvSpPr/>
          <p:nvPr/>
        </p:nvSpPr>
        <p:spPr>
          <a:xfrm>
            <a:off x="7724842" y="3008607"/>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15</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5" name="Rectangle 74">
            <a:extLst>
              <a:ext uri="{FF2B5EF4-FFF2-40B4-BE49-F238E27FC236}">
                <a16:creationId xmlns:a16="http://schemas.microsoft.com/office/drawing/2014/main" id="{DBA7F257-05BD-4BC4-BF13-F6FC2493FBC4}"/>
              </a:ext>
            </a:extLst>
          </p:cNvPr>
          <p:cNvSpPr/>
          <p:nvPr/>
        </p:nvSpPr>
        <p:spPr>
          <a:xfrm>
            <a:off x="5176635" y="3128722"/>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13</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6" name="Rectangle 75">
            <a:extLst>
              <a:ext uri="{FF2B5EF4-FFF2-40B4-BE49-F238E27FC236}">
                <a16:creationId xmlns:a16="http://schemas.microsoft.com/office/drawing/2014/main" id="{0444B7AA-8BFD-4A51-BE1E-FA6D79310DF4}"/>
              </a:ext>
            </a:extLst>
          </p:cNvPr>
          <p:cNvSpPr/>
          <p:nvPr/>
        </p:nvSpPr>
        <p:spPr>
          <a:xfrm>
            <a:off x="5272427" y="4962452"/>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12</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7" name="Rectangle 76">
            <a:extLst>
              <a:ext uri="{FF2B5EF4-FFF2-40B4-BE49-F238E27FC236}">
                <a16:creationId xmlns:a16="http://schemas.microsoft.com/office/drawing/2014/main" id="{9A7B3569-7CF7-416F-9105-4BA65A9C6CD6}"/>
              </a:ext>
            </a:extLst>
          </p:cNvPr>
          <p:cNvSpPr/>
          <p:nvPr/>
        </p:nvSpPr>
        <p:spPr>
          <a:xfrm>
            <a:off x="11087729" y="3116735"/>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28</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78" name="Rectangle 77">
            <a:extLst>
              <a:ext uri="{FF2B5EF4-FFF2-40B4-BE49-F238E27FC236}">
                <a16:creationId xmlns:a16="http://schemas.microsoft.com/office/drawing/2014/main" id="{64ABEA5E-6E17-4435-B398-1ECE03C94298}"/>
              </a:ext>
            </a:extLst>
          </p:cNvPr>
          <p:cNvSpPr/>
          <p:nvPr/>
        </p:nvSpPr>
        <p:spPr>
          <a:xfrm>
            <a:off x="7725048" y="4905210"/>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1" name="Rectangle 80">
            <a:extLst>
              <a:ext uri="{FF2B5EF4-FFF2-40B4-BE49-F238E27FC236}">
                <a16:creationId xmlns:a16="http://schemas.microsoft.com/office/drawing/2014/main" id="{453FBD43-AAB9-4068-8FB9-72C53CEDD919}"/>
              </a:ext>
            </a:extLst>
          </p:cNvPr>
          <p:cNvSpPr/>
          <p:nvPr/>
        </p:nvSpPr>
        <p:spPr>
          <a:xfrm>
            <a:off x="7732670" y="4667085"/>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26</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2" name="Rectangle 81">
            <a:extLst>
              <a:ext uri="{FF2B5EF4-FFF2-40B4-BE49-F238E27FC236}">
                <a16:creationId xmlns:a16="http://schemas.microsoft.com/office/drawing/2014/main" id="{66519A2E-DB9A-4D27-B281-0732475D6849}"/>
              </a:ext>
            </a:extLst>
          </p:cNvPr>
          <p:cNvSpPr/>
          <p:nvPr/>
        </p:nvSpPr>
        <p:spPr>
          <a:xfrm>
            <a:off x="11116798" y="2869282"/>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28</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3" name="Rectangle 82">
            <a:extLst>
              <a:ext uri="{FF2B5EF4-FFF2-40B4-BE49-F238E27FC236}">
                <a16:creationId xmlns:a16="http://schemas.microsoft.com/office/drawing/2014/main" id="{FE03D520-D893-457D-AAE9-A275E0ED2886}"/>
              </a:ext>
            </a:extLst>
          </p:cNvPr>
          <p:cNvSpPr/>
          <p:nvPr/>
        </p:nvSpPr>
        <p:spPr>
          <a:xfrm>
            <a:off x="5255804" y="4719123"/>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18</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4" name="Rectangle 83">
            <a:extLst>
              <a:ext uri="{FF2B5EF4-FFF2-40B4-BE49-F238E27FC236}">
                <a16:creationId xmlns:a16="http://schemas.microsoft.com/office/drawing/2014/main" id="{527EB019-D1E0-4B7C-AF15-88585F9E1E9E}"/>
              </a:ext>
            </a:extLst>
          </p:cNvPr>
          <p:cNvSpPr/>
          <p:nvPr/>
        </p:nvSpPr>
        <p:spPr>
          <a:xfrm>
            <a:off x="5178076" y="2900406"/>
            <a:ext cx="437941"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13</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6" name="Rectangle 85">
            <a:extLst>
              <a:ext uri="{FF2B5EF4-FFF2-40B4-BE49-F238E27FC236}">
                <a16:creationId xmlns:a16="http://schemas.microsoft.com/office/drawing/2014/main" id="{C5291D3E-7309-4182-894E-A218EE8B8639}"/>
              </a:ext>
            </a:extLst>
          </p:cNvPr>
          <p:cNvSpPr/>
          <p:nvPr/>
        </p:nvSpPr>
        <p:spPr>
          <a:xfrm>
            <a:off x="4111535" y="3809402"/>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7" name="Rectangle 86">
            <a:extLst>
              <a:ext uri="{FF2B5EF4-FFF2-40B4-BE49-F238E27FC236}">
                <a16:creationId xmlns:a16="http://schemas.microsoft.com/office/drawing/2014/main" id="{8E7B9D60-7667-4C8F-9B6A-2F2D10264402}"/>
              </a:ext>
            </a:extLst>
          </p:cNvPr>
          <p:cNvSpPr/>
          <p:nvPr/>
        </p:nvSpPr>
        <p:spPr>
          <a:xfrm>
            <a:off x="4160345" y="4042795"/>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88" name="Rectangle 87">
            <a:extLst>
              <a:ext uri="{FF2B5EF4-FFF2-40B4-BE49-F238E27FC236}">
                <a16:creationId xmlns:a16="http://schemas.microsoft.com/office/drawing/2014/main" id="{170B27F0-EDAC-401F-93DD-01C01DE63F96}"/>
              </a:ext>
            </a:extLst>
          </p:cNvPr>
          <p:cNvSpPr/>
          <p:nvPr/>
        </p:nvSpPr>
        <p:spPr>
          <a:xfrm>
            <a:off x="4699676" y="2560871"/>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0" name="Rectangle 89">
            <a:extLst>
              <a:ext uri="{FF2B5EF4-FFF2-40B4-BE49-F238E27FC236}">
                <a16:creationId xmlns:a16="http://schemas.microsoft.com/office/drawing/2014/main" id="{B3D1420D-9806-4772-841A-FD8C6AC7EF11}"/>
              </a:ext>
            </a:extLst>
          </p:cNvPr>
          <p:cNvSpPr/>
          <p:nvPr/>
        </p:nvSpPr>
        <p:spPr>
          <a:xfrm>
            <a:off x="10661929" y="2543774"/>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1" name="Rectangle 90">
            <a:extLst>
              <a:ext uri="{FF2B5EF4-FFF2-40B4-BE49-F238E27FC236}">
                <a16:creationId xmlns:a16="http://schemas.microsoft.com/office/drawing/2014/main" id="{83BB9C3E-F4F9-4FD8-81B2-F0E011640358}"/>
              </a:ext>
            </a:extLst>
          </p:cNvPr>
          <p:cNvSpPr/>
          <p:nvPr/>
        </p:nvSpPr>
        <p:spPr>
          <a:xfrm>
            <a:off x="4813033" y="5245712"/>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6</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2" name="Rectangle 91">
            <a:extLst>
              <a:ext uri="{FF2B5EF4-FFF2-40B4-BE49-F238E27FC236}">
                <a16:creationId xmlns:a16="http://schemas.microsoft.com/office/drawing/2014/main" id="{D9B160F1-39AB-4415-989F-14567B58DB06}"/>
              </a:ext>
            </a:extLst>
          </p:cNvPr>
          <p:cNvSpPr/>
          <p:nvPr/>
        </p:nvSpPr>
        <p:spPr>
          <a:xfrm>
            <a:off x="7732670" y="5692794"/>
            <a:ext cx="2629822"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Critical Path = 1 – 2 – 5   </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3" name="Rectangle 92">
            <a:extLst>
              <a:ext uri="{FF2B5EF4-FFF2-40B4-BE49-F238E27FC236}">
                <a16:creationId xmlns:a16="http://schemas.microsoft.com/office/drawing/2014/main" id="{41A08908-9737-4584-97FA-0446B5A5A085}"/>
              </a:ext>
            </a:extLst>
          </p:cNvPr>
          <p:cNvSpPr/>
          <p:nvPr/>
        </p:nvSpPr>
        <p:spPr>
          <a:xfrm>
            <a:off x="7272355" y="5267293"/>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6</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4" name="Rectangle 93">
            <a:extLst>
              <a:ext uri="{FF2B5EF4-FFF2-40B4-BE49-F238E27FC236}">
                <a16:creationId xmlns:a16="http://schemas.microsoft.com/office/drawing/2014/main" id="{68AB158D-A49B-4997-9AC9-1959A8F8007F}"/>
              </a:ext>
            </a:extLst>
          </p:cNvPr>
          <p:cNvSpPr/>
          <p:nvPr/>
        </p:nvSpPr>
        <p:spPr>
          <a:xfrm>
            <a:off x="3614406" y="4306261"/>
            <a:ext cx="108055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Slack = 0</a:t>
            </a:r>
            <a:endParaRPr lang="LID4096" b="0" cap="none" spc="0" dirty="0">
              <a:ln w="0"/>
              <a:solidFill>
                <a:schemeClr val="tx1"/>
              </a:solidFill>
              <a:effectLst>
                <a:outerShdw blurRad="38100" dist="19050" dir="2700000" algn="tl" rotWithShape="0">
                  <a:schemeClr val="dk1">
                    <a:alpha val="40000"/>
                  </a:schemeClr>
                </a:outerShdw>
              </a:effectLst>
            </a:endParaRPr>
          </a:p>
        </p:txBody>
      </p:sp>
      <p:sp>
        <p:nvSpPr>
          <p:cNvPr id="95" name="Rectangle 94">
            <a:extLst>
              <a:ext uri="{FF2B5EF4-FFF2-40B4-BE49-F238E27FC236}">
                <a16:creationId xmlns:a16="http://schemas.microsoft.com/office/drawing/2014/main" id="{D0B647D3-A91E-4E7E-A08F-42092E54CBB2}"/>
              </a:ext>
            </a:extLst>
          </p:cNvPr>
          <p:cNvSpPr/>
          <p:nvPr/>
        </p:nvSpPr>
        <p:spPr>
          <a:xfrm>
            <a:off x="7739502" y="6107296"/>
            <a:ext cx="2529988" cy="646331"/>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Total Duration = 13 + 15</a:t>
            </a:r>
          </a:p>
          <a:p>
            <a:pPr algn="ctr"/>
            <a:r>
              <a:rPr lang="en-US" b="0" cap="none" spc="0" dirty="0">
                <a:ln w="0"/>
                <a:solidFill>
                  <a:schemeClr val="tx1"/>
                </a:solidFill>
                <a:effectLst>
                  <a:outerShdw blurRad="38100" dist="19050" dir="2700000" algn="tl" rotWithShape="0">
                    <a:schemeClr val="dk1">
                      <a:alpha val="40000"/>
                    </a:schemeClr>
                  </a:outerShdw>
                </a:effectLst>
              </a:rPr>
              <a:t>             = 2</a:t>
            </a:r>
            <a:r>
              <a:rPr lang="en-US" dirty="0">
                <a:ln w="0"/>
                <a:effectLst>
                  <a:outerShdw blurRad="38100" dist="19050" dir="2700000" algn="tl" rotWithShape="0">
                    <a:schemeClr val="dk1">
                      <a:alpha val="40000"/>
                    </a:schemeClr>
                  </a:outerShdw>
                </a:effectLst>
              </a:rPr>
              <a:t>8</a:t>
            </a:r>
            <a:endParaRPr lang="LID4096"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490916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8F97-654C-4A90-A4F8-791E25C33A01}"/>
              </a:ext>
            </a:extLst>
          </p:cNvPr>
          <p:cNvSpPr>
            <a:spLocks noGrp="1"/>
          </p:cNvSpPr>
          <p:nvPr>
            <p:ph type="title"/>
          </p:nvPr>
        </p:nvSpPr>
        <p:spPr/>
        <p:txBody>
          <a:bodyPr/>
          <a:lstStyle/>
          <a:p>
            <a:pPr algn="ctr"/>
            <a:r>
              <a:rPr lang="en-US" b="1" dirty="0"/>
              <a:t>TASK 4 (CONTINUES…) – ES, EF, LF, LS &amp; TF</a:t>
            </a:r>
            <a:endParaRPr lang="LID4096" dirty="0"/>
          </a:p>
        </p:txBody>
      </p:sp>
      <p:graphicFrame>
        <p:nvGraphicFramePr>
          <p:cNvPr id="6" name="Table 6">
            <a:extLst>
              <a:ext uri="{FF2B5EF4-FFF2-40B4-BE49-F238E27FC236}">
                <a16:creationId xmlns:a16="http://schemas.microsoft.com/office/drawing/2014/main" id="{C71D803E-EC0B-4F29-8330-7A09B1212C13}"/>
              </a:ext>
            </a:extLst>
          </p:cNvPr>
          <p:cNvGraphicFramePr>
            <a:graphicFrameLocks noGrp="1"/>
          </p:cNvGraphicFramePr>
          <p:nvPr>
            <p:ph idx="1"/>
            <p:extLst>
              <p:ext uri="{D42A27DB-BD31-4B8C-83A1-F6EECF244321}">
                <p14:modId xmlns:p14="http://schemas.microsoft.com/office/powerpoint/2010/main" val="1525150218"/>
              </p:ext>
            </p:extLst>
          </p:nvPr>
        </p:nvGraphicFramePr>
        <p:xfrm>
          <a:off x="962304" y="1717356"/>
          <a:ext cx="3826513" cy="2865120"/>
        </p:xfrm>
        <a:graphic>
          <a:graphicData uri="http://schemas.openxmlformats.org/drawingml/2006/table">
            <a:tbl>
              <a:tblPr firstRow="1" bandRow="1">
                <a:tableStyleId>{5C22544A-7EE6-4342-B048-85BDC9FD1C3A}</a:tableStyleId>
              </a:tblPr>
              <a:tblGrid>
                <a:gridCol w="1158727">
                  <a:extLst>
                    <a:ext uri="{9D8B030D-6E8A-4147-A177-3AD203B41FA5}">
                      <a16:colId xmlns:a16="http://schemas.microsoft.com/office/drawing/2014/main" val="1512541129"/>
                    </a:ext>
                  </a:extLst>
                </a:gridCol>
                <a:gridCol w="499621">
                  <a:extLst>
                    <a:ext uri="{9D8B030D-6E8A-4147-A177-3AD203B41FA5}">
                      <a16:colId xmlns:a16="http://schemas.microsoft.com/office/drawing/2014/main" val="1892696810"/>
                    </a:ext>
                  </a:extLst>
                </a:gridCol>
                <a:gridCol w="1112363">
                  <a:extLst>
                    <a:ext uri="{9D8B030D-6E8A-4147-A177-3AD203B41FA5}">
                      <a16:colId xmlns:a16="http://schemas.microsoft.com/office/drawing/2014/main" val="1535858461"/>
                    </a:ext>
                  </a:extLst>
                </a:gridCol>
                <a:gridCol w="1055802">
                  <a:extLst>
                    <a:ext uri="{9D8B030D-6E8A-4147-A177-3AD203B41FA5}">
                      <a16:colId xmlns:a16="http://schemas.microsoft.com/office/drawing/2014/main" val="4126109639"/>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ES</a:t>
                      </a:r>
                      <a:endParaRPr lang="LID4096" dirty="0">
                        <a:solidFill>
                          <a:schemeClr val="tx1"/>
                        </a:solidFill>
                      </a:endParaRPr>
                    </a:p>
                  </a:txBody>
                  <a:tcPr>
                    <a:noFill/>
                  </a:tcPr>
                </a:tc>
                <a:tc>
                  <a:txBody>
                    <a:bodyPr/>
                    <a:lstStyle/>
                    <a:p>
                      <a:r>
                        <a:rPr lang="en-US" dirty="0">
                          <a:solidFill>
                            <a:schemeClr val="tx1"/>
                          </a:solidFill>
                        </a:rPr>
                        <a:t>Duration</a:t>
                      </a:r>
                      <a:endParaRPr lang="LID4096" dirty="0">
                        <a:solidFill>
                          <a:schemeClr val="tx1"/>
                        </a:solidFill>
                      </a:endParaRPr>
                    </a:p>
                  </a:txBody>
                  <a:tcPr>
                    <a:noFill/>
                  </a:tcPr>
                </a:tc>
                <a:tc>
                  <a:txBody>
                    <a:bodyPr/>
                    <a:lstStyle/>
                    <a:p>
                      <a:r>
                        <a:rPr lang="en-US" dirty="0">
                          <a:solidFill>
                            <a:schemeClr val="tx1"/>
                          </a:solidFill>
                        </a:rPr>
                        <a:t>EF</a:t>
                      </a:r>
                    </a:p>
                    <a:p>
                      <a:r>
                        <a:rPr lang="en-US" dirty="0">
                          <a:solidFill>
                            <a:schemeClr val="tx1"/>
                          </a:solidFill>
                        </a:rPr>
                        <a:t>(ES + D)</a:t>
                      </a:r>
                      <a:endParaRPr lang="LID4096" dirty="0">
                        <a:solidFill>
                          <a:schemeClr val="tx1"/>
                        </a:solidFill>
                      </a:endParaRPr>
                    </a:p>
                  </a:txBody>
                  <a:tcPr>
                    <a:noFill/>
                  </a:tcPr>
                </a:tc>
                <a:extLst>
                  <a:ext uri="{0D108BD9-81ED-4DB2-BD59-A6C34878D82A}">
                    <a16:rowId xmlns:a16="http://schemas.microsoft.com/office/drawing/2014/main" val="3532220728"/>
                  </a:ext>
                </a:extLst>
              </a:tr>
              <a:tr h="370840">
                <a:tc>
                  <a:txBody>
                    <a:bodyPr/>
                    <a:lstStyle/>
                    <a:p>
                      <a:r>
                        <a:rPr lang="en-US" dirty="0">
                          <a:solidFill>
                            <a:schemeClr val="tx1"/>
                          </a:solidFill>
                        </a:rPr>
                        <a:t>1 – 2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extLst>
                  <a:ext uri="{0D108BD9-81ED-4DB2-BD59-A6C34878D82A}">
                    <a16:rowId xmlns:a16="http://schemas.microsoft.com/office/drawing/2014/main" val="588812392"/>
                  </a:ext>
                </a:extLst>
              </a:tr>
              <a:tr h="370840">
                <a:tc>
                  <a:txBody>
                    <a:bodyPr/>
                    <a:lstStyle/>
                    <a:p>
                      <a:r>
                        <a:rPr lang="en-US" dirty="0">
                          <a:solidFill>
                            <a:schemeClr val="tx1"/>
                          </a:solidFill>
                        </a:rPr>
                        <a:t>1 – 3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extLst>
                  <a:ext uri="{0D108BD9-81ED-4DB2-BD59-A6C34878D82A}">
                    <a16:rowId xmlns:a16="http://schemas.microsoft.com/office/drawing/2014/main" val="64507251"/>
                  </a:ext>
                </a:extLst>
              </a:tr>
              <a:tr h="370840">
                <a:tc>
                  <a:txBody>
                    <a:bodyPr/>
                    <a:lstStyle/>
                    <a:p>
                      <a:r>
                        <a:rPr lang="en-US" dirty="0">
                          <a:solidFill>
                            <a:schemeClr val="tx1"/>
                          </a:solidFill>
                        </a:rPr>
                        <a:t>2 – 4 </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extLst>
                  <a:ext uri="{0D108BD9-81ED-4DB2-BD59-A6C34878D82A}">
                    <a16:rowId xmlns:a16="http://schemas.microsoft.com/office/drawing/2014/main" val="1186875848"/>
                  </a:ext>
                </a:extLst>
              </a:tr>
              <a:tr h="370840">
                <a:tc>
                  <a:txBody>
                    <a:bodyPr/>
                    <a:lstStyle/>
                    <a:p>
                      <a:r>
                        <a:rPr lang="en-US" dirty="0">
                          <a:solidFill>
                            <a:schemeClr val="tx1"/>
                          </a:solidFill>
                        </a:rPr>
                        <a:t>3 – 4 </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20</a:t>
                      </a:r>
                      <a:endParaRPr lang="LID4096" dirty="0">
                        <a:solidFill>
                          <a:schemeClr val="tx1"/>
                        </a:solidFill>
                      </a:endParaRPr>
                    </a:p>
                  </a:txBody>
                  <a:tcPr>
                    <a:noFill/>
                  </a:tcPr>
                </a:tc>
                <a:extLst>
                  <a:ext uri="{0D108BD9-81ED-4DB2-BD59-A6C34878D82A}">
                    <a16:rowId xmlns:a16="http://schemas.microsoft.com/office/drawing/2014/main" val="4158986870"/>
                  </a:ext>
                </a:extLst>
              </a:tr>
              <a:tr h="370840">
                <a:tc>
                  <a:txBody>
                    <a:bodyPr/>
                    <a:lstStyle/>
                    <a:p>
                      <a:r>
                        <a:rPr lang="en-US" dirty="0">
                          <a:solidFill>
                            <a:schemeClr val="tx1"/>
                          </a:solidFill>
                        </a:rPr>
                        <a:t>2 – 5</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28</a:t>
                      </a:r>
                      <a:endParaRPr lang="LID4096" dirty="0">
                        <a:solidFill>
                          <a:schemeClr val="tx1"/>
                        </a:solidFill>
                      </a:endParaRPr>
                    </a:p>
                  </a:txBody>
                  <a:tcPr>
                    <a:noFill/>
                  </a:tcPr>
                </a:tc>
                <a:extLst>
                  <a:ext uri="{0D108BD9-81ED-4DB2-BD59-A6C34878D82A}">
                    <a16:rowId xmlns:a16="http://schemas.microsoft.com/office/drawing/2014/main" val="4142355965"/>
                  </a:ext>
                </a:extLst>
              </a:tr>
              <a:tr h="370840">
                <a:tc>
                  <a:txBody>
                    <a:bodyPr/>
                    <a:lstStyle/>
                    <a:p>
                      <a:r>
                        <a:rPr lang="en-US" dirty="0">
                          <a:solidFill>
                            <a:schemeClr val="tx1"/>
                          </a:solidFill>
                        </a:rPr>
                        <a:t>4 – 5 </a:t>
                      </a:r>
                      <a:endParaRPr lang="LID4096" dirty="0">
                        <a:solidFill>
                          <a:schemeClr val="tx1"/>
                        </a:solidFill>
                      </a:endParaRPr>
                    </a:p>
                  </a:txBody>
                  <a:tcPr>
                    <a:noFill/>
                  </a:tcPr>
                </a:tc>
                <a:tc>
                  <a:txBody>
                    <a:bodyPr/>
                    <a:lstStyle/>
                    <a:p>
                      <a:r>
                        <a:rPr lang="en-US" dirty="0">
                          <a:solidFill>
                            <a:schemeClr val="tx1"/>
                          </a:solidFill>
                        </a:rPr>
                        <a:t>20</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22</a:t>
                      </a:r>
                      <a:endParaRPr lang="LID4096" dirty="0">
                        <a:solidFill>
                          <a:schemeClr val="tx1"/>
                        </a:solidFill>
                      </a:endParaRPr>
                    </a:p>
                  </a:txBody>
                  <a:tcPr>
                    <a:noFill/>
                  </a:tcPr>
                </a:tc>
                <a:extLst>
                  <a:ext uri="{0D108BD9-81ED-4DB2-BD59-A6C34878D82A}">
                    <a16:rowId xmlns:a16="http://schemas.microsoft.com/office/drawing/2014/main" val="2214647074"/>
                  </a:ext>
                </a:extLst>
              </a:tr>
            </a:tbl>
          </a:graphicData>
        </a:graphic>
      </p:graphicFrame>
      <p:sp>
        <p:nvSpPr>
          <p:cNvPr id="4" name="Footer Placeholder 3">
            <a:extLst>
              <a:ext uri="{FF2B5EF4-FFF2-40B4-BE49-F238E27FC236}">
                <a16:creationId xmlns:a16="http://schemas.microsoft.com/office/drawing/2014/main" id="{A7476004-EDD9-4EC3-99AF-47269C705B13}"/>
              </a:ext>
            </a:extLst>
          </p:cNvPr>
          <p:cNvSpPr>
            <a:spLocks noGrp="1"/>
          </p:cNvSpPr>
          <p:nvPr>
            <p:ph type="ftr" sz="quarter" idx="11"/>
          </p:nvPr>
        </p:nvSpPr>
        <p:spPr>
          <a:xfrm>
            <a:off x="962304" y="6382895"/>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DF10BB7E-88CF-4083-A31F-066B2A80A1C8}"/>
              </a:ext>
            </a:extLst>
          </p:cNvPr>
          <p:cNvSpPr>
            <a:spLocks noGrp="1"/>
          </p:cNvSpPr>
          <p:nvPr>
            <p:ph type="sldNum" sz="quarter" idx="12"/>
          </p:nvPr>
        </p:nvSpPr>
        <p:spPr/>
        <p:txBody>
          <a:bodyPr/>
          <a:lstStyle/>
          <a:p>
            <a:fld id="{76711B12-96E3-4CC6-8596-5FF84CCB8B40}" type="slidenum">
              <a:rPr lang="LID4096" smtClean="0"/>
              <a:t>127</a:t>
            </a:fld>
            <a:endParaRPr lang="LID4096"/>
          </a:p>
        </p:txBody>
      </p:sp>
      <p:graphicFrame>
        <p:nvGraphicFramePr>
          <p:cNvPr id="7" name="Table 6">
            <a:extLst>
              <a:ext uri="{FF2B5EF4-FFF2-40B4-BE49-F238E27FC236}">
                <a16:creationId xmlns:a16="http://schemas.microsoft.com/office/drawing/2014/main" id="{01B95158-B623-46CC-A677-F537E7166852}"/>
              </a:ext>
            </a:extLst>
          </p:cNvPr>
          <p:cNvGraphicFramePr>
            <a:graphicFrameLocks/>
          </p:cNvGraphicFramePr>
          <p:nvPr>
            <p:extLst>
              <p:ext uri="{D42A27DB-BD31-4B8C-83A1-F6EECF244321}">
                <p14:modId xmlns:p14="http://schemas.microsoft.com/office/powerpoint/2010/main" val="1690937563"/>
              </p:ext>
            </p:extLst>
          </p:nvPr>
        </p:nvGraphicFramePr>
        <p:xfrm>
          <a:off x="4967926" y="1717356"/>
          <a:ext cx="3826513" cy="2865120"/>
        </p:xfrm>
        <a:graphic>
          <a:graphicData uri="http://schemas.openxmlformats.org/drawingml/2006/table">
            <a:tbl>
              <a:tblPr firstRow="1" bandRow="1">
                <a:tableStyleId>{5C22544A-7EE6-4342-B048-85BDC9FD1C3A}</a:tableStyleId>
              </a:tblPr>
              <a:tblGrid>
                <a:gridCol w="1158727">
                  <a:extLst>
                    <a:ext uri="{9D8B030D-6E8A-4147-A177-3AD203B41FA5}">
                      <a16:colId xmlns:a16="http://schemas.microsoft.com/office/drawing/2014/main" val="1512541129"/>
                    </a:ext>
                  </a:extLst>
                </a:gridCol>
                <a:gridCol w="499621">
                  <a:extLst>
                    <a:ext uri="{9D8B030D-6E8A-4147-A177-3AD203B41FA5}">
                      <a16:colId xmlns:a16="http://schemas.microsoft.com/office/drawing/2014/main" val="1892696810"/>
                    </a:ext>
                  </a:extLst>
                </a:gridCol>
                <a:gridCol w="1112363">
                  <a:extLst>
                    <a:ext uri="{9D8B030D-6E8A-4147-A177-3AD203B41FA5}">
                      <a16:colId xmlns:a16="http://schemas.microsoft.com/office/drawing/2014/main" val="1535858461"/>
                    </a:ext>
                  </a:extLst>
                </a:gridCol>
                <a:gridCol w="1055802">
                  <a:extLst>
                    <a:ext uri="{9D8B030D-6E8A-4147-A177-3AD203B41FA5}">
                      <a16:colId xmlns:a16="http://schemas.microsoft.com/office/drawing/2014/main" val="4126109639"/>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LF</a:t>
                      </a:r>
                      <a:endParaRPr lang="LID4096" dirty="0">
                        <a:solidFill>
                          <a:schemeClr val="tx1"/>
                        </a:solidFill>
                      </a:endParaRPr>
                    </a:p>
                  </a:txBody>
                  <a:tcPr>
                    <a:noFill/>
                  </a:tcPr>
                </a:tc>
                <a:tc>
                  <a:txBody>
                    <a:bodyPr/>
                    <a:lstStyle/>
                    <a:p>
                      <a:r>
                        <a:rPr lang="en-US" dirty="0">
                          <a:solidFill>
                            <a:schemeClr val="tx1"/>
                          </a:solidFill>
                        </a:rPr>
                        <a:t>Duration</a:t>
                      </a:r>
                      <a:endParaRPr lang="LID4096" dirty="0">
                        <a:solidFill>
                          <a:schemeClr val="tx1"/>
                        </a:solidFill>
                      </a:endParaRPr>
                    </a:p>
                  </a:txBody>
                  <a:tcPr>
                    <a:noFill/>
                  </a:tcPr>
                </a:tc>
                <a:tc>
                  <a:txBody>
                    <a:bodyPr/>
                    <a:lstStyle/>
                    <a:p>
                      <a:r>
                        <a:rPr lang="en-US" dirty="0">
                          <a:solidFill>
                            <a:schemeClr val="tx1"/>
                          </a:solidFill>
                        </a:rPr>
                        <a:t>LS</a:t>
                      </a:r>
                    </a:p>
                    <a:p>
                      <a:r>
                        <a:rPr lang="en-US" dirty="0">
                          <a:solidFill>
                            <a:schemeClr val="tx1"/>
                          </a:solidFill>
                        </a:rPr>
                        <a:t>(LF - D)</a:t>
                      </a:r>
                      <a:endParaRPr lang="LID4096" dirty="0">
                        <a:solidFill>
                          <a:schemeClr val="tx1"/>
                        </a:solidFill>
                      </a:endParaRPr>
                    </a:p>
                  </a:txBody>
                  <a:tcPr>
                    <a:noFill/>
                  </a:tcPr>
                </a:tc>
                <a:extLst>
                  <a:ext uri="{0D108BD9-81ED-4DB2-BD59-A6C34878D82A}">
                    <a16:rowId xmlns:a16="http://schemas.microsoft.com/office/drawing/2014/main" val="3532220728"/>
                  </a:ext>
                </a:extLst>
              </a:tr>
              <a:tr h="370840">
                <a:tc>
                  <a:txBody>
                    <a:bodyPr/>
                    <a:lstStyle/>
                    <a:p>
                      <a:r>
                        <a:rPr lang="en-US" dirty="0">
                          <a:solidFill>
                            <a:schemeClr val="tx1"/>
                          </a:solidFill>
                        </a:rPr>
                        <a:t>1 – 2 </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588812392"/>
                  </a:ext>
                </a:extLst>
              </a:tr>
              <a:tr h="370840">
                <a:tc>
                  <a:txBody>
                    <a:bodyPr/>
                    <a:lstStyle/>
                    <a:p>
                      <a:r>
                        <a:rPr lang="en-US" dirty="0">
                          <a:solidFill>
                            <a:schemeClr val="tx1"/>
                          </a:solidFill>
                        </a:rPr>
                        <a:t>1 – 3 </a:t>
                      </a:r>
                      <a:endParaRPr lang="LID4096" dirty="0">
                        <a:solidFill>
                          <a:schemeClr val="tx1"/>
                        </a:solidFill>
                      </a:endParaRPr>
                    </a:p>
                  </a:txBody>
                  <a:tcPr>
                    <a:noFill/>
                  </a:tcPr>
                </a:tc>
                <a:tc>
                  <a:txBody>
                    <a:bodyPr/>
                    <a:lstStyle/>
                    <a:p>
                      <a:r>
                        <a:rPr lang="en-US" dirty="0">
                          <a:solidFill>
                            <a:schemeClr val="tx1"/>
                          </a:solidFill>
                        </a:rPr>
                        <a:t>18</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64507251"/>
                  </a:ext>
                </a:extLst>
              </a:tr>
              <a:tr h="370840">
                <a:tc>
                  <a:txBody>
                    <a:bodyPr/>
                    <a:lstStyle/>
                    <a:p>
                      <a:r>
                        <a:rPr lang="en-US" dirty="0">
                          <a:solidFill>
                            <a:schemeClr val="tx1"/>
                          </a:solidFill>
                        </a:rPr>
                        <a:t>2 – 4 </a:t>
                      </a:r>
                      <a:endParaRPr lang="LID4096" dirty="0">
                        <a:solidFill>
                          <a:schemeClr val="tx1"/>
                        </a:solidFill>
                      </a:endParaRPr>
                    </a:p>
                  </a:txBody>
                  <a:tcPr>
                    <a:noFill/>
                  </a:tcPr>
                </a:tc>
                <a:tc>
                  <a:txBody>
                    <a:bodyPr/>
                    <a:lstStyle/>
                    <a:p>
                      <a:r>
                        <a:rPr lang="en-US" dirty="0">
                          <a:solidFill>
                            <a:schemeClr val="tx1"/>
                          </a:solidFill>
                        </a:rPr>
                        <a:t>26</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24</a:t>
                      </a:r>
                      <a:endParaRPr lang="LID4096" dirty="0">
                        <a:solidFill>
                          <a:schemeClr val="tx1"/>
                        </a:solidFill>
                      </a:endParaRPr>
                    </a:p>
                  </a:txBody>
                  <a:tcPr>
                    <a:noFill/>
                  </a:tcPr>
                </a:tc>
                <a:extLst>
                  <a:ext uri="{0D108BD9-81ED-4DB2-BD59-A6C34878D82A}">
                    <a16:rowId xmlns:a16="http://schemas.microsoft.com/office/drawing/2014/main" val="1186875848"/>
                  </a:ext>
                </a:extLst>
              </a:tr>
              <a:tr h="370840">
                <a:tc>
                  <a:txBody>
                    <a:bodyPr/>
                    <a:lstStyle/>
                    <a:p>
                      <a:r>
                        <a:rPr lang="en-US" dirty="0">
                          <a:solidFill>
                            <a:schemeClr val="tx1"/>
                          </a:solidFill>
                        </a:rPr>
                        <a:t>3 – 4 </a:t>
                      </a:r>
                      <a:endParaRPr lang="LID4096" dirty="0">
                        <a:solidFill>
                          <a:schemeClr val="tx1"/>
                        </a:solidFill>
                      </a:endParaRPr>
                    </a:p>
                  </a:txBody>
                  <a:tcPr>
                    <a:noFill/>
                  </a:tcPr>
                </a:tc>
                <a:tc>
                  <a:txBody>
                    <a:bodyPr/>
                    <a:lstStyle/>
                    <a:p>
                      <a:r>
                        <a:rPr lang="en-US" dirty="0">
                          <a:solidFill>
                            <a:schemeClr val="tx1"/>
                          </a:solidFill>
                        </a:rPr>
                        <a:t>26</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18</a:t>
                      </a:r>
                      <a:endParaRPr lang="LID4096" dirty="0">
                        <a:solidFill>
                          <a:schemeClr val="tx1"/>
                        </a:solidFill>
                      </a:endParaRPr>
                    </a:p>
                  </a:txBody>
                  <a:tcPr>
                    <a:noFill/>
                  </a:tcPr>
                </a:tc>
                <a:extLst>
                  <a:ext uri="{0D108BD9-81ED-4DB2-BD59-A6C34878D82A}">
                    <a16:rowId xmlns:a16="http://schemas.microsoft.com/office/drawing/2014/main" val="4158986870"/>
                  </a:ext>
                </a:extLst>
              </a:tr>
              <a:tr h="370840">
                <a:tc>
                  <a:txBody>
                    <a:bodyPr/>
                    <a:lstStyle/>
                    <a:p>
                      <a:r>
                        <a:rPr lang="en-US" dirty="0">
                          <a:solidFill>
                            <a:schemeClr val="tx1"/>
                          </a:solidFill>
                        </a:rPr>
                        <a:t>2 – 5 </a:t>
                      </a:r>
                      <a:endParaRPr lang="LID4096" dirty="0">
                        <a:solidFill>
                          <a:schemeClr val="tx1"/>
                        </a:solidFill>
                      </a:endParaRPr>
                    </a:p>
                  </a:txBody>
                  <a:tcPr>
                    <a:noFill/>
                  </a:tcPr>
                </a:tc>
                <a:tc>
                  <a:txBody>
                    <a:bodyPr/>
                    <a:lstStyle/>
                    <a:p>
                      <a:r>
                        <a:rPr lang="en-US" dirty="0">
                          <a:solidFill>
                            <a:schemeClr val="tx1"/>
                          </a:solidFill>
                        </a:rPr>
                        <a:t>28</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extLst>
                  <a:ext uri="{0D108BD9-81ED-4DB2-BD59-A6C34878D82A}">
                    <a16:rowId xmlns:a16="http://schemas.microsoft.com/office/drawing/2014/main" val="4142355965"/>
                  </a:ext>
                </a:extLst>
              </a:tr>
              <a:tr h="370840">
                <a:tc>
                  <a:txBody>
                    <a:bodyPr/>
                    <a:lstStyle/>
                    <a:p>
                      <a:r>
                        <a:rPr lang="en-US" dirty="0">
                          <a:solidFill>
                            <a:schemeClr val="tx1"/>
                          </a:solidFill>
                        </a:rPr>
                        <a:t>4 – 5 </a:t>
                      </a:r>
                      <a:endParaRPr lang="LID4096" dirty="0">
                        <a:solidFill>
                          <a:schemeClr val="tx1"/>
                        </a:solidFill>
                      </a:endParaRPr>
                    </a:p>
                  </a:txBody>
                  <a:tcPr>
                    <a:noFill/>
                  </a:tcPr>
                </a:tc>
                <a:tc>
                  <a:txBody>
                    <a:bodyPr/>
                    <a:lstStyle/>
                    <a:p>
                      <a:r>
                        <a:rPr lang="en-US" dirty="0">
                          <a:solidFill>
                            <a:schemeClr val="tx1"/>
                          </a:solidFill>
                        </a:rPr>
                        <a:t>28</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26</a:t>
                      </a:r>
                      <a:endParaRPr lang="LID4096" dirty="0">
                        <a:solidFill>
                          <a:schemeClr val="tx1"/>
                        </a:solidFill>
                      </a:endParaRPr>
                    </a:p>
                  </a:txBody>
                  <a:tcPr>
                    <a:noFill/>
                  </a:tcPr>
                </a:tc>
                <a:extLst>
                  <a:ext uri="{0D108BD9-81ED-4DB2-BD59-A6C34878D82A}">
                    <a16:rowId xmlns:a16="http://schemas.microsoft.com/office/drawing/2014/main" val="2214647074"/>
                  </a:ext>
                </a:extLst>
              </a:tr>
            </a:tbl>
          </a:graphicData>
        </a:graphic>
      </p:graphicFrame>
      <p:graphicFrame>
        <p:nvGraphicFramePr>
          <p:cNvPr id="8" name="Table 6">
            <a:extLst>
              <a:ext uri="{FF2B5EF4-FFF2-40B4-BE49-F238E27FC236}">
                <a16:creationId xmlns:a16="http://schemas.microsoft.com/office/drawing/2014/main" id="{42FF3F88-C02E-4507-BD78-50669B923D91}"/>
              </a:ext>
            </a:extLst>
          </p:cNvPr>
          <p:cNvGraphicFramePr>
            <a:graphicFrameLocks/>
          </p:cNvGraphicFramePr>
          <p:nvPr>
            <p:extLst>
              <p:ext uri="{D42A27DB-BD31-4B8C-83A1-F6EECF244321}">
                <p14:modId xmlns:p14="http://schemas.microsoft.com/office/powerpoint/2010/main" val="644169408"/>
              </p:ext>
            </p:extLst>
          </p:nvPr>
        </p:nvGraphicFramePr>
        <p:xfrm>
          <a:off x="8882390" y="1717356"/>
          <a:ext cx="1949008" cy="2865120"/>
        </p:xfrm>
        <a:graphic>
          <a:graphicData uri="http://schemas.openxmlformats.org/drawingml/2006/table">
            <a:tbl>
              <a:tblPr firstRow="1" bandRow="1">
                <a:tableStyleId>{5C22544A-7EE6-4342-B048-85BDC9FD1C3A}</a:tableStyleId>
              </a:tblPr>
              <a:tblGrid>
                <a:gridCol w="499621">
                  <a:extLst>
                    <a:ext uri="{9D8B030D-6E8A-4147-A177-3AD203B41FA5}">
                      <a16:colId xmlns:a16="http://schemas.microsoft.com/office/drawing/2014/main" val="1892696810"/>
                    </a:ext>
                  </a:extLst>
                </a:gridCol>
                <a:gridCol w="487853">
                  <a:extLst>
                    <a:ext uri="{9D8B030D-6E8A-4147-A177-3AD203B41FA5}">
                      <a16:colId xmlns:a16="http://schemas.microsoft.com/office/drawing/2014/main" val="1535858461"/>
                    </a:ext>
                  </a:extLst>
                </a:gridCol>
                <a:gridCol w="961534">
                  <a:extLst>
                    <a:ext uri="{9D8B030D-6E8A-4147-A177-3AD203B41FA5}">
                      <a16:colId xmlns:a16="http://schemas.microsoft.com/office/drawing/2014/main" val="4126109639"/>
                    </a:ext>
                  </a:extLst>
                </a:gridCol>
              </a:tblGrid>
              <a:tr h="370840">
                <a:tc>
                  <a:txBody>
                    <a:bodyPr/>
                    <a:lstStyle/>
                    <a:p>
                      <a:r>
                        <a:rPr lang="en-US" dirty="0">
                          <a:solidFill>
                            <a:schemeClr val="tx1"/>
                          </a:solidFill>
                        </a:rPr>
                        <a:t>LS</a:t>
                      </a:r>
                      <a:endParaRPr lang="LID4096" dirty="0">
                        <a:solidFill>
                          <a:schemeClr val="tx1"/>
                        </a:solidFill>
                      </a:endParaRPr>
                    </a:p>
                  </a:txBody>
                  <a:tcPr>
                    <a:noFill/>
                  </a:tcPr>
                </a:tc>
                <a:tc>
                  <a:txBody>
                    <a:bodyPr/>
                    <a:lstStyle/>
                    <a:p>
                      <a:r>
                        <a:rPr lang="en-US" dirty="0">
                          <a:solidFill>
                            <a:schemeClr val="tx1"/>
                          </a:solidFill>
                        </a:rPr>
                        <a:t>ES</a:t>
                      </a:r>
                      <a:endParaRPr lang="LID4096" dirty="0">
                        <a:solidFill>
                          <a:schemeClr val="tx1"/>
                        </a:solidFill>
                      </a:endParaRPr>
                    </a:p>
                  </a:txBody>
                  <a:tcPr>
                    <a:noFill/>
                  </a:tcPr>
                </a:tc>
                <a:tc>
                  <a:txBody>
                    <a:bodyPr/>
                    <a:lstStyle/>
                    <a:p>
                      <a:r>
                        <a:rPr lang="en-US" dirty="0">
                          <a:solidFill>
                            <a:schemeClr val="tx1"/>
                          </a:solidFill>
                        </a:rPr>
                        <a:t>TF</a:t>
                      </a:r>
                    </a:p>
                    <a:p>
                      <a:r>
                        <a:rPr lang="en-US" dirty="0">
                          <a:solidFill>
                            <a:schemeClr val="tx1"/>
                          </a:solidFill>
                        </a:rPr>
                        <a:t>(LS - ES)</a:t>
                      </a:r>
                      <a:endParaRPr lang="LID4096" dirty="0">
                        <a:solidFill>
                          <a:schemeClr val="tx1"/>
                        </a:solidFill>
                      </a:endParaRPr>
                    </a:p>
                  </a:txBody>
                  <a:tcPr>
                    <a:noFill/>
                  </a:tcPr>
                </a:tc>
                <a:extLst>
                  <a:ext uri="{0D108BD9-81ED-4DB2-BD59-A6C34878D82A}">
                    <a16:rowId xmlns:a16="http://schemas.microsoft.com/office/drawing/2014/main" val="3532220728"/>
                  </a:ext>
                </a:extLst>
              </a:tr>
              <a:tr h="370840">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588812392"/>
                  </a:ext>
                </a:extLst>
              </a:tr>
              <a:tr h="370840">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64507251"/>
                  </a:ext>
                </a:extLst>
              </a:tr>
              <a:tr h="370840">
                <a:tc>
                  <a:txBody>
                    <a:bodyPr/>
                    <a:lstStyle/>
                    <a:p>
                      <a:r>
                        <a:rPr lang="en-US" dirty="0">
                          <a:solidFill>
                            <a:schemeClr val="tx1"/>
                          </a:solidFill>
                        </a:rPr>
                        <a:t>24</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tc>
                  <a:txBody>
                    <a:bodyPr/>
                    <a:lstStyle/>
                    <a:p>
                      <a:r>
                        <a:rPr lang="en-US" dirty="0">
                          <a:solidFill>
                            <a:schemeClr val="tx1"/>
                          </a:solidFill>
                        </a:rPr>
                        <a:t>11</a:t>
                      </a:r>
                      <a:endParaRPr lang="LID4096" dirty="0">
                        <a:solidFill>
                          <a:schemeClr val="tx1"/>
                        </a:solidFill>
                      </a:endParaRPr>
                    </a:p>
                  </a:txBody>
                  <a:tcPr>
                    <a:noFill/>
                  </a:tcPr>
                </a:tc>
                <a:extLst>
                  <a:ext uri="{0D108BD9-81ED-4DB2-BD59-A6C34878D82A}">
                    <a16:rowId xmlns:a16="http://schemas.microsoft.com/office/drawing/2014/main" val="1186875848"/>
                  </a:ext>
                </a:extLst>
              </a:tr>
              <a:tr h="370840">
                <a:tc>
                  <a:txBody>
                    <a:bodyPr/>
                    <a:lstStyle/>
                    <a:p>
                      <a:r>
                        <a:rPr lang="en-US" dirty="0">
                          <a:solidFill>
                            <a:schemeClr val="tx1"/>
                          </a:solidFill>
                        </a:rPr>
                        <a:t>18</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4158986870"/>
                  </a:ext>
                </a:extLst>
              </a:tr>
              <a:tr h="370840">
                <a:tc>
                  <a:txBody>
                    <a:bodyPr/>
                    <a:lstStyle/>
                    <a:p>
                      <a:r>
                        <a:rPr lang="en-US" dirty="0">
                          <a:solidFill>
                            <a:schemeClr val="tx1"/>
                          </a:solidFill>
                        </a:rPr>
                        <a:t>13</a:t>
                      </a:r>
                      <a:endParaRPr lang="LID4096" dirty="0">
                        <a:solidFill>
                          <a:schemeClr val="tx1"/>
                        </a:solidFill>
                      </a:endParaRPr>
                    </a:p>
                  </a:txBody>
                  <a:tcPr>
                    <a:noFill/>
                  </a:tcPr>
                </a:tc>
                <a:tc>
                  <a:txBody>
                    <a:bodyPr/>
                    <a:lstStyle/>
                    <a:p>
                      <a:r>
                        <a:rPr lang="en-US" dirty="0">
                          <a:solidFill>
                            <a:schemeClr val="tx1"/>
                          </a:solidFill>
                        </a:rPr>
                        <a:t>13</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4142355965"/>
                  </a:ext>
                </a:extLst>
              </a:tr>
              <a:tr h="370840">
                <a:tc>
                  <a:txBody>
                    <a:bodyPr/>
                    <a:lstStyle/>
                    <a:p>
                      <a:r>
                        <a:rPr lang="en-US" dirty="0">
                          <a:solidFill>
                            <a:schemeClr val="tx1"/>
                          </a:solidFill>
                        </a:rPr>
                        <a:t>26</a:t>
                      </a:r>
                      <a:endParaRPr lang="LID4096" dirty="0">
                        <a:solidFill>
                          <a:schemeClr val="tx1"/>
                        </a:solidFill>
                      </a:endParaRPr>
                    </a:p>
                  </a:txBody>
                  <a:tcPr>
                    <a:noFill/>
                  </a:tcPr>
                </a:tc>
                <a:tc>
                  <a:txBody>
                    <a:bodyPr/>
                    <a:lstStyle/>
                    <a:p>
                      <a:r>
                        <a:rPr lang="en-US" dirty="0">
                          <a:solidFill>
                            <a:schemeClr val="tx1"/>
                          </a:solidFill>
                        </a:rPr>
                        <a:t>20</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2214647074"/>
                  </a:ext>
                </a:extLst>
              </a:tr>
            </a:tbl>
          </a:graphicData>
        </a:graphic>
      </p:graphicFrame>
    </p:spTree>
    <p:extLst>
      <p:ext uri="{BB962C8B-B14F-4D97-AF65-F5344CB8AC3E}">
        <p14:creationId xmlns:p14="http://schemas.microsoft.com/office/powerpoint/2010/main" val="284783128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26415-536F-4A33-AA8E-66365CC77DF0}"/>
              </a:ext>
            </a:extLst>
          </p:cNvPr>
          <p:cNvSpPr>
            <a:spLocks noGrp="1"/>
          </p:cNvSpPr>
          <p:nvPr>
            <p:ph type="title"/>
          </p:nvPr>
        </p:nvSpPr>
        <p:spPr/>
        <p:txBody>
          <a:bodyPr/>
          <a:lstStyle/>
          <a:p>
            <a:pPr algn="ctr"/>
            <a:r>
              <a:rPr lang="en-US" b="1" dirty="0"/>
              <a:t>TASK 4 (CONTINUES…) – FF, IND F &amp; INT F</a:t>
            </a:r>
            <a:endParaRPr lang="LID4096" dirty="0"/>
          </a:p>
        </p:txBody>
      </p:sp>
      <p:graphicFrame>
        <p:nvGraphicFramePr>
          <p:cNvPr id="6" name="Table 6">
            <a:extLst>
              <a:ext uri="{FF2B5EF4-FFF2-40B4-BE49-F238E27FC236}">
                <a16:creationId xmlns:a16="http://schemas.microsoft.com/office/drawing/2014/main" id="{AA098CCF-5D70-4361-9AAE-8AA14E0BFE40}"/>
              </a:ext>
            </a:extLst>
          </p:cNvPr>
          <p:cNvGraphicFramePr>
            <a:graphicFrameLocks noGrp="1"/>
          </p:cNvGraphicFramePr>
          <p:nvPr>
            <p:ph idx="1"/>
            <p:extLst>
              <p:ext uri="{D42A27DB-BD31-4B8C-83A1-F6EECF244321}">
                <p14:modId xmlns:p14="http://schemas.microsoft.com/office/powerpoint/2010/main" val="1269259779"/>
              </p:ext>
            </p:extLst>
          </p:nvPr>
        </p:nvGraphicFramePr>
        <p:xfrm>
          <a:off x="1254067" y="1859289"/>
          <a:ext cx="5419643" cy="2865120"/>
        </p:xfrm>
        <a:graphic>
          <a:graphicData uri="http://schemas.openxmlformats.org/drawingml/2006/table">
            <a:tbl>
              <a:tblPr firstRow="1" bandRow="1">
                <a:tableStyleId>{5C22544A-7EE6-4342-B048-85BDC9FD1C3A}</a:tableStyleId>
              </a:tblPr>
              <a:tblGrid>
                <a:gridCol w="1092740">
                  <a:extLst>
                    <a:ext uri="{9D8B030D-6E8A-4147-A177-3AD203B41FA5}">
                      <a16:colId xmlns:a16="http://schemas.microsoft.com/office/drawing/2014/main" val="3657819466"/>
                    </a:ext>
                  </a:extLst>
                </a:gridCol>
                <a:gridCol w="443059">
                  <a:extLst>
                    <a:ext uri="{9D8B030D-6E8A-4147-A177-3AD203B41FA5}">
                      <a16:colId xmlns:a16="http://schemas.microsoft.com/office/drawing/2014/main" val="3164874566"/>
                    </a:ext>
                  </a:extLst>
                </a:gridCol>
                <a:gridCol w="386499">
                  <a:extLst>
                    <a:ext uri="{9D8B030D-6E8A-4147-A177-3AD203B41FA5}">
                      <a16:colId xmlns:a16="http://schemas.microsoft.com/office/drawing/2014/main" val="395882201"/>
                    </a:ext>
                  </a:extLst>
                </a:gridCol>
                <a:gridCol w="471341">
                  <a:extLst>
                    <a:ext uri="{9D8B030D-6E8A-4147-A177-3AD203B41FA5}">
                      <a16:colId xmlns:a16="http://schemas.microsoft.com/office/drawing/2014/main" val="3443212205"/>
                    </a:ext>
                  </a:extLst>
                </a:gridCol>
                <a:gridCol w="1027521">
                  <a:extLst>
                    <a:ext uri="{9D8B030D-6E8A-4147-A177-3AD203B41FA5}">
                      <a16:colId xmlns:a16="http://schemas.microsoft.com/office/drawing/2014/main" val="1328624491"/>
                    </a:ext>
                  </a:extLst>
                </a:gridCol>
                <a:gridCol w="970961">
                  <a:extLst>
                    <a:ext uri="{9D8B030D-6E8A-4147-A177-3AD203B41FA5}">
                      <a16:colId xmlns:a16="http://schemas.microsoft.com/office/drawing/2014/main" val="1502003886"/>
                    </a:ext>
                  </a:extLst>
                </a:gridCol>
                <a:gridCol w="1027522">
                  <a:extLst>
                    <a:ext uri="{9D8B030D-6E8A-4147-A177-3AD203B41FA5}">
                      <a16:colId xmlns:a16="http://schemas.microsoft.com/office/drawing/2014/main" val="1307995688"/>
                    </a:ext>
                  </a:extLst>
                </a:gridCol>
              </a:tblGrid>
              <a:tr h="370840">
                <a:tc>
                  <a:txBody>
                    <a:bodyPr/>
                    <a:lstStyle/>
                    <a:p>
                      <a:r>
                        <a:rPr lang="en-US" dirty="0">
                          <a:solidFill>
                            <a:schemeClr val="tx1"/>
                          </a:solidFill>
                        </a:rPr>
                        <a:t>Activities</a:t>
                      </a:r>
                      <a:endParaRPr lang="LID4096" dirty="0">
                        <a:solidFill>
                          <a:schemeClr val="tx1"/>
                        </a:solidFill>
                      </a:endParaRPr>
                    </a:p>
                  </a:txBody>
                  <a:tcPr>
                    <a:noFill/>
                  </a:tcPr>
                </a:tc>
                <a:tc>
                  <a:txBody>
                    <a:bodyPr/>
                    <a:lstStyle/>
                    <a:p>
                      <a:r>
                        <a:rPr lang="en-US" dirty="0">
                          <a:solidFill>
                            <a:schemeClr val="tx1"/>
                          </a:solidFill>
                        </a:rPr>
                        <a:t>T</a:t>
                      </a:r>
                      <a:endParaRPr lang="LID4096" dirty="0">
                        <a:solidFill>
                          <a:schemeClr val="tx1"/>
                        </a:solidFill>
                      </a:endParaRPr>
                    </a:p>
                  </a:txBody>
                  <a:tcPr>
                    <a:noFill/>
                  </a:tcPr>
                </a:tc>
                <a:tc>
                  <a:txBody>
                    <a:bodyPr/>
                    <a:lstStyle/>
                    <a:p>
                      <a:r>
                        <a:rPr lang="en-US" dirty="0">
                          <a:solidFill>
                            <a:schemeClr val="tx1"/>
                          </a:solidFill>
                        </a:rPr>
                        <a:t>H</a:t>
                      </a:r>
                      <a:endParaRPr lang="LID4096" dirty="0">
                        <a:solidFill>
                          <a:schemeClr val="tx1"/>
                        </a:solidFill>
                      </a:endParaRPr>
                    </a:p>
                  </a:txBody>
                  <a:tcPr>
                    <a:noFill/>
                  </a:tcPr>
                </a:tc>
                <a:tc>
                  <a:txBody>
                    <a:bodyPr/>
                    <a:lstStyle/>
                    <a:p>
                      <a:r>
                        <a:rPr lang="en-US" dirty="0">
                          <a:solidFill>
                            <a:schemeClr val="tx1"/>
                          </a:solidFill>
                        </a:rPr>
                        <a:t>TF</a:t>
                      </a:r>
                      <a:endParaRPr lang="LID4096" dirty="0">
                        <a:solidFill>
                          <a:schemeClr val="tx1"/>
                        </a:solidFill>
                      </a:endParaRPr>
                    </a:p>
                  </a:txBody>
                  <a:tcPr>
                    <a:noFill/>
                  </a:tcPr>
                </a:tc>
                <a:tc>
                  <a:txBody>
                    <a:bodyPr/>
                    <a:lstStyle/>
                    <a:p>
                      <a:r>
                        <a:rPr lang="en-US" dirty="0">
                          <a:solidFill>
                            <a:schemeClr val="tx1"/>
                          </a:solidFill>
                        </a:rPr>
                        <a:t>FF</a:t>
                      </a:r>
                    </a:p>
                    <a:p>
                      <a:r>
                        <a:rPr lang="en-US" dirty="0">
                          <a:solidFill>
                            <a:schemeClr val="tx1"/>
                          </a:solidFill>
                        </a:rPr>
                        <a:t>(TF – H)</a:t>
                      </a:r>
                      <a:endParaRPr lang="LID4096" dirty="0">
                        <a:solidFill>
                          <a:schemeClr val="tx1"/>
                        </a:solidFill>
                      </a:endParaRPr>
                    </a:p>
                  </a:txBody>
                  <a:tcPr>
                    <a:noFill/>
                  </a:tcPr>
                </a:tc>
                <a:tc>
                  <a:txBody>
                    <a:bodyPr/>
                    <a:lstStyle/>
                    <a:p>
                      <a:r>
                        <a:rPr lang="en-US" dirty="0">
                          <a:solidFill>
                            <a:schemeClr val="tx1"/>
                          </a:solidFill>
                        </a:rPr>
                        <a:t>IND F</a:t>
                      </a:r>
                    </a:p>
                    <a:p>
                      <a:r>
                        <a:rPr lang="en-US" dirty="0">
                          <a:solidFill>
                            <a:schemeClr val="tx1"/>
                          </a:solidFill>
                        </a:rPr>
                        <a:t>(FF – T)</a:t>
                      </a:r>
                      <a:endParaRPr lang="LID4096" dirty="0">
                        <a:solidFill>
                          <a:schemeClr val="tx1"/>
                        </a:solidFill>
                      </a:endParaRPr>
                    </a:p>
                  </a:txBody>
                  <a:tcPr>
                    <a:noFill/>
                  </a:tcPr>
                </a:tc>
                <a:tc>
                  <a:txBody>
                    <a:bodyPr/>
                    <a:lstStyle/>
                    <a:p>
                      <a:r>
                        <a:rPr lang="en-US" dirty="0">
                          <a:solidFill>
                            <a:schemeClr val="tx1"/>
                          </a:solidFill>
                        </a:rPr>
                        <a:t>INT F</a:t>
                      </a:r>
                    </a:p>
                    <a:p>
                      <a:r>
                        <a:rPr lang="en-US" dirty="0">
                          <a:solidFill>
                            <a:schemeClr val="tx1"/>
                          </a:solidFill>
                        </a:rPr>
                        <a:t>(TF – FF)</a:t>
                      </a:r>
                      <a:endParaRPr lang="LID4096" dirty="0">
                        <a:solidFill>
                          <a:schemeClr val="tx1"/>
                        </a:solidFill>
                      </a:endParaRPr>
                    </a:p>
                  </a:txBody>
                  <a:tcPr>
                    <a:noFill/>
                  </a:tcPr>
                </a:tc>
                <a:extLst>
                  <a:ext uri="{0D108BD9-81ED-4DB2-BD59-A6C34878D82A}">
                    <a16:rowId xmlns:a16="http://schemas.microsoft.com/office/drawing/2014/main" val="1922723331"/>
                  </a:ext>
                </a:extLst>
              </a:tr>
              <a:tr h="370840">
                <a:tc>
                  <a:txBody>
                    <a:bodyPr/>
                    <a:lstStyle/>
                    <a:p>
                      <a:r>
                        <a:rPr lang="en-US" dirty="0">
                          <a:solidFill>
                            <a:schemeClr val="tx1"/>
                          </a:solidFill>
                        </a:rPr>
                        <a:t>1 – 2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201961545"/>
                  </a:ext>
                </a:extLst>
              </a:tr>
              <a:tr h="370840">
                <a:tc>
                  <a:txBody>
                    <a:bodyPr/>
                    <a:lstStyle/>
                    <a:p>
                      <a:r>
                        <a:rPr lang="en-US" dirty="0">
                          <a:solidFill>
                            <a:schemeClr val="tx1"/>
                          </a:solidFill>
                        </a:rPr>
                        <a:t>1 – 3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1698069877"/>
                  </a:ext>
                </a:extLst>
              </a:tr>
              <a:tr h="370840">
                <a:tc>
                  <a:txBody>
                    <a:bodyPr/>
                    <a:lstStyle/>
                    <a:p>
                      <a:r>
                        <a:rPr lang="en-US" dirty="0">
                          <a:solidFill>
                            <a:schemeClr val="tx1"/>
                          </a:solidFill>
                        </a:rPr>
                        <a:t>2 – 4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11</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3415860931"/>
                  </a:ext>
                </a:extLst>
              </a:tr>
              <a:tr h="370840">
                <a:tc>
                  <a:txBody>
                    <a:bodyPr/>
                    <a:lstStyle/>
                    <a:p>
                      <a:r>
                        <a:rPr lang="en-US" dirty="0">
                          <a:solidFill>
                            <a:schemeClr val="tx1"/>
                          </a:solidFill>
                        </a:rPr>
                        <a:t>3 – 4 </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extLst>
                  <a:ext uri="{0D108BD9-81ED-4DB2-BD59-A6C34878D82A}">
                    <a16:rowId xmlns:a16="http://schemas.microsoft.com/office/drawing/2014/main" val="1784796762"/>
                  </a:ext>
                </a:extLst>
              </a:tr>
              <a:tr h="370840">
                <a:tc>
                  <a:txBody>
                    <a:bodyPr/>
                    <a:lstStyle/>
                    <a:p>
                      <a:r>
                        <a:rPr lang="en-US" dirty="0">
                          <a:solidFill>
                            <a:schemeClr val="tx1"/>
                          </a:solidFill>
                        </a:rPr>
                        <a:t>2 – 5 </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2374062351"/>
                  </a:ext>
                </a:extLst>
              </a:tr>
              <a:tr h="370840">
                <a:tc>
                  <a:txBody>
                    <a:bodyPr/>
                    <a:lstStyle/>
                    <a:p>
                      <a:r>
                        <a:rPr lang="en-US" dirty="0">
                          <a:solidFill>
                            <a:schemeClr val="tx1"/>
                          </a:solidFill>
                        </a:rPr>
                        <a:t>4 – 5 </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tc>
                  <a:txBody>
                    <a:bodyPr/>
                    <a:lstStyle/>
                    <a:p>
                      <a:r>
                        <a:rPr lang="en-US" dirty="0">
                          <a:solidFill>
                            <a:schemeClr val="tx1"/>
                          </a:solidFill>
                        </a:rPr>
                        <a:t>0</a:t>
                      </a:r>
                      <a:endParaRPr lang="LID4096" dirty="0">
                        <a:solidFill>
                          <a:schemeClr val="tx1"/>
                        </a:solidFill>
                      </a:endParaRPr>
                    </a:p>
                  </a:txBody>
                  <a:tcPr>
                    <a:noFill/>
                  </a:tcPr>
                </a:tc>
                <a:extLst>
                  <a:ext uri="{0D108BD9-81ED-4DB2-BD59-A6C34878D82A}">
                    <a16:rowId xmlns:a16="http://schemas.microsoft.com/office/drawing/2014/main" val="2750230979"/>
                  </a:ext>
                </a:extLst>
              </a:tr>
            </a:tbl>
          </a:graphicData>
        </a:graphic>
      </p:graphicFrame>
      <p:sp>
        <p:nvSpPr>
          <p:cNvPr id="4" name="Footer Placeholder 3">
            <a:extLst>
              <a:ext uri="{FF2B5EF4-FFF2-40B4-BE49-F238E27FC236}">
                <a16:creationId xmlns:a16="http://schemas.microsoft.com/office/drawing/2014/main" id="{F322ABE0-BE7E-4E55-AB78-7EEEE011E83B}"/>
              </a:ext>
            </a:extLst>
          </p:cNvPr>
          <p:cNvSpPr>
            <a:spLocks noGrp="1"/>
          </p:cNvSpPr>
          <p:nvPr>
            <p:ph type="ftr" sz="quarter" idx="11"/>
          </p:nvPr>
        </p:nvSpPr>
        <p:spPr>
          <a:xfrm>
            <a:off x="1141411" y="6239482"/>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B4BDF17-0748-4027-AD8C-FC3CBBCA1F9F}"/>
              </a:ext>
            </a:extLst>
          </p:cNvPr>
          <p:cNvSpPr>
            <a:spLocks noGrp="1"/>
          </p:cNvSpPr>
          <p:nvPr>
            <p:ph type="sldNum" sz="quarter" idx="12"/>
          </p:nvPr>
        </p:nvSpPr>
        <p:spPr/>
        <p:txBody>
          <a:bodyPr/>
          <a:lstStyle/>
          <a:p>
            <a:fld id="{76711B12-96E3-4CC6-8596-5FF84CCB8B40}" type="slidenum">
              <a:rPr lang="LID4096" smtClean="0"/>
              <a:t>128</a:t>
            </a:fld>
            <a:endParaRPr lang="LID4096"/>
          </a:p>
        </p:txBody>
      </p:sp>
      <p:sp>
        <p:nvSpPr>
          <p:cNvPr id="7" name="Title 1">
            <a:extLst>
              <a:ext uri="{FF2B5EF4-FFF2-40B4-BE49-F238E27FC236}">
                <a16:creationId xmlns:a16="http://schemas.microsoft.com/office/drawing/2014/main" id="{D36C6FFF-1BCB-429D-958A-9524FFB8AD0B}"/>
              </a:ext>
            </a:extLst>
          </p:cNvPr>
          <p:cNvSpPr txBox="1">
            <a:spLocks/>
          </p:cNvSpPr>
          <p:nvPr/>
        </p:nvSpPr>
        <p:spPr>
          <a:xfrm>
            <a:off x="-1572554" y="5126037"/>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b="1" dirty="0"/>
              <a:t>UP NEXT… EXAMPLE 7</a:t>
            </a:r>
            <a:endParaRPr lang="LID4096" dirty="0"/>
          </a:p>
        </p:txBody>
      </p:sp>
    </p:spTree>
    <p:extLst>
      <p:ext uri="{BB962C8B-B14F-4D97-AF65-F5344CB8AC3E}">
        <p14:creationId xmlns:p14="http://schemas.microsoft.com/office/powerpoint/2010/main" val="14439745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5B54744-1C7B-45B7-9B9C-3EA567E8E800}"/>
              </a:ext>
            </a:extLst>
          </p:cNvPr>
          <p:cNvSpPr>
            <a:spLocks noGrp="1"/>
          </p:cNvSpPr>
          <p:nvPr>
            <p:ph type="ftr" sz="quarter" idx="11"/>
          </p:nvPr>
        </p:nvSpPr>
        <p:spPr>
          <a:xfrm>
            <a:off x="5817106" y="6373469"/>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2B0A502-20FA-437B-8933-A0E2F59D5135}"/>
              </a:ext>
            </a:extLst>
          </p:cNvPr>
          <p:cNvSpPr>
            <a:spLocks noGrp="1"/>
          </p:cNvSpPr>
          <p:nvPr>
            <p:ph type="sldNum" sz="quarter" idx="12"/>
          </p:nvPr>
        </p:nvSpPr>
        <p:spPr/>
        <p:txBody>
          <a:bodyPr/>
          <a:lstStyle/>
          <a:p>
            <a:fld id="{76711B12-96E3-4CC6-8596-5FF84CCB8B40}" type="slidenum">
              <a:rPr lang="LID4096" smtClean="0"/>
              <a:t>129</a:t>
            </a:fld>
            <a:endParaRPr lang="LID4096"/>
          </a:p>
        </p:txBody>
      </p:sp>
      <p:graphicFrame>
        <p:nvGraphicFramePr>
          <p:cNvPr id="6" name="Table 6">
            <a:extLst>
              <a:ext uri="{FF2B5EF4-FFF2-40B4-BE49-F238E27FC236}">
                <a16:creationId xmlns:a16="http://schemas.microsoft.com/office/drawing/2014/main" id="{BEBEA6F9-EBCA-429E-AAC3-82780514656D}"/>
              </a:ext>
            </a:extLst>
          </p:cNvPr>
          <p:cNvGraphicFramePr>
            <a:graphicFrameLocks noGrp="1"/>
          </p:cNvGraphicFramePr>
          <p:nvPr>
            <p:extLst>
              <p:ext uri="{D42A27DB-BD31-4B8C-83A1-F6EECF244321}">
                <p14:modId xmlns:p14="http://schemas.microsoft.com/office/powerpoint/2010/main" val="1787069451"/>
              </p:ext>
            </p:extLst>
          </p:nvPr>
        </p:nvGraphicFramePr>
        <p:xfrm>
          <a:off x="124333" y="114810"/>
          <a:ext cx="9030034" cy="3698240"/>
        </p:xfrm>
        <a:graphic>
          <a:graphicData uri="http://schemas.openxmlformats.org/drawingml/2006/table">
            <a:tbl>
              <a:tblPr firstRow="1" bandRow="1">
                <a:tableStyleId>{5C22544A-7EE6-4342-B048-85BDC9FD1C3A}</a:tableStyleId>
              </a:tblPr>
              <a:tblGrid>
                <a:gridCol w="781580">
                  <a:extLst>
                    <a:ext uri="{9D8B030D-6E8A-4147-A177-3AD203B41FA5}">
                      <a16:colId xmlns:a16="http://schemas.microsoft.com/office/drawing/2014/main" val="3794411509"/>
                    </a:ext>
                  </a:extLst>
                </a:gridCol>
                <a:gridCol w="1018095">
                  <a:extLst>
                    <a:ext uri="{9D8B030D-6E8A-4147-A177-3AD203B41FA5}">
                      <a16:colId xmlns:a16="http://schemas.microsoft.com/office/drawing/2014/main" val="3917761690"/>
                    </a:ext>
                  </a:extLst>
                </a:gridCol>
                <a:gridCol w="989814">
                  <a:extLst>
                    <a:ext uri="{9D8B030D-6E8A-4147-A177-3AD203B41FA5}">
                      <a16:colId xmlns:a16="http://schemas.microsoft.com/office/drawing/2014/main" val="1866319361"/>
                    </a:ext>
                  </a:extLst>
                </a:gridCol>
                <a:gridCol w="1018095">
                  <a:extLst>
                    <a:ext uri="{9D8B030D-6E8A-4147-A177-3AD203B41FA5}">
                      <a16:colId xmlns:a16="http://schemas.microsoft.com/office/drawing/2014/main" val="362402828"/>
                    </a:ext>
                  </a:extLst>
                </a:gridCol>
                <a:gridCol w="1008668">
                  <a:extLst>
                    <a:ext uri="{9D8B030D-6E8A-4147-A177-3AD203B41FA5}">
                      <a16:colId xmlns:a16="http://schemas.microsoft.com/office/drawing/2014/main" val="3391750582"/>
                    </a:ext>
                  </a:extLst>
                </a:gridCol>
                <a:gridCol w="1960776">
                  <a:extLst>
                    <a:ext uri="{9D8B030D-6E8A-4147-A177-3AD203B41FA5}">
                      <a16:colId xmlns:a16="http://schemas.microsoft.com/office/drawing/2014/main" val="3770018008"/>
                    </a:ext>
                  </a:extLst>
                </a:gridCol>
                <a:gridCol w="1583703">
                  <a:extLst>
                    <a:ext uri="{9D8B030D-6E8A-4147-A177-3AD203B41FA5}">
                      <a16:colId xmlns:a16="http://schemas.microsoft.com/office/drawing/2014/main" val="1545090175"/>
                    </a:ext>
                  </a:extLst>
                </a:gridCol>
                <a:gridCol w="669303">
                  <a:extLst>
                    <a:ext uri="{9D8B030D-6E8A-4147-A177-3AD203B41FA5}">
                      <a16:colId xmlns:a16="http://schemas.microsoft.com/office/drawing/2014/main" val="899892795"/>
                    </a:ext>
                  </a:extLst>
                </a:gridCol>
              </a:tblGrid>
              <a:tr h="370840">
                <a:tc>
                  <a:txBody>
                    <a:bodyPr/>
                    <a:lstStyle/>
                    <a:p>
                      <a:r>
                        <a:rPr lang="en-US" sz="1400" dirty="0">
                          <a:solidFill>
                            <a:schemeClr val="tx1"/>
                          </a:solidFill>
                        </a:rPr>
                        <a:t>Activity</a:t>
                      </a:r>
                      <a:endParaRPr lang="LID4096" sz="1400" dirty="0">
                        <a:solidFill>
                          <a:schemeClr val="tx1"/>
                        </a:solidFill>
                      </a:endParaRPr>
                    </a:p>
                  </a:txBody>
                  <a:tcPr>
                    <a:noFill/>
                  </a:tcPr>
                </a:tc>
                <a:tc>
                  <a:txBody>
                    <a:bodyPr/>
                    <a:lstStyle/>
                    <a:p>
                      <a:r>
                        <a:rPr lang="en-US" sz="1400" dirty="0">
                          <a:solidFill>
                            <a:schemeClr val="tx1"/>
                          </a:solidFill>
                        </a:rPr>
                        <a:t>Optimistic (O or to)</a:t>
                      </a:r>
                      <a:endParaRPr lang="LID4096" sz="1400" dirty="0">
                        <a:solidFill>
                          <a:schemeClr val="tx1"/>
                        </a:solidFill>
                      </a:endParaRPr>
                    </a:p>
                  </a:txBody>
                  <a:tcPr>
                    <a:noFill/>
                  </a:tcPr>
                </a:tc>
                <a:tc>
                  <a:txBody>
                    <a:bodyPr/>
                    <a:lstStyle/>
                    <a:p>
                      <a:r>
                        <a:rPr lang="en-US" sz="1400" dirty="0">
                          <a:solidFill>
                            <a:schemeClr val="tx1"/>
                          </a:solidFill>
                        </a:rPr>
                        <a:t>Pessimistic</a:t>
                      </a:r>
                    </a:p>
                    <a:p>
                      <a:r>
                        <a:rPr lang="en-US" sz="1400" dirty="0">
                          <a:solidFill>
                            <a:schemeClr val="tx1"/>
                          </a:solidFill>
                        </a:rPr>
                        <a:t>(P or tp)</a:t>
                      </a:r>
                      <a:endParaRPr lang="LID4096" sz="1400" dirty="0">
                        <a:solidFill>
                          <a:schemeClr val="tx1"/>
                        </a:solidFill>
                      </a:endParaRPr>
                    </a:p>
                  </a:txBody>
                  <a:tcPr>
                    <a:noFill/>
                  </a:tcPr>
                </a:tc>
                <a:tc>
                  <a:txBody>
                    <a:bodyPr/>
                    <a:lstStyle/>
                    <a:p>
                      <a:r>
                        <a:rPr lang="en-US" sz="1400" dirty="0">
                          <a:solidFill>
                            <a:schemeClr val="tx1"/>
                          </a:solidFill>
                        </a:rPr>
                        <a:t>Most Likely</a:t>
                      </a:r>
                    </a:p>
                    <a:p>
                      <a:r>
                        <a:rPr lang="en-US" sz="1400" dirty="0">
                          <a:solidFill>
                            <a:schemeClr val="tx1"/>
                          </a:solidFill>
                        </a:rPr>
                        <a:t>(M or tm)</a:t>
                      </a:r>
                      <a:endParaRPr lang="LID4096" sz="1400" dirty="0">
                        <a:solidFill>
                          <a:schemeClr val="tx1"/>
                        </a:solidFill>
                      </a:endParaRPr>
                    </a:p>
                  </a:txBody>
                  <a:tcPr>
                    <a:noFill/>
                  </a:tcPr>
                </a:tc>
                <a:tc>
                  <a:txBody>
                    <a:bodyPr/>
                    <a:lstStyle/>
                    <a:p>
                      <a:r>
                        <a:rPr lang="en-US" sz="1400" dirty="0">
                          <a:solidFill>
                            <a:schemeClr val="tx1"/>
                          </a:solidFill>
                        </a:rPr>
                        <a:t>4tm</a:t>
                      </a:r>
                      <a:endParaRPr lang="LID4096" sz="1400" dirty="0">
                        <a:solidFill>
                          <a:schemeClr val="tx1"/>
                        </a:solidFill>
                      </a:endParaRPr>
                    </a:p>
                  </a:txBody>
                  <a:tcPr>
                    <a:noFill/>
                  </a:tcPr>
                </a:tc>
                <a:tc>
                  <a:txBody>
                    <a:bodyPr/>
                    <a:lstStyle/>
                    <a:p>
                      <a:r>
                        <a:rPr lang="en-US" sz="1400" dirty="0">
                          <a:solidFill>
                            <a:schemeClr val="tx1"/>
                          </a:solidFill>
                        </a:rPr>
                        <a:t>Te = (to + 4tm + tp) / 6</a:t>
                      </a:r>
                      <a:endParaRPr lang="LID4096" sz="1400" dirty="0">
                        <a:solidFill>
                          <a:schemeClr val="tx1"/>
                        </a:solidFill>
                      </a:endParaRPr>
                    </a:p>
                  </a:txBody>
                  <a:tcPr>
                    <a:noFill/>
                  </a:tcPr>
                </a:tc>
                <a:tc>
                  <a:txBody>
                    <a:bodyPr/>
                    <a:lstStyle/>
                    <a:p>
                      <a:r>
                        <a:rPr lang="en-US" sz="1400" dirty="0">
                          <a:solidFill>
                            <a:schemeClr val="tx1"/>
                          </a:solidFill>
                        </a:rPr>
                        <a:t>σ = (tp – to) / 6</a:t>
                      </a:r>
                      <a:endParaRPr lang="LID4096" sz="1400" dirty="0">
                        <a:solidFill>
                          <a:schemeClr val="tx1"/>
                        </a:solidFill>
                      </a:endParaRPr>
                    </a:p>
                  </a:txBody>
                  <a:tcPr>
                    <a:noFill/>
                  </a:tcPr>
                </a:tc>
                <a:tc>
                  <a:txBody>
                    <a:bodyPr/>
                    <a:lstStyle/>
                    <a:p>
                      <a:r>
                        <a:rPr lang="en-US" sz="1400" dirty="0">
                          <a:solidFill>
                            <a:schemeClr val="tx1"/>
                          </a:solidFill>
                        </a:rPr>
                        <a:t>σ²</a:t>
                      </a:r>
                      <a:endParaRPr lang="LID4096" sz="1400" dirty="0">
                        <a:solidFill>
                          <a:schemeClr val="tx1"/>
                        </a:solidFill>
                      </a:endParaRPr>
                    </a:p>
                  </a:txBody>
                  <a:tcPr>
                    <a:noFill/>
                  </a:tcPr>
                </a:tc>
                <a:extLst>
                  <a:ext uri="{0D108BD9-81ED-4DB2-BD59-A6C34878D82A}">
                    <a16:rowId xmlns:a16="http://schemas.microsoft.com/office/drawing/2014/main" val="500534000"/>
                  </a:ext>
                </a:extLst>
              </a:tr>
              <a:tr h="370840">
                <a:tc>
                  <a:txBody>
                    <a:bodyPr/>
                    <a:lstStyle/>
                    <a:p>
                      <a:r>
                        <a:rPr lang="en-US" sz="1400" dirty="0">
                          <a:solidFill>
                            <a:schemeClr val="tx1"/>
                          </a:solidFill>
                        </a:rPr>
                        <a:t>1 – 2</a:t>
                      </a:r>
                      <a:endParaRPr lang="LID4096" sz="1400" dirty="0">
                        <a:solidFill>
                          <a:schemeClr val="tx1"/>
                        </a:solidFill>
                      </a:endParaRPr>
                    </a:p>
                  </a:txBody>
                  <a:tcPr>
                    <a:noFill/>
                  </a:tcPr>
                </a:tc>
                <a:tc>
                  <a:txBody>
                    <a:bodyPr/>
                    <a:lstStyle/>
                    <a:p>
                      <a:r>
                        <a:rPr lang="en-US" sz="1400" dirty="0">
                          <a:solidFill>
                            <a:schemeClr val="tx1"/>
                          </a:solidFill>
                        </a:rPr>
                        <a:t>1</a:t>
                      </a:r>
                      <a:endParaRPr lang="LID4096" sz="1400" dirty="0">
                        <a:solidFill>
                          <a:schemeClr val="tx1"/>
                        </a:solidFill>
                      </a:endParaRPr>
                    </a:p>
                  </a:txBody>
                  <a:tcPr>
                    <a:noFill/>
                  </a:tcPr>
                </a:tc>
                <a:tc>
                  <a:txBody>
                    <a:bodyPr/>
                    <a:lstStyle/>
                    <a:p>
                      <a:r>
                        <a:rPr lang="en-US" sz="1400" dirty="0">
                          <a:solidFill>
                            <a:schemeClr val="tx1"/>
                          </a:solidFill>
                        </a:rPr>
                        <a:t>3</a:t>
                      </a:r>
                      <a:endParaRPr lang="LID4096" sz="1400" dirty="0">
                        <a:solidFill>
                          <a:schemeClr val="tx1"/>
                        </a:solidFill>
                      </a:endParaRPr>
                    </a:p>
                  </a:txBody>
                  <a:tcPr>
                    <a:noFill/>
                  </a:tcPr>
                </a:tc>
                <a:tc>
                  <a:txBody>
                    <a:bodyPr/>
                    <a:lstStyle/>
                    <a:p>
                      <a:r>
                        <a:rPr lang="en-US" sz="1400" dirty="0">
                          <a:solidFill>
                            <a:schemeClr val="tx1"/>
                          </a:solidFill>
                        </a:rPr>
                        <a:t>2</a:t>
                      </a:r>
                      <a:endParaRPr lang="LID4096" sz="1400" dirty="0">
                        <a:solidFill>
                          <a:schemeClr val="tx1"/>
                        </a:solidFill>
                      </a:endParaRPr>
                    </a:p>
                  </a:txBody>
                  <a:tcPr>
                    <a:noFill/>
                  </a:tcPr>
                </a:tc>
                <a:tc>
                  <a:txBody>
                    <a:bodyPr/>
                    <a:lstStyle/>
                    <a:p>
                      <a:r>
                        <a:rPr lang="en-US" sz="1400" dirty="0">
                          <a:solidFill>
                            <a:schemeClr val="tx1"/>
                          </a:solidFill>
                        </a:rPr>
                        <a:t>4(2) =8 </a:t>
                      </a:r>
                      <a:endParaRPr lang="LID4096" sz="1400" dirty="0">
                        <a:solidFill>
                          <a:schemeClr val="tx1"/>
                        </a:solidFill>
                      </a:endParaRPr>
                    </a:p>
                  </a:txBody>
                  <a:tcPr>
                    <a:noFill/>
                  </a:tcPr>
                </a:tc>
                <a:tc>
                  <a:txBody>
                    <a:bodyPr/>
                    <a:lstStyle/>
                    <a:p>
                      <a:r>
                        <a:rPr lang="en-US" sz="1400" dirty="0">
                          <a:solidFill>
                            <a:schemeClr val="tx1"/>
                          </a:solidFill>
                        </a:rPr>
                        <a:t>(1 + 8 + 3) / 6 = 2</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(3 – 1) / 6 = 0.33</a:t>
                      </a:r>
                      <a:endParaRPr lang="LID4096" sz="1400" dirty="0">
                        <a:solidFill>
                          <a:schemeClr val="tx1"/>
                        </a:solidFill>
                      </a:endParaRPr>
                    </a:p>
                  </a:txBody>
                  <a:tcPr>
                    <a:noFill/>
                  </a:tcPr>
                </a:tc>
                <a:tc>
                  <a:txBody>
                    <a:bodyPr/>
                    <a:lstStyle/>
                    <a:p>
                      <a:r>
                        <a:rPr lang="en-US" sz="1400" dirty="0">
                          <a:solidFill>
                            <a:schemeClr val="tx1"/>
                          </a:solidFill>
                        </a:rPr>
                        <a:t>0.10</a:t>
                      </a:r>
                      <a:endParaRPr lang="LID4096" sz="1400" dirty="0">
                        <a:solidFill>
                          <a:schemeClr val="tx1"/>
                        </a:solidFill>
                      </a:endParaRPr>
                    </a:p>
                  </a:txBody>
                  <a:tcPr>
                    <a:noFill/>
                  </a:tcPr>
                </a:tc>
                <a:extLst>
                  <a:ext uri="{0D108BD9-81ED-4DB2-BD59-A6C34878D82A}">
                    <a16:rowId xmlns:a16="http://schemas.microsoft.com/office/drawing/2014/main" val="2469720667"/>
                  </a:ext>
                </a:extLst>
              </a:tr>
              <a:tr h="370840">
                <a:tc>
                  <a:txBody>
                    <a:bodyPr/>
                    <a:lstStyle/>
                    <a:p>
                      <a:r>
                        <a:rPr lang="en-US" sz="1400" dirty="0">
                          <a:solidFill>
                            <a:schemeClr val="tx1"/>
                          </a:solidFill>
                        </a:rPr>
                        <a:t>1 – 3</a:t>
                      </a:r>
                      <a:endParaRPr lang="LID4096" sz="1400" dirty="0">
                        <a:solidFill>
                          <a:schemeClr val="tx1"/>
                        </a:solidFill>
                      </a:endParaRPr>
                    </a:p>
                  </a:txBody>
                  <a:tcPr>
                    <a:noFill/>
                  </a:tcPr>
                </a:tc>
                <a:tc>
                  <a:txBody>
                    <a:bodyPr/>
                    <a:lstStyle/>
                    <a:p>
                      <a:r>
                        <a:rPr lang="en-US" sz="1400" dirty="0">
                          <a:solidFill>
                            <a:schemeClr val="tx1"/>
                          </a:solidFill>
                        </a:rPr>
                        <a:t>5</a:t>
                      </a:r>
                      <a:endParaRPr lang="LID4096" sz="1400" dirty="0">
                        <a:solidFill>
                          <a:schemeClr val="tx1"/>
                        </a:solidFill>
                      </a:endParaRPr>
                    </a:p>
                  </a:txBody>
                  <a:tcPr>
                    <a:noFill/>
                  </a:tcPr>
                </a:tc>
                <a:tc>
                  <a:txBody>
                    <a:bodyPr/>
                    <a:lstStyle/>
                    <a:p>
                      <a:r>
                        <a:rPr lang="en-US" sz="1400" dirty="0">
                          <a:solidFill>
                            <a:schemeClr val="tx1"/>
                          </a:solidFill>
                        </a:rPr>
                        <a:t>7</a:t>
                      </a:r>
                      <a:endParaRPr lang="LID4096" sz="1400" dirty="0">
                        <a:solidFill>
                          <a:schemeClr val="tx1"/>
                        </a:solidFill>
                      </a:endParaRPr>
                    </a:p>
                  </a:txBody>
                  <a:tcPr>
                    <a:noFill/>
                  </a:tcPr>
                </a:tc>
                <a:tc>
                  <a:txBody>
                    <a:bodyPr/>
                    <a:lstStyle/>
                    <a:p>
                      <a:r>
                        <a:rPr lang="en-US" sz="1400" dirty="0">
                          <a:solidFill>
                            <a:schemeClr val="tx1"/>
                          </a:solidFill>
                        </a:rPr>
                        <a:t>6</a:t>
                      </a:r>
                      <a:endParaRPr lang="LID4096" sz="1400" dirty="0">
                        <a:solidFill>
                          <a:schemeClr val="tx1"/>
                        </a:solidFill>
                      </a:endParaRPr>
                    </a:p>
                  </a:txBody>
                  <a:tcPr>
                    <a:noFill/>
                  </a:tcPr>
                </a:tc>
                <a:tc>
                  <a:txBody>
                    <a:bodyPr/>
                    <a:lstStyle/>
                    <a:p>
                      <a:r>
                        <a:rPr lang="en-US" sz="1400" dirty="0">
                          <a:solidFill>
                            <a:schemeClr val="tx1"/>
                          </a:solidFill>
                        </a:rPr>
                        <a:t>4(6) = 24</a:t>
                      </a:r>
                      <a:endParaRPr lang="LID4096" sz="1400" dirty="0">
                        <a:solidFill>
                          <a:schemeClr val="tx1"/>
                        </a:solidFill>
                      </a:endParaRPr>
                    </a:p>
                  </a:txBody>
                  <a:tcPr>
                    <a:noFill/>
                  </a:tcPr>
                </a:tc>
                <a:tc>
                  <a:txBody>
                    <a:bodyPr/>
                    <a:lstStyle/>
                    <a:p>
                      <a:r>
                        <a:rPr lang="en-US" sz="1400" dirty="0">
                          <a:solidFill>
                            <a:schemeClr val="tx1"/>
                          </a:solidFill>
                        </a:rPr>
                        <a:t>(5 + 12 + 7) / 6 = 6</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(7 – 5) / 6 = 0.33</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0.10</a:t>
                      </a:r>
                      <a:endParaRPr lang="LID4096" sz="1400" dirty="0">
                        <a:solidFill>
                          <a:schemeClr val="tx1"/>
                        </a:solidFill>
                      </a:endParaRPr>
                    </a:p>
                  </a:txBody>
                  <a:tcPr>
                    <a:noFill/>
                  </a:tcPr>
                </a:tc>
                <a:extLst>
                  <a:ext uri="{0D108BD9-81ED-4DB2-BD59-A6C34878D82A}">
                    <a16:rowId xmlns:a16="http://schemas.microsoft.com/office/drawing/2014/main" val="1739451418"/>
                  </a:ext>
                </a:extLst>
              </a:tr>
              <a:tr h="370840">
                <a:tc>
                  <a:txBody>
                    <a:bodyPr/>
                    <a:lstStyle/>
                    <a:p>
                      <a:r>
                        <a:rPr lang="en-US" sz="1400" dirty="0">
                          <a:solidFill>
                            <a:schemeClr val="tx1"/>
                          </a:solidFill>
                        </a:rPr>
                        <a:t>1 – 4</a:t>
                      </a:r>
                      <a:endParaRPr lang="LID4096" sz="1400" dirty="0">
                        <a:solidFill>
                          <a:schemeClr val="tx1"/>
                        </a:solidFill>
                      </a:endParaRPr>
                    </a:p>
                  </a:txBody>
                  <a:tcPr>
                    <a:noFill/>
                  </a:tcPr>
                </a:tc>
                <a:tc>
                  <a:txBody>
                    <a:bodyPr/>
                    <a:lstStyle/>
                    <a:p>
                      <a:r>
                        <a:rPr lang="en-US" sz="1400" dirty="0">
                          <a:solidFill>
                            <a:schemeClr val="tx1"/>
                          </a:solidFill>
                        </a:rPr>
                        <a:t>3</a:t>
                      </a:r>
                      <a:endParaRPr lang="LID4096" sz="1400" dirty="0">
                        <a:solidFill>
                          <a:schemeClr val="tx1"/>
                        </a:solidFill>
                      </a:endParaRPr>
                    </a:p>
                  </a:txBody>
                  <a:tcPr>
                    <a:noFill/>
                  </a:tcPr>
                </a:tc>
                <a:tc>
                  <a:txBody>
                    <a:bodyPr/>
                    <a:lstStyle/>
                    <a:p>
                      <a:r>
                        <a:rPr lang="en-US" sz="1400" dirty="0">
                          <a:solidFill>
                            <a:schemeClr val="tx1"/>
                          </a:solidFill>
                        </a:rPr>
                        <a:t>7</a:t>
                      </a:r>
                      <a:endParaRPr lang="LID4096" sz="1400" dirty="0">
                        <a:solidFill>
                          <a:schemeClr val="tx1"/>
                        </a:solidFill>
                      </a:endParaRPr>
                    </a:p>
                  </a:txBody>
                  <a:tcPr>
                    <a:noFill/>
                  </a:tcPr>
                </a:tc>
                <a:tc>
                  <a:txBody>
                    <a:bodyPr/>
                    <a:lstStyle/>
                    <a:p>
                      <a:r>
                        <a:rPr lang="en-US" sz="1400" dirty="0">
                          <a:solidFill>
                            <a:schemeClr val="tx1"/>
                          </a:solidFill>
                        </a:rPr>
                        <a:t>5</a:t>
                      </a:r>
                      <a:endParaRPr lang="LID4096" sz="1400" dirty="0">
                        <a:solidFill>
                          <a:schemeClr val="tx1"/>
                        </a:solidFill>
                      </a:endParaRPr>
                    </a:p>
                  </a:txBody>
                  <a:tcPr>
                    <a:noFill/>
                  </a:tcPr>
                </a:tc>
                <a:tc>
                  <a:txBody>
                    <a:bodyPr/>
                    <a:lstStyle/>
                    <a:p>
                      <a:r>
                        <a:rPr lang="en-US" sz="1400" dirty="0">
                          <a:solidFill>
                            <a:schemeClr val="tx1"/>
                          </a:solidFill>
                        </a:rPr>
                        <a:t>4(5) = 20</a:t>
                      </a:r>
                      <a:endParaRPr lang="LID4096" sz="1400" dirty="0">
                        <a:solidFill>
                          <a:schemeClr val="tx1"/>
                        </a:solidFill>
                      </a:endParaRPr>
                    </a:p>
                  </a:txBody>
                  <a:tcPr>
                    <a:noFill/>
                  </a:tcPr>
                </a:tc>
                <a:tc>
                  <a:txBody>
                    <a:bodyPr/>
                    <a:lstStyle/>
                    <a:p>
                      <a:r>
                        <a:rPr lang="en-US" sz="1400" dirty="0">
                          <a:solidFill>
                            <a:schemeClr val="tx1"/>
                          </a:solidFill>
                        </a:rPr>
                        <a:t>(3 + 20 + 7) / 6 = 5</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(7 – 3) / 6 = 0.66</a:t>
                      </a:r>
                      <a:endParaRPr lang="LID4096" sz="1400" dirty="0">
                        <a:solidFill>
                          <a:schemeClr val="tx1"/>
                        </a:solidFill>
                      </a:endParaRPr>
                    </a:p>
                  </a:txBody>
                  <a:tcPr>
                    <a:noFill/>
                  </a:tcPr>
                </a:tc>
                <a:tc>
                  <a:txBody>
                    <a:bodyPr/>
                    <a:lstStyle/>
                    <a:p>
                      <a:r>
                        <a:rPr lang="en-US" sz="1400" dirty="0">
                          <a:solidFill>
                            <a:schemeClr val="tx1"/>
                          </a:solidFill>
                        </a:rPr>
                        <a:t>0.43</a:t>
                      </a:r>
                      <a:endParaRPr lang="LID4096" sz="1400" dirty="0">
                        <a:solidFill>
                          <a:schemeClr val="tx1"/>
                        </a:solidFill>
                      </a:endParaRPr>
                    </a:p>
                  </a:txBody>
                  <a:tcPr>
                    <a:noFill/>
                  </a:tcPr>
                </a:tc>
                <a:extLst>
                  <a:ext uri="{0D108BD9-81ED-4DB2-BD59-A6C34878D82A}">
                    <a16:rowId xmlns:a16="http://schemas.microsoft.com/office/drawing/2014/main" val="1928649831"/>
                  </a:ext>
                </a:extLst>
              </a:tr>
              <a:tr h="370840">
                <a:tc>
                  <a:txBody>
                    <a:bodyPr/>
                    <a:lstStyle/>
                    <a:p>
                      <a:r>
                        <a:rPr lang="en-US" sz="1400" dirty="0">
                          <a:solidFill>
                            <a:schemeClr val="tx1"/>
                          </a:solidFill>
                        </a:rPr>
                        <a:t>2 – 5</a:t>
                      </a:r>
                      <a:endParaRPr lang="LID4096" sz="1400" dirty="0">
                        <a:solidFill>
                          <a:schemeClr val="tx1"/>
                        </a:solidFill>
                      </a:endParaRPr>
                    </a:p>
                  </a:txBody>
                  <a:tcPr>
                    <a:noFill/>
                  </a:tcPr>
                </a:tc>
                <a:tc>
                  <a:txBody>
                    <a:bodyPr/>
                    <a:lstStyle/>
                    <a:p>
                      <a:r>
                        <a:rPr lang="en-US" sz="1400" dirty="0">
                          <a:solidFill>
                            <a:schemeClr val="tx1"/>
                          </a:solidFill>
                        </a:rPr>
                        <a:t>5</a:t>
                      </a:r>
                      <a:endParaRPr lang="LID4096" sz="1400" dirty="0">
                        <a:solidFill>
                          <a:schemeClr val="tx1"/>
                        </a:solidFill>
                      </a:endParaRPr>
                    </a:p>
                  </a:txBody>
                  <a:tcPr>
                    <a:noFill/>
                  </a:tcPr>
                </a:tc>
                <a:tc>
                  <a:txBody>
                    <a:bodyPr/>
                    <a:lstStyle/>
                    <a:p>
                      <a:r>
                        <a:rPr lang="en-US" sz="1400" dirty="0">
                          <a:solidFill>
                            <a:schemeClr val="tx1"/>
                          </a:solidFill>
                        </a:rPr>
                        <a:t>9</a:t>
                      </a:r>
                      <a:endParaRPr lang="LID4096" sz="1400" dirty="0">
                        <a:solidFill>
                          <a:schemeClr val="tx1"/>
                        </a:solidFill>
                      </a:endParaRPr>
                    </a:p>
                  </a:txBody>
                  <a:tcPr>
                    <a:noFill/>
                  </a:tcPr>
                </a:tc>
                <a:tc>
                  <a:txBody>
                    <a:bodyPr/>
                    <a:lstStyle/>
                    <a:p>
                      <a:r>
                        <a:rPr lang="en-US" sz="1400" dirty="0">
                          <a:solidFill>
                            <a:schemeClr val="tx1"/>
                          </a:solidFill>
                        </a:rPr>
                        <a:t>7</a:t>
                      </a:r>
                      <a:endParaRPr lang="LID4096" sz="1400" dirty="0">
                        <a:solidFill>
                          <a:schemeClr val="tx1"/>
                        </a:solidFill>
                      </a:endParaRPr>
                    </a:p>
                  </a:txBody>
                  <a:tcPr>
                    <a:noFill/>
                  </a:tcPr>
                </a:tc>
                <a:tc>
                  <a:txBody>
                    <a:bodyPr/>
                    <a:lstStyle/>
                    <a:p>
                      <a:r>
                        <a:rPr lang="en-US" sz="1400" dirty="0">
                          <a:solidFill>
                            <a:schemeClr val="tx1"/>
                          </a:solidFill>
                        </a:rPr>
                        <a:t>4(7) = 28</a:t>
                      </a:r>
                      <a:endParaRPr lang="LID4096" sz="1400" dirty="0">
                        <a:solidFill>
                          <a:schemeClr val="tx1"/>
                        </a:solidFill>
                      </a:endParaRPr>
                    </a:p>
                  </a:txBody>
                  <a:tcPr>
                    <a:noFill/>
                  </a:tcPr>
                </a:tc>
                <a:tc>
                  <a:txBody>
                    <a:bodyPr/>
                    <a:lstStyle/>
                    <a:p>
                      <a:r>
                        <a:rPr lang="en-US" sz="1400" dirty="0">
                          <a:solidFill>
                            <a:schemeClr val="tx1"/>
                          </a:solidFill>
                        </a:rPr>
                        <a:t>(5 + 28 + 9) / 6 = 7</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(9 – 5) / 6 = 0.66</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0.43</a:t>
                      </a:r>
                      <a:endParaRPr lang="LID4096" sz="1400" dirty="0">
                        <a:solidFill>
                          <a:schemeClr val="tx1"/>
                        </a:solidFill>
                      </a:endParaRPr>
                    </a:p>
                  </a:txBody>
                  <a:tcPr>
                    <a:noFill/>
                  </a:tcPr>
                </a:tc>
                <a:extLst>
                  <a:ext uri="{0D108BD9-81ED-4DB2-BD59-A6C34878D82A}">
                    <a16:rowId xmlns:a16="http://schemas.microsoft.com/office/drawing/2014/main" val="2212358426"/>
                  </a:ext>
                </a:extLst>
              </a:tr>
              <a:tr h="370840">
                <a:tc>
                  <a:txBody>
                    <a:bodyPr/>
                    <a:lstStyle/>
                    <a:p>
                      <a:r>
                        <a:rPr lang="en-US" sz="1400" dirty="0">
                          <a:solidFill>
                            <a:schemeClr val="tx1"/>
                          </a:solidFill>
                        </a:rPr>
                        <a:t>3 – 5</a:t>
                      </a:r>
                      <a:endParaRPr lang="LID4096" sz="1400" dirty="0">
                        <a:solidFill>
                          <a:schemeClr val="tx1"/>
                        </a:solidFill>
                      </a:endParaRPr>
                    </a:p>
                  </a:txBody>
                  <a:tcPr>
                    <a:noFill/>
                  </a:tcPr>
                </a:tc>
                <a:tc>
                  <a:txBody>
                    <a:bodyPr/>
                    <a:lstStyle/>
                    <a:p>
                      <a:r>
                        <a:rPr lang="en-US" sz="1400" dirty="0">
                          <a:solidFill>
                            <a:schemeClr val="tx1"/>
                          </a:solidFill>
                        </a:rPr>
                        <a:t>2</a:t>
                      </a:r>
                      <a:endParaRPr lang="LID4096" sz="1400" dirty="0">
                        <a:solidFill>
                          <a:schemeClr val="tx1"/>
                        </a:solidFill>
                      </a:endParaRPr>
                    </a:p>
                  </a:txBody>
                  <a:tcPr>
                    <a:noFill/>
                  </a:tcPr>
                </a:tc>
                <a:tc>
                  <a:txBody>
                    <a:bodyPr/>
                    <a:lstStyle/>
                    <a:p>
                      <a:r>
                        <a:rPr lang="en-US" sz="1400" dirty="0">
                          <a:solidFill>
                            <a:schemeClr val="tx1"/>
                          </a:solidFill>
                        </a:rPr>
                        <a:t>6</a:t>
                      </a:r>
                      <a:endParaRPr lang="LID4096" sz="1400" dirty="0">
                        <a:solidFill>
                          <a:schemeClr val="tx1"/>
                        </a:solidFill>
                      </a:endParaRPr>
                    </a:p>
                  </a:txBody>
                  <a:tcPr>
                    <a:noFill/>
                  </a:tcPr>
                </a:tc>
                <a:tc>
                  <a:txBody>
                    <a:bodyPr/>
                    <a:lstStyle/>
                    <a:p>
                      <a:r>
                        <a:rPr lang="en-US" sz="1400" dirty="0">
                          <a:solidFill>
                            <a:schemeClr val="tx1"/>
                          </a:solidFill>
                        </a:rPr>
                        <a:t>4</a:t>
                      </a:r>
                      <a:endParaRPr lang="LID4096" sz="1400" dirty="0">
                        <a:solidFill>
                          <a:schemeClr val="tx1"/>
                        </a:solidFill>
                      </a:endParaRPr>
                    </a:p>
                  </a:txBody>
                  <a:tcPr>
                    <a:noFill/>
                  </a:tcPr>
                </a:tc>
                <a:tc>
                  <a:txBody>
                    <a:bodyPr/>
                    <a:lstStyle/>
                    <a:p>
                      <a:r>
                        <a:rPr lang="en-US" sz="1400" dirty="0">
                          <a:solidFill>
                            <a:schemeClr val="tx1"/>
                          </a:solidFill>
                        </a:rPr>
                        <a:t>4(4) = 16</a:t>
                      </a:r>
                      <a:endParaRPr lang="LID4096" sz="1400" dirty="0">
                        <a:solidFill>
                          <a:schemeClr val="tx1"/>
                        </a:solidFill>
                      </a:endParaRPr>
                    </a:p>
                  </a:txBody>
                  <a:tcPr>
                    <a:noFill/>
                  </a:tcPr>
                </a:tc>
                <a:tc>
                  <a:txBody>
                    <a:bodyPr/>
                    <a:lstStyle/>
                    <a:p>
                      <a:r>
                        <a:rPr lang="en-US" sz="1400" dirty="0">
                          <a:solidFill>
                            <a:schemeClr val="tx1"/>
                          </a:solidFill>
                        </a:rPr>
                        <a:t>(2 + 16 + 6) / 6 = 4</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(6 – 2) / 6 = 0.66</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0.43</a:t>
                      </a:r>
                      <a:endParaRPr lang="LID4096" sz="1400" dirty="0">
                        <a:solidFill>
                          <a:schemeClr val="tx1"/>
                        </a:solidFill>
                      </a:endParaRPr>
                    </a:p>
                  </a:txBody>
                  <a:tcPr>
                    <a:noFill/>
                  </a:tcPr>
                </a:tc>
                <a:extLst>
                  <a:ext uri="{0D108BD9-81ED-4DB2-BD59-A6C34878D82A}">
                    <a16:rowId xmlns:a16="http://schemas.microsoft.com/office/drawing/2014/main" val="3924189569"/>
                  </a:ext>
                </a:extLst>
              </a:tr>
              <a:tr h="370840">
                <a:tc>
                  <a:txBody>
                    <a:bodyPr/>
                    <a:lstStyle/>
                    <a:p>
                      <a:r>
                        <a:rPr lang="en-US" sz="1400" dirty="0">
                          <a:solidFill>
                            <a:schemeClr val="tx1"/>
                          </a:solidFill>
                        </a:rPr>
                        <a:t>5 – 6</a:t>
                      </a:r>
                      <a:endParaRPr lang="LID4096" sz="1400" dirty="0">
                        <a:solidFill>
                          <a:schemeClr val="tx1"/>
                        </a:solidFill>
                      </a:endParaRPr>
                    </a:p>
                  </a:txBody>
                  <a:tcPr>
                    <a:noFill/>
                  </a:tcPr>
                </a:tc>
                <a:tc>
                  <a:txBody>
                    <a:bodyPr/>
                    <a:lstStyle/>
                    <a:p>
                      <a:r>
                        <a:rPr lang="en-US" sz="1400" dirty="0">
                          <a:solidFill>
                            <a:schemeClr val="tx1"/>
                          </a:solidFill>
                        </a:rPr>
                        <a:t>4</a:t>
                      </a:r>
                      <a:endParaRPr lang="LID4096" sz="1400" dirty="0">
                        <a:solidFill>
                          <a:schemeClr val="tx1"/>
                        </a:solidFill>
                      </a:endParaRPr>
                    </a:p>
                  </a:txBody>
                  <a:tcPr>
                    <a:noFill/>
                  </a:tcPr>
                </a:tc>
                <a:tc>
                  <a:txBody>
                    <a:bodyPr/>
                    <a:lstStyle/>
                    <a:p>
                      <a:r>
                        <a:rPr lang="en-US" sz="1400" dirty="0">
                          <a:solidFill>
                            <a:schemeClr val="tx1"/>
                          </a:solidFill>
                        </a:rPr>
                        <a:t>6</a:t>
                      </a:r>
                      <a:endParaRPr lang="LID4096" sz="1400" dirty="0">
                        <a:solidFill>
                          <a:schemeClr val="tx1"/>
                        </a:solidFill>
                      </a:endParaRPr>
                    </a:p>
                  </a:txBody>
                  <a:tcPr>
                    <a:noFill/>
                  </a:tcPr>
                </a:tc>
                <a:tc>
                  <a:txBody>
                    <a:bodyPr/>
                    <a:lstStyle/>
                    <a:p>
                      <a:r>
                        <a:rPr lang="en-US" sz="1400" dirty="0">
                          <a:solidFill>
                            <a:schemeClr val="tx1"/>
                          </a:solidFill>
                        </a:rPr>
                        <a:t>5</a:t>
                      </a:r>
                      <a:endParaRPr lang="LID4096" sz="1400" dirty="0">
                        <a:solidFill>
                          <a:schemeClr val="tx1"/>
                        </a:solidFill>
                      </a:endParaRPr>
                    </a:p>
                  </a:txBody>
                  <a:tcPr>
                    <a:noFill/>
                  </a:tcPr>
                </a:tc>
                <a:tc>
                  <a:txBody>
                    <a:bodyPr/>
                    <a:lstStyle/>
                    <a:p>
                      <a:r>
                        <a:rPr lang="en-US" sz="1400" dirty="0">
                          <a:solidFill>
                            <a:schemeClr val="tx1"/>
                          </a:solidFill>
                        </a:rPr>
                        <a:t>4(5) = 20</a:t>
                      </a:r>
                      <a:endParaRPr lang="LID4096" sz="1400" dirty="0">
                        <a:solidFill>
                          <a:schemeClr val="tx1"/>
                        </a:solidFill>
                      </a:endParaRPr>
                    </a:p>
                  </a:txBody>
                  <a:tcPr>
                    <a:noFill/>
                  </a:tcPr>
                </a:tc>
                <a:tc>
                  <a:txBody>
                    <a:bodyPr/>
                    <a:lstStyle/>
                    <a:p>
                      <a:r>
                        <a:rPr lang="en-US" sz="1400" dirty="0">
                          <a:solidFill>
                            <a:schemeClr val="tx1"/>
                          </a:solidFill>
                        </a:rPr>
                        <a:t>(4 + 20 + 6) / 6 = 5</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(6 – 4) / 6 = 0.33</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0.10</a:t>
                      </a:r>
                      <a:endParaRPr lang="LID4096" sz="1400" dirty="0">
                        <a:solidFill>
                          <a:schemeClr val="tx1"/>
                        </a:solidFill>
                      </a:endParaRPr>
                    </a:p>
                  </a:txBody>
                  <a:tcPr>
                    <a:noFill/>
                  </a:tcPr>
                </a:tc>
                <a:extLst>
                  <a:ext uri="{0D108BD9-81ED-4DB2-BD59-A6C34878D82A}">
                    <a16:rowId xmlns:a16="http://schemas.microsoft.com/office/drawing/2014/main" val="3155932931"/>
                  </a:ext>
                </a:extLst>
              </a:tr>
              <a:tr h="370840">
                <a:tc>
                  <a:txBody>
                    <a:bodyPr/>
                    <a:lstStyle/>
                    <a:p>
                      <a:r>
                        <a:rPr lang="en-US" sz="1400" dirty="0">
                          <a:solidFill>
                            <a:schemeClr val="tx1"/>
                          </a:solidFill>
                        </a:rPr>
                        <a:t>4 – 7</a:t>
                      </a:r>
                      <a:endParaRPr lang="LID4096" sz="1400" dirty="0">
                        <a:solidFill>
                          <a:schemeClr val="tx1"/>
                        </a:solidFill>
                      </a:endParaRPr>
                    </a:p>
                  </a:txBody>
                  <a:tcPr>
                    <a:noFill/>
                  </a:tcPr>
                </a:tc>
                <a:tc>
                  <a:txBody>
                    <a:bodyPr/>
                    <a:lstStyle/>
                    <a:p>
                      <a:r>
                        <a:rPr lang="en-US" sz="1400" dirty="0">
                          <a:solidFill>
                            <a:schemeClr val="tx1"/>
                          </a:solidFill>
                        </a:rPr>
                        <a:t>4</a:t>
                      </a:r>
                      <a:endParaRPr lang="LID4096" sz="1400" dirty="0">
                        <a:solidFill>
                          <a:schemeClr val="tx1"/>
                        </a:solidFill>
                      </a:endParaRPr>
                    </a:p>
                  </a:txBody>
                  <a:tcPr>
                    <a:noFill/>
                  </a:tcPr>
                </a:tc>
                <a:tc>
                  <a:txBody>
                    <a:bodyPr/>
                    <a:lstStyle/>
                    <a:p>
                      <a:r>
                        <a:rPr lang="en-US" sz="1400" dirty="0">
                          <a:solidFill>
                            <a:schemeClr val="tx1"/>
                          </a:solidFill>
                        </a:rPr>
                        <a:t>8</a:t>
                      </a:r>
                      <a:endParaRPr lang="LID4096" sz="1400" dirty="0">
                        <a:solidFill>
                          <a:schemeClr val="tx1"/>
                        </a:solidFill>
                      </a:endParaRPr>
                    </a:p>
                  </a:txBody>
                  <a:tcPr>
                    <a:noFill/>
                  </a:tcPr>
                </a:tc>
                <a:tc>
                  <a:txBody>
                    <a:bodyPr/>
                    <a:lstStyle/>
                    <a:p>
                      <a:r>
                        <a:rPr lang="en-US" sz="1400" dirty="0">
                          <a:solidFill>
                            <a:schemeClr val="tx1"/>
                          </a:solidFill>
                        </a:rPr>
                        <a:t>6</a:t>
                      </a:r>
                      <a:endParaRPr lang="LID4096" sz="1400" dirty="0">
                        <a:solidFill>
                          <a:schemeClr val="tx1"/>
                        </a:solidFill>
                      </a:endParaRPr>
                    </a:p>
                  </a:txBody>
                  <a:tcPr>
                    <a:noFill/>
                  </a:tcPr>
                </a:tc>
                <a:tc>
                  <a:txBody>
                    <a:bodyPr/>
                    <a:lstStyle/>
                    <a:p>
                      <a:r>
                        <a:rPr lang="en-US" sz="1400" dirty="0">
                          <a:solidFill>
                            <a:schemeClr val="tx1"/>
                          </a:solidFill>
                        </a:rPr>
                        <a:t>4(6) = 24</a:t>
                      </a:r>
                      <a:endParaRPr lang="LID4096" sz="1400" dirty="0">
                        <a:solidFill>
                          <a:schemeClr val="tx1"/>
                        </a:solidFill>
                      </a:endParaRPr>
                    </a:p>
                  </a:txBody>
                  <a:tcPr>
                    <a:noFill/>
                  </a:tcPr>
                </a:tc>
                <a:tc>
                  <a:txBody>
                    <a:bodyPr/>
                    <a:lstStyle/>
                    <a:p>
                      <a:r>
                        <a:rPr lang="en-US" sz="1400" dirty="0">
                          <a:solidFill>
                            <a:schemeClr val="tx1"/>
                          </a:solidFill>
                        </a:rPr>
                        <a:t>(4 + 24 + 8) / 6 = 6</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(8 – 4) / 6 = 0.66</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0.43</a:t>
                      </a:r>
                      <a:endParaRPr lang="LID4096" sz="1400" dirty="0">
                        <a:solidFill>
                          <a:schemeClr val="tx1"/>
                        </a:solidFill>
                      </a:endParaRPr>
                    </a:p>
                  </a:txBody>
                  <a:tcPr>
                    <a:noFill/>
                  </a:tcPr>
                </a:tc>
                <a:extLst>
                  <a:ext uri="{0D108BD9-81ED-4DB2-BD59-A6C34878D82A}">
                    <a16:rowId xmlns:a16="http://schemas.microsoft.com/office/drawing/2014/main" val="796041365"/>
                  </a:ext>
                </a:extLst>
              </a:tr>
              <a:tr h="370840">
                <a:tc>
                  <a:txBody>
                    <a:bodyPr/>
                    <a:lstStyle/>
                    <a:p>
                      <a:r>
                        <a:rPr lang="en-US" sz="1400" dirty="0">
                          <a:solidFill>
                            <a:schemeClr val="tx1"/>
                          </a:solidFill>
                        </a:rPr>
                        <a:t>6 – 7</a:t>
                      </a:r>
                      <a:endParaRPr lang="LID4096" sz="1400" dirty="0">
                        <a:solidFill>
                          <a:schemeClr val="tx1"/>
                        </a:solidFill>
                      </a:endParaRPr>
                    </a:p>
                  </a:txBody>
                  <a:tcPr>
                    <a:noFill/>
                  </a:tcPr>
                </a:tc>
                <a:tc>
                  <a:txBody>
                    <a:bodyPr/>
                    <a:lstStyle/>
                    <a:p>
                      <a:r>
                        <a:rPr lang="en-US" sz="1400" dirty="0">
                          <a:solidFill>
                            <a:schemeClr val="tx1"/>
                          </a:solidFill>
                        </a:rPr>
                        <a:t>2</a:t>
                      </a:r>
                      <a:endParaRPr lang="LID4096" sz="1400" dirty="0">
                        <a:solidFill>
                          <a:schemeClr val="tx1"/>
                        </a:solidFill>
                      </a:endParaRPr>
                    </a:p>
                  </a:txBody>
                  <a:tcPr>
                    <a:noFill/>
                  </a:tcPr>
                </a:tc>
                <a:tc>
                  <a:txBody>
                    <a:bodyPr/>
                    <a:lstStyle/>
                    <a:p>
                      <a:r>
                        <a:rPr lang="en-US" sz="1400" dirty="0">
                          <a:solidFill>
                            <a:schemeClr val="tx1"/>
                          </a:solidFill>
                        </a:rPr>
                        <a:t>4</a:t>
                      </a:r>
                      <a:endParaRPr lang="LID4096" sz="1400" dirty="0">
                        <a:solidFill>
                          <a:schemeClr val="tx1"/>
                        </a:solidFill>
                      </a:endParaRPr>
                    </a:p>
                  </a:txBody>
                  <a:tcPr>
                    <a:noFill/>
                  </a:tcPr>
                </a:tc>
                <a:tc>
                  <a:txBody>
                    <a:bodyPr/>
                    <a:lstStyle/>
                    <a:p>
                      <a:r>
                        <a:rPr lang="en-US" sz="1400" dirty="0">
                          <a:solidFill>
                            <a:schemeClr val="tx1"/>
                          </a:solidFill>
                        </a:rPr>
                        <a:t>3</a:t>
                      </a:r>
                      <a:endParaRPr lang="LID4096" sz="1400" dirty="0">
                        <a:solidFill>
                          <a:schemeClr val="tx1"/>
                        </a:solidFill>
                      </a:endParaRPr>
                    </a:p>
                  </a:txBody>
                  <a:tcPr>
                    <a:noFill/>
                  </a:tcPr>
                </a:tc>
                <a:tc>
                  <a:txBody>
                    <a:bodyPr/>
                    <a:lstStyle/>
                    <a:p>
                      <a:r>
                        <a:rPr lang="en-US" sz="1400" dirty="0">
                          <a:solidFill>
                            <a:schemeClr val="tx1"/>
                          </a:solidFill>
                        </a:rPr>
                        <a:t>4(3) = 12</a:t>
                      </a:r>
                      <a:endParaRPr lang="LID4096" sz="1400" dirty="0">
                        <a:solidFill>
                          <a:schemeClr val="tx1"/>
                        </a:solidFill>
                      </a:endParaRPr>
                    </a:p>
                  </a:txBody>
                  <a:tcPr>
                    <a:noFill/>
                  </a:tcPr>
                </a:tc>
                <a:tc>
                  <a:txBody>
                    <a:bodyPr/>
                    <a:lstStyle/>
                    <a:p>
                      <a:r>
                        <a:rPr lang="en-US" sz="1400" dirty="0">
                          <a:solidFill>
                            <a:schemeClr val="tx1"/>
                          </a:solidFill>
                        </a:rPr>
                        <a:t>(2 + 12 + 4) /6  = 3</a:t>
                      </a:r>
                      <a:endParaRPr lang="LID4096" sz="1400" dirty="0">
                        <a:solidFill>
                          <a:schemeClr val="tx1"/>
                        </a:solidFill>
                      </a:endParaRPr>
                    </a:p>
                  </a:txBody>
                  <a:tcPr>
                    <a:noFill/>
                  </a:tcPr>
                </a:tc>
                <a:tc>
                  <a:txBody>
                    <a:bodyPr/>
                    <a:lstStyle/>
                    <a:p>
                      <a:r>
                        <a:rPr lang="en-US" sz="1400" dirty="0">
                          <a:solidFill>
                            <a:schemeClr val="tx1"/>
                          </a:solidFill>
                        </a:rPr>
                        <a:t>(4 – 2) / 6 = 0.33</a:t>
                      </a:r>
                      <a:endParaRPr lang="LID4096" sz="1400"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0.10</a:t>
                      </a:r>
                      <a:endParaRPr lang="LID4096" sz="1400" dirty="0">
                        <a:solidFill>
                          <a:schemeClr val="tx1"/>
                        </a:solidFill>
                      </a:endParaRPr>
                    </a:p>
                  </a:txBody>
                  <a:tcPr>
                    <a:noFill/>
                  </a:tcPr>
                </a:tc>
                <a:extLst>
                  <a:ext uri="{0D108BD9-81ED-4DB2-BD59-A6C34878D82A}">
                    <a16:rowId xmlns:a16="http://schemas.microsoft.com/office/drawing/2014/main" val="3891338656"/>
                  </a:ext>
                </a:extLst>
              </a:tr>
            </a:tbl>
          </a:graphicData>
        </a:graphic>
      </p:graphicFrame>
      <p:sp>
        <p:nvSpPr>
          <p:cNvPr id="7" name="Oval 6">
            <a:extLst>
              <a:ext uri="{FF2B5EF4-FFF2-40B4-BE49-F238E27FC236}">
                <a16:creationId xmlns:a16="http://schemas.microsoft.com/office/drawing/2014/main" id="{B2426489-F3A2-4390-A8AE-48619AFA6CD2}"/>
              </a:ext>
            </a:extLst>
          </p:cNvPr>
          <p:cNvSpPr/>
          <p:nvPr/>
        </p:nvSpPr>
        <p:spPr>
          <a:xfrm>
            <a:off x="986672" y="4767295"/>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Oval 7">
            <a:extLst>
              <a:ext uri="{FF2B5EF4-FFF2-40B4-BE49-F238E27FC236}">
                <a16:creationId xmlns:a16="http://schemas.microsoft.com/office/drawing/2014/main" id="{DAC1690C-AB7D-4D8D-8137-BF26DF7729A8}"/>
              </a:ext>
            </a:extLst>
          </p:cNvPr>
          <p:cNvSpPr/>
          <p:nvPr/>
        </p:nvSpPr>
        <p:spPr>
          <a:xfrm>
            <a:off x="2245919" y="4038070"/>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Oval 8">
            <a:extLst>
              <a:ext uri="{FF2B5EF4-FFF2-40B4-BE49-F238E27FC236}">
                <a16:creationId xmlns:a16="http://schemas.microsoft.com/office/drawing/2014/main" id="{E937D47D-2D2E-4CC9-A09A-F568EF2FDE75}"/>
              </a:ext>
            </a:extLst>
          </p:cNvPr>
          <p:cNvSpPr/>
          <p:nvPr/>
        </p:nvSpPr>
        <p:spPr>
          <a:xfrm>
            <a:off x="2789093" y="4776811"/>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Oval 9">
            <a:extLst>
              <a:ext uri="{FF2B5EF4-FFF2-40B4-BE49-F238E27FC236}">
                <a16:creationId xmlns:a16="http://schemas.microsoft.com/office/drawing/2014/main" id="{B4E828C2-4BEE-45F0-A297-345CBE77D837}"/>
              </a:ext>
            </a:extLst>
          </p:cNvPr>
          <p:cNvSpPr/>
          <p:nvPr/>
        </p:nvSpPr>
        <p:spPr>
          <a:xfrm>
            <a:off x="2245919" y="5660482"/>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EEFBBD33-B3E9-4357-A341-2022BE256F27}"/>
              </a:ext>
            </a:extLst>
          </p:cNvPr>
          <p:cNvSpPr/>
          <p:nvPr/>
        </p:nvSpPr>
        <p:spPr>
          <a:xfrm>
            <a:off x="4173682" y="4786147"/>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Oval 11">
            <a:extLst>
              <a:ext uri="{FF2B5EF4-FFF2-40B4-BE49-F238E27FC236}">
                <a16:creationId xmlns:a16="http://schemas.microsoft.com/office/drawing/2014/main" id="{5ECF7FAD-CA25-45DC-8B12-6E0BEBBF9CB6}"/>
              </a:ext>
            </a:extLst>
          </p:cNvPr>
          <p:cNvSpPr/>
          <p:nvPr/>
        </p:nvSpPr>
        <p:spPr>
          <a:xfrm>
            <a:off x="5618330" y="4786147"/>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Oval 12">
            <a:extLst>
              <a:ext uri="{FF2B5EF4-FFF2-40B4-BE49-F238E27FC236}">
                <a16:creationId xmlns:a16="http://schemas.microsoft.com/office/drawing/2014/main" id="{2FD8F86C-02E1-4B81-8186-DBCBD7F3D254}"/>
              </a:ext>
            </a:extLst>
          </p:cNvPr>
          <p:cNvSpPr/>
          <p:nvPr/>
        </p:nvSpPr>
        <p:spPr>
          <a:xfrm>
            <a:off x="7118005" y="4786147"/>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7" name="Straight Arrow Connector 16">
            <a:extLst>
              <a:ext uri="{FF2B5EF4-FFF2-40B4-BE49-F238E27FC236}">
                <a16:creationId xmlns:a16="http://schemas.microsoft.com/office/drawing/2014/main" id="{25477AEB-6A06-41F3-A4DC-8432F076C4D3}"/>
              </a:ext>
            </a:extLst>
          </p:cNvPr>
          <p:cNvCxnSpPr>
            <a:stCxn id="7" idx="6"/>
            <a:endCxn id="8" idx="2"/>
          </p:cNvCxnSpPr>
          <p:nvPr/>
        </p:nvCxnSpPr>
        <p:spPr>
          <a:xfrm flipV="1">
            <a:off x="1494952" y="4292594"/>
            <a:ext cx="750967" cy="7292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A03AA26-9B30-4F6E-877D-8207ED76366A}"/>
              </a:ext>
            </a:extLst>
          </p:cNvPr>
          <p:cNvCxnSpPr>
            <a:stCxn id="7" idx="6"/>
            <a:endCxn id="10" idx="2"/>
          </p:cNvCxnSpPr>
          <p:nvPr/>
        </p:nvCxnSpPr>
        <p:spPr>
          <a:xfrm>
            <a:off x="1494952" y="5021819"/>
            <a:ext cx="750967" cy="8931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F7D6799-003D-428C-9CC8-D2825576BEC0}"/>
              </a:ext>
            </a:extLst>
          </p:cNvPr>
          <p:cNvCxnSpPr>
            <a:stCxn id="7" idx="6"/>
          </p:cNvCxnSpPr>
          <p:nvPr/>
        </p:nvCxnSpPr>
        <p:spPr>
          <a:xfrm>
            <a:off x="1494952" y="5021819"/>
            <a:ext cx="1259247" cy="78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ADC9A2B-C3F7-4B16-9D83-158017254262}"/>
              </a:ext>
            </a:extLst>
          </p:cNvPr>
          <p:cNvCxnSpPr>
            <a:stCxn id="9" idx="6"/>
            <a:endCxn id="11" idx="2"/>
          </p:cNvCxnSpPr>
          <p:nvPr/>
        </p:nvCxnSpPr>
        <p:spPr>
          <a:xfrm>
            <a:off x="3297373" y="5031335"/>
            <a:ext cx="876309" cy="93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BBF2289-261D-418A-A3AD-9E22736696F2}"/>
              </a:ext>
            </a:extLst>
          </p:cNvPr>
          <p:cNvCxnSpPr>
            <a:stCxn id="11" idx="6"/>
            <a:endCxn id="12" idx="2"/>
          </p:cNvCxnSpPr>
          <p:nvPr/>
        </p:nvCxnSpPr>
        <p:spPr>
          <a:xfrm>
            <a:off x="4681962" y="5040671"/>
            <a:ext cx="936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96AF6E6-89A8-4E84-B0C7-F9C617A0EB2F}"/>
              </a:ext>
            </a:extLst>
          </p:cNvPr>
          <p:cNvCxnSpPr>
            <a:stCxn id="12" idx="6"/>
            <a:endCxn id="13" idx="2"/>
          </p:cNvCxnSpPr>
          <p:nvPr/>
        </p:nvCxnSpPr>
        <p:spPr>
          <a:xfrm>
            <a:off x="6126610" y="5040671"/>
            <a:ext cx="9913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B0D39EC-6EF4-4910-BAB5-11E7E09CD05D}"/>
              </a:ext>
            </a:extLst>
          </p:cNvPr>
          <p:cNvCxnSpPr>
            <a:stCxn id="8" idx="6"/>
            <a:endCxn id="11" idx="2"/>
          </p:cNvCxnSpPr>
          <p:nvPr/>
        </p:nvCxnSpPr>
        <p:spPr>
          <a:xfrm>
            <a:off x="2754199" y="4292594"/>
            <a:ext cx="1419483" cy="7480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BF88EDE-D291-49B6-8C8B-AAD7964D0AC8}"/>
              </a:ext>
            </a:extLst>
          </p:cNvPr>
          <p:cNvCxnSpPr>
            <a:stCxn id="10" idx="6"/>
          </p:cNvCxnSpPr>
          <p:nvPr/>
        </p:nvCxnSpPr>
        <p:spPr>
          <a:xfrm flipV="1">
            <a:off x="2754199" y="5177907"/>
            <a:ext cx="4308779" cy="7370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C23A465-E991-40A3-A7A1-ED9ADA6FC259}"/>
              </a:ext>
            </a:extLst>
          </p:cNvPr>
          <p:cNvCxnSpPr>
            <a:stCxn id="7" idx="0"/>
            <a:endCxn id="7" idx="4"/>
          </p:cNvCxnSpPr>
          <p:nvPr/>
        </p:nvCxnSpPr>
        <p:spPr>
          <a:xfrm>
            <a:off x="1240812" y="4767295"/>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438FABB-C59A-400B-8CDE-2A5158A16969}"/>
              </a:ext>
            </a:extLst>
          </p:cNvPr>
          <p:cNvCxnSpPr>
            <a:stCxn id="8" idx="0"/>
            <a:endCxn id="8" idx="4"/>
          </p:cNvCxnSpPr>
          <p:nvPr/>
        </p:nvCxnSpPr>
        <p:spPr>
          <a:xfrm>
            <a:off x="2500059" y="4038070"/>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F4733C5-56A8-484E-925A-5FD6CF6763A3}"/>
              </a:ext>
            </a:extLst>
          </p:cNvPr>
          <p:cNvCxnSpPr>
            <a:stCxn id="9" idx="0"/>
            <a:endCxn id="9" idx="4"/>
          </p:cNvCxnSpPr>
          <p:nvPr/>
        </p:nvCxnSpPr>
        <p:spPr>
          <a:xfrm>
            <a:off x="3043233" y="4776811"/>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DF5D885-7815-4E9C-84CA-1B994899DFE1}"/>
              </a:ext>
            </a:extLst>
          </p:cNvPr>
          <p:cNvCxnSpPr>
            <a:stCxn id="10" idx="0"/>
            <a:endCxn id="10" idx="4"/>
          </p:cNvCxnSpPr>
          <p:nvPr/>
        </p:nvCxnSpPr>
        <p:spPr>
          <a:xfrm>
            <a:off x="2500059" y="5660482"/>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5F2A2AA-54FB-4D36-BC2E-4BCB35DC6E80}"/>
              </a:ext>
            </a:extLst>
          </p:cNvPr>
          <p:cNvCxnSpPr>
            <a:stCxn id="11" idx="0"/>
            <a:endCxn id="11" idx="4"/>
          </p:cNvCxnSpPr>
          <p:nvPr/>
        </p:nvCxnSpPr>
        <p:spPr>
          <a:xfrm>
            <a:off x="4427822" y="4786147"/>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70C217E-60EF-4C60-855B-AD2421FB33DA}"/>
              </a:ext>
            </a:extLst>
          </p:cNvPr>
          <p:cNvCxnSpPr>
            <a:stCxn id="12" idx="0"/>
            <a:endCxn id="12" idx="4"/>
          </p:cNvCxnSpPr>
          <p:nvPr/>
        </p:nvCxnSpPr>
        <p:spPr>
          <a:xfrm>
            <a:off x="5872470" y="4786147"/>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9D0E4EC-4710-4950-B1BA-508269C3A751}"/>
              </a:ext>
            </a:extLst>
          </p:cNvPr>
          <p:cNvCxnSpPr>
            <a:stCxn id="13" idx="0"/>
            <a:endCxn id="13" idx="4"/>
          </p:cNvCxnSpPr>
          <p:nvPr/>
        </p:nvCxnSpPr>
        <p:spPr>
          <a:xfrm>
            <a:off x="7372145" y="4786147"/>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966A758-3F7B-4D34-A049-296B431E31A1}"/>
              </a:ext>
            </a:extLst>
          </p:cNvPr>
          <p:cNvCxnSpPr>
            <a:stCxn id="7" idx="6"/>
          </p:cNvCxnSpPr>
          <p:nvPr/>
        </p:nvCxnSpPr>
        <p:spPr>
          <a:xfrm flipH="1">
            <a:off x="1240812" y="5021819"/>
            <a:ext cx="254140" cy="78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EE73AA-050B-4F87-A60A-BDA5A36D8EA6}"/>
              </a:ext>
            </a:extLst>
          </p:cNvPr>
          <p:cNvCxnSpPr>
            <a:stCxn id="9" idx="6"/>
          </p:cNvCxnSpPr>
          <p:nvPr/>
        </p:nvCxnSpPr>
        <p:spPr>
          <a:xfrm flipH="1">
            <a:off x="3043233" y="5031335"/>
            <a:ext cx="254140" cy="93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F0A3ACD-D28F-4501-AFFE-BFFDD5D46023}"/>
              </a:ext>
            </a:extLst>
          </p:cNvPr>
          <p:cNvCxnSpPr>
            <a:stCxn id="8" idx="6"/>
          </p:cNvCxnSpPr>
          <p:nvPr/>
        </p:nvCxnSpPr>
        <p:spPr>
          <a:xfrm flipH="1" flipV="1">
            <a:off x="2500058" y="4292208"/>
            <a:ext cx="254141" cy="3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3CA905B-01B4-4EC7-8AAE-42AB24A8921B}"/>
              </a:ext>
            </a:extLst>
          </p:cNvPr>
          <p:cNvCxnSpPr>
            <a:stCxn id="10" idx="6"/>
          </p:cNvCxnSpPr>
          <p:nvPr/>
        </p:nvCxnSpPr>
        <p:spPr>
          <a:xfrm flipH="1" flipV="1">
            <a:off x="2500058" y="5915005"/>
            <a:ext cx="25414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7B507F6-6FF2-474C-B402-314D588CC5B8}"/>
              </a:ext>
            </a:extLst>
          </p:cNvPr>
          <p:cNvCxnSpPr>
            <a:stCxn id="11" idx="6"/>
          </p:cNvCxnSpPr>
          <p:nvPr/>
        </p:nvCxnSpPr>
        <p:spPr>
          <a:xfrm flipH="1" flipV="1">
            <a:off x="4427822" y="5040670"/>
            <a:ext cx="25414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2813FEB-BCDA-4458-A217-E8575F4C0CC5}"/>
              </a:ext>
            </a:extLst>
          </p:cNvPr>
          <p:cNvCxnSpPr>
            <a:stCxn id="12" idx="6"/>
          </p:cNvCxnSpPr>
          <p:nvPr/>
        </p:nvCxnSpPr>
        <p:spPr>
          <a:xfrm flipH="1" flipV="1">
            <a:off x="5872470" y="5040670"/>
            <a:ext cx="25414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EDBEB14-B962-4774-B0DA-8AB01C1C107C}"/>
              </a:ext>
            </a:extLst>
          </p:cNvPr>
          <p:cNvCxnSpPr>
            <a:stCxn id="13" idx="6"/>
          </p:cNvCxnSpPr>
          <p:nvPr/>
        </p:nvCxnSpPr>
        <p:spPr>
          <a:xfrm flipH="1" flipV="1">
            <a:off x="7372145" y="5040670"/>
            <a:ext cx="25414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8D9942C3-3097-45E7-80EE-3F26746FD0B0}"/>
              </a:ext>
            </a:extLst>
          </p:cNvPr>
          <p:cNvSpPr/>
          <p:nvPr/>
        </p:nvSpPr>
        <p:spPr>
          <a:xfrm>
            <a:off x="998248" y="4845026"/>
            <a:ext cx="31130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a:t>
            </a:r>
          </a:p>
        </p:txBody>
      </p:sp>
      <p:sp>
        <p:nvSpPr>
          <p:cNvPr id="66" name="Rectangle 65">
            <a:extLst>
              <a:ext uri="{FF2B5EF4-FFF2-40B4-BE49-F238E27FC236}">
                <a16:creationId xmlns:a16="http://schemas.microsoft.com/office/drawing/2014/main" id="{AF780224-95B7-4321-BEE5-BFF2CA8EFD75}"/>
              </a:ext>
            </a:extLst>
          </p:cNvPr>
          <p:cNvSpPr/>
          <p:nvPr/>
        </p:nvSpPr>
        <p:spPr>
          <a:xfrm>
            <a:off x="2782879" y="4837152"/>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2</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67" name="Rectangle 66">
            <a:extLst>
              <a:ext uri="{FF2B5EF4-FFF2-40B4-BE49-F238E27FC236}">
                <a16:creationId xmlns:a16="http://schemas.microsoft.com/office/drawing/2014/main" id="{D425C112-A714-4DB5-ACAA-78B6B592298B}"/>
              </a:ext>
            </a:extLst>
          </p:cNvPr>
          <p:cNvSpPr/>
          <p:nvPr/>
        </p:nvSpPr>
        <p:spPr>
          <a:xfrm>
            <a:off x="2242475" y="4103209"/>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3</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68" name="Rectangle 67">
            <a:extLst>
              <a:ext uri="{FF2B5EF4-FFF2-40B4-BE49-F238E27FC236}">
                <a16:creationId xmlns:a16="http://schemas.microsoft.com/office/drawing/2014/main" id="{0C9B5837-64FE-44A8-92B8-EDA33BEDB0E0}"/>
              </a:ext>
            </a:extLst>
          </p:cNvPr>
          <p:cNvSpPr/>
          <p:nvPr/>
        </p:nvSpPr>
        <p:spPr>
          <a:xfrm>
            <a:off x="2242475" y="5730339"/>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4</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43797009-DB76-4203-8765-D381857BCD49}"/>
              </a:ext>
            </a:extLst>
          </p:cNvPr>
          <p:cNvSpPr/>
          <p:nvPr/>
        </p:nvSpPr>
        <p:spPr>
          <a:xfrm>
            <a:off x="4174910" y="4868458"/>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5</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70" name="Rectangle 69">
            <a:extLst>
              <a:ext uri="{FF2B5EF4-FFF2-40B4-BE49-F238E27FC236}">
                <a16:creationId xmlns:a16="http://schemas.microsoft.com/office/drawing/2014/main" id="{C8F5C209-1DC9-488A-8223-06988419F222}"/>
              </a:ext>
            </a:extLst>
          </p:cNvPr>
          <p:cNvSpPr/>
          <p:nvPr/>
        </p:nvSpPr>
        <p:spPr>
          <a:xfrm>
            <a:off x="5616608" y="4845026"/>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6</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99CB9FEC-7DCE-4C25-9721-F56DD3A04816}"/>
              </a:ext>
            </a:extLst>
          </p:cNvPr>
          <p:cNvSpPr/>
          <p:nvPr/>
        </p:nvSpPr>
        <p:spPr>
          <a:xfrm>
            <a:off x="7105238" y="4868458"/>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7</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72" name="Rectangle 71">
            <a:extLst>
              <a:ext uri="{FF2B5EF4-FFF2-40B4-BE49-F238E27FC236}">
                <a16:creationId xmlns:a16="http://schemas.microsoft.com/office/drawing/2014/main" id="{61073058-39DA-42B2-A112-4793410147D4}"/>
              </a:ext>
            </a:extLst>
          </p:cNvPr>
          <p:cNvSpPr/>
          <p:nvPr/>
        </p:nvSpPr>
        <p:spPr>
          <a:xfrm>
            <a:off x="1725532" y="4547117"/>
            <a:ext cx="263214"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6</a:t>
            </a:r>
          </a:p>
        </p:txBody>
      </p:sp>
      <p:sp>
        <p:nvSpPr>
          <p:cNvPr id="74" name="Rectangle 73">
            <a:extLst>
              <a:ext uri="{FF2B5EF4-FFF2-40B4-BE49-F238E27FC236}">
                <a16:creationId xmlns:a16="http://schemas.microsoft.com/office/drawing/2014/main" id="{21D6A444-F04E-445C-A113-BB14FA507668}"/>
              </a:ext>
            </a:extLst>
          </p:cNvPr>
          <p:cNvSpPr/>
          <p:nvPr/>
        </p:nvSpPr>
        <p:spPr>
          <a:xfrm>
            <a:off x="3224040" y="4479762"/>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4</a:t>
            </a:r>
          </a:p>
        </p:txBody>
      </p:sp>
      <p:sp>
        <p:nvSpPr>
          <p:cNvPr id="75" name="Rectangle 74">
            <a:extLst>
              <a:ext uri="{FF2B5EF4-FFF2-40B4-BE49-F238E27FC236}">
                <a16:creationId xmlns:a16="http://schemas.microsoft.com/office/drawing/2014/main" id="{F45C031F-83CA-4F97-85C3-05F4E0B3438E}"/>
              </a:ext>
            </a:extLst>
          </p:cNvPr>
          <p:cNvSpPr/>
          <p:nvPr/>
        </p:nvSpPr>
        <p:spPr>
          <a:xfrm>
            <a:off x="4902657" y="4912914"/>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5</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76" name="Rectangle 75">
            <a:extLst>
              <a:ext uri="{FF2B5EF4-FFF2-40B4-BE49-F238E27FC236}">
                <a16:creationId xmlns:a16="http://schemas.microsoft.com/office/drawing/2014/main" id="{0ED16930-4297-4E79-965B-D5A25555EF6E}"/>
              </a:ext>
            </a:extLst>
          </p:cNvPr>
          <p:cNvSpPr/>
          <p:nvPr/>
        </p:nvSpPr>
        <p:spPr>
          <a:xfrm>
            <a:off x="6348446" y="4916378"/>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3</a:t>
            </a:r>
          </a:p>
        </p:txBody>
      </p:sp>
      <p:sp>
        <p:nvSpPr>
          <p:cNvPr id="77" name="Rectangle 76">
            <a:extLst>
              <a:ext uri="{FF2B5EF4-FFF2-40B4-BE49-F238E27FC236}">
                <a16:creationId xmlns:a16="http://schemas.microsoft.com/office/drawing/2014/main" id="{93EE2B23-F21D-464D-97E7-AA1A9F14896D}"/>
              </a:ext>
            </a:extLst>
          </p:cNvPr>
          <p:cNvSpPr/>
          <p:nvPr/>
        </p:nvSpPr>
        <p:spPr>
          <a:xfrm>
            <a:off x="4586096" y="5460896"/>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6</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78" name="Rectangle 77">
            <a:extLst>
              <a:ext uri="{FF2B5EF4-FFF2-40B4-BE49-F238E27FC236}">
                <a16:creationId xmlns:a16="http://schemas.microsoft.com/office/drawing/2014/main" id="{DF09F41C-8726-4638-8914-7DBBB9AABCB0}"/>
              </a:ext>
            </a:extLst>
          </p:cNvPr>
          <p:cNvSpPr/>
          <p:nvPr/>
        </p:nvSpPr>
        <p:spPr>
          <a:xfrm>
            <a:off x="1738828" y="5341544"/>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5</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79" name="Rectangle 78">
            <a:extLst>
              <a:ext uri="{FF2B5EF4-FFF2-40B4-BE49-F238E27FC236}">
                <a16:creationId xmlns:a16="http://schemas.microsoft.com/office/drawing/2014/main" id="{AF88ECF5-7F02-45ED-B6D4-AAE4164CC702}"/>
              </a:ext>
            </a:extLst>
          </p:cNvPr>
          <p:cNvSpPr/>
          <p:nvPr/>
        </p:nvSpPr>
        <p:spPr>
          <a:xfrm>
            <a:off x="2019716" y="4897364"/>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2</a:t>
            </a:r>
          </a:p>
        </p:txBody>
      </p:sp>
      <p:sp>
        <p:nvSpPr>
          <p:cNvPr id="80" name="Rectangle 79">
            <a:extLst>
              <a:ext uri="{FF2B5EF4-FFF2-40B4-BE49-F238E27FC236}">
                <a16:creationId xmlns:a16="http://schemas.microsoft.com/office/drawing/2014/main" id="{CD0778EB-EFBC-4335-A134-8E8935BA724E}"/>
              </a:ext>
            </a:extLst>
          </p:cNvPr>
          <p:cNvSpPr/>
          <p:nvPr/>
        </p:nvSpPr>
        <p:spPr>
          <a:xfrm>
            <a:off x="3486864" y="4909530"/>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7</a:t>
            </a:r>
          </a:p>
        </p:txBody>
      </p:sp>
      <p:sp>
        <p:nvSpPr>
          <p:cNvPr id="81" name="Rectangle 80">
            <a:extLst>
              <a:ext uri="{FF2B5EF4-FFF2-40B4-BE49-F238E27FC236}">
                <a16:creationId xmlns:a16="http://schemas.microsoft.com/office/drawing/2014/main" id="{13B8ED48-CF29-4BF8-B394-FCA954E57950}"/>
              </a:ext>
            </a:extLst>
          </p:cNvPr>
          <p:cNvSpPr/>
          <p:nvPr/>
        </p:nvSpPr>
        <p:spPr>
          <a:xfrm>
            <a:off x="1214291" y="5020218"/>
            <a:ext cx="263214"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0</a:t>
            </a:r>
          </a:p>
        </p:txBody>
      </p:sp>
      <p:sp>
        <p:nvSpPr>
          <p:cNvPr id="82" name="Rectangle 81">
            <a:extLst>
              <a:ext uri="{FF2B5EF4-FFF2-40B4-BE49-F238E27FC236}">
                <a16:creationId xmlns:a16="http://schemas.microsoft.com/office/drawing/2014/main" id="{36C9021C-32BF-477F-90B6-C80781C188F8}"/>
              </a:ext>
            </a:extLst>
          </p:cNvPr>
          <p:cNvSpPr/>
          <p:nvPr/>
        </p:nvSpPr>
        <p:spPr>
          <a:xfrm>
            <a:off x="2460102" y="4278696"/>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6</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84" name="Rectangle 83">
            <a:extLst>
              <a:ext uri="{FF2B5EF4-FFF2-40B4-BE49-F238E27FC236}">
                <a16:creationId xmlns:a16="http://schemas.microsoft.com/office/drawing/2014/main" id="{8F616344-F612-4C50-AE1A-8DD9029EEB3B}"/>
              </a:ext>
            </a:extLst>
          </p:cNvPr>
          <p:cNvSpPr/>
          <p:nvPr/>
        </p:nvSpPr>
        <p:spPr>
          <a:xfrm>
            <a:off x="3000182" y="5041027"/>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2</a:t>
            </a:r>
          </a:p>
        </p:txBody>
      </p:sp>
      <p:sp>
        <p:nvSpPr>
          <p:cNvPr id="85" name="Rectangle 84">
            <a:extLst>
              <a:ext uri="{FF2B5EF4-FFF2-40B4-BE49-F238E27FC236}">
                <a16:creationId xmlns:a16="http://schemas.microsoft.com/office/drawing/2014/main" id="{0CDDC502-C958-4F4D-9EAD-53AFFDD9EBB2}"/>
              </a:ext>
            </a:extLst>
          </p:cNvPr>
          <p:cNvSpPr/>
          <p:nvPr/>
        </p:nvSpPr>
        <p:spPr>
          <a:xfrm>
            <a:off x="2480392" y="5905669"/>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5</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86" name="Rectangle 85">
            <a:extLst>
              <a:ext uri="{FF2B5EF4-FFF2-40B4-BE49-F238E27FC236}">
                <a16:creationId xmlns:a16="http://schemas.microsoft.com/office/drawing/2014/main" id="{E77AB367-D06B-4B15-88B2-15787E92970A}"/>
              </a:ext>
            </a:extLst>
          </p:cNvPr>
          <p:cNvSpPr/>
          <p:nvPr/>
        </p:nvSpPr>
        <p:spPr>
          <a:xfrm>
            <a:off x="4354908" y="5022156"/>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10</a:t>
            </a:r>
          </a:p>
        </p:txBody>
      </p:sp>
      <p:sp>
        <p:nvSpPr>
          <p:cNvPr id="87" name="Rectangle 86">
            <a:extLst>
              <a:ext uri="{FF2B5EF4-FFF2-40B4-BE49-F238E27FC236}">
                <a16:creationId xmlns:a16="http://schemas.microsoft.com/office/drawing/2014/main" id="{162AE2F6-DA33-4158-8DC5-7EE2685615AE}"/>
              </a:ext>
            </a:extLst>
          </p:cNvPr>
          <p:cNvSpPr/>
          <p:nvPr/>
        </p:nvSpPr>
        <p:spPr>
          <a:xfrm>
            <a:off x="5817028" y="5022160"/>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15</a:t>
            </a:r>
          </a:p>
        </p:txBody>
      </p:sp>
      <p:sp>
        <p:nvSpPr>
          <p:cNvPr id="88" name="Rectangle 87">
            <a:extLst>
              <a:ext uri="{FF2B5EF4-FFF2-40B4-BE49-F238E27FC236}">
                <a16:creationId xmlns:a16="http://schemas.microsoft.com/office/drawing/2014/main" id="{808C3CC1-770C-4870-A58C-6A5BEAFAF3FF}"/>
              </a:ext>
            </a:extLst>
          </p:cNvPr>
          <p:cNvSpPr/>
          <p:nvPr/>
        </p:nvSpPr>
        <p:spPr>
          <a:xfrm>
            <a:off x="7323515" y="5028169"/>
            <a:ext cx="34176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18</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89" name="Rectangle 88">
            <a:extLst>
              <a:ext uri="{FF2B5EF4-FFF2-40B4-BE49-F238E27FC236}">
                <a16:creationId xmlns:a16="http://schemas.microsoft.com/office/drawing/2014/main" id="{1C9094F0-62DC-4923-80B5-2D9DC0BF10EB}"/>
              </a:ext>
            </a:extLst>
          </p:cNvPr>
          <p:cNvSpPr/>
          <p:nvPr/>
        </p:nvSpPr>
        <p:spPr>
          <a:xfrm>
            <a:off x="7317077" y="4805099"/>
            <a:ext cx="34176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18</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90" name="Rectangle 89">
            <a:extLst>
              <a:ext uri="{FF2B5EF4-FFF2-40B4-BE49-F238E27FC236}">
                <a16:creationId xmlns:a16="http://schemas.microsoft.com/office/drawing/2014/main" id="{545CB3AE-E33D-45BA-AA8B-BBEF18612624}"/>
              </a:ext>
            </a:extLst>
          </p:cNvPr>
          <p:cNvSpPr/>
          <p:nvPr/>
        </p:nvSpPr>
        <p:spPr>
          <a:xfrm>
            <a:off x="5812508" y="4824033"/>
            <a:ext cx="34176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15</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91" name="Rectangle 90">
            <a:extLst>
              <a:ext uri="{FF2B5EF4-FFF2-40B4-BE49-F238E27FC236}">
                <a16:creationId xmlns:a16="http://schemas.microsoft.com/office/drawing/2014/main" id="{4F10FB8C-74DF-46F8-A1A9-1A7662CF18F5}"/>
              </a:ext>
            </a:extLst>
          </p:cNvPr>
          <p:cNvSpPr/>
          <p:nvPr/>
        </p:nvSpPr>
        <p:spPr>
          <a:xfrm>
            <a:off x="4364961" y="4845026"/>
            <a:ext cx="34176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10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92" name="Rectangle 91">
            <a:extLst>
              <a:ext uri="{FF2B5EF4-FFF2-40B4-BE49-F238E27FC236}">
                <a16:creationId xmlns:a16="http://schemas.microsoft.com/office/drawing/2014/main" id="{1610F2BE-CAB8-43EC-84DE-8E92170CC97E}"/>
              </a:ext>
            </a:extLst>
          </p:cNvPr>
          <p:cNvSpPr/>
          <p:nvPr/>
        </p:nvSpPr>
        <p:spPr>
          <a:xfrm>
            <a:off x="2447333" y="5695490"/>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12</a:t>
            </a:r>
          </a:p>
        </p:txBody>
      </p:sp>
      <p:sp>
        <p:nvSpPr>
          <p:cNvPr id="93" name="Rectangle 92">
            <a:extLst>
              <a:ext uri="{FF2B5EF4-FFF2-40B4-BE49-F238E27FC236}">
                <a16:creationId xmlns:a16="http://schemas.microsoft.com/office/drawing/2014/main" id="{636BFD0A-CA99-409A-9F0D-F10FD8E3C53F}"/>
              </a:ext>
            </a:extLst>
          </p:cNvPr>
          <p:cNvSpPr/>
          <p:nvPr/>
        </p:nvSpPr>
        <p:spPr>
          <a:xfrm>
            <a:off x="3008361" y="4822459"/>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3</a:t>
            </a:r>
          </a:p>
        </p:txBody>
      </p:sp>
      <p:sp>
        <p:nvSpPr>
          <p:cNvPr id="94" name="Rectangle 93">
            <a:extLst>
              <a:ext uri="{FF2B5EF4-FFF2-40B4-BE49-F238E27FC236}">
                <a16:creationId xmlns:a16="http://schemas.microsoft.com/office/drawing/2014/main" id="{BF20DB5C-FF38-4862-A80A-C18080AACF9F}"/>
              </a:ext>
            </a:extLst>
          </p:cNvPr>
          <p:cNvSpPr/>
          <p:nvPr/>
        </p:nvSpPr>
        <p:spPr>
          <a:xfrm>
            <a:off x="2460663" y="4081893"/>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6</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95" name="Rectangle 94">
            <a:extLst>
              <a:ext uri="{FF2B5EF4-FFF2-40B4-BE49-F238E27FC236}">
                <a16:creationId xmlns:a16="http://schemas.microsoft.com/office/drawing/2014/main" id="{345FFF18-EE9E-4081-840A-F0002236DB21}"/>
              </a:ext>
            </a:extLst>
          </p:cNvPr>
          <p:cNvSpPr/>
          <p:nvPr/>
        </p:nvSpPr>
        <p:spPr>
          <a:xfrm>
            <a:off x="1225515" y="4804820"/>
            <a:ext cx="263214"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0</a:t>
            </a:r>
          </a:p>
        </p:txBody>
      </p:sp>
      <p:sp>
        <p:nvSpPr>
          <p:cNvPr id="96" name="Rectangle 95">
            <a:extLst>
              <a:ext uri="{FF2B5EF4-FFF2-40B4-BE49-F238E27FC236}">
                <a16:creationId xmlns:a16="http://schemas.microsoft.com/office/drawing/2014/main" id="{C868F9F9-7715-432A-A098-B0260B65C05A}"/>
              </a:ext>
            </a:extLst>
          </p:cNvPr>
          <p:cNvSpPr/>
          <p:nvPr/>
        </p:nvSpPr>
        <p:spPr>
          <a:xfrm>
            <a:off x="875167" y="5319534"/>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97" name="Rectangle 96">
            <a:extLst>
              <a:ext uri="{FF2B5EF4-FFF2-40B4-BE49-F238E27FC236}">
                <a16:creationId xmlns:a16="http://schemas.microsoft.com/office/drawing/2014/main" id="{46C601DF-56B2-4545-95DC-E279B10AB291}"/>
              </a:ext>
            </a:extLst>
          </p:cNvPr>
          <p:cNvSpPr/>
          <p:nvPr/>
        </p:nvSpPr>
        <p:spPr>
          <a:xfrm>
            <a:off x="2149138" y="3810587"/>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98" name="Rectangle 97">
            <a:extLst>
              <a:ext uri="{FF2B5EF4-FFF2-40B4-BE49-F238E27FC236}">
                <a16:creationId xmlns:a16="http://schemas.microsoft.com/office/drawing/2014/main" id="{96CD1AE8-0A24-4401-8785-187D01BAA297}"/>
              </a:ext>
            </a:extLst>
          </p:cNvPr>
          <p:cNvSpPr/>
          <p:nvPr/>
        </p:nvSpPr>
        <p:spPr>
          <a:xfrm>
            <a:off x="4103143" y="4536119"/>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99" name="Rectangle 98">
            <a:extLst>
              <a:ext uri="{FF2B5EF4-FFF2-40B4-BE49-F238E27FC236}">
                <a16:creationId xmlns:a16="http://schemas.microsoft.com/office/drawing/2014/main" id="{C6035ED2-E267-4B65-8486-4C31FE426E89}"/>
              </a:ext>
            </a:extLst>
          </p:cNvPr>
          <p:cNvSpPr/>
          <p:nvPr/>
        </p:nvSpPr>
        <p:spPr>
          <a:xfrm>
            <a:off x="5491308" y="4518039"/>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00" name="Rectangle 99">
            <a:extLst>
              <a:ext uri="{FF2B5EF4-FFF2-40B4-BE49-F238E27FC236}">
                <a16:creationId xmlns:a16="http://schemas.microsoft.com/office/drawing/2014/main" id="{2A884D03-2859-4D94-A7DF-9101A1EDD1B7}"/>
              </a:ext>
            </a:extLst>
          </p:cNvPr>
          <p:cNvSpPr/>
          <p:nvPr/>
        </p:nvSpPr>
        <p:spPr>
          <a:xfrm>
            <a:off x="7006500" y="4488902"/>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01" name="Rectangle 100">
            <a:extLst>
              <a:ext uri="{FF2B5EF4-FFF2-40B4-BE49-F238E27FC236}">
                <a16:creationId xmlns:a16="http://schemas.microsoft.com/office/drawing/2014/main" id="{CA7A75BD-52E9-42F0-9BAF-5752F367F7E1}"/>
              </a:ext>
            </a:extLst>
          </p:cNvPr>
          <p:cNvSpPr/>
          <p:nvPr/>
        </p:nvSpPr>
        <p:spPr>
          <a:xfrm>
            <a:off x="2684799" y="5281190"/>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1</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02" name="Rectangle 101">
            <a:extLst>
              <a:ext uri="{FF2B5EF4-FFF2-40B4-BE49-F238E27FC236}">
                <a16:creationId xmlns:a16="http://schemas.microsoft.com/office/drawing/2014/main" id="{869C700E-1907-4BF8-A660-C02846C107D1}"/>
              </a:ext>
            </a:extLst>
          </p:cNvPr>
          <p:cNvSpPr/>
          <p:nvPr/>
        </p:nvSpPr>
        <p:spPr>
          <a:xfrm>
            <a:off x="2109864" y="6179045"/>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7</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03" name="Rectangle 102">
            <a:extLst>
              <a:ext uri="{FF2B5EF4-FFF2-40B4-BE49-F238E27FC236}">
                <a16:creationId xmlns:a16="http://schemas.microsoft.com/office/drawing/2014/main" id="{CA891294-8E93-4D91-8211-0CD44F0ACC36}"/>
              </a:ext>
            </a:extLst>
          </p:cNvPr>
          <p:cNvSpPr/>
          <p:nvPr/>
        </p:nvSpPr>
        <p:spPr>
          <a:xfrm>
            <a:off x="7658837" y="4090998"/>
            <a:ext cx="3242171"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Critical Path = 1 – 3 – 5 – 6 – 7 </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105" name="Rectangle 104">
            <a:extLst>
              <a:ext uri="{FF2B5EF4-FFF2-40B4-BE49-F238E27FC236}">
                <a16:creationId xmlns:a16="http://schemas.microsoft.com/office/drawing/2014/main" id="{21C5C955-3A6A-471F-9252-BC5E6F52491A}"/>
              </a:ext>
            </a:extLst>
          </p:cNvPr>
          <p:cNvSpPr/>
          <p:nvPr/>
        </p:nvSpPr>
        <p:spPr>
          <a:xfrm>
            <a:off x="7658837" y="4371581"/>
            <a:ext cx="4559197" cy="923330"/>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Critical Variance = 0.10 + 0.43 + 0.10 + 0.10</a:t>
            </a:r>
          </a:p>
          <a:p>
            <a:pPr algn="ctr"/>
            <a:r>
              <a:rPr lang="en-US" dirty="0">
                <a:ln w="0"/>
                <a:effectLst>
                  <a:outerShdw blurRad="38100" dist="19050" dir="2700000" algn="tl" rotWithShape="0">
                    <a:schemeClr val="dk1">
                      <a:alpha val="40000"/>
                    </a:schemeClr>
                  </a:outerShdw>
                </a:effectLst>
              </a:rPr>
              <a:t>= 0.73         </a:t>
            </a:r>
          </a:p>
          <a:p>
            <a:pPr algn="ctr"/>
            <a:endParaRPr lang="en-US" dirty="0">
              <a:ln w="0"/>
              <a:effectLst>
                <a:outerShdw blurRad="38100" dist="19050" dir="2700000" algn="tl" rotWithShape="0">
                  <a:schemeClr val="dk1">
                    <a:alpha val="40000"/>
                  </a:schemeClr>
                </a:outerShdw>
              </a:effectLst>
            </a:endParaRPr>
          </a:p>
        </p:txBody>
      </p:sp>
      <p:sp>
        <p:nvSpPr>
          <p:cNvPr id="73" name="Rectangle 72">
            <a:extLst>
              <a:ext uri="{FF2B5EF4-FFF2-40B4-BE49-F238E27FC236}">
                <a16:creationId xmlns:a16="http://schemas.microsoft.com/office/drawing/2014/main" id="{22D66D02-39CC-48BC-9455-1E6BD60164F6}"/>
              </a:ext>
            </a:extLst>
          </p:cNvPr>
          <p:cNvSpPr/>
          <p:nvPr/>
        </p:nvSpPr>
        <p:spPr>
          <a:xfrm>
            <a:off x="7689795" y="5043874"/>
            <a:ext cx="3094245" cy="646331"/>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Total Duration = 6 + 4 + 5 + 3</a:t>
            </a:r>
          </a:p>
          <a:p>
            <a:pPr algn="ctr"/>
            <a:r>
              <a:rPr lang="en-US" b="0" cap="none" spc="0" dirty="0">
                <a:ln w="0"/>
                <a:solidFill>
                  <a:schemeClr val="tx1"/>
                </a:solidFill>
                <a:effectLst>
                  <a:outerShdw blurRad="38100" dist="19050" dir="2700000" algn="tl" rotWithShape="0">
                    <a:schemeClr val="dk1">
                      <a:alpha val="40000"/>
                    </a:schemeClr>
                  </a:outerShdw>
                </a:effectLst>
              </a:rPr>
              <a:t>    = 18</a:t>
            </a:r>
          </a:p>
        </p:txBody>
      </p:sp>
    </p:spTree>
    <p:extLst>
      <p:ext uri="{BB962C8B-B14F-4D97-AF65-F5344CB8AC3E}">
        <p14:creationId xmlns:p14="http://schemas.microsoft.com/office/powerpoint/2010/main" val="226024296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5B54744-1C7B-45B7-9B9C-3EA567E8E800}"/>
              </a:ext>
            </a:extLst>
          </p:cNvPr>
          <p:cNvSpPr>
            <a:spLocks noGrp="1"/>
          </p:cNvSpPr>
          <p:nvPr>
            <p:ph type="ftr" sz="quarter" idx="11"/>
          </p:nvPr>
        </p:nvSpPr>
        <p:spPr>
          <a:xfrm>
            <a:off x="6766319" y="6191779"/>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C2B0A502-20FA-437B-8933-A0E2F59D5135}"/>
              </a:ext>
            </a:extLst>
          </p:cNvPr>
          <p:cNvSpPr>
            <a:spLocks noGrp="1"/>
          </p:cNvSpPr>
          <p:nvPr>
            <p:ph type="sldNum" sz="quarter" idx="12"/>
          </p:nvPr>
        </p:nvSpPr>
        <p:spPr>
          <a:xfrm>
            <a:off x="11115307" y="6495298"/>
            <a:ext cx="771089" cy="365125"/>
          </a:xfrm>
        </p:spPr>
        <p:txBody>
          <a:bodyPr/>
          <a:lstStyle/>
          <a:p>
            <a:fld id="{76711B12-96E3-4CC6-8596-5FF84CCB8B40}" type="slidenum">
              <a:rPr lang="LID4096" smtClean="0"/>
              <a:t>130</a:t>
            </a:fld>
            <a:endParaRPr lang="LID4096" dirty="0"/>
          </a:p>
        </p:txBody>
      </p:sp>
      <p:graphicFrame>
        <p:nvGraphicFramePr>
          <p:cNvPr id="6" name="Table 6">
            <a:extLst>
              <a:ext uri="{FF2B5EF4-FFF2-40B4-BE49-F238E27FC236}">
                <a16:creationId xmlns:a16="http://schemas.microsoft.com/office/drawing/2014/main" id="{BEBEA6F9-EBCA-429E-AAC3-82780514656D}"/>
              </a:ext>
            </a:extLst>
          </p:cNvPr>
          <p:cNvGraphicFramePr>
            <a:graphicFrameLocks noGrp="1"/>
          </p:cNvGraphicFramePr>
          <p:nvPr>
            <p:extLst>
              <p:ext uri="{D42A27DB-BD31-4B8C-83A1-F6EECF244321}">
                <p14:modId xmlns:p14="http://schemas.microsoft.com/office/powerpoint/2010/main" val="3452974649"/>
              </p:ext>
            </p:extLst>
          </p:nvPr>
        </p:nvGraphicFramePr>
        <p:xfrm>
          <a:off x="92783" y="57714"/>
          <a:ext cx="12006433" cy="3977640"/>
        </p:xfrm>
        <a:graphic>
          <a:graphicData uri="http://schemas.openxmlformats.org/drawingml/2006/table">
            <a:tbl>
              <a:tblPr firstRow="1" bandRow="1">
                <a:tableStyleId>{5C22544A-7EE6-4342-B048-85BDC9FD1C3A}</a:tableStyleId>
              </a:tblPr>
              <a:tblGrid>
                <a:gridCol w="1074656">
                  <a:extLst>
                    <a:ext uri="{9D8B030D-6E8A-4147-A177-3AD203B41FA5}">
                      <a16:colId xmlns:a16="http://schemas.microsoft.com/office/drawing/2014/main" val="3794411509"/>
                    </a:ext>
                  </a:extLst>
                </a:gridCol>
                <a:gridCol w="1168923">
                  <a:extLst>
                    <a:ext uri="{9D8B030D-6E8A-4147-A177-3AD203B41FA5}">
                      <a16:colId xmlns:a16="http://schemas.microsoft.com/office/drawing/2014/main" val="3917761690"/>
                    </a:ext>
                  </a:extLst>
                </a:gridCol>
                <a:gridCol w="1319753">
                  <a:extLst>
                    <a:ext uri="{9D8B030D-6E8A-4147-A177-3AD203B41FA5}">
                      <a16:colId xmlns:a16="http://schemas.microsoft.com/office/drawing/2014/main" val="1866319361"/>
                    </a:ext>
                  </a:extLst>
                </a:gridCol>
                <a:gridCol w="1319752">
                  <a:extLst>
                    <a:ext uri="{9D8B030D-6E8A-4147-A177-3AD203B41FA5}">
                      <a16:colId xmlns:a16="http://schemas.microsoft.com/office/drawing/2014/main" val="362402828"/>
                    </a:ext>
                  </a:extLst>
                </a:gridCol>
                <a:gridCol w="1348033">
                  <a:extLst>
                    <a:ext uri="{9D8B030D-6E8A-4147-A177-3AD203B41FA5}">
                      <a16:colId xmlns:a16="http://schemas.microsoft.com/office/drawing/2014/main" val="3391750582"/>
                    </a:ext>
                  </a:extLst>
                </a:gridCol>
                <a:gridCol w="2619808">
                  <a:extLst>
                    <a:ext uri="{9D8B030D-6E8A-4147-A177-3AD203B41FA5}">
                      <a16:colId xmlns:a16="http://schemas.microsoft.com/office/drawing/2014/main" val="3770018008"/>
                    </a:ext>
                  </a:extLst>
                </a:gridCol>
                <a:gridCol w="1791092">
                  <a:extLst>
                    <a:ext uri="{9D8B030D-6E8A-4147-A177-3AD203B41FA5}">
                      <a16:colId xmlns:a16="http://schemas.microsoft.com/office/drawing/2014/main" val="1545090175"/>
                    </a:ext>
                  </a:extLst>
                </a:gridCol>
                <a:gridCol w="1364416">
                  <a:extLst>
                    <a:ext uri="{9D8B030D-6E8A-4147-A177-3AD203B41FA5}">
                      <a16:colId xmlns:a16="http://schemas.microsoft.com/office/drawing/2014/main" val="899892795"/>
                    </a:ext>
                  </a:extLst>
                </a:gridCol>
              </a:tblGrid>
              <a:tr h="370840">
                <a:tc>
                  <a:txBody>
                    <a:bodyPr/>
                    <a:lstStyle/>
                    <a:p>
                      <a:r>
                        <a:rPr lang="en-US" dirty="0">
                          <a:solidFill>
                            <a:schemeClr val="tx1"/>
                          </a:solidFill>
                        </a:rPr>
                        <a:t>Activity</a:t>
                      </a:r>
                      <a:endParaRPr lang="LID4096" dirty="0">
                        <a:solidFill>
                          <a:schemeClr val="tx1"/>
                        </a:solidFill>
                      </a:endParaRPr>
                    </a:p>
                  </a:txBody>
                  <a:tcPr>
                    <a:noFill/>
                  </a:tcPr>
                </a:tc>
                <a:tc>
                  <a:txBody>
                    <a:bodyPr/>
                    <a:lstStyle/>
                    <a:p>
                      <a:r>
                        <a:rPr lang="en-US" dirty="0">
                          <a:solidFill>
                            <a:schemeClr val="tx1"/>
                          </a:solidFill>
                        </a:rPr>
                        <a:t>Optimistic (O or to)</a:t>
                      </a:r>
                      <a:endParaRPr lang="LID4096" dirty="0">
                        <a:solidFill>
                          <a:schemeClr val="tx1"/>
                        </a:solidFill>
                      </a:endParaRPr>
                    </a:p>
                  </a:txBody>
                  <a:tcPr>
                    <a:noFill/>
                  </a:tcPr>
                </a:tc>
                <a:tc>
                  <a:txBody>
                    <a:bodyPr/>
                    <a:lstStyle/>
                    <a:p>
                      <a:r>
                        <a:rPr lang="en-US" dirty="0">
                          <a:solidFill>
                            <a:schemeClr val="tx1"/>
                          </a:solidFill>
                        </a:rPr>
                        <a:t>Pessimistic</a:t>
                      </a:r>
                    </a:p>
                    <a:p>
                      <a:r>
                        <a:rPr lang="en-US" dirty="0">
                          <a:solidFill>
                            <a:schemeClr val="tx1"/>
                          </a:solidFill>
                        </a:rPr>
                        <a:t>(P or tp)</a:t>
                      </a:r>
                      <a:endParaRPr lang="LID4096" dirty="0">
                        <a:solidFill>
                          <a:schemeClr val="tx1"/>
                        </a:solidFill>
                      </a:endParaRPr>
                    </a:p>
                  </a:txBody>
                  <a:tcPr>
                    <a:noFill/>
                  </a:tcPr>
                </a:tc>
                <a:tc>
                  <a:txBody>
                    <a:bodyPr/>
                    <a:lstStyle/>
                    <a:p>
                      <a:r>
                        <a:rPr lang="en-US" dirty="0">
                          <a:solidFill>
                            <a:schemeClr val="tx1"/>
                          </a:solidFill>
                        </a:rPr>
                        <a:t>Most Likely</a:t>
                      </a:r>
                    </a:p>
                    <a:p>
                      <a:r>
                        <a:rPr lang="en-US" dirty="0">
                          <a:solidFill>
                            <a:schemeClr val="tx1"/>
                          </a:solidFill>
                        </a:rPr>
                        <a:t>(M or tm)</a:t>
                      </a:r>
                      <a:endParaRPr lang="LID4096" dirty="0">
                        <a:solidFill>
                          <a:schemeClr val="tx1"/>
                        </a:solidFill>
                      </a:endParaRPr>
                    </a:p>
                  </a:txBody>
                  <a:tcPr>
                    <a:noFill/>
                  </a:tcPr>
                </a:tc>
                <a:tc>
                  <a:txBody>
                    <a:bodyPr/>
                    <a:lstStyle/>
                    <a:p>
                      <a:r>
                        <a:rPr lang="en-US" dirty="0">
                          <a:solidFill>
                            <a:schemeClr val="tx1"/>
                          </a:solidFill>
                        </a:rPr>
                        <a:t>4tm</a:t>
                      </a:r>
                      <a:endParaRPr lang="LID4096" dirty="0">
                        <a:solidFill>
                          <a:schemeClr val="tx1"/>
                        </a:solidFill>
                      </a:endParaRPr>
                    </a:p>
                  </a:txBody>
                  <a:tcPr>
                    <a:noFill/>
                  </a:tcPr>
                </a:tc>
                <a:tc>
                  <a:txBody>
                    <a:bodyPr/>
                    <a:lstStyle/>
                    <a:p>
                      <a:r>
                        <a:rPr lang="en-US" dirty="0">
                          <a:solidFill>
                            <a:schemeClr val="tx1"/>
                          </a:solidFill>
                        </a:rPr>
                        <a:t>Te = to + 4tm + tp</a:t>
                      </a:r>
                      <a:endParaRPr lang="LID4096" dirty="0">
                        <a:solidFill>
                          <a:schemeClr val="tx1"/>
                        </a:solidFill>
                      </a:endParaRPr>
                    </a:p>
                  </a:txBody>
                  <a:tcPr>
                    <a:noFill/>
                  </a:tcPr>
                </a:tc>
                <a:tc>
                  <a:txBody>
                    <a:bodyPr/>
                    <a:lstStyle/>
                    <a:p>
                      <a:r>
                        <a:rPr lang="en-US" dirty="0">
                          <a:solidFill>
                            <a:schemeClr val="tx1"/>
                          </a:solidFill>
                        </a:rPr>
                        <a:t>σ = (tp – to) / 6 </a:t>
                      </a:r>
                      <a:endParaRPr lang="LID4096" dirty="0">
                        <a:solidFill>
                          <a:schemeClr val="tx1"/>
                        </a:solidFill>
                      </a:endParaRPr>
                    </a:p>
                  </a:txBody>
                  <a:tcPr>
                    <a:noFill/>
                  </a:tcPr>
                </a:tc>
                <a:tc>
                  <a:txBody>
                    <a:bodyPr/>
                    <a:lstStyle/>
                    <a:p>
                      <a:r>
                        <a:rPr lang="en-US" dirty="0">
                          <a:solidFill>
                            <a:schemeClr val="tx1"/>
                          </a:solidFill>
                        </a:rPr>
                        <a:t>σ²</a:t>
                      </a:r>
                      <a:endParaRPr lang="LID4096" dirty="0">
                        <a:solidFill>
                          <a:schemeClr val="tx1"/>
                        </a:solidFill>
                      </a:endParaRPr>
                    </a:p>
                  </a:txBody>
                  <a:tcPr>
                    <a:noFill/>
                  </a:tcPr>
                </a:tc>
                <a:extLst>
                  <a:ext uri="{0D108BD9-81ED-4DB2-BD59-A6C34878D82A}">
                    <a16:rowId xmlns:a16="http://schemas.microsoft.com/office/drawing/2014/main" val="500534000"/>
                  </a:ext>
                </a:extLst>
              </a:tr>
              <a:tr h="370840">
                <a:tc>
                  <a:txBody>
                    <a:bodyPr/>
                    <a:lstStyle/>
                    <a:p>
                      <a:r>
                        <a:rPr lang="en-US" dirty="0">
                          <a:solidFill>
                            <a:schemeClr val="tx1"/>
                          </a:solidFill>
                        </a:rPr>
                        <a:t>1 – 2</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4(6) = 24</a:t>
                      </a:r>
                      <a:endParaRPr lang="LID4096" dirty="0">
                        <a:solidFill>
                          <a:schemeClr val="tx1"/>
                        </a:solidFill>
                      </a:endParaRPr>
                    </a:p>
                  </a:txBody>
                  <a:tcPr>
                    <a:noFill/>
                  </a:tcPr>
                </a:tc>
                <a:tc>
                  <a:txBody>
                    <a:bodyPr/>
                    <a:lstStyle/>
                    <a:p>
                      <a:r>
                        <a:rPr lang="en-US" dirty="0">
                          <a:solidFill>
                            <a:schemeClr val="tx1"/>
                          </a:solidFill>
                        </a:rPr>
                        <a:t>(3 + 24 + 15) / 6 = 7</a:t>
                      </a:r>
                      <a:endParaRPr lang="LID4096" dirty="0">
                        <a:solidFill>
                          <a:schemeClr val="tx1"/>
                        </a:solidFill>
                      </a:endParaRPr>
                    </a:p>
                  </a:txBody>
                  <a:tcPr>
                    <a:noFill/>
                  </a:tcPr>
                </a:tc>
                <a:tc>
                  <a:txBody>
                    <a:bodyPr/>
                    <a:lstStyle/>
                    <a:p>
                      <a:r>
                        <a:rPr lang="en-US" dirty="0">
                          <a:solidFill>
                            <a:schemeClr val="tx1"/>
                          </a:solidFill>
                        </a:rPr>
                        <a:t>(15 – 3) / 6 = 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2469720667"/>
                  </a:ext>
                </a:extLst>
              </a:tr>
              <a:tr h="370840">
                <a:tc>
                  <a:txBody>
                    <a:bodyPr/>
                    <a:lstStyle/>
                    <a:p>
                      <a:r>
                        <a:rPr lang="en-US" dirty="0">
                          <a:solidFill>
                            <a:schemeClr val="tx1"/>
                          </a:solidFill>
                        </a:rPr>
                        <a:t>2 – 3</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14</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4(5) = 20</a:t>
                      </a:r>
                      <a:endParaRPr lang="LID4096" dirty="0">
                        <a:solidFill>
                          <a:schemeClr val="tx1"/>
                        </a:solidFill>
                      </a:endParaRPr>
                    </a:p>
                  </a:txBody>
                  <a:tcPr>
                    <a:noFill/>
                  </a:tcPr>
                </a:tc>
                <a:tc>
                  <a:txBody>
                    <a:bodyPr/>
                    <a:lstStyle/>
                    <a:p>
                      <a:r>
                        <a:rPr lang="en-US" dirty="0">
                          <a:solidFill>
                            <a:schemeClr val="tx1"/>
                          </a:solidFill>
                        </a:rPr>
                        <a:t>(2 + 20 + 14) / 6 = 6</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(14 – 2) / 6 = 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1739451418"/>
                  </a:ext>
                </a:extLst>
              </a:tr>
              <a:tr h="370840">
                <a:tc>
                  <a:txBody>
                    <a:bodyPr/>
                    <a:lstStyle/>
                    <a:p>
                      <a:r>
                        <a:rPr lang="en-US" dirty="0">
                          <a:solidFill>
                            <a:schemeClr val="tx1"/>
                          </a:solidFill>
                        </a:rPr>
                        <a:t>1 – 4</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30</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4(12) = 48</a:t>
                      </a:r>
                      <a:endParaRPr lang="LID4096" dirty="0">
                        <a:solidFill>
                          <a:schemeClr val="tx1"/>
                        </a:solidFill>
                      </a:endParaRPr>
                    </a:p>
                  </a:txBody>
                  <a:tcPr>
                    <a:noFill/>
                  </a:tcPr>
                </a:tc>
                <a:tc>
                  <a:txBody>
                    <a:bodyPr/>
                    <a:lstStyle/>
                    <a:p>
                      <a:r>
                        <a:rPr lang="en-US" dirty="0">
                          <a:solidFill>
                            <a:schemeClr val="tx1"/>
                          </a:solidFill>
                        </a:rPr>
                        <a:t>(6 + 48 + 30) / 6 = 14</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(30 – 6) / 6 = 4</a:t>
                      </a:r>
                      <a:endParaRPr lang="LID4096" dirty="0">
                        <a:solidFill>
                          <a:schemeClr val="tx1"/>
                        </a:solidFill>
                      </a:endParaRPr>
                    </a:p>
                  </a:txBody>
                  <a:tcPr>
                    <a:noFill/>
                  </a:tcPr>
                </a:tc>
                <a:tc>
                  <a:txBody>
                    <a:bodyPr/>
                    <a:lstStyle/>
                    <a:p>
                      <a:r>
                        <a:rPr lang="en-US" dirty="0">
                          <a:solidFill>
                            <a:schemeClr val="tx1"/>
                          </a:solidFill>
                        </a:rPr>
                        <a:t>16</a:t>
                      </a:r>
                      <a:endParaRPr lang="LID4096" dirty="0">
                        <a:solidFill>
                          <a:schemeClr val="tx1"/>
                        </a:solidFill>
                      </a:endParaRPr>
                    </a:p>
                  </a:txBody>
                  <a:tcPr>
                    <a:noFill/>
                  </a:tcPr>
                </a:tc>
                <a:extLst>
                  <a:ext uri="{0D108BD9-81ED-4DB2-BD59-A6C34878D82A}">
                    <a16:rowId xmlns:a16="http://schemas.microsoft.com/office/drawing/2014/main" val="1928649831"/>
                  </a:ext>
                </a:extLst>
              </a:tr>
              <a:tr h="370840">
                <a:tc>
                  <a:txBody>
                    <a:bodyPr/>
                    <a:lstStyle/>
                    <a:p>
                      <a:r>
                        <a:rPr lang="en-US" dirty="0">
                          <a:solidFill>
                            <a:schemeClr val="tx1"/>
                          </a:solidFill>
                        </a:rPr>
                        <a:t>2 – 5</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4(5) = 20</a:t>
                      </a:r>
                      <a:endParaRPr lang="LID4096" dirty="0">
                        <a:solidFill>
                          <a:schemeClr val="tx1"/>
                        </a:solidFill>
                      </a:endParaRPr>
                    </a:p>
                  </a:txBody>
                  <a:tcPr>
                    <a:noFill/>
                  </a:tcPr>
                </a:tc>
                <a:tc>
                  <a:txBody>
                    <a:bodyPr/>
                    <a:lstStyle/>
                    <a:p>
                      <a:r>
                        <a:rPr lang="en-US" dirty="0">
                          <a:solidFill>
                            <a:schemeClr val="tx1"/>
                          </a:solidFill>
                        </a:rPr>
                        <a:t>(2 + 20 + 8) / 6 = 5</a:t>
                      </a:r>
                      <a:endParaRPr lang="LID4096" dirty="0">
                        <a:solidFill>
                          <a:schemeClr val="tx1"/>
                        </a:solidFill>
                      </a:endParaRPr>
                    </a:p>
                  </a:txBody>
                  <a:tcPr>
                    <a:noFill/>
                  </a:tcPr>
                </a:tc>
                <a:tc>
                  <a:txBody>
                    <a:bodyPr/>
                    <a:lstStyle/>
                    <a:p>
                      <a:r>
                        <a:rPr lang="en-US" dirty="0">
                          <a:solidFill>
                            <a:schemeClr val="tx1"/>
                          </a:solidFill>
                        </a:rPr>
                        <a:t>(8 – 2) / 6 =  1</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2212358426"/>
                  </a:ext>
                </a:extLst>
              </a:tr>
              <a:tr h="370840">
                <a:tc>
                  <a:txBody>
                    <a:bodyPr/>
                    <a:lstStyle/>
                    <a:p>
                      <a:r>
                        <a:rPr lang="en-US" dirty="0">
                          <a:solidFill>
                            <a:schemeClr val="tx1"/>
                          </a:solidFill>
                        </a:rPr>
                        <a:t>2 – 6</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17</a:t>
                      </a:r>
                      <a:endParaRPr lang="LID4096" dirty="0">
                        <a:solidFill>
                          <a:schemeClr val="tx1"/>
                        </a:solidFill>
                      </a:endParaRPr>
                    </a:p>
                  </a:txBody>
                  <a:tcPr>
                    <a:noFill/>
                  </a:tcPr>
                </a:tc>
                <a:tc>
                  <a:txBody>
                    <a:bodyPr/>
                    <a:lstStyle/>
                    <a:p>
                      <a:r>
                        <a:rPr lang="en-US" dirty="0">
                          <a:solidFill>
                            <a:schemeClr val="tx1"/>
                          </a:solidFill>
                        </a:rPr>
                        <a:t>11</a:t>
                      </a:r>
                      <a:endParaRPr lang="LID4096" dirty="0">
                        <a:solidFill>
                          <a:schemeClr val="tx1"/>
                        </a:solidFill>
                      </a:endParaRPr>
                    </a:p>
                  </a:txBody>
                  <a:tcPr>
                    <a:noFill/>
                  </a:tcPr>
                </a:tc>
                <a:tc>
                  <a:txBody>
                    <a:bodyPr/>
                    <a:lstStyle/>
                    <a:p>
                      <a:r>
                        <a:rPr lang="en-US" dirty="0">
                          <a:solidFill>
                            <a:schemeClr val="tx1"/>
                          </a:solidFill>
                        </a:rPr>
                        <a:t>4(11) = 44</a:t>
                      </a:r>
                      <a:endParaRPr lang="LID4096" dirty="0">
                        <a:solidFill>
                          <a:schemeClr val="tx1"/>
                        </a:solidFill>
                      </a:endParaRPr>
                    </a:p>
                  </a:txBody>
                  <a:tcPr>
                    <a:noFill/>
                  </a:tcPr>
                </a:tc>
                <a:tc>
                  <a:txBody>
                    <a:bodyPr/>
                    <a:lstStyle/>
                    <a:p>
                      <a:r>
                        <a:rPr lang="en-US" dirty="0">
                          <a:solidFill>
                            <a:schemeClr val="tx1"/>
                          </a:solidFill>
                        </a:rPr>
                        <a:t>(5 + 44 + 17) / 6 = 11</a:t>
                      </a:r>
                      <a:endParaRPr lang="LID4096" dirty="0">
                        <a:solidFill>
                          <a:schemeClr val="tx1"/>
                        </a:solidFill>
                      </a:endParaRPr>
                    </a:p>
                  </a:txBody>
                  <a:tcPr>
                    <a:noFill/>
                  </a:tcPr>
                </a:tc>
                <a:tc>
                  <a:txBody>
                    <a:bodyPr/>
                    <a:lstStyle/>
                    <a:p>
                      <a:r>
                        <a:rPr lang="en-US" dirty="0">
                          <a:solidFill>
                            <a:schemeClr val="tx1"/>
                          </a:solidFill>
                        </a:rPr>
                        <a:t>(17 – 5) / 6 = 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924189569"/>
                  </a:ext>
                </a:extLst>
              </a:tr>
              <a:tr h="370840">
                <a:tc>
                  <a:txBody>
                    <a:bodyPr/>
                    <a:lstStyle/>
                    <a:p>
                      <a:r>
                        <a:rPr lang="en-US" dirty="0">
                          <a:solidFill>
                            <a:schemeClr val="tx1"/>
                          </a:solidFill>
                        </a:rPr>
                        <a:t>3 – 6</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15</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4(6) = 24</a:t>
                      </a:r>
                      <a:endParaRPr lang="LID4096" dirty="0">
                        <a:solidFill>
                          <a:schemeClr val="tx1"/>
                        </a:solidFill>
                      </a:endParaRPr>
                    </a:p>
                  </a:txBody>
                  <a:tcPr>
                    <a:noFill/>
                  </a:tcPr>
                </a:tc>
                <a:tc>
                  <a:txBody>
                    <a:bodyPr/>
                    <a:lstStyle/>
                    <a:p>
                      <a:r>
                        <a:rPr lang="en-US" dirty="0">
                          <a:solidFill>
                            <a:schemeClr val="tx1"/>
                          </a:solidFill>
                        </a:rPr>
                        <a:t>(3 + 24 + 15) / 6 = 7</a:t>
                      </a:r>
                      <a:endParaRPr lang="LID4096" dirty="0">
                        <a:solidFill>
                          <a:schemeClr val="tx1"/>
                        </a:solidFill>
                      </a:endParaRPr>
                    </a:p>
                  </a:txBody>
                  <a:tcPr>
                    <a:noFill/>
                  </a:tcPr>
                </a:tc>
                <a:tc>
                  <a:txBody>
                    <a:bodyPr/>
                    <a:lstStyle/>
                    <a:p>
                      <a:r>
                        <a:rPr lang="en-US" dirty="0">
                          <a:solidFill>
                            <a:schemeClr val="tx1"/>
                          </a:solidFill>
                        </a:rPr>
                        <a:t>(15 – 3) / 6 = 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extLst>
                  <a:ext uri="{0D108BD9-81ED-4DB2-BD59-A6C34878D82A}">
                    <a16:rowId xmlns:a16="http://schemas.microsoft.com/office/drawing/2014/main" val="3155932931"/>
                  </a:ext>
                </a:extLst>
              </a:tr>
              <a:tr h="370840">
                <a:tc>
                  <a:txBody>
                    <a:bodyPr/>
                    <a:lstStyle/>
                    <a:p>
                      <a:r>
                        <a:rPr lang="en-US" dirty="0">
                          <a:solidFill>
                            <a:schemeClr val="tx1"/>
                          </a:solidFill>
                        </a:rPr>
                        <a:t>4 – 7</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27</a:t>
                      </a:r>
                      <a:endParaRPr lang="LID4096" dirty="0">
                        <a:solidFill>
                          <a:schemeClr val="tx1"/>
                        </a:solidFill>
                      </a:endParaRPr>
                    </a:p>
                  </a:txBody>
                  <a:tcPr>
                    <a:noFill/>
                  </a:tcPr>
                </a:tc>
                <a:tc>
                  <a:txBody>
                    <a:bodyPr/>
                    <a:lstStyle/>
                    <a:p>
                      <a:r>
                        <a:rPr lang="en-US" dirty="0">
                          <a:solidFill>
                            <a:schemeClr val="tx1"/>
                          </a:solidFill>
                        </a:rPr>
                        <a:t>9</a:t>
                      </a:r>
                      <a:endParaRPr lang="LID4096" dirty="0">
                        <a:solidFill>
                          <a:schemeClr val="tx1"/>
                        </a:solidFill>
                      </a:endParaRPr>
                    </a:p>
                  </a:txBody>
                  <a:tcPr>
                    <a:noFill/>
                  </a:tcPr>
                </a:tc>
                <a:tc>
                  <a:txBody>
                    <a:bodyPr/>
                    <a:lstStyle/>
                    <a:p>
                      <a:r>
                        <a:rPr lang="en-US" dirty="0">
                          <a:solidFill>
                            <a:schemeClr val="tx1"/>
                          </a:solidFill>
                        </a:rPr>
                        <a:t>4(9) = 36</a:t>
                      </a:r>
                      <a:endParaRPr lang="LID4096" dirty="0">
                        <a:solidFill>
                          <a:schemeClr val="tx1"/>
                        </a:solidFill>
                      </a:endParaRPr>
                    </a:p>
                  </a:txBody>
                  <a:tcPr>
                    <a:noFill/>
                  </a:tcPr>
                </a:tc>
                <a:tc>
                  <a:txBody>
                    <a:bodyPr/>
                    <a:lstStyle/>
                    <a:p>
                      <a:r>
                        <a:rPr lang="en-US" dirty="0">
                          <a:solidFill>
                            <a:schemeClr val="tx1"/>
                          </a:solidFill>
                        </a:rPr>
                        <a:t>(3 + 36 + 27) / 6 = 11</a:t>
                      </a:r>
                      <a:endParaRPr lang="LID4096" dirty="0">
                        <a:solidFill>
                          <a:schemeClr val="tx1"/>
                        </a:solidFill>
                      </a:endParaRPr>
                    </a:p>
                  </a:txBody>
                  <a:tcPr>
                    <a:noFill/>
                  </a:tcPr>
                </a:tc>
                <a:tc>
                  <a:txBody>
                    <a:bodyPr/>
                    <a:lstStyle/>
                    <a:p>
                      <a:r>
                        <a:rPr lang="en-US" dirty="0">
                          <a:solidFill>
                            <a:schemeClr val="tx1"/>
                          </a:solidFill>
                        </a:rPr>
                        <a:t>(27 – 3) / 6 = 4</a:t>
                      </a:r>
                      <a:endParaRPr lang="LID4096" dirty="0">
                        <a:solidFill>
                          <a:schemeClr val="tx1"/>
                        </a:solidFill>
                      </a:endParaRPr>
                    </a:p>
                  </a:txBody>
                  <a:tcPr>
                    <a:noFill/>
                  </a:tcPr>
                </a:tc>
                <a:tc>
                  <a:txBody>
                    <a:bodyPr/>
                    <a:lstStyle/>
                    <a:p>
                      <a:r>
                        <a:rPr lang="en-US" dirty="0">
                          <a:solidFill>
                            <a:schemeClr val="tx1"/>
                          </a:solidFill>
                        </a:rPr>
                        <a:t>16</a:t>
                      </a:r>
                      <a:endParaRPr lang="LID4096" dirty="0">
                        <a:solidFill>
                          <a:schemeClr val="tx1"/>
                        </a:solidFill>
                      </a:endParaRPr>
                    </a:p>
                  </a:txBody>
                  <a:tcPr>
                    <a:noFill/>
                  </a:tcPr>
                </a:tc>
                <a:extLst>
                  <a:ext uri="{0D108BD9-81ED-4DB2-BD59-A6C34878D82A}">
                    <a16:rowId xmlns:a16="http://schemas.microsoft.com/office/drawing/2014/main" val="796041365"/>
                  </a:ext>
                </a:extLst>
              </a:tr>
              <a:tr h="370840">
                <a:tc>
                  <a:txBody>
                    <a:bodyPr/>
                    <a:lstStyle/>
                    <a:p>
                      <a:r>
                        <a:rPr lang="en-US" dirty="0">
                          <a:solidFill>
                            <a:schemeClr val="tx1"/>
                          </a:solidFill>
                        </a:rPr>
                        <a:t>5 – 7</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4(4) = 16</a:t>
                      </a:r>
                      <a:endParaRPr lang="LID4096" dirty="0">
                        <a:solidFill>
                          <a:schemeClr val="tx1"/>
                        </a:solidFill>
                      </a:endParaRPr>
                    </a:p>
                  </a:txBody>
                  <a:tcPr>
                    <a:noFill/>
                  </a:tcPr>
                </a:tc>
                <a:tc>
                  <a:txBody>
                    <a:bodyPr/>
                    <a:lstStyle/>
                    <a:p>
                      <a:r>
                        <a:rPr lang="en-US" dirty="0">
                          <a:solidFill>
                            <a:schemeClr val="tx1"/>
                          </a:solidFill>
                        </a:rPr>
                        <a:t>(1 + 16 + 7) / 6 = 4</a:t>
                      </a:r>
                      <a:endParaRPr lang="LID4096" dirty="0">
                        <a:solidFill>
                          <a:schemeClr val="tx1"/>
                        </a:solidFill>
                      </a:endParaRPr>
                    </a:p>
                  </a:txBody>
                  <a:tcPr>
                    <a:noFill/>
                  </a:tcPr>
                </a:tc>
                <a:tc>
                  <a:txBody>
                    <a:bodyPr/>
                    <a:lstStyle/>
                    <a:p>
                      <a:r>
                        <a:rPr lang="en-US" dirty="0">
                          <a:solidFill>
                            <a:schemeClr val="tx1"/>
                          </a:solidFill>
                        </a:rPr>
                        <a:t>(7 – 1) / 6 = 1</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3891338656"/>
                  </a:ext>
                </a:extLst>
              </a:tr>
              <a:tr h="370840">
                <a:tc>
                  <a:txBody>
                    <a:bodyPr/>
                    <a:lstStyle/>
                    <a:p>
                      <a:r>
                        <a:rPr lang="en-US" dirty="0">
                          <a:solidFill>
                            <a:schemeClr val="tx1"/>
                          </a:solidFill>
                        </a:rPr>
                        <a:t>6 – 7</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4(5) = 20</a:t>
                      </a:r>
                      <a:endParaRPr lang="LID4096" dirty="0">
                        <a:solidFill>
                          <a:schemeClr val="tx1"/>
                        </a:solidFill>
                      </a:endParaRPr>
                    </a:p>
                  </a:txBody>
                  <a:tcPr>
                    <a:noFill/>
                  </a:tcPr>
                </a:tc>
                <a:tc>
                  <a:txBody>
                    <a:bodyPr/>
                    <a:lstStyle/>
                    <a:p>
                      <a:r>
                        <a:rPr lang="en-US" dirty="0">
                          <a:solidFill>
                            <a:schemeClr val="tx1"/>
                          </a:solidFill>
                        </a:rPr>
                        <a:t>(2 + 20 + 8) / 6 = 5</a:t>
                      </a:r>
                      <a:endParaRPr lang="LID4096" dirty="0">
                        <a:solidFill>
                          <a:schemeClr val="tx1"/>
                        </a:solidFill>
                      </a:endParaRPr>
                    </a:p>
                  </a:txBody>
                  <a:tcPr>
                    <a:noFill/>
                  </a:tcPr>
                </a:tc>
                <a:tc>
                  <a:txBody>
                    <a:bodyPr/>
                    <a:lstStyle/>
                    <a:p>
                      <a:r>
                        <a:rPr lang="en-US" dirty="0">
                          <a:solidFill>
                            <a:schemeClr val="tx1"/>
                          </a:solidFill>
                        </a:rPr>
                        <a:t>(8 – 2) / 6 = 1</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extLst>
                  <a:ext uri="{0D108BD9-81ED-4DB2-BD59-A6C34878D82A}">
                    <a16:rowId xmlns:a16="http://schemas.microsoft.com/office/drawing/2014/main" val="696552094"/>
                  </a:ext>
                </a:extLst>
              </a:tr>
            </a:tbl>
          </a:graphicData>
        </a:graphic>
      </p:graphicFrame>
      <p:sp>
        <p:nvSpPr>
          <p:cNvPr id="7" name="Oval 6">
            <a:extLst>
              <a:ext uri="{FF2B5EF4-FFF2-40B4-BE49-F238E27FC236}">
                <a16:creationId xmlns:a16="http://schemas.microsoft.com/office/drawing/2014/main" id="{B2426489-F3A2-4390-A8AE-48619AFA6CD2}"/>
              </a:ext>
            </a:extLst>
          </p:cNvPr>
          <p:cNvSpPr/>
          <p:nvPr/>
        </p:nvSpPr>
        <p:spPr>
          <a:xfrm>
            <a:off x="986672" y="4767295"/>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Oval 7">
            <a:extLst>
              <a:ext uri="{FF2B5EF4-FFF2-40B4-BE49-F238E27FC236}">
                <a16:creationId xmlns:a16="http://schemas.microsoft.com/office/drawing/2014/main" id="{DAC1690C-AB7D-4D8D-8137-BF26DF7729A8}"/>
              </a:ext>
            </a:extLst>
          </p:cNvPr>
          <p:cNvSpPr/>
          <p:nvPr/>
        </p:nvSpPr>
        <p:spPr>
          <a:xfrm>
            <a:off x="2031327" y="4756576"/>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Oval 9">
            <a:extLst>
              <a:ext uri="{FF2B5EF4-FFF2-40B4-BE49-F238E27FC236}">
                <a16:creationId xmlns:a16="http://schemas.microsoft.com/office/drawing/2014/main" id="{B4E828C2-4BEE-45F0-A297-345CBE77D837}"/>
              </a:ext>
            </a:extLst>
          </p:cNvPr>
          <p:cNvSpPr/>
          <p:nvPr/>
        </p:nvSpPr>
        <p:spPr>
          <a:xfrm>
            <a:off x="1988335" y="6150840"/>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7" name="Straight Arrow Connector 16">
            <a:extLst>
              <a:ext uri="{FF2B5EF4-FFF2-40B4-BE49-F238E27FC236}">
                <a16:creationId xmlns:a16="http://schemas.microsoft.com/office/drawing/2014/main" id="{25477AEB-6A06-41F3-A4DC-8432F076C4D3}"/>
              </a:ext>
            </a:extLst>
          </p:cNvPr>
          <p:cNvCxnSpPr>
            <a:stCxn id="7" idx="6"/>
            <a:endCxn id="8" idx="2"/>
          </p:cNvCxnSpPr>
          <p:nvPr/>
        </p:nvCxnSpPr>
        <p:spPr>
          <a:xfrm flipV="1">
            <a:off x="1494952" y="5011100"/>
            <a:ext cx="536375" cy="107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A03AA26-9B30-4F6E-877D-8207ED76366A}"/>
              </a:ext>
            </a:extLst>
          </p:cNvPr>
          <p:cNvCxnSpPr>
            <a:stCxn id="7" idx="6"/>
            <a:endCxn id="10" idx="2"/>
          </p:cNvCxnSpPr>
          <p:nvPr/>
        </p:nvCxnSpPr>
        <p:spPr>
          <a:xfrm>
            <a:off x="1494952" y="5021819"/>
            <a:ext cx="493383" cy="13835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C23A465-E991-40A3-A7A1-ED9ADA6FC259}"/>
              </a:ext>
            </a:extLst>
          </p:cNvPr>
          <p:cNvCxnSpPr>
            <a:stCxn id="7" idx="0"/>
            <a:endCxn id="7" idx="4"/>
          </p:cNvCxnSpPr>
          <p:nvPr/>
        </p:nvCxnSpPr>
        <p:spPr>
          <a:xfrm>
            <a:off x="1240812" y="4767295"/>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438FABB-C59A-400B-8CDE-2A5158A16969}"/>
              </a:ext>
            </a:extLst>
          </p:cNvPr>
          <p:cNvCxnSpPr>
            <a:stCxn id="8" idx="0"/>
            <a:endCxn id="8" idx="4"/>
          </p:cNvCxnSpPr>
          <p:nvPr/>
        </p:nvCxnSpPr>
        <p:spPr>
          <a:xfrm>
            <a:off x="2285467" y="4756576"/>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DF5D885-7815-4E9C-84CA-1B994899DFE1}"/>
              </a:ext>
            </a:extLst>
          </p:cNvPr>
          <p:cNvCxnSpPr>
            <a:stCxn id="10" idx="0"/>
            <a:endCxn id="10" idx="4"/>
          </p:cNvCxnSpPr>
          <p:nvPr/>
        </p:nvCxnSpPr>
        <p:spPr>
          <a:xfrm>
            <a:off x="2242475" y="6150840"/>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966A758-3F7B-4D34-A049-296B431E31A1}"/>
              </a:ext>
            </a:extLst>
          </p:cNvPr>
          <p:cNvCxnSpPr>
            <a:stCxn id="7" idx="6"/>
          </p:cNvCxnSpPr>
          <p:nvPr/>
        </p:nvCxnSpPr>
        <p:spPr>
          <a:xfrm flipH="1">
            <a:off x="1240812" y="5021819"/>
            <a:ext cx="254140" cy="78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F0A3ACD-D28F-4501-AFFE-BFFDD5D46023}"/>
              </a:ext>
            </a:extLst>
          </p:cNvPr>
          <p:cNvCxnSpPr>
            <a:stCxn id="8" idx="6"/>
          </p:cNvCxnSpPr>
          <p:nvPr/>
        </p:nvCxnSpPr>
        <p:spPr>
          <a:xfrm flipH="1" flipV="1">
            <a:off x="2285466" y="5010714"/>
            <a:ext cx="254141" cy="3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3CA905B-01B4-4EC7-8AAE-42AB24A8921B}"/>
              </a:ext>
            </a:extLst>
          </p:cNvPr>
          <p:cNvCxnSpPr>
            <a:stCxn id="10" idx="6"/>
          </p:cNvCxnSpPr>
          <p:nvPr/>
        </p:nvCxnSpPr>
        <p:spPr>
          <a:xfrm flipH="1" flipV="1">
            <a:off x="2242474" y="6405363"/>
            <a:ext cx="25414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8D9942C3-3097-45E7-80EE-3F26746FD0B0}"/>
              </a:ext>
            </a:extLst>
          </p:cNvPr>
          <p:cNvSpPr/>
          <p:nvPr/>
        </p:nvSpPr>
        <p:spPr>
          <a:xfrm>
            <a:off x="998248" y="4845026"/>
            <a:ext cx="31130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1</a:t>
            </a:r>
          </a:p>
        </p:txBody>
      </p:sp>
      <p:sp>
        <p:nvSpPr>
          <p:cNvPr id="68" name="Rectangle 67">
            <a:extLst>
              <a:ext uri="{FF2B5EF4-FFF2-40B4-BE49-F238E27FC236}">
                <a16:creationId xmlns:a16="http://schemas.microsoft.com/office/drawing/2014/main" id="{0C9B5837-64FE-44A8-92B8-EDA33BEDB0E0}"/>
              </a:ext>
            </a:extLst>
          </p:cNvPr>
          <p:cNvSpPr/>
          <p:nvPr/>
        </p:nvSpPr>
        <p:spPr>
          <a:xfrm>
            <a:off x="1997035" y="6183300"/>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4</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72" name="Rectangle 71">
            <a:extLst>
              <a:ext uri="{FF2B5EF4-FFF2-40B4-BE49-F238E27FC236}">
                <a16:creationId xmlns:a16="http://schemas.microsoft.com/office/drawing/2014/main" id="{61073058-39DA-42B2-A112-4793410147D4}"/>
              </a:ext>
            </a:extLst>
          </p:cNvPr>
          <p:cNvSpPr/>
          <p:nvPr/>
        </p:nvSpPr>
        <p:spPr>
          <a:xfrm>
            <a:off x="1586820" y="4898887"/>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7</a:t>
            </a:r>
          </a:p>
        </p:txBody>
      </p:sp>
      <p:sp>
        <p:nvSpPr>
          <p:cNvPr id="81" name="Rectangle 80">
            <a:extLst>
              <a:ext uri="{FF2B5EF4-FFF2-40B4-BE49-F238E27FC236}">
                <a16:creationId xmlns:a16="http://schemas.microsoft.com/office/drawing/2014/main" id="{13B8ED48-CF29-4BF8-B394-FCA954E57950}"/>
              </a:ext>
            </a:extLst>
          </p:cNvPr>
          <p:cNvSpPr/>
          <p:nvPr/>
        </p:nvSpPr>
        <p:spPr>
          <a:xfrm>
            <a:off x="1214291" y="5020218"/>
            <a:ext cx="263214"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0</a:t>
            </a:r>
          </a:p>
        </p:txBody>
      </p:sp>
      <p:sp>
        <p:nvSpPr>
          <p:cNvPr id="95" name="Rectangle 94">
            <a:extLst>
              <a:ext uri="{FF2B5EF4-FFF2-40B4-BE49-F238E27FC236}">
                <a16:creationId xmlns:a16="http://schemas.microsoft.com/office/drawing/2014/main" id="{345FFF18-EE9E-4081-840A-F0002236DB21}"/>
              </a:ext>
            </a:extLst>
          </p:cNvPr>
          <p:cNvSpPr/>
          <p:nvPr/>
        </p:nvSpPr>
        <p:spPr>
          <a:xfrm>
            <a:off x="1225515" y="4804820"/>
            <a:ext cx="263214"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0</a:t>
            </a:r>
          </a:p>
        </p:txBody>
      </p:sp>
      <p:sp>
        <p:nvSpPr>
          <p:cNvPr id="96" name="Rectangle 95">
            <a:extLst>
              <a:ext uri="{FF2B5EF4-FFF2-40B4-BE49-F238E27FC236}">
                <a16:creationId xmlns:a16="http://schemas.microsoft.com/office/drawing/2014/main" id="{C868F9F9-7715-432A-A098-B0260B65C05A}"/>
              </a:ext>
            </a:extLst>
          </p:cNvPr>
          <p:cNvSpPr/>
          <p:nvPr/>
        </p:nvSpPr>
        <p:spPr>
          <a:xfrm>
            <a:off x="829768" y="4525899"/>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03" name="Rectangle 102">
            <a:extLst>
              <a:ext uri="{FF2B5EF4-FFF2-40B4-BE49-F238E27FC236}">
                <a16:creationId xmlns:a16="http://schemas.microsoft.com/office/drawing/2014/main" id="{CA891294-8E93-4D91-8211-0CD44F0ACC36}"/>
              </a:ext>
            </a:extLst>
          </p:cNvPr>
          <p:cNvSpPr/>
          <p:nvPr/>
        </p:nvSpPr>
        <p:spPr>
          <a:xfrm>
            <a:off x="5966616" y="4136874"/>
            <a:ext cx="2629822"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Critical Path = 1 – 4 – 7   </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105" name="Rectangle 104">
            <a:extLst>
              <a:ext uri="{FF2B5EF4-FFF2-40B4-BE49-F238E27FC236}">
                <a16:creationId xmlns:a16="http://schemas.microsoft.com/office/drawing/2014/main" id="{21C5C955-3A6A-471F-9252-BC5E6F52491A}"/>
              </a:ext>
            </a:extLst>
          </p:cNvPr>
          <p:cNvSpPr/>
          <p:nvPr/>
        </p:nvSpPr>
        <p:spPr>
          <a:xfrm>
            <a:off x="5966616" y="4482802"/>
            <a:ext cx="2776658" cy="646331"/>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Critical Variance = 16 + 16</a:t>
            </a:r>
          </a:p>
          <a:p>
            <a:pPr algn="ctr"/>
            <a:r>
              <a:rPr lang="en-US" dirty="0">
                <a:ln w="0"/>
                <a:effectLst>
                  <a:outerShdw blurRad="38100" dist="19050" dir="2700000" algn="tl" rotWithShape="0">
                    <a:schemeClr val="dk1">
                      <a:alpha val="40000"/>
                    </a:schemeClr>
                  </a:outerShdw>
                </a:effectLst>
              </a:rPr>
              <a:t>                 = 32</a:t>
            </a:r>
          </a:p>
        </p:txBody>
      </p:sp>
      <p:sp>
        <p:nvSpPr>
          <p:cNvPr id="83" name="Rectangle 82">
            <a:extLst>
              <a:ext uri="{FF2B5EF4-FFF2-40B4-BE49-F238E27FC236}">
                <a16:creationId xmlns:a16="http://schemas.microsoft.com/office/drawing/2014/main" id="{DBA2C8E8-2FC5-4D32-88A1-3327256166BA}"/>
              </a:ext>
            </a:extLst>
          </p:cNvPr>
          <p:cNvSpPr/>
          <p:nvPr/>
        </p:nvSpPr>
        <p:spPr>
          <a:xfrm>
            <a:off x="2040330" y="4838887"/>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2</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104" name="Oval 103">
            <a:extLst>
              <a:ext uri="{FF2B5EF4-FFF2-40B4-BE49-F238E27FC236}">
                <a16:creationId xmlns:a16="http://schemas.microsoft.com/office/drawing/2014/main" id="{FDC71F49-662C-443C-ADC8-1CC9F63A8420}"/>
              </a:ext>
            </a:extLst>
          </p:cNvPr>
          <p:cNvSpPr/>
          <p:nvPr/>
        </p:nvSpPr>
        <p:spPr>
          <a:xfrm>
            <a:off x="3052160" y="4259343"/>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6" name="Straight Connector 15">
            <a:extLst>
              <a:ext uri="{FF2B5EF4-FFF2-40B4-BE49-F238E27FC236}">
                <a16:creationId xmlns:a16="http://schemas.microsoft.com/office/drawing/2014/main" id="{4BAD9BB2-2061-447D-84DE-FC2FCB83FD63}"/>
              </a:ext>
            </a:extLst>
          </p:cNvPr>
          <p:cNvCxnSpPr>
            <a:cxnSpLocks/>
            <a:stCxn id="104" idx="0"/>
            <a:endCxn id="104" idx="4"/>
          </p:cNvCxnSpPr>
          <p:nvPr/>
        </p:nvCxnSpPr>
        <p:spPr>
          <a:xfrm>
            <a:off x="3306300" y="4259343"/>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5588ADC-884A-4AD3-ABBD-8C2689A6BD25}"/>
              </a:ext>
            </a:extLst>
          </p:cNvPr>
          <p:cNvCxnSpPr>
            <a:stCxn id="104" idx="6"/>
          </p:cNvCxnSpPr>
          <p:nvPr/>
        </p:nvCxnSpPr>
        <p:spPr>
          <a:xfrm flipH="1" flipV="1">
            <a:off x="3306300" y="4513866"/>
            <a:ext cx="25414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3C8E01AF-5201-44AC-8484-0B093599B586}"/>
              </a:ext>
            </a:extLst>
          </p:cNvPr>
          <p:cNvSpPr/>
          <p:nvPr/>
        </p:nvSpPr>
        <p:spPr>
          <a:xfrm>
            <a:off x="3061319" y="4355711"/>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3</a:t>
            </a:r>
          </a:p>
        </p:txBody>
      </p:sp>
      <p:cxnSp>
        <p:nvCxnSpPr>
          <p:cNvPr id="23" name="Straight Arrow Connector 22">
            <a:extLst>
              <a:ext uri="{FF2B5EF4-FFF2-40B4-BE49-F238E27FC236}">
                <a16:creationId xmlns:a16="http://schemas.microsoft.com/office/drawing/2014/main" id="{9E772BCC-8B3F-411A-8769-EF399D027F85}"/>
              </a:ext>
            </a:extLst>
          </p:cNvPr>
          <p:cNvCxnSpPr>
            <a:stCxn id="8" idx="6"/>
            <a:endCxn id="104" idx="2"/>
          </p:cNvCxnSpPr>
          <p:nvPr/>
        </p:nvCxnSpPr>
        <p:spPr>
          <a:xfrm flipV="1">
            <a:off x="2539607" y="4513867"/>
            <a:ext cx="512553" cy="4972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 name="Oval 108">
            <a:extLst>
              <a:ext uri="{FF2B5EF4-FFF2-40B4-BE49-F238E27FC236}">
                <a16:creationId xmlns:a16="http://schemas.microsoft.com/office/drawing/2014/main" id="{B3A895E8-96DC-4EC3-AA07-91178624378B}"/>
              </a:ext>
            </a:extLst>
          </p:cNvPr>
          <p:cNvSpPr/>
          <p:nvPr/>
        </p:nvSpPr>
        <p:spPr>
          <a:xfrm>
            <a:off x="2980428" y="5581144"/>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26" name="Straight Connector 25">
            <a:extLst>
              <a:ext uri="{FF2B5EF4-FFF2-40B4-BE49-F238E27FC236}">
                <a16:creationId xmlns:a16="http://schemas.microsoft.com/office/drawing/2014/main" id="{D6F0E6B3-B148-4945-AE4A-F6F508FDED9B}"/>
              </a:ext>
            </a:extLst>
          </p:cNvPr>
          <p:cNvCxnSpPr>
            <a:stCxn id="109" idx="0"/>
            <a:endCxn id="109" idx="4"/>
          </p:cNvCxnSpPr>
          <p:nvPr/>
        </p:nvCxnSpPr>
        <p:spPr>
          <a:xfrm>
            <a:off x="3234568" y="5581144"/>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1321F0-FB63-434D-A06E-9ABDC2727F47}"/>
              </a:ext>
            </a:extLst>
          </p:cNvPr>
          <p:cNvCxnSpPr>
            <a:stCxn id="109" idx="6"/>
          </p:cNvCxnSpPr>
          <p:nvPr/>
        </p:nvCxnSpPr>
        <p:spPr>
          <a:xfrm flipH="1" flipV="1">
            <a:off x="3234568" y="5835667"/>
            <a:ext cx="25414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876E1D0-DA35-4363-9362-83D0FC54AAE6}"/>
              </a:ext>
            </a:extLst>
          </p:cNvPr>
          <p:cNvCxnSpPr>
            <a:stCxn id="8" idx="6"/>
            <a:endCxn id="109" idx="2"/>
          </p:cNvCxnSpPr>
          <p:nvPr/>
        </p:nvCxnSpPr>
        <p:spPr>
          <a:xfrm>
            <a:off x="2539607" y="5011100"/>
            <a:ext cx="440821" cy="8245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0AD462A3-F8A0-4AC0-9F57-530A23DDED71}"/>
              </a:ext>
            </a:extLst>
          </p:cNvPr>
          <p:cNvSpPr/>
          <p:nvPr/>
        </p:nvSpPr>
        <p:spPr>
          <a:xfrm>
            <a:off x="2986564" y="5651001"/>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5</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112" name="Oval 111">
            <a:extLst>
              <a:ext uri="{FF2B5EF4-FFF2-40B4-BE49-F238E27FC236}">
                <a16:creationId xmlns:a16="http://schemas.microsoft.com/office/drawing/2014/main" id="{65B349CF-F75E-40E3-8804-FF7499D4A93E}"/>
              </a:ext>
            </a:extLst>
          </p:cNvPr>
          <p:cNvSpPr/>
          <p:nvPr/>
        </p:nvSpPr>
        <p:spPr>
          <a:xfrm>
            <a:off x="4026661" y="4927845"/>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14" name="Straight Connector 113">
            <a:extLst>
              <a:ext uri="{FF2B5EF4-FFF2-40B4-BE49-F238E27FC236}">
                <a16:creationId xmlns:a16="http://schemas.microsoft.com/office/drawing/2014/main" id="{CA99912A-FB45-43C3-9499-EE2B2C01907D}"/>
              </a:ext>
            </a:extLst>
          </p:cNvPr>
          <p:cNvCxnSpPr>
            <a:stCxn id="112" idx="0"/>
            <a:endCxn id="112" idx="4"/>
          </p:cNvCxnSpPr>
          <p:nvPr/>
        </p:nvCxnSpPr>
        <p:spPr>
          <a:xfrm>
            <a:off x="4280801" y="4927845"/>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5558CB2D-9482-4708-93EC-3CF8CB0BFED6}"/>
              </a:ext>
            </a:extLst>
          </p:cNvPr>
          <p:cNvCxnSpPr>
            <a:stCxn id="112" idx="6"/>
          </p:cNvCxnSpPr>
          <p:nvPr/>
        </p:nvCxnSpPr>
        <p:spPr>
          <a:xfrm flipH="1" flipV="1">
            <a:off x="4280801" y="5182368"/>
            <a:ext cx="25414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Rectangle 116">
            <a:extLst>
              <a:ext uri="{FF2B5EF4-FFF2-40B4-BE49-F238E27FC236}">
                <a16:creationId xmlns:a16="http://schemas.microsoft.com/office/drawing/2014/main" id="{B6825B3E-4BFD-40FA-B655-76648FD72F21}"/>
              </a:ext>
            </a:extLst>
          </p:cNvPr>
          <p:cNvSpPr/>
          <p:nvPr/>
        </p:nvSpPr>
        <p:spPr>
          <a:xfrm>
            <a:off x="4017570" y="4966357"/>
            <a:ext cx="311304"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6</a:t>
            </a:r>
          </a:p>
        </p:txBody>
      </p:sp>
      <p:cxnSp>
        <p:nvCxnSpPr>
          <p:cNvPr id="119" name="Straight Arrow Connector 118">
            <a:extLst>
              <a:ext uri="{FF2B5EF4-FFF2-40B4-BE49-F238E27FC236}">
                <a16:creationId xmlns:a16="http://schemas.microsoft.com/office/drawing/2014/main" id="{67B02166-BB23-4734-B56E-EE56DF275767}"/>
              </a:ext>
            </a:extLst>
          </p:cNvPr>
          <p:cNvCxnSpPr>
            <a:stCxn id="8" idx="6"/>
            <a:endCxn id="117" idx="1"/>
          </p:cNvCxnSpPr>
          <p:nvPr/>
        </p:nvCxnSpPr>
        <p:spPr>
          <a:xfrm>
            <a:off x="2539607" y="5011100"/>
            <a:ext cx="1477963" cy="1399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7ECCFB23-3522-475A-83B3-CB76544BA287}"/>
              </a:ext>
            </a:extLst>
          </p:cNvPr>
          <p:cNvCxnSpPr>
            <a:stCxn id="104" idx="6"/>
            <a:endCxn id="117" idx="1"/>
          </p:cNvCxnSpPr>
          <p:nvPr/>
        </p:nvCxnSpPr>
        <p:spPr>
          <a:xfrm>
            <a:off x="3560440" y="4513867"/>
            <a:ext cx="457130" cy="6371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43EC51AF-92C9-4747-9C3F-029219A5E83A}"/>
              </a:ext>
            </a:extLst>
          </p:cNvPr>
          <p:cNvSpPr/>
          <p:nvPr/>
        </p:nvSpPr>
        <p:spPr>
          <a:xfrm>
            <a:off x="6195973" y="6150840"/>
            <a:ext cx="508280" cy="50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26" name="Straight Connector 125">
            <a:extLst>
              <a:ext uri="{FF2B5EF4-FFF2-40B4-BE49-F238E27FC236}">
                <a16:creationId xmlns:a16="http://schemas.microsoft.com/office/drawing/2014/main" id="{64267E36-84EC-42B7-9DE5-6F5CF923831A}"/>
              </a:ext>
            </a:extLst>
          </p:cNvPr>
          <p:cNvCxnSpPr>
            <a:stCxn id="124" idx="0"/>
            <a:endCxn id="124" idx="4"/>
          </p:cNvCxnSpPr>
          <p:nvPr/>
        </p:nvCxnSpPr>
        <p:spPr>
          <a:xfrm>
            <a:off x="6450113" y="6150840"/>
            <a:ext cx="0" cy="509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3EED8ABD-9D6F-4201-A593-6FBC94A001D6}"/>
              </a:ext>
            </a:extLst>
          </p:cNvPr>
          <p:cNvCxnSpPr>
            <a:stCxn id="124" idx="6"/>
          </p:cNvCxnSpPr>
          <p:nvPr/>
        </p:nvCxnSpPr>
        <p:spPr>
          <a:xfrm flipH="1" flipV="1">
            <a:off x="6450113" y="6405363"/>
            <a:ext cx="25414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Rectangle 128">
            <a:extLst>
              <a:ext uri="{FF2B5EF4-FFF2-40B4-BE49-F238E27FC236}">
                <a16:creationId xmlns:a16="http://schemas.microsoft.com/office/drawing/2014/main" id="{CC761098-C2E9-4E31-BA9E-F4E8CFE31DB1}"/>
              </a:ext>
            </a:extLst>
          </p:cNvPr>
          <p:cNvSpPr/>
          <p:nvPr/>
        </p:nvSpPr>
        <p:spPr>
          <a:xfrm>
            <a:off x="6168649" y="6220697"/>
            <a:ext cx="3113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7</a:t>
            </a:r>
            <a:endParaRPr lang="en-US" b="0" cap="none" spc="0" dirty="0">
              <a:ln w="0"/>
              <a:solidFill>
                <a:schemeClr val="tx1"/>
              </a:solidFill>
              <a:effectLst>
                <a:outerShdw blurRad="38100" dist="19050" dir="2700000" algn="tl" rotWithShape="0">
                  <a:schemeClr val="dk1">
                    <a:alpha val="40000"/>
                  </a:schemeClr>
                </a:outerShdw>
              </a:effectLst>
            </a:endParaRPr>
          </a:p>
        </p:txBody>
      </p:sp>
      <p:cxnSp>
        <p:nvCxnSpPr>
          <p:cNvPr id="131" name="Straight Arrow Connector 130">
            <a:extLst>
              <a:ext uri="{FF2B5EF4-FFF2-40B4-BE49-F238E27FC236}">
                <a16:creationId xmlns:a16="http://schemas.microsoft.com/office/drawing/2014/main" id="{0F17F9BA-D6E6-471B-AC3E-24A9C748DD07}"/>
              </a:ext>
            </a:extLst>
          </p:cNvPr>
          <p:cNvCxnSpPr>
            <a:cxnSpLocks/>
            <a:stCxn id="10" idx="6"/>
            <a:endCxn id="129" idx="1"/>
          </p:cNvCxnSpPr>
          <p:nvPr/>
        </p:nvCxnSpPr>
        <p:spPr>
          <a:xfrm flipV="1">
            <a:off x="2496615" y="6405363"/>
            <a:ext cx="367203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CCE55BEF-7A12-4A55-82CB-0D364BA20878}"/>
              </a:ext>
            </a:extLst>
          </p:cNvPr>
          <p:cNvCxnSpPr>
            <a:cxnSpLocks/>
            <a:stCxn id="109" idx="6"/>
          </p:cNvCxnSpPr>
          <p:nvPr/>
        </p:nvCxnSpPr>
        <p:spPr>
          <a:xfrm>
            <a:off x="3488708" y="5835668"/>
            <a:ext cx="2534644" cy="4869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DBDE8C06-6928-4E1C-AFF9-2A4AB7B408A1}"/>
              </a:ext>
            </a:extLst>
          </p:cNvPr>
          <p:cNvCxnSpPr>
            <a:stCxn id="112" idx="6"/>
          </p:cNvCxnSpPr>
          <p:nvPr/>
        </p:nvCxnSpPr>
        <p:spPr>
          <a:xfrm>
            <a:off x="4534941" y="5182369"/>
            <a:ext cx="1488411" cy="10094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Rectangle 141">
            <a:extLst>
              <a:ext uri="{FF2B5EF4-FFF2-40B4-BE49-F238E27FC236}">
                <a16:creationId xmlns:a16="http://schemas.microsoft.com/office/drawing/2014/main" id="{A89F730C-A432-4C53-A3B4-F1CF35F25B93}"/>
              </a:ext>
            </a:extLst>
          </p:cNvPr>
          <p:cNvSpPr/>
          <p:nvPr/>
        </p:nvSpPr>
        <p:spPr>
          <a:xfrm>
            <a:off x="2639466" y="4670828"/>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6</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43" name="Rectangle 142">
            <a:extLst>
              <a:ext uri="{FF2B5EF4-FFF2-40B4-BE49-F238E27FC236}">
                <a16:creationId xmlns:a16="http://schemas.microsoft.com/office/drawing/2014/main" id="{265BE8C2-CD0B-4A0E-B556-3668C3C4898D}"/>
              </a:ext>
            </a:extLst>
          </p:cNvPr>
          <p:cNvSpPr/>
          <p:nvPr/>
        </p:nvSpPr>
        <p:spPr>
          <a:xfrm>
            <a:off x="1561285" y="5614653"/>
            <a:ext cx="34176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14</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44" name="Rectangle 143">
            <a:extLst>
              <a:ext uri="{FF2B5EF4-FFF2-40B4-BE49-F238E27FC236}">
                <a16:creationId xmlns:a16="http://schemas.microsoft.com/office/drawing/2014/main" id="{CC83E906-1A2A-40F6-BF42-652ABEB63474}"/>
              </a:ext>
            </a:extLst>
          </p:cNvPr>
          <p:cNvSpPr/>
          <p:nvPr/>
        </p:nvSpPr>
        <p:spPr>
          <a:xfrm>
            <a:off x="2600668" y="5262449"/>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5</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45" name="Rectangle 144">
            <a:extLst>
              <a:ext uri="{FF2B5EF4-FFF2-40B4-BE49-F238E27FC236}">
                <a16:creationId xmlns:a16="http://schemas.microsoft.com/office/drawing/2014/main" id="{33C0889B-8653-4A4B-91D9-30C02772D135}"/>
              </a:ext>
            </a:extLst>
          </p:cNvPr>
          <p:cNvSpPr/>
          <p:nvPr/>
        </p:nvSpPr>
        <p:spPr>
          <a:xfrm>
            <a:off x="3063519" y="4959586"/>
            <a:ext cx="34176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11</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46" name="Rectangle 145">
            <a:extLst>
              <a:ext uri="{FF2B5EF4-FFF2-40B4-BE49-F238E27FC236}">
                <a16:creationId xmlns:a16="http://schemas.microsoft.com/office/drawing/2014/main" id="{97578589-7F33-4C6E-A59E-58AC1213FD7A}"/>
              </a:ext>
            </a:extLst>
          </p:cNvPr>
          <p:cNvSpPr/>
          <p:nvPr/>
        </p:nvSpPr>
        <p:spPr>
          <a:xfrm>
            <a:off x="3655876" y="4699915"/>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7</a:t>
            </a:r>
          </a:p>
        </p:txBody>
      </p:sp>
      <p:sp>
        <p:nvSpPr>
          <p:cNvPr id="147" name="Rectangle 146">
            <a:extLst>
              <a:ext uri="{FF2B5EF4-FFF2-40B4-BE49-F238E27FC236}">
                <a16:creationId xmlns:a16="http://schemas.microsoft.com/office/drawing/2014/main" id="{03A96E11-9C57-4FCB-B7C5-7ABD0A2C6B65}"/>
              </a:ext>
            </a:extLst>
          </p:cNvPr>
          <p:cNvSpPr/>
          <p:nvPr/>
        </p:nvSpPr>
        <p:spPr>
          <a:xfrm>
            <a:off x="3793903" y="6293524"/>
            <a:ext cx="34176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11</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48" name="Rectangle 147">
            <a:extLst>
              <a:ext uri="{FF2B5EF4-FFF2-40B4-BE49-F238E27FC236}">
                <a16:creationId xmlns:a16="http://schemas.microsoft.com/office/drawing/2014/main" id="{1362C3E5-A2DB-4A46-B5EF-871FB237BC73}"/>
              </a:ext>
            </a:extLst>
          </p:cNvPr>
          <p:cNvSpPr/>
          <p:nvPr/>
        </p:nvSpPr>
        <p:spPr>
          <a:xfrm>
            <a:off x="4375994" y="5903171"/>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4</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49" name="Rectangle 148">
            <a:extLst>
              <a:ext uri="{FF2B5EF4-FFF2-40B4-BE49-F238E27FC236}">
                <a16:creationId xmlns:a16="http://schemas.microsoft.com/office/drawing/2014/main" id="{1C43630B-BB3B-4753-8F36-14FD4217C959}"/>
              </a:ext>
            </a:extLst>
          </p:cNvPr>
          <p:cNvSpPr/>
          <p:nvPr/>
        </p:nvSpPr>
        <p:spPr>
          <a:xfrm>
            <a:off x="4943709" y="5423468"/>
            <a:ext cx="263213"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5</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50" name="Rectangle 149">
            <a:extLst>
              <a:ext uri="{FF2B5EF4-FFF2-40B4-BE49-F238E27FC236}">
                <a16:creationId xmlns:a16="http://schemas.microsoft.com/office/drawing/2014/main" id="{DB74EA32-1443-4624-AFDD-1D2E188DE734}"/>
              </a:ext>
            </a:extLst>
          </p:cNvPr>
          <p:cNvSpPr/>
          <p:nvPr/>
        </p:nvSpPr>
        <p:spPr>
          <a:xfrm>
            <a:off x="2244063" y="5000839"/>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7</a:t>
            </a:r>
          </a:p>
        </p:txBody>
      </p:sp>
      <p:sp>
        <p:nvSpPr>
          <p:cNvPr id="151" name="Rectangle 150">
            <a:extLst>
              <a:ext uri="{FF2B5EF4-FFF2-40B4-BE49-F238E27FC236}">
                <a16:creationId xmlns:a16="http://schemas.microsoft.com/office/drawing/2014/main" id="{A1FB24D3-5F7A-464A-89C0-8582045F722E}"/>
              </a:ext>
            </a:extLst>
          </p:cNvPr>
          <p:cNvSpPr/>
          <p:nvPr/>
        </p:nvSpPr>
        <p:spPr>
          <a:xfrm>
            <a:off x="2164783" y="6389839"/>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14</a:t>
            </a:r>
          </a:p>
        </p:txBody>
      </p:sp>
      <p:sp>
        <p:nvSpPr>
          <p:cNvPr id="152" name="Rectangle 151">
            <a:extLst>
              <a:ext uri="{FF2B5EF4-FFF2-40B4-BE49-F238E27FC236}">
                <a16:creationId xmlns:a16="http://schemas.microsoft.com/office/drawing/2014/main" id="{FCB44E5F-3ADF-4BFD-B5BE-70EA4A7D736C}"/>
              </a:ext>
            </a:extLst>
          </p:cNvPr>
          <p:cNvSpPr/>
          <p:nvPr/>
        </p:nvSpPr>
        <p:spPr>
          <a:xfrm>
            <a:off x="3253804" y="4501625"/>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13</a:t>
            </a:r>
          </a:p>
        </p:txBody>
      </p:sp>
      <p:sp>
        <p:nvSpPr>
          <p:cNvPr id="153" name="Rectangle 152">
            <a:extLst>
              <a:ext uri="{FF2B5EF4-FFF2-40B4-BE49-F238E27FC236}">
                <a16:creationId xmlns:a16="http://schemas.microsoft.com/office/drawing/2014/main" id="{D9A56CA6-42C7-4D09-A8C6-5C2EBAAB1072}"/>
              </a:ext>
            </a:extLst>
          </p:cNvPr>
          <p:cNvSpPr/>
          <p:nvPr/>
        </p:nvSpPr>
        <p:spPr>
          <a:xfrm>
            <a:off x="4221809" y="5172390"/>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20</a:t>
            </a:r>
          </a:p>
        </p:txBody>
      </p:sp>
      <p:sp>
        <p:nvSpPr>
          <p:cNvPr id="154" name="Rectangle 153">
            <a:extLst>
              <a:ext uri="{FF2B5EF4-FFF2-40B4-BE49-F238E27FC236}">
                <a16:creationId xmlns:a16="http://schemas.microsoft.com/office/drawing/2014/main" id="{04DB067C-E7F5-4E53-9645-9B00B5A507A4}"/>
              </a:ext>
            </a:extLst>
          </p:cNvPr>
          <p:cNvSpPr/>
          <p:nvPr/>
        </p:nvSpPr>
        <p:spPr>
          <a:xfrm>
            <a:off x="3174288" y="5828580"/>
            <a:ext cx="34176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12</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55" name="Rectangle 154">
            <a:extLst>
              <a:ext uri="{FF2B5EF4-FFF2-40B4-BE49-F238E27FC236}">
                <a16:creationId xmlns:a16="http://schemas.microsoft.com/office/drawing/2014/main" id="{D3EF0E5A-0720-4A25-A2C7-DEEB2A7917D8}"/>
              </a:ext>
            </a:extLst>
          </p:cNvPr>
          <p:cNvSpPr/>
          <p:nvPr/>
        </p:nvSpPr>
        <p:spPr>
          <a:xfrm>
            <a:off x="6385285" y="6397396"/>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25</a:t>
            </a:r>
          </a:p>
        </p:txBody>
      </p:sp>
      <p:sp>
        <p:nvSpPr>
          <p:cNvPr id="156" name="Rectangle 155">
            <a:extLst>
              <a:ext uri="{FF2B5EF4-FFF2-40B4-BE49-F238E27FC236}">
                <a16:creationId xmlns:a16="http://schemas.microsoft.com/office/drawing/2014/main" id="{08C691D3-7196-4512-A5E7-366C8F68531C}"/>
              </a:ext>
            </a:extLst>
          </p:cNvPr>
          <p:cNvSpPr/>
          <p:nvPr/>
        </p:nvSpPr>
        <p:spPr>
          <a:xfrm>
            <a:off x="6400110" y="6201871"/>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25</a:t>
            </a:r>
          </a:p>
        </p:txBody>
      </p:sp>
      <p:sp>
        <p:nvSpPr>
          <p:cNvPr id="157" name="Rectangle 156">
            <a:extLst>
              <a:ext uri="{FF2B5EF4-FFF2-40B4-BE49-F238E27FC236}">
                <a16:creationId xmlns:a16="http://schemas.microsoft.com/office/drawing/2014/main" id="{FB4218B3-B13C-429B-A805-C0C9E324BAC2}"/>
              </a:ext>
            </a:extLst>
          </p:cNvPr>
          <p:cNvSpPr/>
          <p:nvPr/>
        </p:nvSpPr>
        <p:spPr>
          <a:xfrm>
            <a:off x="4221809" y="4944720"/>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20</a:t>
            </a:r>
          </a:p>
        </p:txBody>
      </p:sp>
      <p:sp>
        <p:nvSpPr>
          <p:cNvPr id="158" name="Rectangle 157">
            <a:extLst>
              <a:ext uri="{FF2B5EF4-FFF2-40B4-BE49-F238E27FC236}">
                <a16:creationId xmlns:a16="http://schemas.microsoft.com/office/drawing/2014/main" id="{FC6812FB-7849-413D-B2EF-2E1A855FC60B}"/>
              </a:ext>
            </a:extLst>
          </p:cNvPr>
          <p:cNvSpPr/>
          <p:nvPr/>
        </p:nvSpPr>
        <p:spPr>
          <a:xfrm>
            <a:off x="3186724" y="5612530"/>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21</a:t>
            </a:r>
          </a:p>
        </p:txBody>
      </p:sp>
      <p:sp>
        <p:nvSpPr>
          <p:cNvPr id="159" name="Rectangle 158">
            <a:extLst>
              <a:ext uri="{FF2B5EF4-FFF2-40B4-BE49-F238E27FC236}">
                <a16:creationId xmlns:a16="http://schemas.microsoft.com/office/drawing/2014/main" id="{09ACD6C2-61E2-4504-A969-0A4EC0D4585B}"/>
              </a:ext>
            </a:extLst>
          </p:cNvPr>
          <p:cNvSpPr/>
          <p:nvPr/>
        </p:nvSpPr>
        <p:spPr>
          <a:xfrm>
            <a:off x="2157193" y="6201084"/>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14</a:t>
            </a:r>
          </a:p>
        </p:txBody>
      </p:sp>
      <p:sp>
        <p:nvSpPr>
          <p:cNvPr id="160" name="Rectangle 159">
            <a:extLst>
              <a:ext uri="{FF2B5EF4-FFF2-40B4-BE49-F238E27FC236}">
                <a16:creationId xmlns:a16="http://schemas.microsoft.com/office/drawing/2014/main" id="{0E90DECF-BC1B-492D-BBE8-67AFD4323102}"/>
              </a:ext>
            </a:extLst>
          </p:cNvPr>
          <p:cNvSpPr/>
          <p:nvPr/>
        </p:nvSpPr>
        <p:spPr>
          <a:xfrm>
            <a:off x="3249878" y="4321540"/>
            <a:ext cx="341760"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13</a:t>
            </a:r>
          </a:p>
        </p:txBody>
      </p:sp>
      <p:sp>
        <p:nvSpPr>
          <p:cNvPr id="161" name="Rectangle 160">
            <a:extLst>
              <a:ext uri="{FF2B5EF4-FFF2-40B4-BE49-F238E27FC236}">
                <a16:creationId xmlns:a16="http://schemas.microsoft.com/office/drawing/2014/main" id="{C4CADED4-B14B-484B-A0F3-97C79D2A6A85}"/>
              </a:ext>
            </a:extLst>
          </p:cNvPr>
          <p:cNvSpPr/>
          <p:nvPr/>
        </p:nvSpPr>
        <p:spPr>
          <a:xfrm>
            <a:off x="2251892" y="4800878"/>
            <a:ext cx="263213" cy="261610"/>
          </a:xfrm>
          <a:prstGeom prst="rect">
            <a:avLst/>
          </a:prstGeom>
          <a:noFill/>
        </p:spPr>
        <p:txBody>
          <a:bodyPr wrap="none" lIns="91440" tIns="45720" rIns="91440" bIns="45720">
            <a:spAutoFit/>
          </a:bodyPr>
          <a:lstStyle/>
          <a:p>
            <a:pPr algn="ctr"/>
            <a:r>
              <a:rPr lang="en-US" sz="1100" b="0" cap="none" spc="0" dirty="0">
                <a:ln w="0"/>
                <a:solidFill>
                  <a:schemeClr val="tx1"/>
                </a:solidFill>
                <a:effectLst>
                  <a:outerShdw blurRad="38100" dist="19050" dir="2700000" algn="tl" rotWithShape="0">
                    <a:schemeClr val="dk1">
                      <a:alpha val="40000"/>
                    </a:schemeClr>
                  </a:outerShdw>
                </a:effectLst>
              </a:rPr>
              <a:t>7</a:t>
            </a:r>
          </a:p>
        </p:txBody>
      </p:sp>
      <p:sp>
        <p:nvSpPr>
          <p:cNvPr id="162" name="Rectangle 161">
            <a:extLst>
              <a:ext uri="{FF2B5EF4-FFF2-40B4-BE49-F238E27FC236}">
                <a16:creationId xmlns:a16="http://schemas.microsoft.com/office/drawing/2014/main" id="{9DA0C073-F544-4D89-B00C-F1E8669FB8E6}"/>
              </a:ext>
            </a:extLst>
          </p:cNvPr>
          <p:cNvSpPr/>
          <p:nvPr/>
        </p:nvSpPr>
        <p:spPr>
          <a:xfrm>
            <a:off x="1876829" y="5905091"/>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63" name="Rectangle 162">
            <a:extLst>
              <a:ext uri="{FF2B5EF4-FFF2-40B4-BE49-F238E27FC236}">
                <a16:creationId xmlns:a16="http://schemas.microsoft.com/office/drawing/2014/main" id="{BD682A8C-C3C4-46EB-917D-93AC5B2CB789}"/>
              </a:ext>
            </a:extLst>
          </p:cNvPr>
          <p:cNvSpPr/>
          <p:nvPr/>
        </p:nvSpPr>
        <p:spPr>
          <a:xfrm>
            <a:off x="2924586" y="4029118"/>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64" name="Rectangle 163">
            <a:extLst>
              <a:ext uri="{FF2B5EF4-FFF2-40B4-BE49-F238E27FC236}">
                <a16:creationId xmlns:a16="http://schemas.microsoft.com/office/drawing/2014/main" id="{64E20C7A-E447-4961-A2E6-7F3B883912A9}"/>
              </a:ext>
            </a:extLst>
          </p:cNvPr>
          <p:cNvSpPr/>
          <p:nvPr/>
        </p:nvSpPr>
        <p:spPr>
          <a:xfrm>
            <a:off x="3958561" y="4688840"/>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65" name="Rectangle 164">
            <a:extLst>
              <a:ext uri="{FF2B5EF4-FFF2-40B4-BE49-F238E27FC236}">
                <a16:creationId xmlns:a16="http://schemas.microsoft.com/office/drawing/2014/main" id="{4F23751B-76CE-49B8-8C75-83AE366E7DE1}"/>
              </a:ext>
            </a:extLst>
          </p:cNvPr>
          <p:cNvSpPr/>
          <p:nvPr/>
        </p:nvSpPr>
        <p:spPr>
          <a:xfrm>
            <a:off x="6059027" y="5876933"/>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66" name="Rectangle 165">
            <a:extLst>
              <a:ext uri="{FF2B5EF4-FFF2-40B4-BE49-F238E27FC236}">
                <a16:creationId xmlns:a16="http://schemas.microsoft.com/office/drawing/2014/main" id="{919ED504-904D-4AB0-9937-27B9480C1C58}"/>
              </a:ext>
            </a:extLst>
          </p:cNvPr>
          <p:cNvSpPr/>
          <p:nvPr/>
        </p:nvSpPr>
        <p:spPr>
          <a:xfrm>
            <a:off x="1893944" y="4510407"/>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0</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167" name="Rectangle 166">
            <a:extLst>
              <a:ext uri="{FF2B5EF4-FFF2-40B4-BE49-F238E27FC236}">
                <a16:creationId xmlns:a16="http://schemas.microsoft.com/office/drawing/2014/main" id="{8E85F1C9-BA62-4B83-B2F2-D85DF859B22C}"/>
              </a:ext>
            </a:extLst>
          </p:cNvPr>
          <p:cNvSpPr/>
          <p:nvPr/>
        </p:nvSpPr>
        <p:spPr>
          <a:xfrm>
            <a:off x="2885312" y="5358997"/>
            <a:ext cx="731290" cy="261610"/>
          </a:xfrm>
          <a:prstGeom prst="rect">
            <a:avLst/>
          </a:prstGeom>
          <a:noFill/>
        </p:spPr>
        <p:txBody>
          <a:bodyPr wrap="none" lIns="91440" tIns="45720" rIns="91440" bIns="45720">
            <a:spAutoFit/>
          </a:bodyPr>
          <a:lstStyle/>
          <a:p>
            <a:pPr algn="ctr"/>
            <a:r>
              <a:rPr lang="en-US" sz="1100" dirty="0">
                <a:ln w="0"/>
                <a:effectLst>
                  <a:outerShdw blurRad="38100" dist="19050" dir="2700000" algn="tl" rotWithShape="0">
                    <a:schemeClr val="dk1">
                      <a:alpha val="40000"/>
                    </a:schemeClr>
                  </a:outerShdw>
                </a:effectLst>
              </a:rPr>
              <a:t>Slack = 9</a:t>
            </a:r>
            <a:endParaRPr lang="en-US" sz="1100" b="0" cap="none" spc="0" dirty="0">
              <a:ln w="0"/>
              <a:solidFill>
                <a:schemeClr val="tx1"/>
              </a:solidFill>
              <a:effectLst>
                <a:outerShdw blurRad="38100" dist="19050" dir="2700000" algn="tl" rotWithShape="0">
                  <a:schemeClr val="dk1">
                    <a:alpha val="40000"/>
                  </a:schemeClr>
                </a:outerShdw>
              </a:effectLst>
            </a:endParaRPr>
          </a:p>
        </p:txBody>
      </p:sp>
      <p:sp>
        <p:nvSpPr>
          <p:cNvPr id="74" name="Rectangle 73">
            <a:extLst>
              <a:ext uri="{FF2B5EF4-FFF2-40B4-BE49-F238E27FC236}">
                <a16:creationId xmlns:a16="http://schemas.microsoft.com/office/drawing/2014/main" id="{3B180D5D-995B-44BD-A96E-29FB29DDB67E}"/>
              </a:ext>
            </a:extLst>
          </p:cNvPr>
          <p:cNvSpPr/>
          <p:nvPr/>
        </p:nvSpPr>
        <p:spPr>
          <a:xfrm>
            <a:off x="9267414" y="4153233"/>
            <a:ext cx="2529988" cy="646331"/>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Total Duration = 14 + 11</a:t>
            </a:r>
          </a:p>
          <a:p>
            <a:pPr algn="ctr"/>
            <a:r>
              <a:rPr lang="en-US" dirty="0">
                <a:ln w="0"/>
                <a:effectLst>
                  <a:outerShdw blurRad="38100" dist="19050" dir="2700000" algn="tl" rotWithShape="0">
                    <a:schemeClr val="dk1">
                      <a:alpha val="40000"/>
                    </a:schemeClr>
                  </a:outerShdw>
                </a:effectLst>
              </a:rPr>
              <a:t>             = 25</a:t>
            </a:r>
          </a:p>
        </p:txBody>
      </p:sp>
    </p:spTree>
    <p:extLst>
      <p:ext uri="{BB962C8B-B14F-4D97-AF65-F5344CB8AC3E}">
        <p14:creationId xmlns:p14="http://schemas.microsoft.com/office/powerpoint/2010/main" val="403519751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FF33D-8CC0-429B-8B37-E5C2E2DBD418}"/>
              </a:ext>
            </a:extLst>
          </p:cNvPr>
          <p:cNvSpPr>
            <a:spLocks noGrp="1"/>
          </p:cNvSpPr>
          <p:nvPr>
            <p:ph type="title"/>
          </p:nvPr>
        </p:nvSpPr>
        <p:spPr/>
        <p:txBody>
          <a:bodyPr/>
          <a:lstStyle/>
          <a:p>
            <a:pPr algn="ctr"/>
            <a:r>
              <a:rPr lang="en-US" b="1" dirty="0"/>
              <a:t>TASK 5</a:t>
            </a:r>
            <a:endParaRPr lang="LID4096" b="1" dirty="0"/>
          </a:p>
        </p:txBody>
      </p:sp>
      <p:graphicFrame>
        <p:nvGraphicFramePr>
          <p:cNvPr id="6" name="Table 6">
            <a:extLst>
              <a:ext uri="{FF2B5EF4-FFF2-40B4-BE49-F238E27FC236}">
                <a16:creationId xmlns:a16="http://schemas.microsoft.com/office/drawing/2014/main" id="{D6AFFE8B-A867-4397-960B-0A45E200B89C}"/>
              </a:ext>
            </a:extLst>
          </p:cNvPr>
          <p:cNvGraphicFramePr>
            <a:graphicFrameLocks noGrp="1"/>
          </p:cNvGraphicFramePr>
          <p:nvPr>
            <p:ph idx="1"/>
            <p:extLst>
              <p:ext uri="{D42A27DB-BD31-4B8C-83A1-F6EECF244321}">
                <p14:modId xmlns:p14="http://schemas.microsoft.com/office/powerpoint/2010/main" val="4050600602"/>
              </p:ext>
            </p:extLst>
          </p:nvPr>
        </p:nvGraphicFramePr>
        <p:xfrm>
          <a:off x="2093670" y="2296622"/>
          <a:ext cx="8568195" cy="2966720"/>
        </p:xfrm>
        <a:graphic>
          <a:graphicData uri="http://schemas.openxmlformats.org/drawingml/2006/table">
            <a:tbl>
              <a:tblPr firstRow="1" bandRow="1">
                <a:tableStyleId>{5C22544A-7EE6-4342-B048-85BDC9FD1C3A}</a:tableStyleId>
              </a:tblPr>
              <a:tblGrid>
                <a:gridCol w="2883832">
                  <a:extLst>
                    <a:ext uri="{9D8B030D-6E8A-4147-A177-3AD203B41FA5}">
                      <a16:colId xmlns:a16="http://schemas.microsoft.com/office/drawing/2014/main" val="4177855021"/>
                    </a:ext>
                  </a:extLst>
                </a:gridCol>
                <a:gridCol w="452487">
                  <a:extLst>
                    <a:ext uri="{9D8B030D-6E8A-4147-A177-3AD203B41FA5}">
                      <a16:colId xmlns:a16="http://schemas.microsoft.com/office/drawing/2014/main" val="235096661"/>
                    </a:ext>
                  </a:extLst>
                </a:gridCol>
                <a:gridCol w="405353">
                  <a:extLst>
                    <a:ext uri="{9D8B030D-6E8A-4147-A177-3AD203B41FA5}">
                      <a16:colId xmlns:a16="http://schemas.microsoft.com/office/drawing/2014/main" val="2237973137"/>
                    </a:ext>
                  </a:extLst>
                </a:gridCol>
                <a:gridCol w="424206">
                  <a:extLst>
                    <a:ext uri="{9D8B030D-6E8A-4147-A177-3AD203B41FA5}">
                      <a16:colId xmlns:a16="http://schemas.microsoft.com/office/drawing/2014/main" val="1837784289"/>
                    </a:ext>
                  </a:extLst>
                </a:gridCol>
                <a:gridCol w="4402317">
                  <a:extLst>
                    <a:ext uri="{9D8B030D-6E8A-4147-A177-3AD203B41FA5}">
                      <a16:colId xmlns:a16="http://schemas.microsoft.com/office/drawing/2014/main" val="397271729"/>
                    </a:ext>
                  </a:extLst>
                </a:gridCol>
              </a:tblGrid>
              <a:tr h="370840">
                <a:tc>
                  <a:txBody>
                    <a:bodyPr/>
                    <a:lstStyle/>
                    <a:p>
                      <a:r>
                        <a:rPr lang="en-GB" dirty="0">
                          <a:solidFill>
                            <a:schemeClr val="tx1"/>
                          </a:solidFill>
                        </a:rPr>
                        <a:t>Activity</a:t>
                      </a:r>
                      <a:endParaRPr lang="LID4096" dirty="0">
                        <a:solidFill>
                          <a:schemeClr val="tx1"/>
                        </a:solidFill>
                      </a:endParaRPr>
                    </a:p>
                  </a:txBody>
                  <a:tcPr>
                    <a:noFill/>
                  </a:tcPr>
                </a:tc>
                <a:tc>
                  <a:txBody>
                    <a:bodyPr/>
                    <a:lstStyle/>
                    <a:p>
                      <a:r>
                        <a:rPr lang="en-US" dirty="0">
                          <a:solidFill>
                            <a:schemeClr val="tx1"/>
                          </a:solidFill>
                        </a:rPr>
                        <a:t>O</a:t>
                      </a:r>
                      <a:endParaRPr lang="LID4096" dirty="0">
                        <a:solidFill>
                          <a:schemeClr val="tx1"/>
                        </a:solidFill>
                      </a:endParaRPr>
                    </a:p>
                  </a:txBody>
                  <a:tcPr>
                    <a:noFill/>
                  </a:tcPr>
                </a:tc>
                <a:tc>
                  <a:txBody>
                    <a:bodyPr/>
                    <a:lstStyle/>
                    <a:p>
                      <a:r>
                        <a:rPr lang="en-US" dirty="0">
                          <a:solidFill>
                            <a:schemeClr val="tx1"/>
                          </a:solidFill>
                        </a:rPr>
                        <a:t>P</a:t>
                      </a:r>
                      <a:endParaRPr lang="LID4096" dirty="0">
                        <a:solidFill>
                          <a:schemeClr val="tx1"/>
                        </a:solidFill>
                      </a:endParaRPr>
                    </a:p>
                  </a:txBody>
                  <a:tcPr>
                    <a:noFill/>
                  </a:tcPr>
                </a:tc>
                <a:tc>
                  <a:txBody>
                    <a:bodyPr/>
                    <a:lstStyle/>
                    <a:p>
                      <a:r>
                        <a:rPr lang="en-US" dirty="0">
                          <a:solidFill>
                            <a:schemeClr val="tx1"/>
                          </a:solidFill>
                        </a:rPr>
                        <a:t>M</a:t>
                      </a:r>
                      <a:endParaRPr lang="LID4096" dirty="0">
                        <a:solidFill>
                          <a:schemeClr val="tx1"/>
                        </a:solidFill>
                      </a:endParaRPr>
                    </a:p>
                  </a:txBody>
                  <a:tcPr>
                    <a:noFill/>
                  </a:tcPr>
                </a:tc>
                <a:tc>
                  <a:txBody>
                    <a:bodyPr/>
                    <a:lstStyle/>
                    <a:p>
                      <a:r>
                        <a:rPr lang="en-GB" dirty="0">
                          <a:solidFill>
                            <a:schemeClr val="tx1"/>
                          </a:solidFill>
                        </a:rPr>
                        <a:t>Dependences </a:t>
                      </a:r>
                      <a:endParaRPr lang="LID4096" dirty="0">
                        <a:solidFill>
                          <a:schemeClr val="tx1"/>
                        </a:solidFill>
                      </a:endParaRPr>
                    </a:p>
                  </a:txBody>
                  <a:tcPr>
                    <a:noFill/>
                  </a:tcPr>
                </a:tc>
                <a:extLst>
                  <a:ext uri="{0D108BD9-81ED-4DB2-BD59-A6C34878D82A}">
                    <a16:rowId xmlns:a16="http://schemas.microsoft.com/office/drawing/2014/main" val="524425976"/>
                  </a:ext>
                </a:extLst>
              </a:tr>
              <a:tr h="370840">
                <a:tc>
                  <a:txBody>
                    <a:bodyPr/>
                    <a:lstStyle/>
                    <a:p>
                      <a:r>
                        <a:rPr lang="en-GB" dirty="0">
                          <a:solidFill>
                            <a:schemeClr val="tx1"/>
                          </a:solidFill>
                        </a:rPr>
                        <a:t>Identify compromised systems</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GB" dirty="0">
                          <a:solidFill>
                            <a:schemeClr val="tx1"/>
                          </a:solidFill>
                        </a:rPr>
                        <a:t>None </a:t>
                      </a:r>
                      <a:endParaRPr lang="LID4096" dirty="0">
                        <a:solidFill>
                          <a:schemeClr val="tx1"/>
                        </a:solidFill>
                      </a:endParaRPr>
                    </a:p>
                  </a:txBody>
                  <a:tcPr>
                    <a:noFill/>
                  </a:tcPr>
                </a:tc>
                <a:extLst>
                  <a:ext uri="{0D108BD9-81ED-4DB2-BD59-A6C34878D82A}">
                    <a16:rowId xmlns:a16="http://schemas.microsoft.com/office/drawing/2014/main" val="2943145507"/>
                  </a:ext>
                </a:extLst>
              </a:tr>
              <a:tr h="370840">
                <a:tc>
                  <a:txBody>
                    <a:bodyPr/>
                    <a:lstStyle/>
                    <a:p>
                      <a:r>
                        <a:rPr lang="en-GB" dirty="0">
                          <a:solidFill>
                            <a:schemeClr val="tx1"/>
                          </a:solidFill>
                        </a:rPr>
                        <a:t>Patch vulnerabilities</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GB" dirty="0">
                          <a:solidFill>
                            <a:schemeClr val="tx1"/>
                          </a:solidFill>
                        </a:rPr>
                        <a:t>Identify compromised vulnerabilities</a:t>
                      </a:r>
                      <a:endParaRPr lang="LID4096" dirty="0">
                        <a:solidFill>
                          <a:schemeClr val="tx1"/>
                        </a:solidFill>
                      </a:endParaRPr>
                    </a:p>
                  </a:txBody>
                  <a:tcPr>
                    <a:noFill/>
                  </a:tcPr>
                </a:tc>
                <a:extLst>
                  <a:ext uri="{0D108BD9-81ED-4DB2-BD59-A6C34878D82A}">
                    <a16:rowId xmlns:a16="http://schemas.microsoft.com/office/drawing/2014/main" val="1064144223"/>
                  </a:ext>
                </a:extLst>
              </a:tr>
              <a:tr h="370840">
                <a:tc>
                  <a:txBody>
                    <a:bodyPr/>
                    <a:lstStyle/>
                    <a:p>
                      <a:r>
                        <a:rPr lang="en-GB" dirty="0">
                          <a:solidFill>
                            <a:schemeClr val="tx1"/>
                          </a:solidFill>
                        </a:rPr>
                        <a:t>Secure User Accounts</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GB" dirty="0">
                          <a:solidFill>
                            <a:schemeClr val="tx1"/>
                          </a:solidFill>
                        </a:rPr>
                        <a:t>Patch vulnerabilities</a:t>
                      </a:r>
                      <a:endParaRPr lang="LID4096" dirty="0">
                        <a:solidFill>
                          <a:schemeClr val="tx1"/>
                        </a:solidFill>
                      </a:endParaRPr>
                    </a:p>
                  </a:txBody>
                  <a:tcPr>
                    <a:noFill/>
                  </a:tcPr>
                </a:tc>
                <a:extLst>
                  <a:ext uri="{0D108BD9-81ED-4DB2-BD59-A6C34878D82A}">
                    <a16:rowId xmlns:a16="http://schemas.microsoft.com/office/drawing/2014/main" val="304260711"/>
                  </a:ext>
                </a:extLst>
              </a:tr>
              <a:tr h="370840">
                <a:tc>
                  <a:txBody>
                    <a:bodyPr/>
                    <a:lstStyle/>
                    <a:p>
                      <a:r>
                        <a:rPr lang="en-GB" dirty="0">
                          <a:solidFill>
                            <a:schemeClr val="tx1"/>
                          </a:solidFill>
                        </a:rPr>
                        <a:t>Restore data</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GB" dirty="0">
                          <a:solidFill>
                            <a:schemeClr val="tx1"/>
                          </a:solidFill>
                        </a:rPr>
                        <a:t>Patch vulnerabilities</a:t>
                      </a:r>
                      <a:endParaRPr lang="LID4096" dirty="0">
                        <a:solidFill>
                          <a:schemeClr val="tx1"/>
                        </a:solidFill>
                      </a:endParaRPr>
                    </a:p>
                  </a:txBody>
                  <a:tcPr>
                    <a:noFill/>
                  </a:tcPr>
                </a:tc>
                <a:extLst>
                  <a:ext uri="{0D108BD9-81ED-4DB2-BD59-A6C34878D82A}">
                    <a16:rowId xmlns:a16="http://schemas.microsoft.com/office/drawing/2014/main" val="3967489292"/>
                  </a:ext>
                </a:extLst>
              </a:tr>
              <a:tr h="370840">
                <a:tc>
                  <a:txBody>
                    <a:bodyPr/>
                    <a:lstStyle/>
                    <a:p>
                      <a:r>
                        <a:rPr lang="en-GB" dirty="0">
                          <a:solidFill>
                            <a:schemeClr val="tx1"/>
                          </a:solidFill>
                        </a:rPr>
                        <a:t>Implement additional controls</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GB" dirty="0">
                          <a:solidFill>
                            <a:schemeClr val="tx1"/>
                          </a:solidFill>
                        </a:rPr>
                        <a:t>Secure User Accounts</a:t>
                      </a:r>
                      <a:endParaRPr lang="LID4096" dirty="0">
                        <a:solidFill>
                          <a:schemeClr val="tx1"/>
                        </a:solidFill>
                      </a:endParaRPr>
                    </a:p>
                  </a:txBody>
                  <a:tcPr>
                    <a:noFill/>
                  </a:tcPr>
                </a:tc>
                <a:extLst>
                  <a:ext uri="{0D108BD9-81ED-4DB2-BD59-A6C34878D82A}">
                    <a16:rowId xmlns:a16="http://schemas.microsoft.com/office/drawing/2014/main" val="3370923801"/>
                  </a:ext>
                </a:extLst>
              </a:tr>
              <a:tr h="370840">
                <a:tc>
                  <a:txBody>
                    <a:bodyPr/>
                    <a:lstStyle/>
                    <a:p>
                      <a:r>
                        <a:rPr lang="en-GB" dirty="0">
                          <a:solidFill>
                            <a:schemeClr val="tx1"/>
                          </a:solidFill>
                        </a:rPr>
                        <a:t>Revise Policies</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GB" dirty="0">
                          <a:solidFill>
                            <a:schemeClr val="tx1"/>
                          </a:solidFill>
                        </a:rPr>
                        <a:t>Identify compromised systems</a:t>
                      </a:r>
                      <a:endParaRPr lang="LID4096" dirty="0">
                        <a:solidFill>
                          <a:schemeClr val="tx1"/>
                        </a:solidFill>
                      </a:endParaRPr>
                    </a:p>
                  </a:txBody>
                  <a:tcPr>
                    <a:noFill/>
                  </a:tcPr>
                </a:tc>
                <a:extLst>
                  <a:ext uri="{0D108BD9-81ED-4DB2-BD59-A6C34878D82A}">
                    <a16:rowId xmlns:a16="http://schemas.microsoft.com/office/drawing/2014/main" val="3263371704"/>
                  </a:ext>
                </a:extLst>
              </a:tr>
              <a:tr h="370840">
                <a:tc>
                  <a:txBody>
                    <a:bodyPr/>
                    <a:lstStyle/>
                    <a:p>
                      <a:r>
                        <a:rPr lang="en-GB" dirty="0">
                          <a:solidFill>
                            <a:schemeClr val="tx1"/>
                          </a:solidFill>
                        </a:rPr>
                        <a:t>Final audit and testing</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GB" dirty="0">
                          <a:solidFill>
                            <a:schemeClr val="tx1"/>
                          </a:solidFill>
                        </a:rPr>
                        <a:t>Implement additional controls, restore data </a:t>
                      </a:r>
                      <a:endParaRPr lang="LID4096" dirty="0">
                        <a:solidFill>
                          <a:schemeClr val="tx1"/>
                        </a:solidFill>
                      </a:endParaRPr>
                    </a:p>
                  </a:txBody>
                  <a:tcPr>
                    <a:noFill/>
                  </a:tcPr>
                </a:tc>
                <a:extLst>
                  <a:ext uri="{0D108BD9-81ED-4DB2-BD59-A6C34878D82A}">
                    <a16:rowId xmlns:a16="http://schemas.microsoft.com/office/drawing/2014/main" val="616678405"/>
                  </a:ext>
                </a:extLst>
              </a:tr>
            </a:tbl>
          </a:graphicData>
        </a:graphic>
      </p:graphicFrame>
      <p:sp>
        <p:nvSpPr>
          <p:cNvPr id="4" name="Footer Placeholder 3">
            <a:extLst>
              <a:ext uri="{FF2B5EF4-FFF2-40B4-BE49-F238E27FC236}">
                <a16:creationId xmlns:a16="http://schemas.microsoft.com/office/drawing/2014/main" id="{4FC2AC42-47CB-4FC8-BDCD-443062DC8914}"/>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52B344F3-9261-4EBB-ACB4-7FCAF24CDC45}"/>
              </a:ext>
            </a:extLst>
          </p:cNvPr>
          <p:cNvSpPr>
            <a:spLocks noGrp="1"/>
          </p:cNvSpPr>
          <p:nvPr>
            <p:ph type="sldNum" sz="quarter" idx="12"/>
          </p:nvPr>
        </p:nvSpPr>
        <p:spPr/>
        <p:txBody>
          <a:bodyPr/>
          <a:lstStyle/>
          <a:p>
            <a:fld id="{76711B12-96E3-4CC6-8596-5FF84CCB8B40}" type="slidenum">
              <a:rPr lang="LID4096" smtClean="0"/>
              <a:t>131</a:t>
            </a:fld>
            <a:endParaRPr lang="LID4096"/>
          </a:p>
        </p:txBody>
      </p:sp>
    </p:spTree>
    <p:extLst>
      <p:ext uri="{BB962C8B-B14F-4D97-AF65-F5344CB8AC3E}">
        <p14:creationId xmlns:p14="http://schemas.microsoft.com/office/powerpoint/2010/main" val="179775376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E5FF7-6FA4-4224-824C-D9D4D8D94888}"/>
              </a:ext>
            </a:extLst>
          </p:cNvPr>
          <p:cNvSpPr>
            <a:spLocks noGrp="1"/>
          </p:cNvSpPr>
          <p:nvPr>
            <p:ph type="title"/>
          </p:nvPr>
        </p:nvSpPr>
        <p:spPr/>
        <p:txBody>
          <a:bodyPr/>
          <a:lstStyle/>
          <a:p>
            <a:pPr algn="ctr"/>
            <a:r>
              <a:rPr lang="en-US" b="1" dirty="0"/>
              <a:t>TASK 5 (Continues…)</a:t>
            </a:r>
            <a:endParaRPr lang="LID4096" b="1" dirty="0"/>
          </a:p>
        </p:txBody>
      </p:sp>
      <p:graphicFrame>
        <p:nvGraphicFramePr>
          <p:cNvPr id="6" name="Table 6">
            <a:extLst>
              <a:ext uri="{FF2B5EF4-FFF2-40B4-BE49-F238E27FC236}">
                <a16:creationId xmlns:a16="http://schemas.microsoft.com/office/drawing/2014/main" id="{DFBDC7BA-F2E7-4239-80ED-366F88EC2250}"/>
              </a:ext>
            </a:extLst>
          </p:cNvPr>
          <p:cNvGraphicFramePr>
            <a:graphicFrameLocks noGrp="1"/>
          </p:cNvGraphicFramePr>
          <p:nvPr>
            <p:ph idx="1"/>
            <p:extLst>
              <p:ext uri="{D42A27DB-BD31-4B8C-83A1-F6EECF244321}">
                <p14:modId xmlns:p14="http://schemas.microsoft.com/office/powerpoint/2010/main" val="1544500866"/>
              </p:ext>
            </p:extLst>
          </p:nvPr>
        </p:nvGraphicFramePr>
        <p:xfrm>
          <a:off x="1590808" y="2097088"/>
          <a:ext cx="9007208" cy="3876040"/>
        </p:xfrm>
        <a:graphic>
          <a:graphicData uri="http://schemas.openxmlformats.org/drawingml/2006/table">
            <a:tbl>
              <a:tblPr firstRow="1" bandRow="1">
                <a:tableStyleId>{5C22544A-7EE6-4342-B048-85BDC9FD1C3A}</a:tableStyleId>
              </a:tblPr>
              <a:tblGrid>
                <a:gridCol w="423438">
                  <a:extLst>
                    <a:ext uri="{9D8B030D-6E8A-4147-A177-3AD203B41FA5}">
                      <a16:colId xmlns:a16="http://schemas.microsoft.com/office/drawing/2014/main" val="1422316841"/>
                    </a:ext>
                  </a:extLst>
                </a:gridCol>
                <a:gridCol w="2356701">
                  <a:extLst>
                    <a:ext uri="{9D8B030D-6E8A-4147-A177-3AD203B41FA5}">
                      <a16:colId xmlns:a16="http://schemas.microsoft.com/office/drawing/2014/main" val="126207876"/>
                    </a:ext>
                  </a:extLst>
                </a:gridCol>
                <a:gridCol w="1395167">
                  <a:extLst>
                    <a:ext uri="{9D8B030D-6E8A-4147-A177-3AD203B41FA5}">
                      <a16:colId xmlns:a16="http://schemas.microsoft.com/office/drawing/2014/main" val="2091526607"/>
                    </a:ext>
                  </a:extLst>
                </a:gridCol>
                <a:gridCol w="208280">
                  <a:extLst>
                    <a:ext uri="{9D8B030D-6E8A-4147-A177-3AD203B41FA5}">
                      <a16:colId xmlns:a16="http://schemas.microsoft.com/office/drawing/2014/main" val="1084450591"/>
                    </a:ext>
                  </a:extLst>
                </a:gridCol>
                <a:gridCol w="966033">
                  <a:extLst>
                    <a:ext uri="{9D8B030D-6E8A-4147-A177-3AD203B41FA5}">
                      <a16:colId xmlns:a16="http://schemas.microsoft.com/office/drawing/2014/main" val="2607185869"/>
                    </a:ext>
                  </a:extLst>
                </a:gridCol>
                <a:gridCol w="373834">
                  <a:extLst>
                    <a:ext uri="{9D8B030D-6E8A-4147-A177-3AD203B41FA5}">
                      <a16:colId xmlns:a16="http://schemas.microsoft.com/office/drawing/2014/main" val="3179112613"/>
                    </a:ext>
                  </a:extLst>
                </a:gridCol>
                <a:gridCol w="385294">
                  <a:extLst>
                    <a:ext uri="{9D8B030D-6E8A-4147-A177-3AD203B41FA5}">
                      <a16:colId xmlns:a16="http://schemas.microsoft.com/office/drawing/2014/main" val="2751752804"/>
                    </a:ext>
                  </a:extLst>
                </a:gridCol>
                <a:gridCol w="490374">
                  <a:extLst>
                    <a:ext uri="{9D8B030D-6E8A-4147-A177-3AD203B41FA5}">
                      <a16:colId xmlns:a16="http://schemas.microsoft.com/office/drawing/2014/main" val="1032044800"/>
                    </a:ext>
                  </a:extLst>
                </a:gridCol>
                <a:gridCol w="577941">
                  <a:extLst>
                    <a:ext uri="{9D8B030D-6E8A-4147-A177-3AD203B41FA5}">
                      <a16:colId xmlns:a16="http://schemas.microsoft.com/office/drawing/2014/main" val="3969548834"/>
                    </a:ext>
                  </a:extLst>
                </a:gridCol>
                <a:gridCol w="551672">
                  <a:extLst>
                    <a:ext uri="{9D8B030D-6E8A-4147-A177-3AD203B41FA5}">
                      <a16:colId xmlns:a16="http://schemas.microsoft.com/office/drawing/2014/main" val="446610486"/>
                    </a:ext>
                  </a:extLst>
                </a:gridCol>
                <a:gridCol w="639237">
                  <a:extLst>
                    <a:ext uri="{9D8B030D-6E8A-4147-A177-3AD203B41FA5}">
                      <a16:colId xmlns:a16="http://schemas.microsoft.com/office/drawing/2014/main" val="2988871589"/>
                    </a:ext>
                  </a:extLst>
                </a:gridCol>
                <a:gridCol w="639237">
                  <a:extLst>
                    <a:ext uri="{9D8B030D-6E8A-4147-A177-3AD203B41FA5}">
                      <a16:colId xmlns:a16="http://schemas.microsoft.com/office/drawing/2014/main" val="2886691226"/>
                    </a:ext>
                  </a:extLst>
                </a:gridCol>
              </a:tblGrid>
              <a:tr h="370840">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Dependence</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Activity</a:t>
                      </a:r>
                      <a:endParaRPr lang="LID4096" dirty="0">
                        <a:solidFill>
                          <a:schemeClr val="tx1"/>
                        </a:solidFill>
                      </a:endParaRPr>
                    </a:p>
                  </a:txBody>
                  <a:tcPr>
                    <a:noFill/>
                  </a:tcPr>
                </a:tc>
                <a:tc>
                  <a:txBody>
                    <a:bodyPr/>
                    <a:lstStyle/>
                    <a:p>
                      <a:r>
                        <a:rPr lang="en-US" dirty="0">
                          <a:solidFill>
                            <a:schemeClr val="tx1"/>
                          </a:solidFill>
                        </a:rPr>
                        <a:t>to</a:t>
                      </a:r>
                      <a:endParaRPr lang="LID4096" dirty="0">
                        <a:solidFill>
                          <a:schemeClr val="tx1"/>
                        </a:solidFill>
                      </a:endParaRPr>
                    </a:p>
                  </a:txBody>
                  <a:tcPr>
                    <a:noFill/>
                  </a:tcPr>
                </a:tc>
                <a:tc>
                  <a:txBody>
                    <a:bodyPr/>
                    <a:lstStyle/>
                    <a:p>
                      <a:r>
                        <a:rPr lang="en-US" dirty="0">
                          <a:solidFill>
                            <a:schemeClr val="tx1"/>
                          </a:solidFill>
                        </a:rPr>
                        <a:t>tp</a:t>
                      </a:r>
                      <a:endParaRPr lang="LID4096" dirty="0">
                        <a:solidFill>
                          <a:schemeClr val="tx1"/>
                        </a:solidFill>
                      </a:endParaRPr>
                    </a:p>
                  </a:txBody>
                  <a:tcPr>
                    <a:noFill/>
                  </a:tcPr>
                </a:tc>
                <a:tc>
                  <a:txBody>
                    <a:bodyPr/>
                    <a:lstStyle/>
                    <a:p>
                      <a:r>
                        <a:rPr lang="en-US" dirty="0">
                          <a:solidFill>
                            <a:schemeClr val="tx1"/>
                          </a:solidFill>
                        </a:rPr>
                        <a:t>tm</a:t>
                      </a:r>
                      <a:endParaRPr lang="LID4096" dirty="0">
                        <a:solidFill>
                          <a:schemeClr val="tx1"/>
                        </a:solidFill>
                      </a:endParaRPr>
                    </a:p>
                  </a:txBody>
                  <a:tcPr>
                    <a:noFill/>
                  </a:tcPr>
                </a:tc>
                <a:tc>
                  <a:txBody>
                    <a:bodyPr/>
                    <a:lstStyle/>
                    <a:p>
                      <a:r>
                        <a:rPr lang="en-US" dirty="0">
                          <a:solidFill>
                            <a:schemeClr val="tx1"/>
                          </a:solidFill>
                        </a:rPr>
                        <a:t>4tm</a:t>
                      </a:r>
                      <a:endParaRPr lang="LID4096" dirty="0">
                        <a:solidFill>
                          <a:schemeClr val="tx1"/>
                        </a:solidFill>
                      </a:endParaRPr>
                    </a:p>
                  </a:txBody>
                  <a:tcPr>
                    <a:noFill/>
                  </a:tcPr>
                </a:tc>
                <a:tc>
                  <a:txBody>
                    <a:bodyPr/>
                    <a:lstStyle/>
                    <a:p>
                      <a:r>
                        <a:rPr lang="en-US" dirty="0">
                          <a:solidFill>
                            <a:schemeClr val="tx1"/>
                          </a:solidFill>
                        </a:rPr>
                        <a:t>Te</a:t>
                      </a:r>
                      <a:endParaRPr lang="LID4096" dirty="0">
                        <a:solidFill>
                          <a:schemeClr val="tx1"/>
                        </a:solidFill>
                      </a:endParaRPr>
                    </a:p>
                  </a:txBody>
                  <a:tcPr>
                    <a:noFill/>
                  </a:tcPr>
                </a:tc>
                <a:tc>
                  <a:txBody>
                    <a:bodyPr/>
                    <a:lstStyle/>
                    <a:p>
                      <a:r>
                        <a:rPr lang="en-US" dirty="0">
                          <a:solidFill>
                            <a:schemeClr val="tx1"/>
                          </a:solidFill>
                        </a:rPr>
                        <a:t>σ</a:t>
                      </a:r>
                      <a:endParaRPr lang="LID4096" dirty="0">
                        <a:solidFill>
                          <a:schemeClr val="tx1"/>
                        </a:solidFill>
                      </a:endParaRPr>
                    </a:p>
                  </a:txBody>
                  <a:tcPr>
                    <a:noFill/>
                  </a:tcPr>
                </a:tc>
                <a:tc>
                  <a:txBody>
                    <a:bodyPr/>
                    <a:lstStyle/>
                    <a:p>
                      <a:r>
                        <a:rPr lang="en-US" dirty="0">
                          <a:solidFill>
                            <a:schemeClr val="tx1"/>
                          </a:solidFill>
                        </a:rPr>
                        <a:t>σ²</a:t>
                      </a:r>
                      <a:endParaRPr lang="LID4096" dirty="0">
                        <a:solidFill>
                          <a:schemeClr val="tx1"/>
                        </a:solidFill>
                      </a:endParaRPr>
                    </a:p>
                  </a:txBody>
                  <a:tcPr>
                    <a:noFill/>
                  </a:tcPr>
                </a:tc>
                <a:extLst>
                  <a:ext uri="{0D108BD9-81ED-4DB2-BD59-A6C34878D82A}">
                    <a16:rowId xmlns:a16="http://schemas.microsoft.com/office/drawing/2014/main" val="1461672046"/>
                  </a:ext>
                </a:extLst>
              </a:tr>
              <a:tr h="370840">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Identify Compromised Systems</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extLst>
                  <a:ext uri="{0D108BD9-81ED-4DB2-BD59-A6C34878D82A}">
                    <a16:rowId xmlns:a16="http://schemas.microsoft.com/office/drawing/2014/main" val="547638665"/>
                  </a:ext>
                </a:extLst>
              </a:tr>
              <a:tr h="370840">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Path Vulnerability</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1 – 2 </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2.5</a:t>
                      </a:r>
                      <a:endParaRPr lang="LID4096" dirty="0">
                        <a:solidFill>
                          <a:schemeClr val="tx1"/>
                        </a:solidFill>
                      </a:endParaRPr>
                    </a:p>
                  </a:txBody>
                  <a:tcPr>
                    <a:noFill/>
                  </a:tcPr>
                </a:tc>
                <a:tc>
                  <a:txBody>
                    <a:bodyPr/>
                    <a:lstStyle/>
                    <a:p>
                      <a:r>
                        <a:rPr lang="en-US" dirty="0">
                          <a:solidFill>
                            <a:schemeClr val="tx1"/>
                          </a:solidFill>
                        </a:rPr>
                        <a:t>0.16</a:t>
                      </a:r>
                      <a:endParaRPr lang="LID4096" dirty="0">
                        <a:solidFill>
                          <a:schemeClr val="tx1"/>
                        </a:solidFill>
                      </a:endParaRPr>
                    </a:p>
                  </a:txBody>
                  <a:tcPr>
                    <a:noFill/>
                  </a:tcPr>
                </a:tc>
                <a:tc>
                  <a:txBody>
                    <a:bodyPr/>
                    <a:lstStyle/>
                    <a:p>
                      <a:r>
                        <a:rPr lang="en-US" dirty="0">
                          <a:solidFill>
                            <a:schemeClr val="tx1"/>
                          </a:solidFill>
                        </a:rPr>
                        <a:t>0.02</a:t>
                      </a:r>
                      <a:endParaRPr lang="LID4096" dirty="0">
                        <a:solidFill>
                          <a:schemeClr val="tx1"/>
                        </a:solidFill>
                      </a:endParaRPr>
                    </a:p>
                  </a:txBody>
                  <a:tcPr>
                    <a:noFill/>
                  </a:tcPr>
                </a:tc>
                <a:extLst>
                  <a:ext uri="{0D108BD9-81ED-4DB2-BD59-A6C34878D82A}">
                    <a16:rowId xmlns:a16="http://schemas.microsoft.com/office/drawing/2014/main" val="2708341473"/>
                  </a:ext>
                </a:extLst>
              </a:tr>
              <a:tr h="370840">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Secure User Accounts</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2 – 3 </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24</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0.33</a:t>
                      </a:r>
                      <a:endParaRPr lang="LID4096" dirty="0">
                        <a:solidFill>
                          <a:schemeClr val="tx1"/>
                        </a:solidFill>
                      </a:endParaRPr>
                    </a:p>
                  </a:txBody>
                  <a:tcPr>
                    <a:noFill/>
                  </a:tcPr>
                </a:tc>
                <a:tc>
                  <a:txBody>
                    <a:bodyPr/>
                    <a:lstStyle/>
                    <a:p>
                      <a:r>
                        <a:rPr lang="en-US" dirty="0">
                          <a:solidFill>
                            <a:schemeClr val="tx1"/>
                          </a:solidFill>
                        </a:rPr>
                        <a:t>0.10</a:t>
                      </a:r>
                      <a:endParaRPr lang="LID4096" dirty="0">
                        <a:solidFill>
                          <a:schemeClr val="tx1"/>
                        </a:solidFill>
                      </a:endParaRPr>
                    </a:p>
                  </a:txBody>
                  <a:tcPr>
                    <a:noFill/>
                  </a:tcPr>
                </a:tc>
                <a:extLst>
                  <a:ext uri="{0D108BD9-81ED-4DB2-BD59-A6C34878D82A}">
                    <a16:rowId xmlns:a16="http://schemas.microsoft.com/office/drawing/2014/main" val="412919040"/>
                  </a:ext>
                </a:extLst>
              </a:tr>
              <a:tr h="370840">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Restore Data</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2 – 4 </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2.1</a:t>
                      </a:r>
                      <a:endParaRPr lang="LID4096" dirty="0">
                        <a:solidFill>
                          <a:schemeClr val="tx1"/>
                        </a:solidFill>
                      </a:endParaRPr>
                    </a:p>
                  </a:txBody>
                  <a:tcPr>
                    <a:noFill/>
                  </a:tcPr>
                </a:tc>
                <a:tc>
                  <a:txBody>
                    <a:bodyPr/>
                    <a:lstStyle/>
                    <a:p>
                      <a:r>
                        <a:rPr lang="en-US" dirty="0">
                          <a:solidFill>
                            <a:schemeClr val="tx1"/>
                          </a:solidFill>
                        </a:rPr>
                        <a:t>0.5</a:t>
                      </a:r>
                      <a:endParaRPr lang="LID4096" dirty="0">
                        <a:solidFill>
                          <a:schemeClr val="tx1"/>
                        </a:solidFill>
                      </a:endParaRPr>
                    </a:p>
                  </a:txBody>
                  <a:tcPr>
                    <a:noFill/>
                  </a:tcPr>
                </a:tc>
                <a:tc>
                  <a:txBody>
                    <a:bodyPr/>
                    <a:lstStyle/>
                    <a:p>
                      <a:r>
                        <a:rPr lang="en-US" dirty="0">
                          <a:solidFill>
                            <a:schemeClr val="tx1"/>
                          </a:solidFill>
                        </a:rPr>
                        <a:t>0.25</a:t>
                      </a:r>
                      <a:endParaRPr lang="LID4096" dirty="0">
                        <a:solidFill>
                          <a:schemeClr val="tx1"/>
                        </a:solidFill>
                      </a:endParaRPr>
                    </a:p>
                  </a:txBody>
                  <a:tcPr>
                    <a:noFill/>
                  </a:tcPr>
                </a:tc>
                <a:extLst>
                  <a:ext uri="{0D108BD9-81ED-4DB2-BD59-A6C34878D82A}">
                    <a16:rowId xmlns:a16="http://schemas.microsoft.com/office/drawing/2014/main" val="744219387"/>
                  </a:ext>
                </a:extLst>
              </a:tr>
              <a:tr h="370840">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Implement additional Controls</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3 – 5 </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20</a:t>
                      </a:r>
                      <a:endParaRPr lang="LID4096" dirty="0">
                        <a:solidFill>
                          <a:schemeClr val="tx1"/>
                        </a:solidFill>
                      </a:endParaRPr>
                    </a:p>
                  </a:txBody>
                  <a:tcPr>
                    <a:noFill/>
                  </a:tcPr>
                </a:tc>
                <a:tc>
                  <a:txBody>
                    <a:bodyPr/>
                    <a:lstStyle/>
                    <a:p>
                      <a:r>
                        <a:rPr lang="en-US" dirty="0">
                          <a:solidFill>
                            <a:schemeClr val="tx1"/>
                          </a:solidFill>
                        </a:rPr>
                        <a:t>5.1</a:t>
                      </a:r>
                      <a:endParaRPr lang="LID4096" dirty="0">
                        <a:solidFill>
                          <a:schemeClr val="tx1"/>
                        </a:solidFill>
                      </a:endParaRPr>
                    </a:p>
                  </a:txBody>
                  <a:tcPr>
                    <a:noFill/>
                  </a:tcPr>
                </a:tc>
                <a:tc>
                  <a:txBody>
                    <a:bodyPr/>
                    <a:lstStyle/>
                    <a:p>
                      <a:r>
                        <a:rPr lang="en-US" dirty="0">
                          <a:solidFill>
                            <a:schemeClr val="tx1"/>
                          </a:solidFill>
                        </a:rPr>
                        <a:t>0.83</a:t>
                      </a:r>
                      <a:endParaRPr lang="LID4096" dirty="0">
                        <a:solidFill>
                          <a:schemeClr val="tx1"/>
                        </a:solidFill>
                      </a:endParaRPr>
                    </a:p>
                  </a:txBody>
                  <a:tcPr>
                    <a:noFill/>
                  </a:tcPr>
                </a:tc>
                <a:tc>
                  <a:txBody>
                    <a:bodyPr/>
                    <a:lstStyle/>
                    <a:p>
                      <a:r>
                        <a:rPr lang="en-US" dirty="0">
                          <a:solidFill>
                            <a:schemeClr val="tx1"/>
                          </a:solidFill>
                        </a:rPr>
                        <a:t>0.68</a:t>
                      </a:r>
                      <a:endParaRPr lang="LID4096" dirty="0">
                        <a:solidFill>
                          <a:schemeClr val="tx1"/>
                        </a:solidFill>
                      </a:endParaRPr>
                    </a:p>
                  </a:txBody>
                  <a:tcPr>
                    <a:noFill/>
                  </a:tcPr>
                </a:tc>
                <a:extLst>
                  <a:ext uri="{0D108BD9-81ED-4DB2-BD59-A6C34878D82A}">
                    <a16:rowId xmlns:a16="http://schemas.microsoft.com/office/drawing/2014/main" val="2768470277"/>
                  </a:ext>
                </a:extLst>
              </a:tr>
              <a:tr h="370840">
                <a:tc>
                  <a:txBody>
                    <a:bodyPr/>
                    <a:lstStyle/>
                    <a:p>
                      <a:r>
                        <a:rPr lang="en-US" dirty="0">
                          <a:solidFill>
                            <a:schemeClr val="tx1"/>
                          </a:solidFill>
                        </a:rPr>
                        <a:t>6</a:t>
                      </a:r>
                      <a:endParaRPr lang="LID4096" dirty="0">
                        <a:solidFill>
                          <a:schemeClr val="tx1"/>
                        </a:solidFill>
                      </a:endParaRPr>
                    </a:p>
                  </a:txBody>
                  <a:tcPr>
                    <a:noFill/>
                  </a:tcPr>
                </a:tc>
                <a:tc>
                  <a:txBody>
                    <a:bodyPr/>
                    <a:lstStyle/>
                    <a:p>
                      <a:r>
                        <a:rPr lang="en-US" dirty="0">
                          <a:solidFill>
                            <a:schemeClr val="tx1"/>
                          </a:solidFill>
                        </a:rPr>
                        <a:t>Revise polices</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1 – 6 </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5</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3.1</a:t>
                      </a:r>
                      <a:endParaRPr lang="LID4096" dirty="0">
                        <a:solidFill>
                          <a:schemeClr val="tx1"/>
                        </a:solidFill>
                      </a:endParaRPr>
                    </a:p>
                  </a:txBody>
                  <a:tcPr>
                    <a:noFill/>
                  </a:tcPr>
                </a:tc>
                <a:tc>
                  <a:txBody>
                    <a:bodyPr/>
                    <a:lstStyle/>
                    <a:p>
                      <a:r>
                        <a:rPr lang="en-US" dirty="0">
                          <a:solidFill>
                            <a:schemeClr val="tx1"/>
                          </a:solidFill>
                        </a:rPr>
                        <a:t>0.5</a:t>
                      </a:r>
                      <a:endParaRPr lang="LID4096" dirty="0">
                        <a:solidFill>
                          <a:schemeClr val="tx1"/>
                        </a:solidFill>
                      </a:endParaRPr>
                    </a:p>
                  </a:txBody>
                  <a:tcPr>
                    <a:noFill/>
                  </a:tcPr>
                </a:tc>
                <a:tc>
                  <a:txBody>
                    <a:bodyPr/>
                    <a:lstStyle/>
                    <a:p>
                      <a:r>
                        <a:rPr lang="en-US" dirty="0">
                          <a:solidFill>
                            <a:schemeClr val="tx1"/>
                          </a:solidFill>
                        </a:rPr>
                        <a:t>0.25</a:t>
                      </a:r>
                      <a:endParaRPr lang="LID4096" dirty="0">
                        <a:solidFill>
                          <a:schemeClr val="tx1"/>
                        </a:solidFill>
                      </a:endParaRPr>
                    </a:p>
                  </a:txBody>
                  <a:tcPr>
                    <a:noFill/>
                  </a:tcPr>
                </a:tc>
                <a:extLst>
                  <a:ext uri="{0D108BD9-81ED-4DB2-BD59-A6C34878D82A}">
                    <a16:rowId xmlns:a16="http://schemas.microsoft.com/office/drawing/2014/main" val="1540621989"/>
                  </a:ext>
                </a:extLst>
              </a:tr>
              <a:tr h="370840">
                <a:tc>
                  <a:txBody>
                    <a:bodyPr/>
                    <a:lstStyle/>
                    <a:p>
                      <a:r>
                        <a:rPr lang="en-US" dirty="0">
                          <a:solidFill>
                            <a:schemeClr val="tx1"/>
                          </a:solidFill>
                        </a:rPr>
                        <a:t>7</a:t>
                      </a:r>
                      <a:endParaRPr lang="LID4096" dirty="0">
                        <a:solidFill>
                          <a:schemeClr val="tx1"/>
                        </a:solidFill>
                      </a:endParaRPr>
                    </a:p>
                  </a:txBody>
                  <a:tcPr>
                    <a:noFill/>
                  </a:tcPr>
                </a:tc>
                <a:tc>
                  <a:txBody>
                    <a:bodyPr/>
                    <a:lstStyle/>
                    <a:p>
                      <a:r>
                        <a:rPr lang="en-US" dirty="0">
                          <a:solidFill>
                            <a:schemeClr val="tx1"/>
                          </a:solidFill>
                        </a:rPr>
                        <a:t>Final Audit and Testing</a:t>
                      </a:r>
                      <a:endParaRPr lang="LID4096" dirty="0">
                        <a:solidFill>
                          <a:schemeClr val="tx1"/>
                        </a:solidFill>
                      </a:endParaRPr>
                    </a:p>
                  </a:txBody>
                  <a:tcPr>
                    <a:noFill/>
                  </a:tcPr>
                </a:tc>
                <a:tc>
                  <a:txBody>
                    <a:bodyPr/>
                    <a:lstStyle/>
                    <a:p>
                      <a:r>
                        <a:rPr lang="en-US" dirty="0">
                          <a:solidFill>
                            <a:schemeClr val="tx1"/>
                          </a:solidFill>
                        </a:rPr>
                        <a:t>5,4</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4 – 7 </a:t>
                      </a:r>
                      <a:endParaRPr lang="LID4096" dirty="0">
                        <a:solidFill>
                          <a:schemeClr val="tx1"/>
                        </a:solidFill>
                      </a:endParaRPr>
                    </a:p>
                  </a:txBody>
                  <a:tcPr>
                    <a:noFill/>
                  </a:tcPr>
                </a:tc>
                <a:tc>
                  <a:txBody>
                    <a:bodyPr/>
                    <a:lstStyle/>
                    <a:p>
                      <a:r>
                        <a:rPr lang="en-US" dirty="0">
                          <a:solidFill>
                            <a:schemeClr val="tx1"/>
                          </a:solidFill>
                        </a:rPr>
                        <a:t>1</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8</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0.33</a:t>
                      </a:r>
                      <a:endParaRPr lang="LID4096" dirty="0">
                        <a:solidFill>
                          <a:schemeClr val="tx1"/>
                        </a:solidFill>
                      </a:endParaRPr>
                    </a:p>
                  </a:txBody>
                  <a:tcPr>
                    <a:noFill/>
                  </a:tcPr>
                </a:tc>
                <a:tc>
                  <a:txBody>
                    <a:bodyPr/>
                    <a:lstStyle/>
                    <a:p>
                      <a:r>
                        <a:rPr lang="en-US" dirty="0">
                          <a:solidFill>
                            <a:schemeClr val="tx1"/>
                          </a:solidFill>
                        </a:rPr>
                        <a:t>0.10</a:t>
                      </a:r>
                      <a:endParaRPr lang="LID4096" dirty="0">
                        <a:solidFill>
                          <a:schemeClr val="tx1"/>
                        </a:solidFill>
                      </a:endParaRPr>
                    </a:p>
                  </a:txBody>
                  <a:tcPr>
                    <a:noFill/>
                  </a:tcPr>
                </a:tc>
                <a:extLst>
                  <a:ext uri="{0D108BD9-81ED-4DB2-BD59-A6C34878D82A}">
                    <a16:rowId xmlns:a16="http://schemas.microsoft.com/office/drawing/2014/main" val="725946258"/>
                  </a:ext>
                </a:extLst>
              </a:tr>
              <a:tr h="370840">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5 – 7 </a:t>
                      </a:r>
                      <a:endParaRPr lang="LID4096" dirty="0">
                        <a:solidFill>
                          <a:schemeClr val="tx1"/>
                        </a:solidFill>
                      </a:endParaRPr>
                    </a:p>
                  </a:txBody>
                  <a:tcPr>
                    <a:noFill/>
                  </a:tcPr>
                </a:tc>
                <a:tc>
                  <a:txBody>
                    <a:bodyPr/>
                    <a:lstStyle/>
                    <a:p>
                      <a:r>
                        <a:rPr lang="en-US" dirty="0">
                          <a:solidFill>
                            <a:schemeClr val="tx1"/>
                          </a:solidFill>
                        </a:rPr>
                        <a:t>2</a:t>
                      </a:r>
                      <a:endParaRPr lang="LID4096" dirty="0">
                        <a:solidFill>
                          <a:schemeClr val="tx1"/>
                        </a:solidFill>
                      </a:endParaRPr>
                    </a:p>
                  </a:txBody>
                  <a:tcPr>
                    <a:noFill/>
                  </a:tcPr>
                </a:tc>
                <a:tc>
                  <a:txBody>
                    <a:bodyPr/>
                    <a:lstStyle/>
                    <a:p>
                      <a:r>
                        <a:rPr lang="en-US" dirty="0">
                          <a:solidFill>
                            <a:schemeClr val="tx1"/>
                          </a:solidFill>
                        </a:rPr>
                        <a:t>4</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12</a:t>
                      </a:r>
                      <a:endParaRPr lang="LID4096" dirty="0">
                        <a:solidFill>
                          <a:schemeClr val="tx1"/>
                        </a:solidFill>
                      </a:endParaRPr>
                    </a:p>
                  </a:txBody>
                  <a:tcPr>
                    <a:noFill/>
                  </a:tcPr>
                </a:tc>
                <a:tc>
                  <a:txBody>
                    <a:bodyPr/>
                    <a:lstStyle/>
                    <a:p>
                      <a:r>
                        <a:rPr lang="en-US" dirty="0">
                          <a:solidFill>
                            <a:schemeClr val="tx1"/>
                          </a:solidFill>
                        </a:rPr>
                        <a:t>3</a:t>
                      </a:r>
                      <a:endParaRPr lang="LID4096" dirty="0">
                        <a:solidFill>
                          <a:schemeClr val="tx1"/>
                        </a:solidFill>
                      </a:endParaRPr>
                    </a:p>
                  </a:txBody>
                  <a:tcPr>
                    <a:noFill/>
                  </a:tcPr>
                </a:tc>
                <a:tc>
                  <a:txBody>
                    <a:bodyPr/>
                    <a:lstStyle/>
                    <a:p>
                      <a:r>
                        <a:rPr lang="en-US" dirty="0">
                          <a:solidFill>
                            <a:schemeClr val="tx1"/>
                          </a:solidFill>
                        </a:rPr>
                        <a:t>0.33</a:t>
                      </a:r>
                      <a:endParaRPr lang="LID4096" dirty="0">
                        <a:solidFill>
                          <a:schemeClr val="tx1"/>
                        </a:solidFill>
                      </a:endParaRPr>
                    </a:p>
                  </a:txBody>
                  <a:tcPr>
                    <a:noFill/>
                  </a:tcPr>
                </a:tc>
                <a:tc>
                  <a:txBody>
                    <a:bodyPr/>
                    <a:lstStyle/>
                    <a:p>
                      <a:r>
                        <a:rPr lang="en-US" dirty="0">
                          <a:solidFill>
                            <a:schemeClr val="tx1"/>
                          </a:solidFill>
                        </a:rPr>
                        <a:t>0.10</a:t>
                      </a:r>
                      <a:endParaRPr lang="LID4096" dirty="0">
                        <a:solidFill>
                          <a:schemeClr val="tx1"/>
                        </a:solidFill>
                      </a:endParaRPr>
                    </a:p>
                  </a:txBody>
                  <a:tcPr>
                    <a:noFill/>
                  </a:tcPr>
                </a:tc>
                <a:extLst>
                  <a:ext uri="{0D108BD9-81ED-4DB2-BD59-A6C34878D82A}">
                    <a16:rowId xmlns:a16="http://schemas.microsoft.com/office/drawing/2014/main" val="1408945453"/>
                  </a:ext>
                </a:extLst>
              </a:tr>
            </a:tbl>
          </a:graphicData>
        </a:graphic>
      </p:graphicFrame>
      <p:sp>
        <p:nvSpPr>
          <p:cNvPr id="4" name="Footer Placeholder 3">
            <a:extLst>
              <a:ext uri="{FF2B5EF4-FFF2-40B4-BE49-F238E27FC236}">
                <a16:creationId xmlns:a16="http://schemas.microsoft.com/office/drawing/2014/main" id="{003169C6-5B67-410A-B7AE-F59D2A240359}"/>
              </a:ext>
            </a:extLst>
          </p:cNvPr>
          <p:cNvSpPr>
            <a:spLocks noGrp="1"/>
          </p:cNvSpPr>
          <p:nvPr>
            <p:ph type="ftr" sz="quarter" idx="11"/>
          </p:nvPr>
        </p:nvSpPr>
        <p:spPr>
          <a:xfrm>
            <a:off x="1128825" y="6248399"/>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6CE49E8A-7C8A-4709-B18F-4062C2F9E68B}"/>
              </a:ext>
            </a:extLst>
          </p:cNvPr>
          <p:cNvSpPr>
            <a:spLocks noGrp="1"/>
          </p:cNvSpPr>
          <p:nvPr>
            <p:ph type="sldNum" sz="quarter" idx="12"/>
          </p:nvPr>
        </p:nvSpPr>
        <p:spPr/>
        <p:txBody>
          <a:bodyPr/>
          <a:lstStyle/>
          <a:p>
            <a:fld id="{76711B12-96E3-4CC6-8596-5FF84CCB8B40}" type="slidenum">
              <a:rPr lang="LID4096" smtClean="0"/>
              <a:t>132</a:t>
            </a:fld>
            <a:endParaRPr lang="LID4096"/>
          </a:p>
        </p:txBody>
      </p:sp>
    </p:spTree>
    <p:extLst>
      <p:ext uri="{BB962C8B-B14F-4D97-AF65-F5344CB8AC3E}">
        <p14:creationId xmlns:p14="http://schemas.microsoft.com/office/powerpoint/2010/main" val="57617576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CD99838-BF7E-47A7-A52F-31A72D90820A}"/>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54A0E293-2619-430B-AC0D-A6096E60FDE4}"/>
              </a:ext>
            </a:extLst>
          </p:cNvPr>
          <p:cNvSpPr>
            <a:spLocks noGrp="1"/>
          </p:cNvSpPr>
          <p:nvPr>
            <p:ph type="sldNum" sz="quarter" idx="12"/>
          </p:nvPr>
        </p:nvSpPr>
        <p:spPr/>
        <p:txBody>
          <a:bodyPr/>
          <a:lstStyle/>
          <a:p>
            <a:fld id="{76711B12-96E3-4CC6-8596-5FF84CCB8B40}" type="slidenum">
              <a:rPr lang="LID4096" smtClean="0"/>
              <a:t>133</a:t>
            </a:fld>
            <a:endParaRPr lang="LID4096"/>
          </a:p>
        </p:txBody>
      </p:sp>
      <p:sp>
        <p:nvSpPr>
          <p:cNvPr id="6" name="Oval 5">
            <a:extLst>
              <a:ext uri="{FF2B5EF4-FFF2-40B4-BE49-F238E27FC236}">
                <a16:creationId xmlns:a16="http://schemas.microsoft.com/office/drawing/2014/main" id="{91C1271C-3E54-42E9-8781-F17C2708342B}"/>
              </a:ext>
            </a:extLst>
          </p:cNvPr>
          <p:cNvSpPr/>
          <p:nvPr/>
        </p:nvSpPr>
        <p:spPr>
          <a:xfrm>
            <a:off x="810705" y="2884602"/>
            <a:ext cx="1036949" cy="9426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Oval 6">
            <a:extLst>
              <a:ext uri="{FF2B5EF4-FFF2-40B4-BE49-F238E27FC236}">
                <a16:creationId xmlns:a16="http://schemas.microsoft.com/office/drawing/2014/main" id="{4D64D775-E1E7-48B4-A6EB-A1FEE6A32451}"/>
              </a:ext>
            </a:extLst>
          </p:cNvPr>
          <p:cNvSpPr/>
          <p:nvPr/>
        </p:nvSpPr>
        <p:spPr>
          <a:xfrm>
            <a:off x="2509101" y="1472153"/>
            <a:ext cx="1036949" cy="9426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Oval 7">
            <a:extLst>
              <a:ext uri="{FF2B5EF4-FFF2-40B4-BE49-F238E27FC236}">
                <a16:creationId xmlns:a16="http://schemas.microsoft.com/office/drawing/2014/main" id="{C4E3CC1D-A5EF-4BD5-9BED-7A9AED91787D}"/>
              </a:ext>
            </a:extLst>
          </p:cNvPr>
          <p:cNvSpPr/>
          <p:nvPr/>
        </p:nvSpPr>
        <p:spPr>
          <a:xfrm>
            <a:off x="2329992" y="4187072"/>
            <a:ext cx="1036949" cy="9426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0" name="Straight Connector 9">
            <a:extLst>
              <a:ext uri="{FF2B5EF4-FFF2-40B4-BE49-F238E27FC236}">
                <a16:creationId xmlns:a16="http://schemas.microsoft.com/office/drawing/2014/main" id="{91FD597F-DB98-43E4-95AD-97C4BB966473}"/>
              </a:ext>
            </a:extLst>
          </p:cNvPr>
          <p:cNvCxnSpPr>
            <a:stCxn id="6" idx="0"/>
            <a:endCxn id="6" idx="4"/>
          </p:cNvCxnSpPr>
          <p:nvPr/>
        </p:nvCxnSpPr>
        <p:spPr>
          <a:xfrm>
            <a:off x="1329180" y="2884602"/>
            <a:ext cx="0" cy="942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F787593-4FC6-4588-89DB-8D149D7E0F62}"/>
              </a:ext>
            </a:extLst>
          </p:cNvPr>
          <p:cNvCxnSpPr>
            <a:stCxn id="7" idx="0"/>
            <a:endCxn id="7" idx="4"/>
          </p:cNvCxnSpPr>
          <p:nvPr/>
        </p:nvCxnSpPr>
        <p:spPr>
          <a:xfrm>
            <a:off x="3027576" y="1472153"/>
            <a:ext cx="0" cy="942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228FF29-5D24-4DA7-B887-30852A44DAE3}"/>
              </a:ext>
            </a:extLst>
          </p:cNvPr>
          <p:cNvCxnSpPr>
            <a:stCxn id="8" idx="0"/>
            <a:endCxn id="8" idx="4"/>
          </p:cNvCxnSpPr>
          <p:nvPr/>
        </p:nvCxnSpPr>
        <p:spPr>
          <a:xfrm>
            <a:off x="2848467" y="4187072"/>
            <a:ext cx="0" cy="942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9665541-B0B1-453A-99CD-29927F09BD81}"/>
              </a:ext>
            </a:extLst>
          </p:cNvPr>
          <p:cNvCxnSpPr>
            <a:stCxn id="7" idx="6"/>
          </p:cNvCxnSpPr>
          <p:nvPr/>
        </p:nvCxnSpPr>
        <p:spPr>
          <a:xfrm flipH="1">
            <a:off x="3027575" y="1943493"/>
            <a:ext cx="5184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01AD9DC-F3E2-4620-8E40-CDF5C506ABE7}"/>
              </a:ext>
            </a:extLst>
          </p:cNvPr>
          <p:cNvCxnSpPr>
            <a:stCxn id="6" idx="6"/>
          </p:cNvCxnSpPr>
          <p:nvPr/>
        </p:nvCxnSpPr>
        <p:spPr>
          <a:xfrm flipH="1">
            <a:off x="1329179" y="3355942"/>
            <a:ext cx="5184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9CF6D6C-0F4B-44FD-9E14-22D6BE64DE70}"/>
              </a:ext>
            </a:extLst>
          </p:cNvPr>
          <p:cNvCxnSpPr>
            <a:stCxn id="8" idx="6"/>
          </p:cNvCxnSpPr>
          <p:nvPr/>
        </p:nvCxnSpPr>
        <p:spPr>
          <a:xfrm flipH="1">
            <a:off x="2848466" y="4658412"/>
            <a:ext cx="5184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91990EA-CA46-4A48-BA61-20BCF0ACA11D}"/>
              </a:ext>
            </a:extLst>
          </p:cNvPr>
          <p:cNvCxnSpPr>
            <a:stCxn id="6" idx="6"/>
            <a:endCxn id="7" idx="2"/>
          </p:cNvCxnSpPr>
          <p:nvPr/>
        </p:nvCxnSpPr>
        <p:spPr>
          <a:xfrm flipV="1">
            <a:off x="1847654" y="1943493"/>
            <a:ext cx="661447" cy="14124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4BB9286-D109-42FE-A191-2E7A90E93ADC}"/>
              </a:ext>
            </a:extLst>
          </p:cNvPr>
          <p:cNvCxnSpPr>
            <a:stCxn id="6" idx="6"/>
            <a:endCxn id="8" idx="2"/>
          </p:cNvCxnSpPr>
          <p:nvPr/>
        </p:nvCxnSpPr>
        <p:spPr>
          <a:xfrm>
            <a:off x="1847654" y="3355942"/>
            <a:ext cx="482338" cy="13024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0BAC5526-3A2E-4E59-BC42-86D14CB93091}"/>
              </a:ext>
            </a:extLst>
          </p:cNvPr>
          <p:cNvSpPr/>
          <p:nvPr/>
        </p:nvSpPr>
        <p:spPr>
          <a:xfrm>
            <a:off x="810704" y="2903952"/>
            <a:ext cx="56618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1</a:t>
            </a:r>
          </a:p>
        </p:txBody>
      </p:sp>
      <p:sp>
        <p:nvSpPr>
          <p:cNvPr id="26" name="Rectangle 25">
            <a:extLst>
              <a:ext uri="{FF2B5EF4-FFF2-40B4-BE49-F238E27FC236}">
                <a16:creationId xmlns:a16="http://schemas.microsoft.com/office/drawing/2014/main" id="{ED3AF84E-C0D3-46AD-9BD2-66879DEBA464}"/>
              </a:ext>
            </a:extLst>
          </p:cNvPr>
          <p:cNvSpPr/>
          <p:nvPr/>
        </p:nvSpPr>
        <p:spPr>
          <a:xfrm>
            <a:off x="2510672" y="1455117"/>
            <a:ext cx="566181"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2</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7" name="Rectangle 26">
            <a:extLst>
              <a:ext uri="{FF2B5EF4-FFF2-40B4-BE49-F238E27FC236}">
                <a16:creationId xmlns:a16="http://schemas.microsoft.com/office/drawing/2014/main" id="{C99C2B3B-E7B8-400D-9E4A-D788BB3B6736}"/>
              </a:ext>
            </a:extLst>
          </p:cNvPr>
          <p:cNvSpPr/>
          <p:nvPr/>
        </p:nvSpPr>
        <p:spPr>
          <a:xfrm>
            <a:off x="2329991" y="4187072"/>
            <a:ext cx="566181"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6</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8" name="Oval 27">
            <a:extLst>
              <a:ext uri="{FF2B5EF4-FFF2-40B4-BE49-F238E27FC236}">
                <a16:creationId xmlns:a16="http://schemas.microsoft.com/office/drawing/2014/main" id="{7896E9D1-A0A0-4EE6-B14F-B15EB0205BE0}"/>
              </a:ext>
            </a:extLst>
          </p:cNvPr>
          <p:cNvSpPr/>
          <p:nvPr/>
        </p:nvSpPr>
        <p:spPr>
          <a:xfrm>
            <a:off x="4754252" y="138260"/>
            <a:ext cx="1036949" cy="9426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9" name="Oval 28">
            <a:extLst>
              <a:ext uri="{FF2B5EF4-FFF2-40B4-BE49-F238E27FC236}">
                <a16:creationId xmlns:a16="http://schemas.microsoft.com/office/drawing/2014/main" id="{618DE1D3-07CE-46AC-817B-7B51CB19DB8B}"/>
              </a:ext>
            </a:extLst>
          </p:cNvPr>
          <p:cNvSpPr/>
          <p:nvPr/>
        </p:nvSpPr>
        <p:spPr>
          <a:xfrm>
            <a:off x="4754251" y="2649717"/>
            <a:ext cx="1036949" cy="9426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31" name="Straight Arrow Connector 30">
            <a:extLst>
              <a:ext uri="{FF2B5EF4-FFF2-40B4-BE49-F238E27FC236}">
                <a16:creationId xmlns:a16="http://schemas.microsoft.com/office/drawing/2014/main" id="{5EA245D2-5581-48C6-B8C7-8DDCC51F4E86}"/>
              </a:ext>
            </a:extLst>
          </p:cNvPr>
          <p:cNvCxnSpPr>
            <a:stCxn id="7" idx="6"/>
            <a:endCxn id="28" idx="2"/>
          </p:cNvCxnSpPr>
          <p:nvPr/>
        </p:nvCxnSpPr>
        <p:spPr>
          <a:xfrm flipV="1">
            <a:off x="3546050" y="609600"/>
            <a:ext cx="1208202" cy="13338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589D788-2B3C-4AE0-B62D-8D5ED41CC36E}"/>
              </a:ext>
            </a:extLst>
          </p:cNvPr>
          <p:cNvCxnSpPr>
            <a:stCxn id="7" idx="6"/>
            <a:endCxn id="29" idx="2"/>
          </p:cNvCxnSpPr>
          <p:nvPr/>
        </p:nvCxnSpPr>
        <p:spPr>
          <a:xfrm>
            <a:off x="3546050" y="1943493"/>
            <a:ext cx="1208201" cy="11775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279EBB-97DD-45CC-830B-9C2184E20000}"/>
              </a:ext>
            </a:extLst>
          </p:cNvPr>
          <p:cNvCxnSpPr>
            <a:stCxn id="28" idx="0"/>
            <a:endCxn id="28" idx="4"/>
          </p:cNvCxnSpPr>
          <p:nvPr/>
        </p:nvCxnSpPr>
        <p:spPr>
          <a:xfrm>
            <a:off x="5272727" y="138260"/>
            <a:ext cx="0" cy="942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019140-9EFD-4980-989E-50BFA0B98DE5}"/>
              </a:ext>
            </a:extLst>
          </p:cNvPr>
          <p:cNvCxnSpPr>
            <a:stCxn id="29" idx="0"/>
            <a:endCxn id="29" idx="4"/>
          </p:cNvCxnSpPr>
          <p:nvPr/>
        </p:nvCxnSpPr>
        <p:spPr>
          <a:xfrm>
            <a:off x="5272726" y="2649717"/>
            <a:ext cx="0" cy="942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F86F7F2-55B1-4CD5-B78D-79135E09C4F7}"/>
              </a:ext>
            </a:extLst>
          </p:cNvPr>
          <p:cNvCxnSpPr>
            <a:stCxn id="28" idx="6"/>
          </p:cNvCxnSpPr>
          <p:nvPr/>
        </p:nvCxnSpPr>
        <p:spPr>
          <a:xfrm flipH="1">
            <a:off x="5272725" y="609600"/>
            <a:ext cx="518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9C77EC9-8B60-4EB3-9E51-ECA2A0B19E39}"/>
              </a:ext>
            </a:extLst>
          </p:cNvPr>
          <p:cNvCxnSpPr>
            <a:stCxn id="29" idx="6"/>
          </p:cNvCxnSpPr>
          <p:nvPr/>
        </p:nvCxnSpPr>
        <p:spPr>
          <a:xfrm flipH="1">
            <a:off x="5272725" y="3121057"/>
            <a:ext cx="5184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BDC06D92-43B5-4CC2-A3A5-18D5CCAD0497}"/>
              </a:ext>
            </a:extLst>
          </p:cNvPr>
          <p:cNvSpPr/>
          <p:nvPr/>
        </p:nvSpPr>
        <p:spPr>
          <a:xfrm>
            <a:off x="4754251" y="162739"/>
            <a:ext cx="56618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3</a:t>
            </a:r>
          </a:p>
        </p:txBody>
      </p:sp>
      <p:sp>
        <p:nvSpPr>
          <p:cNvPr id="43" name="Rectangle 42">
            <a:extLst>
              <a:ext uri="{FF2B5EF4-FFF2-40B4-BE49-F238E27FC236}">
                <a16:creationId xmlns:a16="http://schemas.microsoft.com/office/drawing/2014/main" id="{FB4264CD-D0EA-406D-B5AE-F740163F2DD3}"/>
              </a:ext>
            </a:extLst>
          </p:cNvPr>
          <p:cNvSpPr/>
          <p:nvPr/>
        </p:nvSpPr>
        <p:spPr>
          <a:xfrm>
            <a:off x="4703401" y="2627267"/>
            <a:ext cx="56618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4</a:t>
            </a:r>
          </a:p>
        </p:txBody>
      </p:sp>
      <p:sp>
        <p:nvSpPr>
          <p:cNvPr id="44" name="Oval 43">
            <a:extLst>
              <a:ext uri="{FF2B5EF4-FFF2-40B4-BE49-F238E27FC236}">
                <a16:creationId xmlns:a16="http://schemas.microsoft.com/office/drawing/2014/main" id="{1629FDE5-13E7-4B80-98FC-7344816688A0}"/>
              </a:ext>
            </a:extLst>
          </p:cNvPr>
          <p:cNvSpPr/>
          <p:nvPr/>
        </p:nvSpPr>
        <p:spPr>
          <a:xfrm>
            <a:off x="6919275" y="162739"/>
            <a:ext cx="1036949" cy="9426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46" name="Straight Arrow Connector 45">
            <a:extLst>
              <a:ext uri="{FF2B5EF4-FFF2-40B4-BE49-F238E27FC236}">
                <a16:creationId xmlns:a16="http://schemas.microsoft.com/office/drawing/2014/main" id="{33493CD6-F63A-477E-A062-9273176AA5DF}"/>
              </a:ext>
            </a:extLst>
          </p:cNvPr>
          <p:cNvCxnSpPr>
            <a:stCxn id="28" idx="6"/>
            <a:endCxn id="44" idx="2"/>
          </p:cNvCxnSpPr>
          <p:nvPr/>
        </p:nvCxnSpPr>
        <p:spPr>
          <a:xfrm>
            <a:off x="5791201" y="609600"/>
            <a:ext cx="1128074" cy="244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9426EAD-B654-4298-AEF9-BCA20CCFCC64}"/>
              </a:ext>
            </a:extLst>
          </p:cNvPr>
          <p:cNvCxnSpPr>
            <a:stCxn id="44" idx="0"/>
            <a:endCxn id="44" idx="4"/>
          </p:cNvCxnSpPr>
          <p:nvPr/>
        </p:nvCxnSpPr>
        <p:spPr>
          <a:xfrm>
            <a:off x="7437750" y="162739"/>
            <a:ext cx="0" cy="942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36B0B8A-2D45-4E80-BED3-D5425E1FBBA3}"/>
              </a:ext>
            </a:extLst>
          </p:cNvPr>
          <p:cNvCxnSpPr>
            <a:stCxn id="44" idx="6"/>
          </p:cNvCxnSpPr>
          <p:nvPr/>
        </p:nvCxnSpPr>
        <p:spPr>
          <a:xfrm flipH="1">
            <a:off x="7437749" y="634079"/>
            <a:ext cx="5184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B1F0632-8B48-46B7-890C-9052564CD5A6}"/>
              </a:ext>
            </a:extLst>
          </p:cNvPr>
          <p:cNvSpPr/>
          <p:nvPr/>
        </p:nvSpPr>
        <p:spPr>
          <a:xfrm>
            <a:off x="6889709" y="138260"/>
            <a:ext cx="566181"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5</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2" name="Oval 51">
            <a:extLst>
              <a:ext uri="{FF2B5EF4-FFF2-40B4-BE49-F238E27FC236}">
                <a16:creationId xmlns:a16="http://schemas.microsoft.com/office/drawing/2014/main" id="{BC6C14A4-FEAF-4CE9-A2BD-A2C4B6656FA5}"/>
              </a:ext>
            </a:extLst>
          </p:cNvPr>
          <p:cNvSpPr/>
          <p:nvPr/>
        </p:nvSpPr>
        <p:spPr>
          <a:xfrm>
            <a:off x="9497504" y="2659640"/>
            <a:ext cx="1036949" cy="9426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54" name="Straight Arrow Connector 53">
            <a:extLst>
              <a:ext uri="{FF2B5EF4-FFF2-40B4-BE49-F238E27FC236}">
                <a16:creationId xmlns:a16="http://schemas.microsoft.com/office/drawing/2014/main" id="{32F35CDF-23FA-43EF-8666-37D9C18B5170}"/>
              </a:ext>
            </a:extLst>
          </p:cNvPr>
          <p:cNvCxnSpPr>
            <a:stCxn id="29" idx="6"/>
          </p:cNvCxnSpPr>
          <p:nvPr/>
        </p:nvCxnSpPr>
        <p:spPr>
          <a:xfrm>
            <a:off x="5791200" y="3121057"/>
            <a:ext cx="370630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70843D8-29B5-4E58-AD69-88585E64C077}"/>
              </a:ext>
            </a:extLst>
          </p:cNvPr>
          <p:cNvCxnSpPr>
            <a:stCxn id="52" idx="0"/>
            <a:endCxn id="52" idx="4"/>
          </p:cNvCxnSpPr>
          <p:nvPr/>
        </p:nvCxnSpPr>
        <p:spPr>
          <a:xfrm>
            <a:off x="10015979" y="2659640"/>
            <a:ext cx="0" cy="942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490FEE7-980A-4528-AA6B-D5A2C725ACC4}"/>
              </a:ext>
            </a:extLst>
          </p:cNvPr>
          <p:cNvCxnSpPr>
            <a:stCxn id="52" idx="6"/>
          </p:cNvCxnSpPr>
          <p:nvPr/>
        </p:nvCxnSpPr>
        <p:spPr>
          <a:xfrm flipH="1">
            <a:off x="10015978" y="3130980"/>
            <a:ext cx="5184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52E1304D-A061-4B7A-A920-2C279E243AC2}"/>
              </a:ext>
            </a:extLst>
          </p:cNvPr>
          <p:cNvSpPr/>
          <p:nvPr/>
        </p:nvSpPr>
        <p:spPr>
          <a:xfrm>
            <a:off x="9494359" y="2627267"/>
            <a:ext cx="56618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7</a:t>
            </a:r>
          </a:p>
        </p:txBody>
      </p:sp>
      <p:cxnSp>
        <p:nvCxnSpPr>
          <p:cNvPr id="61" name="Straight Arrow Connector 60">
            <a:extLst>
              <a:ext uri="{FF2B5EF4-FFF2-40B4-BE49-F238E27FC236}">
                <a16:creationId xmlns:a16="http://schemas.microsoft.com/office/drawing/2014/main" id="{5A14CD5F-8375-4E66-87EC-E5A41F63ED87}"/>
              </a:ext>
            </a:extLst>
          </p:cNvPr>
          <p:cNvCxnSpPr>
            <a:stCxn id="44" idx="6"/>
            <a:endCxn id="59" idx="1"/>
          </p:cNvCxnSpPr>
          <p:nvPr/>
        </p:nvCxnSpPr>
        <p:spPr>
          <a:xfrm>
            <a:off x="7956224" y="634079"/>
            <a:ext cx="1538135" cy="24548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AC3D6E9-F9F3-46E7-94D2-344B77C7D2E7}"/>
              </a:ext>
            </a:extLst>
          </p:cNvPr>
          <p:cNvCxnSpPr>
            <a:stCxn id="8" idx="6"/>
          </p:cNvCxnSpPr>
          <p:nvPr/>
        </p:nvCxnSpPr>
        <p:spPr>
          <a:xfrm flipV="1">
            <a:off x="3366941" y="3233394"/>
            <a:ext cx="6003302" cy="1425018"/>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0" name="Rectangle 39">
            <a:extLst>
              <a:ext uri="{FF2B5EF4-FFF2-40B4-BE49-F238E27FC236}">
                <a16:creationId xmlns:a16="http://schemas.microsoft.com/office/drawing/2014/main" id="{0F628FC4-7076-47F7-B0F6-15E97673CE7D}"/>
              </a:ext>
            </a:extLst>
          </p:cNvPr>
          <p:cNvSpPr/>
          <p:nvPr/>
        </p:nvSpPr>
        <p:spPr>
          <a:xfrm>
            <a:off x="1891847" y="2360755"/>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2.5</a:t>
            </a:r>
          </a:p>
        </p:txBody>
      </p:sp>
      <p:sp>
        <p:nvSpPr>
          <p:cNvPr id="45" name="Rectangle 44">
            <a:extLst>
              <a:ext uri="{FF2B5EF4-FFF2-40B4-BE49-F238E27FC236}">
                <a16:creationId xmlns:a16="http://schemas.microsoft.com/office/drawing/2014/main" id="{DDBF3E49-3C35-4B79-8FC4-E0F757C4A562}"/>
              </a:ext>
            </a:extLst>
          </p:cNvPr>
          <p:cNvSpPr/>
          <p:nvPr/>
        </p:nvSpPr>
        <p:spPr>
          <a:xfrm>
            <a:off x="3982072" y="1026862"/>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5</a:t>
            </a:r>
          </a:p>
        </p:txBody>
      </p:sp>
      <p:sp>
        <p:nvSpPr>
          <p:cNvPr id="47" name="Rectangle 46">
            <a:extLst>
              <a:ext uri="{FF2B5EF4-FFF2-40B4-BE49-F238E27FC236}">
                <a16:creationId xmlns:a16="http://schemas.microsoft.com/office/drawing/2014/main" id="{2F238FA2-FF52-4956-B615-3B1612CC975A}"/>
              </a:ext>
            </a:extLst>
          </p:cNvPr>
          <p:cNvSpPr/>
          <p:nvPr/>
        </p:nvSpPr>
        <p:spPr>
          <a:xfrm>
            <a:off x="3911582" y="2333796"/>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2.1</a:t>
            </a:r>
          </a:p>
        </p:txBody>
      </p:sp>
      <p:sp>
        <p:nvSpPr>
          <p:cNvPr id="49" name="Rectangle 48">
            <a:extLst>
              <a:ext uri="{FF2B5EF4-FFF2-40B4-BE49-F238E27FC236}">
                <a16:creationId xmlns:a16="http://schemas.microsoft.com/office/drawing/2014/main" id="{E90E02A9-7B6E-4853-9801-A994EE6ACF94}"/>
              </a:ext>
            </a:extLst>
          </p:cNvPr>
          <p:cNvSpPr/>
          <p:nvPr/>
        </p:nvSpPr>
        <p:spPr>
          <a:xfrm>
            <a:off x="6075320" y="403246"/>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5.1</a:t>
            </a:r>
          </a:p>
        </p:txBody>
      </p:sp>
      <p:sp>
        <p:nvSpPr>
          <p:cNvPr id="53" name="Rectangle 52">
            <a:extLst>
              <a:ext uri="{FF2B5EF4-FFF2-40B4-BE49-F238E27FC236}">
                <a16:creationId xmlns:a16="http://schemas.microsoft.com/office/drawing/2014/main" id="{C0F3D13A-37BD-48D5-B484-80FC28DC00F2}"/>
              </a:ext>
            </a:extLst>
          </p:cNvPr>
          <p:cNvSpPr/>
          <p:nvPr/>
        </p:nvSpPr>
        <p:spPr>
          <a:xfrm>
            <a:off x="1810976" y="3667150"/>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3.1</a:t>
            </a:r>
          </a:p>
        </p:txBody>
      </p:sp>
      <p:sp>
        <p:nvSpPr>
          <p:cNvPr id="55" name="Rectangle 54">
            <a:extLst>
              <a:ext uri="{FF2B5EF4-FFF2-40B4-BE49-F238E27FC236}">
                <a16:creationId xmlns:a16="http://schemas.microsoft.com/office/drawing/2014/main" id="{CBF282F2-524D-4CE6-AF98-C2C90026B0B9}"/>
              </a:ext>
            </a:extLst>
          </p:cNvPr>
          <p:cNvSpPr/>
          <p:nvPr/>
        </p:nvSpPr>
        <p:spPr>
          <a:xfrm>
            <a:off x="6963203" y="2868480"/>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2</a:t>
            </a:r>
          </a:p>
        </p:txBody>
      </p:sp>
      <p:sp>
        <p:nvSpPr>
          <p:cNvPr id="57" name="Rectangle 56">
            <a:extLst>
              <a:ext uri="{FF2B5EF4-FFF2-40B4-BE49-F238E27FC236}">
                <a16:creationId xmlns:a16="http://schemas.microsoft.com/office/drawing/2014/main" id="{D18F66C3-7082-42C6-9F36-01717AF39C4A}"/>
              </a:ext>
            </a:extLst>
          </p:cNvPr>
          <p:cNvSpPr/>
          <p:nvPr/>
        </p:nvSpPr>
        <p:spPr>
          <a:xfrm>
            <a:off x="8370707" y="1344996"/>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3</a:t>
            </a:r>
          </a:p>
        </p:txBody>
      </p:sp>
      <p:sp>
        <p:nvSpPr>
          <p:cNvPr id="60" name="Rectangle 59">
            <a:extLst>
              <a:ext uri="{FF2B5EF4-FFF2-40B4-BE49-F238E27FC236}">
                <a16:creationId xmlns:a16="http://schemas.microsoft.com/office/drawing/2014/main" id="{F7FFDE61-2151-4BF7-9931-3642096040A4}"/>
              </a:ext>
            </a:extLst>
          </p:cNvPr>
          <p:cNvSpPr/>
          <p:nvPr/>
        </p:nvSpPr>
        <p:spPr>
          <a:xfrm>
            <a:off x="1341519" y="3319764"/>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0</a:t>
            </a:r>
          </a:p>
        </p:txBody>
      </p:sp>
      <p:sp>
        <p:nvSpPr>
          <p:cNvPr id="62" name="Rectangle 61">
            <a:extLst>
              <a:ext uri="{FF2B5EF4-FFF2-40B4-BE49-F238E27FC236}">
                <a16:creationId xmlns:a16="http://schemas.microsoft.com/office/drawing/2014/main" id="{87E0B517-DF2A-4FCE-B5B8-A788D25A4E9E}"/>
              </a:ext>
            </a:extLst>
          </p:cNvPr>
          <p:cNvSpPr/>
          <p:nvPr/>
        </p:nvSpPr>
        <p:spPr>
          <a:xfrm>
            <a:off x="2963106" y="1885609"/>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2.5</a:t>
            </a:r>
          </a:p>
        </p:txBody>
      </p:sp>
      <p:sp>
        <p:nvSpPr>
          <p:cNvPr id="63" name="Rectangle 62">
            <a:extLst>
              <a:ext uri="{FF2B5EF4-FFF2-40B4-BE49-F238E27FC236}">
                <a16:creationId xmlns:a16="http://schemas.microsoft.com/office/drawing/2014/main" id="{46610193-86E7-4829-A583-BF51702874F2}"/>
              </a:ext>
            </a:extLst>
          </p:cNvPr>
          <p:cNvSpPr/>
          <p:nvPr/>
        </p:nvSpPr>
        <p:spPr>
          <a:xfrm>
            <a:off x="2822816" y="4570368"/>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3.1</a:t>
            </a:r>
          </a:p>
        </p:txBody>
      </p:sp>
      <p:sp>
        <p:nvSpPr>
          <p:cNvPr id="64" name="Rectangle 63">
            <a:extLst>
              <a:ext uri="{FF2B5EF4-FFF2-40B4-BE49-F238E27FC236}">
                <a16:creationId xmlns:a16="http://schemas.microsoft.com/office/drawing/2014/main" id="{8000F9EC-6B75-46A7-962E-90CDF62552B1}"/>
              </a:ext>
            </a:extLst>
          </p:cNvPr>
          <p:cNvSpPr/>
          <p:nvPr/>
        </p:nvSpPr>
        <p:spPr>
          <a:xfrm>
            <a:off x="5197798" y="3044910"/>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4.6</a:t>
            </a:r>
          </a:p>
        </p:txBody>
      </p:sp>
      <p:sp>
        <p:nvSpPr>
          <p:cNvPr id="66" name="Rectangle 65">
            <a:extLst>
              <a:ext uri="{FF2B5EF4-FFF2-40B4-BE49-F238E27FC236}">
                <a16:creationId xmlns:a16="http://schemas.microsoft.com/office/drawing/2014/main" id="{0AD41DA6-588E-4BB1-8671-1C36182B4B66}"/>
              </a:ext>
            </a:extLst>
          </p:cNvPr>
          <p:cNvSpPr/>
          <p:nvPr/>
        </p:nvSpPr>
        <p:spPr>
          <a:xfrm>
            <a:off x="5181233" y="574376"/>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7.5</a:t>
            </a:r>
          </a:p>
        </p:txBody>
      </p:sp>
      <p:sp>
        <p:nvSpPr>
          <p:cNvPr id="67" name="Rectangle 66">
            <a:extLst>
              <a:ext uri="{FF2B5EF4-FFF2-40B4-BE49-F238E27FC236}">
                <a16:creationId xmlns:a16="http://schemas.microsoft.com/office/drawing/2014/main" id="{BD2DB652-B621-43AB-B570-5FC685EB3BD1}"/>
              </a:ext>
            </a:extLst>
          </p:cNvPr>
          <p:cNvSpPr/>
          <p:nvPr/>
        </p:nvSpPr>
        <p:spPr>
          <a:xfrm>
            <a:off x="7389247" y="640612"/>
            <a:ext cx="52290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12.6</a:t>
            </a:r>
          </a:p>
        </p:txBody>
      </p:sp>
      <p:sp>
        <p:nvSpPr>
          <p:cNvPr id="68" name="Rectangle 67">
            <a:extLst>
              <a:ext uri="{FF2B5EF4-FFF2-40B4-BE49-F238E27FC236}">
                <a16:creationId xmlns:a16="http://schemas.microsoft.com/office/drawing/2014/main" id="{E67A189B-E912-49B1-BE31-0AB7F106FECC}"/>
              </a:ext>
            </a:extLst>
          </p:cNvPr>
          <p:cNvSpPr/>
          <p:nvPr/>
        </p:nvSpPr>
        <p:spPr>
          <a:xfrm>
            <a:off x="9968875" y="3118950"/>
            <a:ext cx="52290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15.6</a:t>
            </a:r>
          </a:p>
        </p:txBody>
      </p:sp>
      <p:sp>
        <p:nvSpPr>
          <p:cNvPr id="69" name="Rectangle 68">
            <a:extLst>
              <a:ext uri="{FF2B5EF4-FFF2-40B4-BE49-F238E27FC236}">
                <a16:creationId xmlns:a16="http://schemas.microsoft.com/office/drawing/2014/main" id="{DF2323EF-E46E-40DD-9EEC-13B46F703007}"/>
              </a:ext>
            </a:extLst>
          </p:cNvPr>
          <p:cNvSpPr/>
          <p:nvPr/>
        </p:nvSpPr>
        <p:spPr>
          <a:xfrm>
            <a:off x="9968875" y="2760731"/>
            <a:ext cx="52290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15.6</a:t>
            </a:r>
          </a:p>
        </p:txBody>
      </p:sp>
      <p:sp>
        <p:nvSpPr>
          <p:cNvPr id="70" name="Rectangle 69">
            <a:extLst>
              <a:ext uri="{FF2B5EF4-FFF2-40B4-BE49-F238E27FC236}">
                <a16:creationId xmlns:a16="http://schemas.microsoft.com/office/drawing/2014/main" id="{738B32E1-1BE3-45AB-9BE8-DCBB8BE469BA}"/>
              </a:ext>
            </a:extLst>
          </p:cNvPr>
          <p:cNvSpPr/>
          <p:nvPr/>
        </p:nvSpPr>
        <p:spPr>
          <a:xfrm>
            <a:off x="7379076" y="289006"/>
            <a:ext cx="52290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12.6</a:t>
            </a:r>
          </a:p>
        </p:txBody>
      </p:sp>
      <p:sp>
        <p:nvSpPr>
          <p:cNvPr id="71" name="Rectangle 70">
            <a:extLst>
              <a:ext uri="{FF2B5EF4-FFF2-40B4-BE49-F238E27FC236}">
                <a16:creationId xmlns:a16="http://schemas.microsoft.com/office/drawing/2014/main" id="{DB75FBBB-70E3-4800-8F07-78F99506FA80}"/>
              </a:ext>
            </a:extLst>
          </p:cNvPr>
          <p:cNvSpPr/>
          <p:nvPr/>
        </p:nvSpPr>
        <p:spPr>
          <a:xfrm>
            <a:off x="5208441" y="217255"/>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7.5</a:t>
            </a:r>
          </a:p>
        </p:txBody>
      </p:sp>
      <p:sp>
        <p:nvSpPr>
          <p:cNvPr id="72" name="Rectangle 71">
            <a:extLst>
              <a:ext uri="{FF2B5EF4-FFF2-40B4-BE49-F238E27FC236}">
                <a16:creationId xmlns:a16="http://schemas.microsoft.com/office/drawing/2014/main" id="{DF783C60-6B2C-4D21-9D47-2FFE2C2B7FE2}"/>
              </a:ext>
            </a:extLst>
          </p:cNvPr>
          <p:cNvSpPr/>
          <p:nvPr/>
        </p:nvSpPr>
        <p:spPr>
          <a:xfrm>
            <a:off x="2954221" y="1497414"/>
            <a:ext cx="59182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2.5</a:t>
            </a:r>
          </a:p>
        </p:txBody>
      </p:sp>
      <p:sp>
        <p:nvSpPr>
          <p:cNvPr id="73" name="Rectangle 72">
            <a:extLst>
              <a:ext uri="{FF2B5EF4-FFF2-40B4-BE49-F238E27FC236}">
                <a16:creationId xmlns:a16="http://schemas.microsoft.com/office/drawing/2014/main" id="{2813D21D-27F5-4CEC-B407-4DC94F12FF34}"/>
              </a:ext>
            </a:extLst>
          </p:cNvPr>
          <p:cNvSpPr/>
          <p:nvPr/>
        </p:nvSpPr>
        <p:spPr>
          <a:xfrm>
            <a:off x="5215697" y="2781155"/>
            <a:ext cx="52290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13.6</a:t>
            </a:r>
          </a:p>
        </p:txBody>
      </p:sp>
      <p:sp>
        <p:nvSpPr>
          <p:cNvPr id="74" name="Rectangle 73">
            <a:extLst>
              <a:ext uri="{FF2B5EF4-FFF2-40B4-BE49-F238E27FC236}">
                <a16:creationId xmlns:a16="http://schemas.microsoft.com/office/drawing/2014/main" id="{8E2346DC-DBFA-4561-A69C-14A0B0EB8E90}"/>
              </a:ext>
            </a:extLst>
          </p:cNvPr>
          <p:cNvSpPr/>
          <p:nvPr/>
        </p:nvSpPr>
        <p:spPr>
          <a:xfrm>
            <a:off x="2791477" y="4306613"/>
            <a:ext cx="522900"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15.6</a:t>
            </a:r>
          </a:p>
        </p:txBody>
      </p:sp>
      <p:sp>
        <p:nvSpPr>
          <p:cNvPr id="75" name="Rectangle 74">
            <a:extLst>
              <a:ext uri="{FF2B5EF4-FFF2-40B4-BE49-F238E27FC236}">
                <a16:creationId xmlns:a16="http://schemas.microsoft.com/office/drawing/2014/main" id="{3C5EA1B8-904F-469E-B942-D0123A21D2BC}"/>
              </a:ext>
            </a:extLst>
          </p:cNvPr>
          <p:cNvSpPr/>
          <p:nvPr/>
        </p:nvSpPr>
        <p:spPr>
          <a:xfrm>
            <a:off x="1368694" y="2903952"/>
            <a:ext cx="354584"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0</a:t>
            </a:r>
          </a:p>
        </p:txBody>
      </p:sp>
      <p:sp>
        <p:nvSpPr>
          <p:cNvPr id="76" name="Rectangle 75">
            <a:extLst>
              <a:ext uri="{FF2B5EF4-FFF2-40B4-BE49-F238E27FC236}">
                <a16:creationId xmlns:a16="http://schemas.microsoft.com/office/drawing/2014/main" id="{77B14BA5-A43D-4C6B-AAF0-B970E96A5027}"/>
              </a:ext>
            </a:extLst>
          </p:cNvPr>
          <p:cNvSpPr/>
          <p:nvPr/>
        </p:nvSpPr>
        <p:spPr>
          <a:xfrm>
            <a:off x="564145" y="2437450"/>
            <a:ext cx="1380251"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Slack = 0</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77" name="Rectangle 76">
            <a:extLst>
              <a:ext uri="{FF2B5EF4-FFF2-40B4-BE49-F238E27FC236}">
                <a16:creationId xmlns:a16="http://schemas.microsoft.com/office/drawing/2014/main" id="{B1AB57F3-9394-4AF8-90AA-3A7F8FC7C7A4}"/>
              </a:ext>
            </a:extLst>
          </p:cNvPr>
          <p:cNvSpPr/>
          <p:nvPr/>
        </p:nvSpPr>
        <p:spPr>
          <a:xfrm>
            <a:off x="2383810" y="968656"/>
            <a:ext cx="1380251"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Slack = 0</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78" name="Rectangle 77">
            <a:extLst>
              <a:ext uri="{FF2B5EF4-FFF2-40B4-BE49-F238E27FC236}">
                <a16:creationId xmlns:a16="http://schemas.microsoft.com/office/drawing/2014/main" id="{5049207B-B5B1-4974-B618-68CAB067507B}"/>
              </a:ext>
            </a:extLst>
          </p:cNvPr>
          <p:cNvSpPr/>
          <p:nvPr/>
        </p:nvSpPr>
        <p:spPr>
          <a:xfrm>
            <a:off x="4507672" y="1080940"/>
            <a:ext cx="1380251"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Slack = 0</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79" name="Rectangle 78">
            <a:extLst>
              <a:ext uri="{FF2B5EF4-FFF2-40B4-BE49-F238E27FC236}">
                <a16:creationId xmlns:a16="http://schemas.microsoft.com/office/drawing/2014/main" id="{83ED2157-EA07-4ABB-AAAC-A9D387BB4B9A}"/>
              </a:ext>
            </a:extLst>
          </p:cNvPr>
          <p:cNvSpPr/>
          <p:nvPr/>
        </p:nvSpPr>
        <p:spPr>
          <a:xfrm>
            <a:off x="6740289" y="1063070"/>
            <a:ext cx="1380251"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Slack = 0</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80" name="Rectangle 79">
            <a:extLst>
              <a:ext uri="{FF2B5EF4-FFF2-40B4-BE49-F238E27FC236}">
                <a16:creationId xmlns:a16="http://schemas.microsoft.com/office/drawing/2014/main" id="{AC7E4AC6-4D44-49E1-B8AA-C6F80A896406}"/>
              </a:ext>
            </a:extLst>
          </p:cNvPr>
          <p:cNvSpPr/>
          <p:nvPr/>
        </p:nvSpPr>
        <p:spPr>
          <a:xfrm>
            <a:off x="9228894" y="2212364"/>
            <a:ext cx="1380251"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Slack = 0</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81" name="Rectangle 80">
            <a:extLst>
              <a:ext uri="{FF2B5EF4-FFF2-40B4-BE49-F238E27FC236}">
                <a16:creationId xmlns:a16="http://schemas.microsoft.com/office/drawing/2014/main" id="{02E18401-606F-497E-86DD-6D12B22A2E87}"/>
              </a:ext>
            </a:extLst>
          </p:cNvPr>
          <p:cNvSpPr/>
          <p:nvPr/>
        </p:nvSpPr>
        <p:spPr>
          <a:xfrm>
            <a:off x="4674125" y="2184000"/>
            <a:ext cx="1380251"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Slack = 9</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82" name="Rectangle 81">
            <a:extLst>
              <a:ext uri="{FF2B5EF4-FFF2-40B4-BE49-F238E27FC236}">
                <a16:creationId xmlns:a16="http://schemas.microsoft.com/office/drawing/2014/main" id="{8448F863-F988-42B6-AE97-8AB0CCF22F22}"/>
              </a:ext>
            </a:extLst>
          </p:cNvPr>
          <p:cNvSpPr/>
          <p:nvPr/>
        </p:nvSpPr>
        <p:spPr>
          <a:xfrm>
            <a:off x="1898499" y="5073976"/>
            <a:ext cx="1787412"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Slack = 12.5</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83" name="Rectangle 82">
            <a:extLst>
              <a:ext uri="{FF2B5EF4-FFF2-40B4-BE49-F238E27FC236}">
                <a16:creationId xmlns:a16="http://schemas.microsoft.com/office/drawing/2014/main" id="{A6759CB3-FC05-4145-8592-9FA19793DCDB}"/>
              </a:ext>
            </a:extLst>
          </p:cNvPr>
          <p:cNvSpPr/>
          <p:nvPr/>
        </p:nvSpPr>
        <p:spPr>
          <a:xfrm>
            <a:off x="6375023" y="3949542"/>
            <a:ext cx="4260270"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Critical Path = 1 – 2 – 3 – 5 – 7 </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84" name="Rectangle 83">
            <a:extLst>
              <a:ext uri="{FF2B5EF4-FFF2-40B4-BE49-F238E27FC236}">
                <a16:creationId xmlns:a16="http://schemas.microsoft.com/office/drawing/2014/main" id="{D8FE5B48-D5EB-4091-9C96-46646EC1A4E0}"/>
              </a:ext>
            </a:extLst>
          </p:cNvPr>
          <p:cNvSpPr/>
          <p:nvPr/>
        </p:nvSpPr>
        <p:spPr>
          <a:xfrm>
            <a:off x="6375023" y="4392228"/>
            <a:ext cx="5816977" cy="830997"/>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Critical Variance = 0.02 + 0.10 + 0.68  0.10</a:t>
            </a:r>
          </a:p>
          <a:p>
            <a:pPr algn="ctr"/>
            <a:r>
              <a:rPr lang="en-US" sz="2400" dirty="0">
                <a:ln w="0"/>
                <a:effectLst>
                  <a:outerShdw blurRad="38100" dist="19050" dir="2700000" algn="tl" rotWithShape="0">
                    <a:schemeClr val="dk1">
                      <a:alpha val="40000"/>
                    </a:schemeClr>
                  </a:outerShdw>
                </a:effectLst>
              </a:rPr>
              <a:t>= 0.9        </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85" name="Rectangle 84">
            <a:extLst>
              <a:ext uri="{FF2B5EF4-FFF2-40B4-BE49-F238E27FC236}">
                <a16:creationId xmlns:a16="http://schemas.microsoft.com/office/drawing/2014/main" id="{F9522FFF-2F04-4EF9-BA83-9504051897AA}"/>
              </a:ext>
            </a:extLst>
          </p:cNvPr>
          <p:cNvSpPr/>
          <p:nvPr/>
        </p:nvSpPr>
        <p:spPr>
          <a:xfrm>
            <a:off x="6348210" y="5242814"/>
            <a:ext cx="4538037" cy="830997"/>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Total Duration = 2.5 + 5 + 5.1 + 3</a:t>
            </a:r>
          </a:p>
          <a:p>
            <a:pPr algn="ctr"/>
            <a:r>
              <a:rPr lang="en-US" sz="2400" b="0" cap="none" spc="0" dirty="0">
                <a:ln w="0"/>
                <a:solidFill>
                  <a:schemeClr val="tx1"/>
                </a:solidFill>
                <a:effectLst>
                  <a:outerShdw blurRad="38100" dist="19050" dir="2700000" algn="tl" rotWithShape="0">
                    <a:schemeClr val="dk1">
                      <a:alpha val="40000"/>
                    </a:schemeClr>
                  </a:outerShdw>
                </a:effectLst>
              </a:rPr>
              <a:t>  = 15.6 </a:t>
            </a:r>
          </a:p>
        </p:txBody>
      </p:sp>
    </p:spTree>
    <p:extLst>
      <p:ext uri="{BB962C8B-B14F-4D97-AF65-F5344CB8AC3E}">
        <p14:creationId xmlns:p14="http://schemas.microsoft.com/office/powerpoint/2010/main" val="103706768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235F67F-AF72-4BDB-B9C9-636D2C93D5D3}"/>
              </a:ext>
            </a:extLst>
          </p:cNvPr>
          <p:cNvSpPr>
            <a:spLocks noGrp="1"/>
          </p:cNvSpPr>
          <p:nvPr>
            <p:ph type="ftr" sz="quarter" idx="11"/>
          </p:nvPr>
        </p:nvSpPr>
        <p:spPr>
          <a:xfrm>
            <a:off x="6643923" y="6506904"/>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8FB01551-A3BA-4A20-9701-1A5AFE65FA24}"/>
              </a:ext>
            </a:extLst>
          </p:cNvPr>
          <p:cNvSpPr>
            <a:spLocks noGrp="1"/>
          </p:cNvSpPr>
          <p:nvPr>
            <p:ph type="sldNum" sz="quarter" idx="12"/>
          </p:nvPr>
        </p:nvSpPr>
        <p:spPr/>
        <p:txBody>
          <a:bodyPr/>
          <a:lstStyle/>
          <a:p>
            <a:fld id="{76711B12-96E3-4CC6-8596-5FF84CCB8B40}" type="slidenum">
              <a:rPr lang="LID4096" smtClean="0"/>
              <a:t>134</a:t>
            </a:fld>
            <a:endParaRPr lang="LID4096"/>
          </a:p>
        </p:txBody>
      </p:sp>
      <p:graphicFrame>
        <p:nvGraphicFramePr>
          <p:cNvPr id="6" name="Table 6">
            <a:extLst>
              <a:ext uri="{FF2B5EF4-FFF2-40B4-BE49-F238E27FC236}">
                <a16:creationId xmlns:a16="http://schemas.microsoft.com/office/drawing/2014/main" id="{F403E0CA-F3C4-4C1C-9899-424DDF6C0548}"/>
              </a:ext>
            </a:extLst>
          </p:cNvPr>
          <p:cNvGraphicFramePr>
            <a:graphicFrameLocks noGrp="1"/>
          </p:cNvGraphicFramePr>
          <p:nvPr>
            <p:extLst>
              <p:ext uri="{D42A27DB-BD31-4B8C-83A1-F6EECF244321}">
                <p14:modId xmlns:p14="http://schemas.microsoft.com/office/powerpoint/2010/main" val="3011553635"/>
              </p:ext>
            </p:extLst>
          </p:nvPr>
        </p:nvGraphicFramePr>
        <p:xfrm>
          <a:off x="39847" y="2356544"/>
          <a:ext cx="7096244" cy="3876040"/>
        </p:xfrm>
        <a:graphic>
          <a:graphicData uri="http://schemas.openxmlformats.org/drawingml/2006/table">
            <a:tbl>
              <a:tblPr firstRow="1" bandRow="1">
                <a:tableStyleId>{5C22544A-7EE6-4342-B048-85BDC9FD1C3A}</a:tableStyleId>
              </a:tblPr>
              <a:tblGrid>
                <a:gridCol w="447249">
                  <a:extLst>
                    <a:ext uri="{9D8B030D-6E8A-4147-A177-3AD203B41FA5}">
                      <a16:colId xmlns:a16="http://schemas.microsoft.com/office/drawing/2014/main" val="3899408898"/>
                    </a:ext>
                  </a:extLst>
                </a:gridCol>
                <a:gridCol w="2349311">
                  <a:extLst>
                    <a:ext uri="{9D8B030D-6E8A-4147-A177-3AD203B41FA5}">
                      <a16:colId xmlns:a16="http://schemas.microsoft.com/office/drawing/2014/main" val="2328993114"/>
                    </a:ext>
                  </a:extLst>
                </a:gridCol>
                <a:gridCol w="2639676">
                  <a:extLst>
                    <a:ext uri="{9D8B030D-6E8A-4147-A177-3AD203B41FA5}">
                      <a16:colId xmlns:a16="http://schemas.microsoft.com/office/drawing/2014/main" val="809055484"/>
                    </a:ext>
                  </a:extLst>
                </a:gridCol>
                <a:gridCol w="208280">
                  <a:extLst>
                    <a:ext uri="{9D8B030D-6E8A-4147-A177-3AD203B41FA5}">
                      <a16:colId xmlns:a16="http://schemas.microsoft.com/office/drawing/2014/main" val="4245922604"/>
                    </a:ext>
                  </a:extLst>
                </a:gridCol>
                <a:gridCol w="1451728">
                  <a:extLst>
                    <a:ext uri="{9D8B030D-6E8A-4147-A177-3AD203B41FA5}">
                      <a16:colId xmlns:a16="http://schemas.microsoft.com/office/drawing/2014/main" val="3813577098"/>
                    </a:ext>
                  </a:extLst>
                </a:gridCol>
              </a:tblGrid>
              <a:tr h="370840">
                <a:tc>
                  <a:txBody>
                    <a:bodyPr/>
                    <a:lstStyle/>
                    <a:p>
                      <a:endParaRPr lang="LID4096" dirty="0">
                        <a:solidFill>
                          <a:schemeClr val="tx1"/>
                        </a:solidFill>
                      </a:endParaRPr>
                    </a:p>
                  </a:txBody>
                  <a:tcPr>
                    <a:noFill/>
                  </a:tcPr>
                </a:tc>
                <a:tc>
                  <a:txBody>
                    <a:bodyPr/>
                    <a:lstStyle/>
                    <a:p>
                      <a:r>
                        <a:rPr lang="en-US" dirty="0">
                          <a:solidFill>
                            <a:schemeClr val="tx1"/>
                          </a:solidFill>
                        </a:rPr>
                        <a:t>ACTIVITY</a:t>
                      </a:r>
                      <a:endParaRPr lang="LID4096" dirty="0">
                        <a:solidFill>
                          <a:schemeClr val="tx1"/>
                        </a:solidFill>
                      </a:endParaRPr>
                    </a:p>
                  </a:txBody>
                  <a:tcPr>
                    <a:noFill/>
                  </a:tcPr>
                </a:tc>
                <a:tc>
                  <a:txBody>
                    <a:bodyPr/>
                    <a:lstStyle/>
                    <a:p>
                      <a:r>
                        <a:rPr lang="en-US" dirty="0">
                          <a:solidFill>
                            <a:schemeClr val="tx1"/>
                          </a:solidFill>
                        </a:rPr>
                        <a:t>DEPENDANCE</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dirty="0">
                          <a:solidFill>
                            <a:schemeClr val="tx1"/>
                          </a:solidFill>
                        </a:rPr>
                        <a:t>ACTIVITIES</a:t>
                      </a:r>
                      <a:endParaRPr lang="LID4096" dirty="0">
                        <a:solidFill>
                          <a:schemeClr val="tx1"/>
                        </a:solidFill>
                      </a:endParaRPr>
                    </a:p>
                  </a:txBody>
                  <a:tcPr>
                    <a:noFill/>
                  </a:tcPr>
                </a:tc>
                <a:extLst>
                  <a:ext uri="{0D108BD9-81ED-4DB2-BD59-A6C34878D82A}">
                    <a16:rowId xmlns:a16="http://schemas.microsoft.com/office/drawing/2014/main" val="472220330"/>
                  </a:ext>
                </a:extLst>
              </a:tr>
              <a:tr h="370840">
                <a:tc>
                  <a:txBody>
                    <a:bodyPr/>
                    <a:lstStyle/>
                    <a:p>
                      <a:r>
                        <a:rPr lang="en-US" dirty="0">
                          <a:solidFill>
                            <a:schemeClr val="tx1"/>
                          </a:solidFill>
                        </a:rPr>
                        <a:t>1</a:t>
                      </a:r>
                      <a:endParaRPr lang="LID4096" dirty="0">
                        <a:solidFill>
                          <a:schemeClr val="tx1"/>
                        </a:solidFill>
                      </a:endParaRPr>
                    </a:p>
                  </a:txBody>
                  <a:tcPr>
                    <a:noFill/>
                  </a:tcPr>
                </a:tc>
                <a:tc>
                  <a:txBody>
                    <a:bodyPr/>
                    <a:lstStyle/>
                    <a:p>
                      <a:r>
                        <a:rPr lang="en-GB" dirty="0">
                          <a:solidFill>
                            <a:schemeClr val="tx1"/>
                          </a:solidFill>
                        </a:rPr>
                        <a:t>Root cause analysis</a:t>
                      </a:r>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endParaRPr lang="LID4096" dirty="0">
                        <a:solidFill>
                          <a:schemeClr val="tx1"/>
                        </a:solidFill>
                      </a:endParaRPr>
                    </a:p>
                  </a:txBody>
                  <a:tcPr>
                    <a:noFill/>
                  </a:tcPr>
                </a:tc>
                <a:tc>
                  <a:txBody>
                    <a:bodyPr/>
                    <a:lstStyle/>
                    <a:p>
                      <a:r>
                        <a:rPr lang="en-US" b="1" dirty="0">
                          <a:solidFill>
                            <a:schemeClr val="tx1"/>
                          </a:solidFill>
                        </a:rPr>
                        <a:t>1 – 2</a:t>
                      </a:r>
                      <a:endParaRPr lang="LID4096" b="1" dirty="0">
                        <a:solidFill>
                          <a:schemeClr val="tx1"/>
                        </a:solidFill>
                      </a:endParaRPr>
                    </a:p>
                  </a:txBody>
                  <a:tcPr>
                    <a:noFill/>
                  </a:tcPr>
                </a:tc>
                <a:extLst>
                  <a:ext uri="{0D108BD9-81ED-4DB2-BD59-A6C34878D82A}">
                    <a16:rowId xmlns:a16="http://schemas.microsoft.com/office/drawing/2014/main" val="1027665846"/>
                  </a:ext>
                </a:extLst>
              </a:tr>
              <a:tr h="370840">
                <a:tc>
                  <a:txBody>
                    <a:bodyPr/>
                    <a:lstStyle/>
                    <a:p>
                      <a:r>
                        <a:rPr lang="en-US" dirty="0">
                          <a:solidFill>
                            <a:schemeClr val="tx1"/>
                          </a:solidFill>
                        </a:rPr>
                        <a:t>2</a:t>
                      </a:r>
                      <a:endParaRPr lang="LID4096" dirty="0">
                        <a:solidFill>
                          <a:schemeClr val="tx1"/>
                        </a:solidFill>
                      </a:endParaRPr>
                    </a:p>
                  </a:txBody>
                  <a:tcPr>
                    <a:noFill/>
                  </a:tcPr>
                </a:tc>
                <a:tc>
                  <a:txBody>
                    <a:bodyPr/>
                    <a:lstStyle/>
                    <a:p>
                      <a:r>
                        <a:rPr lang="en-GB" dirty="0">
                          <a:solidFill>
                            <a:schemeClr val="tx1"/>
                          </a:solidFill>
                        </a:rPr>
                        <a:t>Patch development</a:t>
                      </a:r>
                      <a:endParaRPr lang="LID4096" dirty="0">
                        <a:solidFill>
                          <a:schemeClr val="tx1"/>
                        </a:solidFill>
                      </a:endParaRPr>
                    </a:p>
                  </a:txBody>
                  <a:tcPr>
                    <a:noFill/>
                  </a:tcPr>
                </a:tc>
                <a:tc>
                  <a:txBody>
                    <a:bodyPr/>
                    <a:lstStyle/>
                    <a:p>
                      <a:r>
                        <a:rPr lang="en-GB" dirty="0">
                          <a:solidFill>
                            <a:schemeClr val="tx1"/>
                          </a:solidFill>
                        </a:rPr>
                        <a:t>Root cause analysis</a:t>
                      </a:r>
                      <a:endParaRPr lang="LID4096" dirty="0">
                        <a:solidFill>
                          <a:schemeClr val="tx1"/>
                        </a:solidFill>
                      </a:endParaRPr>
                    </a:p>
                    <a:p>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b="1" dirty="0">
                          <a:solidFill>
                            <a:schemeClr val="tx1"/>
                          </a:solidFill>
                        </a:rPr>
                        <a:t>2 – 3 </a:t>
                      </a:r>
                      <a:endParaRPr lang="LID4096" b="1" dirty="0">
                        <a:solidFill>
                          <a:schemeClr val="tx1"/>
                        </a:solidFill>
                      </a:endParaRPr>
                    </a:p>
                  </a:txBody>
                  <a:tcPr>
                    <a:noFill/>
                  </a:tcPr>
                </a:tc>
                <a:extLst>
                  <a:ext uri="{0D108BD9-81ED-4DB2-BD59-A6C34878D82A}">
                    <a16:rowId xmlns:a16="http://schemas.microsoft.com/office/drawing/2014/main" val="931892309"/>
                  </a:ext>
                </a:extLst>
              </a:tr>
              <a:tr h="370840">
                <a:tc>
                  <a:txBody>
                    <a:bodyPr/>
                    <a:lstStyle/>
                    <a:p>
                      <a:r>
                        <a:rPr lang="en-US" dirty="0">
                          <a:solidFill>
                            <a:schemeClr val="tx1"/>
                          </a:solidFill>
                        </a:rPr>
                        <a:t>3</a:t>
                      </a:r>
                      <a:endParaRPr lang="LID4096" dirty="0">
                        <a:solidFill>
                          <a:schemeClr val="tx1"/>
                        </a:solidFill>
                      </a:endParaRPr>
                    </a:p>
                  </a:txBody>
                  <a:tcPr>
                    <a:noFill/>
                  </a:tcPr>
                </a:tc>
                <a:tc>
                  <a:txBody>
                    <a:bodyPr/>
                    <a:lstStyle/>
                    <a:p>
                      <a:r>
                        <a:rPr lang="en-GB" dirty="0">
                          <a:solidFill>
                            <a:schemeClr val="tx1"/>
                          </a:solidFill>
                        </a:rPr>
                        <a:t>Pact testing</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tx1"/>
                          </a:solidFill>
                        </a:rPr>
                        <a:t>Patch development</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b="1" dirty="0">
                          <a:solidFill>
                            <a:schemeClr val="tx1"/>
                          </a:solidFill>
                        </a:rPr>
                        <a:t>3 – 5</a:t>
                      </a:r>
                      <a:endParaRPr lang="LID4096" b="1" dirty="0">
                        <a:solidFill>
                          <a:schemeClr val="tx1"/>
                        </a:solidFill>
                      </a:endParaRPr>
                    </a:p>
                  </a:txBody>
                  <a:tcPr>
                    <a:noFill/>
                  </a:tcPr>
                </a:tc>
                <a:extLst>
                  <a:ext uri="{0D108BD9-81ED-4DB2-BD59-A6C34878D82A}">
                    <a16:rowId xmlns:a16="http://schemas.microsoft.com/office/drawing/2014/main" val="246236361"/>
                  </a:ext>
                </a:extLst>
              </a:tr>
              <a:tr h="370840">
                <a:tc>
                  <a:txBody>
                    <a:bodyPr/>
                    <a:lstStyle/>
                    <a:p>
                      <a:r>
                        <a:rPr lang="en-US" dirty="0">
                          <a:solidFill>
                            <a:schemeClr val="tx1"/>
                          </a:solidFill>
                        </a:rPr>
                        <a:t>4</a:t>
                      </a:r>
                      <a:endParaRPr lang="LID4096" dirty="0">
                        <a:solidFill>
                          <a:schemeClr val="tx1"/>
                        </a:solidFill>
                      </a:endParaRPr>
                    </a:p>
                  </a:txBody>
                  <a:tcPr>
                    <a:noFill/>
                  </a:tcPr>
                </a:tc>
                <a:tc>
                  <a:txBody>
                    <a:bodyPr/>
                    <a:lstStyle/>
                    <a:p>
                      <a:r>
                        <a:rPr lang="en-GB" dirty="0">
                          <a:solidFill>
                            <a:schemeClr val="tx1"/>
                          </a:solidFill>
                        </a:rPr>
                        <a:t>Schedule Maintenance</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tx1"/>
                          </a:solidFill>
                        </a:rPr>
                        <a:t>Pact testing</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b="1" dirty="0">
                          <a:solidFill>
                            <a:schemeClr val="tx1"/>
                          </a:solidFill>
                        </a:rPr>
                        <a:t>3 – 4</a:t>
                      </a:r>
                      <a:endParaRPr lang="LID4096" b="1" dirty="0">
                        <a:solidFill>
                          <a:schemeClr val="tx1"/>
                        </a:solidFill>
                      </a:endParaRPr>
                    </a:p>
                  </a:txBody>
                  <a:tcPr>
                    <a:noFill/>
                  </a:tcPr>
                </a:tc>
                <a:extLst>
                  <a:ext uri="{0D108BD9-81ED-4DB2-BD59-A6C34878D82A}">
                    <a16:rowId xmlns:a16="http://schemas.microsoft.com/office/drawing/2014/main" val="3664469944"/>
                  </a:ext>
                </a:extLst>
              </a:tr>
              <a:tr h="370840">
                <a:tc>
                  <a:txBody>
                    <a:bodyPr/>
                    <a:lstStyle/>
                    <a:p>
                      <a:r>
                        <a:rPr lang="en-US" dirty="0">
                          <a:solidFill>
                            <a:schemeClr val="tx1"/>
                          </a:solidFill>
                        </a:rPr>
                        <a:t>5</a:t>
                      </a:r>
                      <a:endParaRPr lang="LID4096" dirty="0">
                        <a:solidFill>
                          <a:schemeClr val="tx1"/>
                        </a:solidFill>
                      </a:endParaRPr>
                    </a:p>
                  </a:txBody>
                  <a:tcPr>
                    <a:noFill/>
                  </a:tcPr>
                </a:tc>
                <a:tc>
                  <a:txBody>
                    <a:bodyPr/>
                    <a:lstStyle/>
                    <a:p>
                      <a:r>
                        <a:rPr lang="en-GB" dirty="0">
                          <a:solidFill>
                            <a:schemeClr val="tx1"/>
                          </a:solidFill>
                        </a:rPr>
                        <a:t>Deploy patch </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tx1"/>
                          </a:solidFill>
                        </a:rPr>
                        <a:t>Pact testing</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4 – 5 </a:t>
                      </a:r>
                      <a:endParaRPr lang="LID4096" dirty="0">
                        <a:solidFill>
                          <a:schemeClr val="tx1"/>
                        </a:solidFill>
                      </a:endParaRPr>
                    </a:p>
                  </a:txBody>
                  <a:tcPr>
                    <a:noFill/>
                  </a:tcPr>
                </a:tc>
                <a:extLst>
                  <a:ext uri="{0D108BD9-81ED-4DB2-BD59-A6C34878D82A}">
                    <a16:rowId xmlns:a16="http://schemas.microsoft.com/office/drawing/2014/main" val="2007649019"/>
                  </a:ext>
                </a:extLst>
              </a:tr>
              <a:tr h="370840">
                <a:tc>
                  <a:txBody>
                    <a:bodyPr/>
                    <a:lstStyle/>
                    <a:p>
                      <a:r>
                        <a:rPr lang="en-US" dirty="0">
                          <a:solidFill>
                            <a:schemeClr val="tx1"/>
                          </a:solidFill>
                        </a:rPr>
                        <a:t>6</a:t>
                      </a:r>
                      <a:endParaRPr lang="LID4096" dirty="0">
                        <a:solidFill>
                          <a:schemeClr val="tx1"/>
                        </a:solidFill>
                      </a:endParaRPr>
                    </a:p>
                  </a:txBody>
                  <a:tcPr>
                    <a:noFill/>
                  </a:tcPr>
                </a:tc>
                <a:tc>
                  <a:txBody>
                    <a:bodyPr/>
                    <a:lstStyle/>
                    <a:p>
                      <a:r>
                        <a:rPr lang="en-GB" dirty="0">
                          <a:solidFill>
                            <a:schemeClr val="tx1"/>
                          </a:solidFill>
                        </a:rPr>
                        <a:t>Validate remediation</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tx1"/>
                          </a:solidFill>
                        </a:rPr>
                        <a:t>Deploy patch </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b="1" dirty="0">
                          <a:solidFill>
                            <a:schemeClr val="tx1"/>
                          </a:solidFill>
                        </a:rPr>
                        <a:t>5 – 6 </a:t>
                      </a:r>
                      <a:endParaRPr lang="LID4096" b="1" dirty="0">
                        <a:solidFill>
                          <a:schemeClr val="tx1"/>
                        </a:solidFill>
                      </a:endParaRPr>
                    </a:p>
                  </a:txBody>
                  <a:tcPr>
                    <a:noFill/>
                  </a:tcPr>
                </a:tc>
                <a:extLst>
                  <a:ext uri="{0D108BD9-81ED-4DB2-BD59-A6C34878D82A}">
                    <a16:rowId xmlns:a16="http://schemas.microsoft.com/office/drawing/2014/main" val="1595237080"/>
                  </a:ext>
                </a:extLst>
              </a:tr>
              <a:tr h="370840">
                <a:tc>
                  <a:txBody>
                    <a:bodyPr/>
                    <a:lstStyle/>
                    <a:p>
                      <a:r>
                        <a:rPr lang="en-US" dirty="0">
                          <a:solidFill>
                            <a:schemeClr val="tx1"/>
                          </a:solidFill>
                        </a:rPr>
                        <a:t>7</a:t>
                      </a:r>
                      <a:endParaRPr lang="LID4096" dirty="0">
                        <a:solidFill>
                          <a:schemeClr val="tx1"/>
                        </a:solidFill>
                      </a:endParaRPr>
                    </a:p>
                  </a:txBody>
                  <a:tcPr>
                    <a:noFill/>
                  </a:tcPr>
                </a:tc>
                <a:tc>
                  <a:txBody>
                    <a:bodyPr/>
                    <a:lstStyle/>
                    <a:p>
                      <a:r>
                        <a:rPr lang="en-GB" dirty="0">
                          <a:solidFill>
                            <a:schemeClr val="tx1"/>
                          </a:solidFill>
                        </a:rPr>
                        <a:t>Update documentation</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tx1"/>
                          </a:solidFill>
                        </a:rPr>
                        <a:t>Validate remediation</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b="1" dirty="0">
                          <a:solidFill>
                            <a:schemeClr val="tx1"/>
                          </a:solidFill>
                        </a:rPr>
                        <a:t>6 – 7 </a:t>
                      </a:r>
                      <a:endParaRPr lang="LID4096" b="1" dirty="0">
                        <a:solidFill>
                          <a:schemeClr val="tx1"/>
                        </a:solidFill>
                      </a:endParaRPr>
                    </a:p>
                  </a:txBody>
                  <a:tcPr>
                    <a:noFill/>
                  </a:tcPr>
                </a:tc>
                <a:extLst>
                  <a:ext uri="{0D108BD9-81ED-4DB2-BD59-A6C34878D82A}">
                    <a16:rowId xmlns:a16="http://schemas.microsoft.com/office/drawing/2014/main" val="24942018"/>
                  </a:ext>
                </a:extLst>
              </a:tr>
              <a:tr h="370840">
                <a:tc>
                  <a:txBody>
                    <a:bodyPr/>
                    <a:lstStyle/>
                    <a:p>
                      <a:r>
                        <a:rPr lang="en-US" dirty="0">
                          <a:solidFill>
                            <a:schemeClr val="tx1"/>
                          </a:solidFill>
                        </a:rPr>
                        <a:t>8</a:t>
                      </a:r>
                      <a:endParaRPr lang="LID4096" dirty="0">
                        <a:solidFill>
                          <a:schemeClr val="tx1"/>
                        </a:solidFill>
                      </a:endParaRPr>
                    </a:p>
                  </a:txBody>
                  <a:tcPr>
                    <a:noFill/>
                  </a:tcPr>
                </a:tc>
                <a:tc>
                  <a:txBody>
                    <a:bodyPr/>
                    <a:lstStyle/>
                    <a:p>
                      <a:r>
                        <a:rPr lang="en-GB" dirty="0">
                          <a:solidFill>
                            <a:schemeClr val="tx1"/>
                          </a:solidFill>
                        </a:rPr>
                        <a:t>Notify stakeholders </a:t>
                      </a:r>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tx1"/>
                          </a:solidFill>
                        </a:rPr>
                        <a:t>Update documentation, Deploy patch</a:t>
                      </a:r>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7 – 8 </a:t>
                      </a:r>
                    </a:p>
                    <a:p>
                      <a:r>
                        <a:rPr lang="en-US" dirty="0">
                          <a:solidFill>
                            <a:schemeClr val="tx1"/>
                          </a:solidFill>
                        </a:rPr>
                        <a:t>5 – 8 </a:t>
                      </a:r>
                      <a:endParaRPr lang="LID4096" dirty="0">
                        <a:solidFill>
                          <a:schemeClr val="tx1"/>
                        </a:solidFill>
                      </a:endParaRPr>
                    </a:p>
                  </a:txBody>
                  <a:tcPr>
                    <a:noFill/>
                  </a:tcPr>
                </a:tc>
                <a:extLst>
                  <a:ext uri="{0D108BD9-81ED-4DB2-BD59-A6C34878D82A}">
                    <a16:rowId xmlns:a16="http://schemas.microsoft.com/office/drawing/2014/main" val="429623086"/>
                  </a:ext>
                </a:extLst>
              </a:tr>
            </a:tbl>
          </a:graphicData>
        </a:graphic>
      </p:graphicFrame>
      <p:sp>
        <p:nvSpPr>
          <p:cNvPr id="7" name="Oval 6">
            <a:extLst>
              <a:ext uri="{FF2B5EF4-FFF2-40B4-BE49-F238E27FC236}">
                <a16:creationId xmlns:a16="http://schemas.microsoft.com/office/drawing/2014/main" id="{42CBA1D3-3E5A-40C2-8AAB-46E41AB414AE}"/>
              </a:ext>
            </a:extLst>
          </p:cNvPr>
          <p:cNvSpPr/>
          <p:nvPr/>
        </p:nvSpPr>
        <p:spPr>
          <a:xfrm>
            <a:off x="1461154" y="970961"/>
            <a:ext cx="546755" cy="5373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9" name="Straight Connector 8">
            <a:extLst>
              <a:ext uri="{FF2B5EF4-FFF2-40B4-BE49-F238E27FC236}">
                <a16:creationId xmlns:a16="http://schemas.microsoft.com/office/drawing/2014/main" id="{D8C061CE-EF60-4065-8D4E-86393B6D15CB}"/>
              </a:ext>
            </a:extLst>
          </p:cNvPr>
          <p:cNvCxnSpPr>
            <a:stCxn id="7" idx="0"/>
            <a:endCxn id="7" idx="4"/>
          </p:cNvCxnSpPr>
          <p:nvPr/>
        </p:nvCxnSpPr>
        <p:spPr>
          <a:xfrm>
            <a:off x="1734532" y="970961"/>
            <a:ext cx="0" cy="537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DA0E7AB-91A2-46D3-BF6A-C044E351DB16}"/>
              </a:ext>
            </a:extLst>
          </p:cNvPr>
          <p:cNvCxnSpPr>
            <a:stCxn id="7" idx="6"/>
          </p:cNvCxnSpPr>
          <p:nvPr/>
        </p:nvCxnSpPr>
        <p:spPr>
          <a:xfrm flipH="1">
            <a:off x="1734532" y="1239625"/>
            <a:ext cx="273377" cy="141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E47509D-BDE3-4634-B75C-50320D468207}"/>
              </a:ext>
            </a:extLst>
          </p:cNvPr>
          <p:cNvSpPr/>
          <p:nvPr/>
        </p:nvSpPr>
        <p:spPr>
          <a:xfrm>
            <a:off x="1391875" y="961377"/>
            <a:ext cx="410690" cy="584775"/>
          </a:xfrm>
          <a:prstGeom prst="rect">
            <a:avLst/>
          </a:prstGeom>
          <a:noFill/>
        </p:spPr>
        <p:txBody>
          <a:bodyPr wrap="non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rPr>
              <a:t>1</a:t>
            </a:r>
          </a:p>
        </p:txBody>
      </p:sp>
      <p:cxnSp>
        <p:nvCxnSpPr>
          <p:cNvPr id="14" name="Straight Arrow Connector 13">
            <a:extLst>
              <a:ext uri="{FF2B5EF4-FFF2-40B4-BE49-F238E27FC236}">
                <a16:creationId xmlns:a16="http://schemas.microsoft.com/office/drawing/2014/main" id="{E75C6F91-3E7F-4A8D-957F-10D2994058AD}"/>
              </a:ext>
            </a:extLst>
          </p:cNvPr>
          <p:cNvCxnSpPr>
            <a:cxnSpLocks/>
            <a:stCxn id="7" idx="6"/>
          </p:cNvCxnSpPr>
          <p:nvPr/>
        </p:nvCxnSpPr>
        <p:spPr>
          <a:xfrm>
            <a:off x="2007909" y="1239625"/>
            <a:ext cx="7535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EFCB3ECF-A857-4051-83FF-EBD90DA5A5FD}"/>
              </a:ext>
            </a:extLst>
          </p:cNvPr>
          <p:cNvSpPr/>
          <p:nvPr/>
        </p:nvSpPr>
        <p:spPr>
          <a:xfrm>
            <a:off x="2790754" y="954390"/>
            <a:ext cx="546755" cy="5373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7" name="Straight Connector 16">
            <a:extLst>
              <a:ext uri="{FF2B5EF4-FFF2-40B4-BE49-F238E27FC236}">
                <a16:creationId xmlns:a16="http://schemas.microsoft.com/office/drawing/2014/main" id="{C38B6FE5-1C59-44E6-BE22-D72657CA7CEB}"/>
              </a:ext>
            </a:extLst>
          </p:cNvPr>
          <p:cNvCxnSpPr>
            <a:stCxn id="15" idx="0"/>
            <a:endCxn id="15" idx="4"/>
          </p:cNvCxnSpPr>
          <p:nvPr/>
        </p:nvCxnSpPr>
        <p:spPr>
          <a:xfrm>
            <a:off x="3064132" y="954390"/>
            <a:ext cx="0" cy="537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0E2A12A-E18D-4CE9-A65F-E993484684AE}"/>
              </a:ext>
            </a:extLst>
          </p:cNvPr>
          <p:cNvCxnSpPr>
            <a:stCxn id="15" idx="6"/>
          </p:cNvCxnSpPr>
          <p:nvPr/>
        </p:nvCxnSpPr>
        <p:spPr>
          <a:xfrm flipH="1">
            <a:off x="3064131" y="1223054"/>
            <a:ext cx="273378" cy="70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10208B0-B594-4C55-979D-2001168CBDA0}"/>
              </a:ext>
            </a:extLst>
          </p:cNvPr>
          <p:cNvSpPr/>
          <p:nvPr/>
        </p:nvSpPr>
        <p:spPr>
          <a:xfrm>
            <a:off x="2761505" y="920923"/>
            <a:ext cx="410690" cy="584775"/>
          </a:xfrm>
          <a:prstGeom prst="rect">
            <a:avLst/>
          </a:prstGeom>
          <a:noFill/>
        </p:spPr>
        <p:txBody>
          <a:bodyPr wrap="none" lIns="91440" tIns="45720" rIns="91440" bIns="45720">
            <a:spAutoFit/>
          </a:bodyPr>
          <a:lstStyle/>
          <a:p>
            <a:pPr algn="ctr"/>
            <a:r>
              <a:rPr lang="en-US" sz="3200" dirty="0">
                <a:ln w="0"/>
                <a:effectLst>
                  <a:outerShdw blurRad="38100" dist="19050" dir="2700000" algn="tl" rotWithShape="0">
                    <a:schemeClr val="dk1">
                      <a:alpha val="40000"/>
                    </a:schemeClr>
                  </a:outerShdw>
                </a:effectLst>
              </a:rPr>
              <a:t>2</a:t>
            </a:r>
            <a:endParaRPr lang="en-US" sz="3200" b="0" cap="none" spc="0" dirty="0">
              <a:ln w="0"/>
              <a:solidFill>
                <a:schemeClr val="tx1"/>
              </a:solidFill>
              <a:effectLst>
                <a:outerShdw blurRad="38100" dist="19050" dir="2700000" algn="tl" rotWithShape="0">
                  <a:schemeClr val="dk1">
                    <a:alpha val="40000"/>
                  </a:schemeClr>
                </a:outerShdw>
              </a:effectLst>
            </a:endParaRPr>
          </a:p>
        </p:txBody>
      </p:sp>
      <p:sp>
        <p:nvSpPr>
          <p:cNvPr id="21" name="Oval 20">
            <a:extLst>
              <a:ext uri="{FF2B5EF4-FFF2-40B4-BE49-F238E27FC236}">
                <a16:creationId xmlns:a16="http://schemas.microsoft.com/office/drawing/2014/main" id="{A4610F38-692C-42E2-B6C8-F45166655EE3}"/>
              </a:ext>
            </a:extLst>
          </p:cNvPr>
          <p:cNvSpPr/>
          <p:nvPr/>
        </p:nvSpPr>
        <p:spPr>
          <a:xfrm>
            <a:off x="4131135" y="961064"/>
            <a:ext cx="546755" cy="5373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23" name="Straight Connector 22">
            <a:extLst>
              <a:ext uri="{FF2B5EF4-FFF2-40B4-BE49-F238E27FC236}">
                <a16:creationId xmlns:a16="http://schemas.microsoft.com/office/drawing/2014/main" id="{28B4D4F1-60E4-4E44-A786-91F36300D1DB}"/>
              </a:ext>
            </a:extLst>
          </p:cNvPr>
          <p:cNvCxnSpPr>
            <a:cxnSpLocks/>
            <a:stCxn id="21" idx="0"/>
            <a:endCxn id="21" idx="4"/>
          </p:cNvCxnSpPr>
          <p:nvPr/>
        </p:nvCxnSpPr>
        <p:spPr>
          <a:xfrm>
            <a:off x="4404513" y="961064"/>
            <a:ext cx="0" cy="537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C1F9AB4-BB6C-4BA3-85FB-3591E55178CF}"/>
              </a:ext>
            </a:extLst>
          </p:cNvPr>
          <p:cNvCxnSpPr>
            <a:cxnSpLocks/>
            <a:stCxn id="21" idx="6"/>
          </p:cNvCxnSpPr>
          <p:nvPr/>
        </p:nvCxnSpPr>
        <p:spPr>
          <a:xfrm flipH="1">
            <a:off x="4404512" y="1229728"/>
            <a:ext cx="273378" cy="141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E9D40AB-8273-4518-A3DD-2FC394F575F0}"/>
              </a:ext>
            </a:extLst>
          </p:cNvPr>
          <p:cNvCxnSpPr>
            <a:cxnSpLocks/>
            <a:stCxn id="15" idx="6"/>
            <a:endCxn id="21" idx="2"/>
          </p:cNvCxnSpPr>
          <p:nvPr/>
        </p:nvCxnSpPr>
        <p:spPr>
          <a:xfrm>
            <a:off x="3337509" y="1223054"/>
            <a:ext cx="793626" cy="66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EE7E1D7-3F3D-42E0-BA76-270E2E695DA5}"/>
              </a:ext>
            </a:extLst>
          </p:cNvPr>
          <p:cNvSpPr/>
          <p:nvPr/>
        </p:nvSpPr>
        <p:spPr>
          <a:xfrm>
            <a:off x="4110121" y="920923"/>
            <a:ext cx="410690" cy="584775"/>
          </a:xfrm>
          <a:prstGeom prst="rect">
            <a:avLst/>
          </a:prstGeom>
          <a:noFill/>
        </p:spPr>
        <p:txBody>
          <a:bodyPr wrap="none" lIns="91440" tIns="45720" rIns="91440" bIns="45720">
            <a:spAutoFit/>
          </a:bodyPr>
          <a:lstStyle/>
          <a:p>
            <a:pPr algn="ctr"/>
            <a:r>
              <a:rPr lang="en-US" sz="3200" dirty="0">
                <a:ln w="0"/>
                <a:effectLst>
                  <a:outerShdw blurRad="38100" dist="19050" dir="2700000" algn="tl" rotWithShape="0">
                    <a:schemeClr val="dk1">
                      <a:alpha val="40000"/>
                    </a:schemeClr>
                  </a:outerShdw>
                </a:effectLst>
              </a:rPr>
              <a:t>3</a:t>
            </a:r>
            <a:endParaRPr lang="en-US" sz="3200" b="0" cap="none" spc="0" dirty="0">
              <a:ln w="0"/>
              <a:solidFill>
                <a:schemeClr val="tx1"/>
              </a:solidFill>
              <a:effectLst>
                <a:outerShdw blurRad="38100" dist="19050" dir="2700000" algn="tl" rotWithShape="0">
                  <a:schemeClr val="dk1">
                    <a:alpha val="40000"/>
                  </a:schemeClr>
                </a:outerShdw>
              </a:effectLst>
            </a:endParaRPr>
          </a:p>
        </p:txBody>
      </p:sp>
      <p:sp>
        <p:nvSpPr>
          <p:cNvPr id="29" name="Oval 28">
            <a:extLst>
              <a:ext uri="{FF2B5EF4-FFF2-40B4-BE49-F238E27FC236}">
                <a16:creationId xmlns:a16="http://schemas.microsoft.com/office/drawing/2014/main" id="{798C1385-6CB3-4F7B-BE09-AEEEC8A91118}"/>
              </a:ext>
            </a:extLst>
          </p:cNvPr>
          <p:cNvSpPr/>
          <p:nvPr/>
        </p:nvSpPr>
        <p:spPr>
          <a:xfrm>
            <a:off x="5491233" y="332072"/>
            <a:ext cx="546755" cy="5373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30" name="Oval 29">
            <a:extLst>
              <a:ext uri="{FF2B5EF4-FFF2-40B4-BE49-F238E27FC236}">
                <a16:creationId xmlns:a16="http://schemas.microsoft.com/office/drawing/2014/main" id="{F5F110B9-ECA5-407A-A1BF-2E4B2F76D4DD}"/>
              </a:ext>
            </a:extLst>
          </p:cNvPr>
          <p:cNvSpPr/>
          <p:nvPr/>
        </p:nvSpPr>
        <p:spPr>
          <a:xfrm>
            <a:off x="5515403" y="1536959"/>
            <a:ext cx="546755" cy="5373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32" name="Straight Arrow Connector 31">
            <a:extLst>
              <a:ext uri="{FF2B5EF4-FFF2-40B4-BE49-F238E27FC236}">
                <a16:creationId xmlns:a16="http://schemas.microsoft.com/office/drawing/2014/main" id="{6EC5EFF5-7E42-4BA9-B387-FE885106E004}"/>
              </a:ext>
            </a:extLst>
          </p:cNvPr>
          <p:cNvCxnSpPr>
            <a:cxnSpLocks/>
            <a:stCxn id="21" idx="6"/>
            <a:endCxn id="29" idx="2"/>
          </p:cNvCxnSpPr>
          <p:nvPr/>
        </p:nvCxnSpPr>
        <p:spPr>
          <a:xfrm flipV="1">
            <a:off x="4677890" y="600736"/>
            <a:ext cx="813343" cy="6289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9B18B73-9785-4C3F-B814-CAA3D7E2CF45}"/>
              </a:ext>
            </a:extLst>
          </p:cNvPr>
          <p:cNvCxnSpPr>
            <a:cxnSpLocks/>
            <a:stCxn id="21" idx="6"/>
            <a:endCxn id="30" idx="2"/>
          </p:cNvCxnSpPr>
          <p:nvPr/>
        </p:nvCxnSpPr>
        <p:spPr>
          <a:xfrm>
            <a:off x="4677890" y="1229728"/>
            <a:ext cx="837513" cy="5758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F826DB-4F52-4354-AE69-E78A878D6E2B}"/>
              </a:ext>
            </a:extLst>
          </p:cNvPr>
          <p:cNvCxnSpPr>
            <a:stCxn id="29" idx="0"/>
            <a:endCxn id="29" idx="4"/>
          </p:cNvCxnSpPr>
          <p:nvPr/>
        </p:nvCxnSpPr>
        <p:spPr>
          <a:xfrm>
            <a:off x="5764611" y="332072"/>
            <a:ext cx="0" cy="537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0CCA9D5-6752-483C-8EF8-EFF4BB320321}"/>
              </a:ext>
            </a:extLst>
          </p:cNvPr>
          <p:cNvCxnSpPr>
            <a:cxnSpLocks/>
            <a:stCxn id="30" idx="0"/>
            <a:endCxn id="30" idx="4"/>
          </p:cNvCxnSpPr>
          <p:nvPr/>
        </p:nvCxnSpPr>
        <p:spPr>
          <a:xfrm>
            <a:off x="5788781" y="1536959"/>
            <a:ext cx="0" cy="537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0B81414-B3EB-4650-9C1A-06E6987325CD}"/>
              </a:ext>
            </a:extLst>
          </p:cNvPr>
          <p:cNvCxnSpPr>
            <a:stCxn id="29" idx="6"/>
          </p:cNvCxnSpPr>
          <p:nvPr/>
        </p:nvCxnSpPr>
        <p:spPr>
          <a:xfrm flipH="1" flipV="1">
            <a:off x="5764610" y="600735"/>
            <a:ext cx="27337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66CE87F-3EF2-4F5E-9735-FEE7EB78D519}"/>
              </a:ext>
            </a:extLst>
          </p:cNvPr>
          <p:cNvCxnSpPr>
            <a:cxnSpLocks/>
            <a:stCxn id="30" idx="6"/>
          </p:cNvCxnSpPr>
          <p:nvPr/>
        </p:nvCxnSpPr>
        <p:spPr>
          <a:xfrm flipH="1" flipV="1">
            <a:off x="5788780" y="1805622"/>
            <a:ext cx="27337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167C337-3A15-42A3-B022-FC9AF68C769E}"/>
              </a:ext>
            </a:extLst>
          </p:cNvPr>
          <p:cNvSpPr/>
          <p:nvPr/>
        </p:nvSpPr>
        <p:spPr>
          <a:xfrm>
            <a:off x="5422576" y="298219"/>
            <a:ext cx="410690" cy="584775"/>
          </a:xfrm>
          <a:prstGeom prst="rect">
            <a:avLst/>
          </a:prstGeom>
          <a:noFill/>
        </p:spPr>
        <p:txBody>
          <a:bodyPr wrap="squar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rPr>
              <a:t>4</a:t>
            </a:r>
          </a:p>
        </p:txBody>
      </p:sp>
      <p:sp>
        <p:nvSpPr>
          <p:cNvPr id="44" name="Rectangle 43">
            <a:extLst>
              <a:ext uri="{FF2B5EF4-FFF2-40B4-BE49-F238E27FC236}">
                <a16:creationId xmlns:a16="http://schemas.microsoft.com/office/drawing/2014/main" id="{AB25B3A5-B129-4321-B38D-AE3825306B33}"/>
              </a:ext>
            </a:extLst>
          </p:cNvPr>
          <p:cNvSpPr/>
          <p:nvPr/>
        </p:nvSpPr>
        <p:spPr>
          <a:xfrm>
            <a:off x="5467137" y="1491717"/>
            <a:ext cx="410690" cy="584775"/>
          </a:xfrm>
          <a:prstGeom prst="rect">
            <a:avLst/>
          </a:prstGeom>
          <a:noFill/>
        </p:spPr>
        <p:txBody>
          <a:bodyPr wrap="non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rPr>
              <a:t>5</a:t>
            </a:r>
          </a:p>
        </p:txBody>
      </p:sp>
      <p:cxnSp>
        <p:nvCxnSpPr>
          <p:cNvPr id="49" name="Straight Arrow Connector 48">
            <a:extLst>
              <a:ext uri="{FF2B5EF4-FFF2-40B4-BE49-F238E27FC236}">
                <a16:creationId xmlns:a16="http://schemas.microsoft.com/office/drawing/2014/main" id="{71C43B01-9EFA-42B9-8A7E-39E54970ACBE}"/>
              </a:ext>
            </a:extLst>
          </p:cNvPr>
          <p:cNvCxnSpPr>
            <a:cxnSpLocks/>
            <a:stCxn id="30" idx="6"/>
            <a:endCxn id="93" idx="1"/>
          </p:cNvCxnSpPr>
          <p:nvPr/>
        </p:nvCxnSpPr>
        <p:spPr>
          <a:xfrm flipV="1">
            <a:off x="6062158" y="463549"/>
            <a:ext cx="4887208" cy="13420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C98FC85D-68F0-417B-96A3-CC8E62ED27EF}"/>
              </a:ext>
            </a:extLst>
          </p:cNvPr>
          <p:cNvSpPr/>
          <p:nvPr/>
        </p:nvSpPr>
        <p:spPr>
          <a:xfrm>
            <a:off x="7688070" y="2087880"/>
            <a:ext cx="546755" cy="5373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55" name="Straight Connector 54">
            <a:extLst>
              <a:ext uri="{FF2B5EF4-FFF2-40B4-BE49-F238E27FC236}">
                <a16:creationId xmlns:a16="http://schemas.microsoft.com/office/drawing/2014/main" id="{9B735210-D3BB-4875-9EFB-9BBC346318BC}"/>
              </a:ext>
            </a:extLst>
          </p:cNvPr>
          <p:cNvCxnSpPr>
            <a:stCxn id="50" idx="0"/>
            <a:endCxn id="50" idx="4"/>
          </p:cNvCxnSpPr>
          <p:nvPr/>
        </p:nvCxnSpPr>
        <p:spPr>
          <a:xfrm>
            <a:off x="7961448" y="2087880"/>
            <a:ext cx="0" cy="537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6841EFA-F765-4553-B83A-9ED5A528DF9F}"/>
              </a:ext>
            </a:extLst>
          </p:cNvPr>
          <p:cNvCxnSpPr>
            <a:stCxn id="50" idx="6"/>
          </p:cNvCxnSpPr>
          <p:nvPr/>
        </p:nvCxnSpPr>
        <p:spPr>
          <a:xfrm flipH="1" flipV="1">
            <a:off x="7961447" y="2356543"/>
            <a:ext cx="27337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BACD417F-241A-4DC1-8D5A-F18C60A21C67}"/>
              </a:ext>
            </a:extLst>
          </p:cNvPr>
          <p:cNvSpPr/>
          <p:nvPr/>
        </p:nvSpPr>
        <p:spPr>
          <a:xfrm>
            <a:off x="7623393" y="2027150"/>
            <a:ext cx="410690" cy="584775"/>
          </a:xfrm>
          <a:prstGeom prst="rect">
            <a:avLst/>
          </a:prstGeom>
          <a:noFill/>
        </p:spPr>
        <p:txBody>
          <a:bodyPr wrap="none" lIns="91440" tIns="45720" rIns="91440" bIns="45720">
            <a:spAutoFit/>
          </a:bodyPr>
          <a:lstStyle/>
          <a:p>
            <a:pPr algn="ctr"/>
            <a:r>
              <a:rPr lang="en-US" sz="3200" dirty="0">
                <a:ln w="0"/>
                <a:effectLst>
                  <a:outerShdw blurRad="38100" dist="19050" dir="2700000" algn="tl" rotWithShape="0">
                    <a:schemeClr val="dk1">
                      <a:alpha val="40000"/>
                    </a:schemeClr>
                  </a:outerShdw>
                </a:effectLst>
              </a:rPr>
              <a:t>6</a:t>
            </a:r>
            <a:endParaRPr lang="en-US" sz="3200" b="0" cap="none" spc="0" dirty="0">
              <a:ln w="0"/>
              <a:solidFill>
                <a:schemeClr val="tx1"/>
              </a:solidFill>
              <a:effectLst>
                <a:outerShdw blurRad="38100" dist="19050" dir="2700000" algn="tl" rotWithShape="0">
                  <a:schemeClr val="dk1">
                    <a:alpha val="40000"/>
                  </a:schemeClr>
                </a:outerShdw>
              </a:effectLst>
            </a:endParaRPr>
          </a:p>
        </p:txBody>
      </p:sp>
      <p:sp>
        <p:nvSpPr>
          <p:cNvPr id="82" name="Oval 81">
            <a:extLst>
              <a:ext uri="{FF2B5EF4-FFF2-40B4-BE49-F238E27FC236}">
                <a16:creationId xmlns:a16="http://schemas.microsoft.com/office/drawing/2014/main" id="{193D8FA5-6510-4D86-8DE3-12BCF7A6BA7B}"/>
              </a:ext>
            </a:extLst>
          </p:cNvPr>
          <p:cNvSpPr/>
          <p:nvPr/>
        </p:nvSpPr>
        <p:spPr>
          <a:xfrm>
            <a:off x="9613720" y="2094501"/>
            <a:ext cx="546755" cy="5373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3" name="Oval 82">
            <a:extLst>
              <a:ext uri="{FF2B5EF4-FFF2-40B4-BE49-F238E27FC236}">
                <a16:creationId xmlns:a16="http://schemas.microsoft.com/office/drawing/2014/main" id="{8F8BE0DC-0AA1-4DF1-A403-B0DB8E11D06A}"/>
              </a:ext>
            </a:extLst>
          </p:cNvPr>
          <p:cNvSpPr/>
          <p:nvPr/>
        </p:nvSpPr>
        <p:spPr>
          <a:xfrm>
            <a:off x="10967662" y="240694"/>
            <a:ext cx="546755" cy="5373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85" name="Straight Connector 84">
            <a:extLst>
              <a:ext uri="{FF2B5EF4-FFF2-40B4-BE49-F238E27FC236}">
                <a16:creationId xmlns:a16="http://schemas.microsoft.com/office/drawing/2014/main" id="{01F88EDB-CB34-4498-9E6B-FFC50F74CE71}"/>
              </a:ext>
            </a:extLst>
          </p:cNvPr>
          <p:cNvCxnSpPr>
            <a:cxnSpLocks/>
            <a:stCxn id="82" idx="0"/>
            <a:endCxn id="82" idx="4"/>
          </p:cNvCxnSpPr>
          <p:nvPr/>
        </p:nvCxnSpPr>
        <p:spPr>
          <a:xfrm>
            <a:off x="9887098" y="2094501"/>
            <a:ext cx="0" cy="537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2358FC8-AFD0-46DE-8706-A48997DE136E}"/>
              </a:ext>
            </a:extLst>
          </p:cNvPr>
          <p:cNvCxnSpPr>
            <a:stCxn id="83" idx="0"/>
            <a:endCxn id="83" idx="4"/>
          </p:cNvCxnSpPr>
          <p:nvPr/>
        </p:nvCxnSpPr>
        <p:spPr>
          <a:xfrm>
            <a:off x="11241040" y="240694"/>
            <a:ext cx="0" cy="537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BF0FC2F-7910-4041-B92E-B5E63728DC0A}"/>
              </a:ext>
            </a:extLst>
          </p:cNvPr>
          <p:cNvCxnSpPr>
            <a:cxnSpLocks/>
            <a:stCxn id="82" idx="6"/>
          </p:cNvCxnSpPr>
          <p:nvPr/>
        </p:nvCxnSpPr>
        <p:spPr>
          <a:xfrm flipH="1" flipV="1">
            <a:off x="9887097" y="2363164"/>
            <a:ext cx="27337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5218F14-1FD9-4857-8F13-551A703FC7F9}"/>
              </a:ext>
            </a:extLst>
          </p:cNvPr>
          <p:cNvCxnSpPr>
            <a:cxnSpLocks/>
            <a:stCxn id="83" idx="6"/>
          </p:cNvCxnSpPr>
          <p:nvPr/>
        </p:nvCxnSpPr>
        <p:spPr>
          <a:xfrm flipH="1">
            <a:off x="11281424" y="509358"/>
            <a:ext cx="232993" cy="168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A11E76B0-24A0-480C-B57F-F4F8B5F8F8ED}"/>
              </a:ext>
            </a:extLst>
          </p:cNvPr>
          <p:cNvSpPr/>
          <p:nvPr/>
        </p:nvSpPr>
        <p:spPr>
          <a:xfrm>
            <a:off x="9558233" y="2037961"/>
            <a:ext cx="410690" cy="584775"/>
          </a:xfrm>
          <a:prstGeom prst="rect">
            <a:avLst/>
          </a:prstGeom>
          <a:noFill/>
        </p:spPr>
        <p:txBody>
          <a:bodyPr wrap="non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rPr>
              <a:t>7</a:t>
            </a:r>
          </a:p>
        </p:txBody>
      </p:sp>
      <p:sp>
        <p:nvSpPr>
          <p:cNvPr id="93" name="Rectangle 92">
            <a:extLst>
              <a:ext uri="{FF2B5EF4-FFF2-40B4-BE49-F238E27FC236}">
                <a16:creationId xmlns:a16="http://schemas.microsoft.com/office/drawing/2014/main" id="{5C861AD3-4521-4DDC-B273-61442E80306C}"/>
              </a:ext>
            </a:extLst>
          </p:cNvPr>
          <p:cNvSpPr/>
          <p:nvPr/>
        </p:nvSpPr>
        <p:spPr>
          <a:xfrm>
            <a:off x="10949366" y="171161"/>
            <a:ext cx="410690" cy="584775"/>
          </a:xfrm>
          <a:prstGeom prst="rect">
            <a:avLst/>
          </a:prstGeom>
          <a:noFill/>
        </p:spPr>
        <p:txBody>
          <a:bodyPr wrap="non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rPr>
              <a:t>8</a:t>
            </a:r>
          </a:p>
        </p:txBody>
      </p:sp>
      <p:cxnSp>
        <p:nvCxnSpPr>
          <p:cNvPr id="95" name="Straight Arrow Connector 94">
            <a:extLst>
              <a:ext uri="{FF2B5EF4-FFF2-40B4-BE49-F238E27FC236}">
                <a16:creationId xmlns:a16="http://schemas.microsoft.com/office/drawing/2014/main" id="{011B9AC4-D469-4C2A-ACA6-517D55362D4C}"/>
              </a:ext>
            </a:extLst>
          </p:cNvPr>
          <p:cNvCxnSpPr>
            <a:cxnSpLocks/>
            <a:stCxn id="50" idx="6"/>
            <a:endCxn id="82" idx="2"/>
          </p:cNvCxnSpPr>
          <p:nvPr/>
        </p:nvCxnSpPr>
        <p:spPr>
          <a:xfrm>
            <a:off x="8234825" y="2356544"/>
            <a:ext cx="1378895" cy="66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1EF7F806-F4C3-4757-A2D1-4351355273B7}"/>
              </a:ext>
            </a:extLst>
          </p:cNvPr>
          <p:cNvCxnSpPr>
            <a:cxnSpLocks/>
            <a:stCxn id="30" idx="6"/>
            <a:endCxn id="50" idx="2"/>
          </p:cNvCxnSpPr>
          <p:nvPr/>
        </p:nvCxnSpPr>
        <p:spPr>
          <a:xfrm>
            <a:off x="6062158" y="1805623"/>
            <a:ext cx="1625912" cy="5509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56E5A0FB-8F61-4DF8-AC94-F44838279C78}"/>
              </a:ext>
            </a:extLst>
          </p:cNvPr>
          <p:cNvCxnSpPr>
            <a:cxnSpLocks/>
            <a:stCxn id="29" idx="6"/>
          </p:cNvCxnSpPr>
          <p:nvPr/>
        </p:nvCxnSpPr>
        <p:spPr>
          <a:xfrm flipV="1">
            <a:off x="6037988" y="441416"/>
            <a:ext cx="4762137" cy="159320"/>
          </a:xfrm>
          <a:prstGeom prst="straightConnector1">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5" name="Straight Arrow Connector 164">
            <a:extLst>
              <a:ext uri="{FF2B5EF4-FFF2-40B4-BE49-F238E27FC236}">
                <a16:creationId xmlns:a16="http://schemas.microsoft.com/office/drawing/2014/main" id="{B9A16389-0D70-46AF-B6FF-53ECBECA3FA9}"/>
              </a:ext>
            </a:extLst>
          </p:cNvPr>
          <p:cNvCxnSpPr>
            <a:cxnSpLocks/>
            <a:endCxn id="83" idx="2"/>
          </p:cNvCxnSpPr>
          <p:nvPr/>
        </p:nvCxnSpPr>
        <p:spPr>
          <a:xfrm flipV="1">
            <a:off x="9885874" y="509358"/>
            <a:ext cx="1081788" cy="15785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06135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B0845D7-F284-4FD2-B00A-F86C472A3538}"/>
              </a:ext>
            </a:extLst>
          </p:cNvPr>
          <p:cNvSpPr>
            <a:spLocks noGrp="1"/>
          </p:cNvSpPr>
          <p:nvPr>
            <p:ph type="ctrTitle"/>
          </p:nvPr>
        </p:nvSpPr>
        <p:spPr/>
        <p:txBody>
          <a:bodyPr/>
          <a:lstStyle/>
          <a:p>
            <a:pPr algn="ctr"/>
            <a:r>
              <a:rPr lang="en-US" b="1" dirty="0"/>
              <a:t>AAA</a:t>
            </a:r>
            <a:endParaRPr lang="LID4096" b="1" dirty="0"/>
          </a:p>
        </p:txBody>
      </p:sp>
      <p:sp>
        <p:nvSpPr>
          <p:cNvPr id="8" name="Subtitle 7">
            <a:extLst>
              <a:ext uri="{FF2B5EF4-FFF2-40B4-BE49-F238E27FC236}">
                <a16:creationId xmlns:a16="http://schemas.microsoft.com/office/drawing/2014/main" id="{2046D51E-937D-4264-9276-D7D79B0740C8}"/>
              </a:ext>
            </a:extLst>
          </p:cNvPr>
          <p:cNvSpPr>
            <a:spLocks noGrp="1"/>
          </p:cNvSpPr>
          <p:nvPr>
            <p:ph type="subTitle" idx="1"/>
          </p:nvPr>
        </p:nvSpPr>
        <p:spPr/>
        <p:txBody>
          <a:bodyPr/>
          <a:lstStyle/>
          <a:p>
            <a:pPr algn="ctr"/>
            <a:r>
              <a:rPr lang="en-US" b="1" dirty="0"/>
              <a:t>Unit 3</a:t>
            </a:r>
            <a:endParaRPr lang="LID4096" b="1" dirty="0"/>
          </a:p>
        </p:txBody>
      </p:sp>
      <p:sp>
        <p:nvSpPr>
          <p:cNvPr id="5" name="Footer Placeholder 4">
            <a:extLst>
              <a:ext uri="{FF2B5EF4-FFF2-40B4-BE49-F238E27FC236}">
                <a16:creationId xmlns:a16="http://schemas.microsoft.com/office/drawing/2014/main" id="{E5B2F20E-3455-48D3-B7C4-8549B0BD5C9E}"/>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6" name="Slide Number Placeholder 5">
            <a:extLst>
              <a:ext uri="{FF2B5EF4-FFF2-40B4-BE49-F238E27FC236}">
                <a16:creationId xmlns:a16="http://schemas.microsoft.com/office/drawing/2014/main" id="{154105ED-C28B-4012-BDE5-56F89A1F57F9}"/>
              </a:ext>
            </a:extLst>
          </p:cNvPr>
          <p:cNvSpPr>
            <a:spLocks noGrp="1"/>
          </p:cNvSpPr>
          <p:nvPr>
            <p:ph type="sldNum" sz="quarter" idx="12"/>
          </p:nvPr>
        </p:nvSpPr>
        <p:spPr/>
        <p:txBody>
          <a:bodyPr/>
          <a:lstStyle/>
          <a:p>
            <a:fld id="{76711B12-96E3-4CC6-8596-5FF84CCB8B40}" type="slidenum">
              <a:rPr lang="LID4096" smtClean="0"/>
              <a:t>135</a:t>
            </a:fld>
            <a:endParaRPr lang="LID4096"/>
          </a:p>
        </p:txBody>
      </p:sp>
    </p:spTree>
    <p:extLst>
      <p:ext uri="{BB962C8B-B14F-4D97-AF65-F5344CB8AC3E}">
        <p14:creationId xmlns:p14="http://schemas.microsoft.com/office/powerpoint/2010/main" val="304918438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9FD24-D01D-462F-A45E-6CD4B4FB375A}"/>
              </a:ext>
            </a:extLst>
          </p:cNvPr>
          <p:cNvSpPr>
            <a:spLocks noGrp="1"/>
          </p:cNvSpPr>
          <p:nvPr>
            <p:ph type="title"/>
          </p:nvPr>
        </p:nvSpPr>
        <p:spPr/>
        <p:txBody>
          <a:bodyPr/>
          <a:lstStyle/>
          <a:p>
            <a:pPr algn="ctr"/>
            <a:r>
              <a:rPr lang="en-US" b="1" dirty="0"/>
              <a:t>AAA</a:t>
            </a:r>
            <a:endParaRPr lang="LID4096" b="1" dirty="0"/>
          </a:p>
        </p:txBody>
      </p:sp>
      <p:sp>
        <p:nvSpPr>
          <p:cNvPr id="3" name="Content Placeholder 2">
            <a:extLst>
              <a:ext uri="{FF2B5EF4-FFF2-40B4-BE49-F238E27FC236}">
                <a16:creationId xmlns:a16="http://schemas.microsoft.com/office/drawing/2014/main" id="{A1C09C39-60BD-4B37-9DC2-BC2F42C34E12}"/>
              </a:ext>
            </a:extLst>
          </p:cNvPr>
          <p:cNvSpPr>
            <a:spLocks noGrp="1"/>
          </p:cNvSpPr>
          <p:nvPr>
            <p:ph idx="1"/>
          </p:nvPr>
        </p:nvSpPr>
        <p:spPr/>
        <p:txBody>
          <a:bodyPr>
            <a:normAutofit fontScale="85000" lnSpcReduction="20000"/>
          </a:bodyPr>
          <a:lstStyle/>
          <a:p>
            <a:r>
              <a:rPr lang="en-US" b="1" dirty="0"/>
              <a:t>Authentication</a:t>
            </a:r>
            <a:r>
              <a:rPr lang="en-US" dirty="0"/>
              <a:t>, </a:t>
            </a:r>
            <a:r>
              <a:rPr lang="en-US" b="1" dirty="0"/>
              <a:t>Authorization </a:t>
            </a:r>
            <a:r>
              <a:rPr lang="en-US" dirty="0"/>
              <a:t>and </a:t>
            </a:r>
            <a:r>
              <a:rPr lang="en-US" b="1" dirty="0"/>
              <a:t>Accounting (AAA) </a:t>
            </a:r>
            <a:r>
              <a:rPr lang="en-US" dirty="0"/>
              <a:t>is crucial security framework that controls and monitors user access to network resources.</a:t>
            </a:r>
          </a:p>
          <a:p>
            <a:r>
              <a:rPr lang="en-US" dirty="0"/>
              <a:t>How AAA mitigates vulnerabilities in a network:</a:t>
            </a:r>
          </a:p>
          <a:p>
            <a:pPr marL="457200" indent="-457200">
              <a:buFont typeface="+mj-lt"/>
              <a:buAutoNum type="arabicPeriod"/>
            </a:pPr>
            <a:r>
              <a:rPr lang="en-US" b="1" dirty="0"/>
              <a:t>Authentication</a:t>
            </a:r>
            <a:r>
              <a:rPr lang="en-US" dirty="0"/>
              <a:t> – verifies the identity of user or device requesting access, typically, using credentials such as passwords, tokens, or biometrics.</a:t>
            </a:r>
          </a:p>
          <a:p>
            <a:pPr marL="457200" indent="-457200">
              <a:buFont typeface="+mj-lt"/>
              <a:buAutoNum type="arabicPeriod"/>
            </a:pPr>
            <a:r>
              <a:rPr lang="en-US" b="1" dirty="0"/>
              <a:t>Authorization</a:t>
            </a:r>
            <a:r>
              <a:rPr lang="en-US" dirty="0"/>
              <a:t> – determines the permissions and what resources the authenticated user is allowed to access or actions they can perform.</a:t>
            </a:r>
          </a:p>
          <a:p>
            <a:pPr marL="457200" indent="-457200">
              <a:buFont typeface="+mj-lt"/>
              <a:buAutoNum type="arabicPeriod"/>
            </a:pPr>
            <a:r>
              <a:rPr lang="en-US" b="1" dirty="0"/>
              <a:t>Accounting</a:t>
            </a:r>
            <a:r>
              <a:rPr lang="en-US" dirty="0"/>
              <a:t> – Tracks and logs user activities for auditing, compliance, and resource usage monitoring.</a:t>
            </a:r>
            <a:endParaRPr lang="LID4096" dirty="0"/>
          </a:p>
        </p:txBody>
      </p:sp>
      <p:sp>
        <p:nvSpPr>
          <p:cNvPr id="4" name="Footer Placeholder 3">
            <a:extLst>
              <a:ext uri="{FF2B5EF4-FFF2-40B4-BE49-F238E27FC236}">
                <a16:creationId xmlns:a16="http://schemas.microsoft.com/office/drawing/2014/main" id="{932C505E-7A95-40A6-99EC-CD6691B5FB8B}"/>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FD8E765B-565A-4B48-A372-901F030873B7}"/>
              </a:ext>
            </a:extLst>
          </p:cNvPr>
          <p:cNvSpPr>
            <a:spLocks noGrp="1"/>
          </p:cNvSpPr>
          <p:nvPr>
            <p:ph type="sldNum" sz="quarter" idx="12"/>
          </p:nvPr>
        </p:nvSpPr>
        <p:spPr/>
        <p:txBody>
          <a:bodyPr/>
          <a:lstStyle/>
          <a:p>
            <a:fld id="{76711B12-96E3-4CC6-8596-5FF84CCB8B40}" type="slidenum">
              <a:rPr lang="LID4096" smtClean="0"/>
              <a:t>136</a:t>
            </a:fld>
            <a:endParaRPr lang="LID4096"/>
          </a:p>
        </p:txBody>
      </p:sp>
    </p:spTree>
    <p:extLst>
      <p:ext uri="{BB962C8B-B14F-4D97-AF65-F5344CB8AC3E}">
        <p14:creationId xmlns:p14="http://schemas.microsoft.com/office/powerpoint/2010/main" val="180553524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0FF4F-3C2F-43B4-B1BA-7D320D1A7AD7}"/>
              </a:ext>
            </a:extLst>
          </p:cNvPr>
          <p:cNvSpPr>
            <a:spLocks noGrp="1"/>
          </p:cNvSpPr>
          <p:nvPr>
            <p:ph type="title"/>
          </p:nvPr>
        </p:nvSpPr>
        <p:spPr/>
        <p:txBody>
          <a:bodyPr/>
          <a:lstStyle/>
          <a:p>
            <a:pPr algn="ctr"/>
            <a:r>
              <a:rPr lang="en-US" b="1" dirty="0"/>
              <a:t>Importance of aaa in a network security against vulnerabilities</a:t>
            </a:r>
            <a:endParaRPr lang="LID4096" b="1" dirty="0"/>
          </a:p>
        </p:txBody>
      </p:sp>
      <p:sp>
        <p:nvSpPr>
          <p:cNvPr id="3" name="Content Placeholder 2">
            <a:extLst>
              <a:ext uri="{FF2B5EF4-FFF2-40B4-BE49-F238E27FC236}">
                <a16:creationId xmlns:a16="http://schemas.microsoft.com/office/drawing/2014/main" id="{6A24CEF4-227E-42AF-957A-FB1766B5F2DE}"/>
              </a:ext>
            </a:extLst>
          </p:cNvPr>
          <p:cNvSpPr>
            <a:spLocks noGrp="1"/>
          </p:cNvSpPr>
          <p:nvPr>
            <p:ph idx="1"/>
          </p:nvPr>
        </p:nvSpPr>
        <p:spPr/>
        <p:txBody>
          <a:bodyPr/>
          <a:lstStyle/>
          <a:p>
            <a:pPr marL="457200" indent="-457200">
              <a:buFont typeface="+mj-lt"/>
              <a:buAutoNum type="arabicPeriod"/>
            </a:pPr>
            <a:r>
              <a:rPr lang="en-US" dirty="0"/>
              <a:t>It </a:t>
            </a:r>
            <a:r>
              <a:rPr lang="en-US" b="1" dirty="0"/>
              <a:t>strengthens network security </a:t>
            </a:r>
            <a:r>
              <a:rPr lang="en-US" dirty="0"/>
              <a:t>by ensuring that only legitimate users login or gain access to resources, enforcing access control policies and maintaining an audit trail of user actions for accountability and security investigations.</a:t>
            </a:r>
          </a:p>
          <a:p>
            <a:pPr marL="457200" indent="-457200">
              <a:buFont typeface="+mj-lt"/>
              <a:buAutoNum type="arabicPeriod"/>
            </a:pPr>
            <a:r>
              <a:rPr lang="en-US" dirty="0"/>
              <a:t>It </a:t>
            </a:r>
            <a:r>
              <a:rPr lang="en-US" b="1" dirty="0"/>
              <a:t>helps in compliance with security standards </a:t>
            </a:r>
            <a:r>
              <a:rPr lang="en-US" dirty="0"/>
              <a:t>and detecting unauthorized activities.</a:t>
            </a:r>
            <a:endParaRPr lang="LID4096" dirty="0"/>
          </a:p>
        </p:txBody>
      </p:sp>
      <p:sp>
        <p:nvSpPr>
          <p:cNvPr id="4" name="Footer Placeholder 3">
            <a:extLst>
              <a:ext uri="{FF2B5EF4-FFF2-40B4-BE49-F238E27FC236}">
                <a16:creationId xmlns:a16="http://schemas.microsoft.com/office/drawing/2014/main" id="{F14F0EE0-BA8B-46C2-9908-C97575D4296F}"/>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024D1801-6B59-4632-B786-E6FCD3A2B1BA}"/>
              </a:ext>
            </a:extLst>
          </p:cNvPr>
          <p:cNvSpPr>
            <a:spLocks noGrp="1"/>
          </p:cNvSpPr>
          <p:nvPr>
            <p:ph type="sldNum" sz="quarter" idx="12"/>
          </p:nvPr>
        </p:nvSpPr>
        <p:spPr/>
        <p:txBody>
          <a:bodyPr/>
          <a:lstStyle/>
          <a:p>
            <a:fld id="{76711B12-96E3-4CC6-8596-5FF84CCB8B40}" type="slidenum">
              <a:rPr lang="LID4096" smtClean="0"/>
              <a:t>137</a:t>
            </a:fld>
            <a:endParaRPr lang="LID4096"/>
          </a:p>
        </p:txBody>
      </p:sp>
    </p:spTree>
    <p:extLst>
      <p:ext uri="{BB962C8B-B14F-4D97-AF65-F5344CB8AC3E}">
        <p14:creationId xmlns:p14="http://schemas.microsoft.com/office/powerpoint/2010/main" val="423645737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69109-9022-4661-A07F-9933CE626D57}"/>
              </a:ext>
            </a:extLst>
          </p:cNvPr>
          <p:cNvSpPr>
            <a:spLocks noGrp="1"/>
          </p:cNvSpPr>
          <p:nvPr>
            <p:ph type="title"/>
          </p:nvPr>
        </p:nvSpPr>
        <p:spPr/>
        <p:txBody>
          <a:bodyPr/>
          <a:lstStyle/>
          <a:p>
            <a:pPr algn="ctr"/>
            <a:r>
              <a:rPr lang="en-GB" b="1" dirty="0"/>
              <a:t>Protocols and implantation</a:t>
            </a:r>
            <a:endParaRPr lang="LID4096" b="1" dirty="0"/>
          </a:p>
        </p:txBody>
      </p:sp>
      <p:sp>
        <p:nvSpPr>
          <p:cNvPr id="3" name="Content Placeholder 2">
            <a:extLst>
              <a:ext uri="{FF2B5EF4-FFF2-40B4-BE49-F238E27FC236}">
                <a16:creationId xmlns:a16="http://schemas.microsoft.com/office/drawing/2014/main" id="{5B603415-E00A-492F-9404-16B5161D0F2D}"/>
              </a:ext>
            </a:extLst>
          </p:cNvPr>
          <p:cNvSpPr>
            <a:spLocks noGrp="1"/>
          </p:cNvSpPr>
          <p:nvPr>
            <p:ph idx="1"/>
          </p:nvPr>
        </p:nvSpPr>
        <p:spPr/>
        <p:txBody>
          <a:bodyPr/>
          <a:lstStyle/>
          <a:p>
            <a:pPr marL="457200" indent="-457200">
              <a:buFont typeface="+mj-lt"/>
              <a:buAutoNum type="arabicPeriod"/>
            </a:pPr>
            <a:r>
              <a:rPr lang="en-GB" b="1" dirty="0"/>
              <a:t>Remote Authentication Dial-In User Service (RADIUS) </a:t>
            </a:r>
            <a:r>
              <a:rPr lang="en-GB" dirty="0"/>
              <a:t>– </a:t>
            </a:r>
            <a:r>
              <a:rPr lang="en-US" dirty="0"/>
              <a:t> Provides centralized authentication, authorization, and accounting primarily for remote network access.</a:t>
            </a:r>
          </a:p>
          <a:p>
            <a:pPr marL="457200" indent="-457200">
              <a:buFont typeface="+mj-lt"/>
              <a:buAutoNum type="arabicPeriod"/>
            </a:pPr>
            <a:r>
              <a:rPr lang="en-US" b="1" dirty="0"/>
              <a:t>Terminal Access Controller Access – Control System Plus (TACACS+) </a:t>
            </a:r>
            <a:r>
              <a:rPr lang="en-US" dirty="0"/>
              <a:t>– Offers similar functions with additional support for command – level authorization and device administration.</a:t>
            </a:r>
            <a:endParaRPr lang="LID4096" dirty="0"/>
          </a:p>
        </p:txBody>
      </p:sp>
      <p:sp>
        <p:nvSpPr>
          <p:cNvPr id="4" name="Footer Placeholder 3">
            <a:extLst>
              <a:ext uri="{FF2B5EF4-FFF2-40B4-BE49-F238E27FC236}">
                <a16:creationId xmlns:a16="http://schemas.microsoft.com/office/drawing/2014/main" id="{5610BCCF-517B-4EFA-BD21-0C332E0E0376}"/>
              </a:ext>
            </a:extLst>
          </p:cNvPr>
          <p:cNvSpPr>
            <a:spLocks noGrp="1"/>
          </p:cNvSpPr>
          <p:nvPr>
            <p:ph type="ftr" sz="quarter" idx="11"/>
          </p:nvPr>
        </p:nvSpPr>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B76E750D-D6FA-4AC2-A156-51D5AB5712E4}"/>
              </a:ext>
            </a:extLst>
          </p:cNvPr>
          <p:cNvSpPr>
            <a:spLocks noGrp="1"/>
          </p:cNvSpPr>
          <p:nvPr>
            <p:ph type="sldNum" sz="quarter" idx="12"/>
          </p:nvPr>
        </p:nvSpPr>
        <p:spPr/>
        <p:txBody>
          <a:bodyPr/>
          <a:lstStyle/>
          <a:p>
            <a:fld id="{76711B12-96E3-4CC6-8596-5FF84CCB8B40}" type="slidenum">
              <a:rPr lang="LID4096" smtClean="0"/>
              <a:t>138</a:t>
            </a:fld>
            <a:endParaRPr lang="LID4096"/>
          </a:p>
        </p:txBody>
      </p:sp>
    </p:spTree>
    <p:extLst>
      <p:ext uri="{BB962C8B-B14F-4D97-AF65-F5344CB8AC3E}">
        <p14:creationId xmlns:p14="http://schemas.microsoft.com/office/powerpoint/2010/main" val="351394447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39CAE-2169-41EA-828B-03E462046D52}"/>
              </a:ext>
            </a:extLst>
          </p:cNvPr>
          <p:cNvSpPr>
            <a:spLocks noGrp="1"/>
          </p:cNvSpPr>
          <p:nvPr>
            <p:ph type="title"/>
          </p:nvPr>
        </p:nvSpPr>
        <p:spPr>
          <a:xfrm>
            <a:off x="1377084" y="421619"/>
            <a:ext cx="9905998" cy="859314"/>
          </a:xfrm>
        </p:spPr>
        <p:txBody>
          <a:bodyPr/>
          <a:lstStyle/>
          <a:p>
            <a:pPr algn="ctr"/>
            <a:r>
              <a:rPr lang="en-US" b="1" dirty="0"/>
              <a:t>Differences between RADIUS and TACACS+</a:t>
            </a:r>
            <a:endParaRPr lang="LID4096" b="1" dirty="0"/>
          </a:p>
        </p:txBody>
      </p:sp>
      <p:graphicFrame>
        <p:nvGraphicFramePr>
          <p:cNvPr id="6" name="Table 6">
            <a:extLst>
              <a:ext uri="{FF2B5EF4-FFF2-40B4-BE49-F238E27FC236}">
                <a16:creationId xmlns:a16="http://schemas.microsoft.com/office/drawing/2014/main" id="{2D0DDAA8-1A1B-49D6-8B1F-D0735068C9F5}"/>
              </a:ext>
            </a:extLst>
          </p:cNvPr>
          <p:cNvGraphicFramePr>
            <a:graphicFrameLocks noGrp="1"/>
          </p:cNvGraphicFramePr>
          <p:nvPr>
            <p:ph idx="1"/>
            <p:extLst>
              <p:ext uri="{D42A27DB-BD31-4B8C-83A1-F6EECF244321}">
                <p14:modId xmlns:p14="http://schemas.microsoft.com/office/powerpoint/2010/main" val="1655386359"/>
              </p:ext>
            </p:extLst>
          </p:nvPr>
        </p:nvGraphicFramePr>
        <p:xfrm>
          <a:off x="735291" y="1602620"/>
          <a:ext cx="10962907" cy="3977640"/>
        </p:xfrm>
        <a:graphic>
          <a:graphicData uri="http://schemas.openxmlformats.org/drawingml/2006/table">
            <a:tbl>
              <a:tblPr firstRow="1" bandRow="1">
                <a:tableStyleId>{5C22544A-7EE6-4342-B048-85BDC9FD1C3A}</a:tableStyleId>
              </a:tblPr>
              <a:tblGrid>
                <a:gridCol w="2469822">
                  <a:extLst>
                    <a:ext uri="{9D8B030D-6E8A-4147-A177-3AD203B41FA5}">
                      <a16:colId xmlns:a16="http://schemas.microsoft.com/office/drawing/2014/main" val="2689888635"/>
                    </a:ext>
                  </a:extLst>
                </a:gridCol>
                <a:gridCol w="4364145">
                  <a:extLst>
                    <a:ext uri="{9D8B030D-6E8A-4147-A177-3AD203B41FA5}">
                      <a16:colId xmlns:a16="http://schemas.microsoft.com/office/drawing/2014/main" val="521281587"/>
                    </a:ext>
                  </a:extLst>
                </a:gridCol>
                <a:gridCol w="4128940">
                  <a:extLst>
                    <a:ext uri="{9D8B030D-6E8A-4147-A177-3AD203B41FA5}">
                      <a16:colId xmlns:a16="http://schemas.microsoft.com/office/drawing/2014/main" val="688743781"/>
                    </a:ext>
                  </a:extLst>
                </a:gridCol>
              </a:tblGrid>
              <a:tr h="370840">
                <a:tc>
                  <a:txBody>
                    <a:bodyPr/>
                    <a:lstStyle/>
                    <a:p>
                      <a:r>
                        <a:rPr lang="en-GB" dirty="0">
                          <a:solidFill>
                            <a:schemeClr val="tx1"/>
                          </a:solidFill>
                        </a:rPr>
                        <a:t>Features</a:t>
                      </a:r>
                      <a:endParaRPr lang="LID4096" dirty="0">
                        <a:solidFill>
                          <a:schemeClr val="tx1"/>
                        </a:solidFill>
                      </a:endParaRPr>
                    </a:p>
                  </a:txBody>
                  <a:tcPr>
                    <a:noFill/>
                  </a:tcPr>
                </a:tc>
                <a:tc>
                  <a:txBody>
                    <a:bodyPr/>
                    <a:lstStyle/>
                    <a:p>
                      <a:r>
                        <a:rPr lang="en-GB" dirty="0">
                          <a:solidFill>
                            <a:schemeClr val="tx1"/>
                          </a:solidFill>
                        </a:rPr>
                        <a:t>RADIUS</a:t>
                      </a:r>
                      <a:endParaRPr lang="LID4096" dirty="0">
                        <a:solidFill>
                          <a:schemeClr val="tx1"/>
                        </a:solidFill>
                      </a:endParaRPr>
                    </a:p>
                  </a:txBody>
                  <a:tcPr>
                    <a:noFill/>
                  </a:tcPr>
                </a:tc>
                <a:tc>
                  <a:txBody>
                    <a:bodyPr/>
                    <a:lstStyle/>
                    <a:p>
                      <a:r>
                        <a:rPr lang="en-GB" dirty="0">
                          <a:solidFill>
                            <a:schemeClr val="tx1"/>
                          </a:solidFill>
                        </a:rPr>
                        <a:t>TACACS+</a:t>
                      </a:r>
                      <a:endParaRPr lang="LID4096" dirty="0">
                        <a:solidFill>
                          <a:schemeClr val="tx1"/>
                        </a:solidFill>
                      </a:endParaRPr>
                    </a:p>
                  </a:txBody>
                  <a:tcPr>
                    <a:noFill/>
                  </a:tcPr>
                </a:tc>
                <a:extLst>
                  <a:ext uri="{0D108BD9-81ED-4DB2-BD59-A6C34878D82A}">
                    <a16:rowId xmlns:a16="http://schemas.microsoft.com/office/drawing/2014/main" val="3979949736"/>
                  </a:ext>
                </a:extLst>
              </a:tr>
              <a:tr h="370840">
                <a:tc>
                  <a:txBody>
                    <a:bodyPr/>
                    <a:lstStyle/>
                    <a:p>
                      <a:r>
                        <a:rPr lang="en-GB" dirty="0">
                          <a:solidFill>
                            <a:schemeClr val="tx1"/>
                          </a:solidFill>
                        </a:rPr>
                        <a:t>Protocol </a:t>
                      </a:r>
                      <a:endParaRPr lang="LID4096" dirty="0">
                        <a:solidFill>
                          <a:schemeClr val="tx1"/>
                        </a:solidFill>
                      </a:endParaRPr>
                    </a:p>
                  </a:txBody>
                  <a:tcPr>
                    <a:noFill/>
                  </a:tcPr>
                </a:tc>
                <a:tc>
                  <a:txBody>
                    <a:bodyPr/>
                    <a:lstStyle/>
                    <a:p>
                      <a:r>
                        <a:rPr lang="en-US" dirty="0">
                          <a:solidFill>
                            <a:schemeClr val="tx1"/>
                          </a:solidFill>
                        </a:rPr>
                        <a:t>UDP</a:t>
                      </a:r>
                      <a:endParaRPr lang="LID4096" dirty="0">
                        <a:solidFill>
                          <a:schemeClr val="tx1"/>
                        </a:solidFill>
                      </a:endParaRPr>
                    </a:p>
                  </a:txBody>
                  <a:tcPr>
                    <a:noFill/>
                  </a:tcPr>
                </a:tc>
                <a:tc>
                  <a:txBody>
                    <a:bodyPr/>
                    <a:lstStyle/>
                    <a:p>
                      <a:r>
                        <a:rPr lang="en-US" dirty="0">
                          <a:solidFill>
                            <a:schemeClr val="tx1"/>
                          </a:solidFill>
                        </a:rPr>
                        <a:t>TCP</a:t>
                      </a:r>
                      <a:endParaRPr lang="LID4096" dirty="0">
                        <a:solidFill>
                          <a:schemeClr val="tx1"/>
                        </a:solidFill>
                      </a:endParaRPr>
                    </a:p>
                  </a:txBody>
                  <a:tcPr>
                    <a:noFill/>
                  </a:tcPr>
                </a:tc>
                <a:extLst>
                  <a:ext uri="{0D108BD9-81ED-4DB2-BD59-A6C34878D82A}">
                    <a16:rowId xmlns:a16="http://schemas.microsoft.com/office/drawing/2014/main" val="2255876330"/>
                  </a:ext>
                </a:extLst>
              </a:tr>
              <a:tr h="370840">
                <a:tc>
                  <a:txBody>
                    <a:bodyPr/>
                    <a:lstStyle/>
                    <a:p>
                      <a:r>
                        <a:rPr lang="en-GB" dirty="0">
                          <a:solidFill>
                            <a:schemeClr val="tx1"/>
                          </a:solidFill>
                        </a:rPr>
                        <a:t>Transport characteristics</a:t>
                      </a:r>
                      <a:endParaRPr lang="LID4096" dirty="0">
                        <a:solidFill>
                          <a:schemeClr val="tx1"/>
                        </a:solidFill>
                      </a:endParaRPr>
                    </a:p>
                  </a:txBody>
                  <a:tcPr>
                    <a:noFill/>
                  </a:tcPr>
                </a:tc>
                <a:tc>
                  <a:txBody>
                    <a:bodyPr/>
                    <a:lstStyle/>
                    <a:p>
                      <a:r>
                        <a:rPr lang="en-US" dirty="0">
                          <a:solidFill>
                            <a:schemeClr val="tx1"/>
                          </a:solidFill>
                        </a:rPr>
                        <a:t>Connectionless, faster, but less reliable</a:t>
                      </a:r>
                      <a:endParaRPr lang="LID4096" dirty="0">
                        <a:solidFill>
                          <a:schemeClr val="tx1"/>
                        </a:solidFill>
                      </a:endParaRPr>
                    </a:p>
                  </a:txBody>
                  <a:tcPr>
                    <a:noFill/>
                  </a:tcPr>
                </a:tc>
                <a:tc>
                  <a:txBody>
                    <a:bodyPr/>
                    <a:lstStyle/>
                    <a:p>
                      <a:r>
                        <a:rPr lang="en-GB" dirty="0">
                          <a:solidFill>
                            <a:schemeClr val="tx1"/>
                          </a:solidFill>
                        </a:rPr>
                        <a:t>Connection oriented, more reliable</a:t>
                      </a:r>
                      <a:endParaRPr lang="LID4096" dirty="0">
                        <a:solidFill>
                          <a:schemeClr val="tx1"/>
                        </a:solidFill>
                      </a:endParaRPr>
                    </a:p>
                  </a:txBody>
                  <a:tcPr>
                    <a:noFill/>
                  </a:tcPr>
                </a:tc>
                <a:extLst>
                  <a:ext uri="{0D108BD9-81ED-4DB2-BD59-A6C34878D82A}">
                    <a16:rowId xmlns:a16="http://schemas.microsoft.com/office/drawing/2014/main" val="3395050561"/>
                  </a:ext>
                </a:extLst>
              </a:tr>
              <a:tr h="370840">
                <a:tc>
                  <a:txBody>
                    <a:bodyPr/>
                    <a:lstStyle/>
                    <a:p>
                      <a:r>
                        <a:rPr lang="en-GB" dirty="0">
                          <a:solidFill>
                            <a:schemeClr val="tx1"/>
                          </a:solidFill>
                        </a:rPr>
                        <a:t>Encryption</a:t>
                      </a:r>
                      <a:endParaRPr lang="LID4096" dirty="0">
                        <a:solidFill>
                          <a:schemeClr val="tx1"/>
                        </a:solidFill>
                      </a:endParaRPr>
                    </a:p>
                  </a:txBody>
                  <a:tcPr>
                    <a:noFill/>
                  </a:tcPr>
                </a:tc>
                <a:tc>
                  <a:txBody>
                    <a:bodyPr/>
                    <a:lstStyle/>
                    <a:p>
                      <a:r>
                        <a:rPr lang="en-US" dirty="0">
                          <a:solidFill>
                            <a:schemeClr val="tx1"/>
                          </a:solidFill>
                        </a:rPr>
                        <a:t>Encrypts only the password in the packet</a:t>
                      </a:r>
                      <a:endParaRPr lang="LID4096" dirty="0">
                        <a:solidFill>
                          <a:schemeClr val="tx1"/>
                        </a:solidFill>
                      </a:endParaRPr>
                    </a:p>
                  </a:txBody>
                  <a:tcPr>
                    <a:noFill/>
                  </a:tcPr>
                </a:tc>
                <a:tc>
                  <a:txBody>
                    <a:bodyPr/>
                    <a:lstStyle/>
                    <a:p>
                      <a:r>
                        <a:rPr lang="en-US" dirty="0">
                          <a:solidFill>
                            <a:schemeClr val="tx1"/>
                          </a:solidFill>
                        </a:rPr>
                        <a:t>Encrypts the entire packet payload</a:t>
                      </a:r>
                      <a:endParaRPr lang="LID4096" dirty="0">
                        <a:solidFill>
                          <a:schemeClr val="tx1"/>
                        </a:solidFill>
                      </a:endParaRPr>
                    </a:p>
                  </a:txBody>
                  <a:tcPr>
                    <a:noFill/>
                  </a:tcPr>
                </a:tc>
                <a:extLst>
                  <a:ext uri="{0D108BD9-81ED-4DB2-BD59-A6C34878D82A}">
                    <a16:rowId xmlns:a16="http://schemas.microsoft.com/office/drawing/2014/main" val="2130776267"/>
                  </a:ext>
                </a:extLst>
              </a:tr>
              <a:tr h="370840">
                <a:tc>
                  <a:txBody>
                    <a:bodyPr/>
                    <a:lstStyle/>
                    <a:p>
                      <a:r>
                        <a:rPr lang="en-US" dirty="0">
                          <a:solidFill>
                            <a:schemeClr val="tx1"/>
                          </a:solidFill>
                        </a:rPr>
                        <a:t>AAA</a:t>
                      </a:r>
                      <a:endParaRPr lang="LID4096" dirty="0">
                        <a:solidFill>
                          <a:schemeClr val="tx1"/>
                        </a:solidFill>
                      </a:endParaRPr>
                    </a:p>
                  </a:txBody>
                  <a:tcPr>
                    <a:noFill/>
                  </a:tcPr>
                </a:tc>
                <a:tc>
                  <a:txBody>
                    <a:bodyPr/>
                    <a:lstStyle/>
                    <a:p>
                      <a:r>
                        <a:rPr lang="en-GB" dirty="0">
                          <a:solidFill>
                            <a:schemeClr val="tx1"/>
                          </a:solidFill>
                        </a:rPr>
                        <a:t>Combined process</a:t>
                      </a:r>
                      <a:endParaRPr lang="LID4096" dirty="0">
                        <a:solidFill>
                          <a:schemeClr val="tx1"/>
                        </a:solidFill>
                      </a:endParaRPr>
                    </a:p>
                  </a:txBody>
                  <a:tcPr>
                    <a:noFill/>
                  </a:tcPr>
                </a:tc>
                <a:tc>
                  <a:txBody>
                    <a:bodyPr/>
                    <a:lstStyle/>
                    <a:p>
                      <a:r>
                        <a:rPr lang="en-GB" dirty="0">
                          <a:solidFill>
                            <a:schemeClr val="tx1"/>
                          </a:solidFill>
                        </a:rPr>
                        <a:t>Separate processes</a:t>
                      </a:r>
                      <a:endParaRPr lang="LID4096" dirty="0">
                        <a:solidFill>
                          <a:schemeClr val="tx1"/>
                        </a:solidFill>
                      </a:endParaRPr>
                    </a:p>
                  </a:txBody>
                  <a:tcPr>
                    <a:noFill/>
                  </a:tcPr>
                </a:tc>
                <a:extLst>
                  <a:ext uri="{0D108BD9-81ED-4DB2-BD59-A6C34878D82A}">
                    <a16:rowId xmlns:a16="http://schemas.microsoft.com/office/drawing/2014/main" val="1757600483"/>
                  </a:ext>
                </a:extLst>
              </a:tr>
              <a:tr h="370840">
                <a:tc>
                  <a:txBody>
                    <a:bodyPr/>
                    <a:lstStyle/>
                    <a:p>
                      <a:r>
                        <a:rPr lang="en-GB" dirty="0">
                          <a:solidFill>
                            <a:schemeClr val="tx1"/>
                          </a:solidFill>
                        </a:rPr>
                        <a:t>Accounting support</a:t>
                      </a:r>
                      <a:endParaRPr lang="LID4096" dirty="0">
                        <a:solidFill>
                          <a:schemeClr val="tx1"/>
                        </a:solidFill>
                      </a:endParaRPr>
                    </a:p>
                  </a:txBody>
                  <a:tcPr>
                    <a:noFill/>
                  </a:tcPr>
                </a:tc>
                <a:tc>
                  <a:txBody>
                    <a:bodyPr/>
                    <a:lstStyle/>
                    <a:p>
                      <a:r>
                        <a:rPr lang="en-GB" dirty="0">
                          <a:solidFill>
                            <a:schemeClr val="tx1"/>
                          </a:solidFill>
                        </a:rPr>
                        <a:t>Strong accounting capabilities</a:t>
                      </a:r>
                      <a:endParaRPr lang="LID4096" dirty="0">
                        <a:solidFill>
                          <a:schemeClr val="tx1"/>
                        </a:solidFill>
                      </a:endParaRPr>
                    </a:p>
                  </a:txBody>
                  <a:tcPr>
                    <a:noFill/>
                  </a:tcPr>
                </a:tc>
                <a:tc>
                  <a:txBody>
                    <a:bodyPr/>
                    <a:lstStyle/>
                    <a:p>
                      <a:r>
                        <a:rPr lang="en-GB" dirty="0">
                          <a:solidFill>
                            <a:schemeClr val="tx1"/>
                          </a:solidFill>
                        </a:rPr>
                        <a:t>Accounting separate</a:t>
                      </a:r>
                      <a:endParaRPr lang="LID4096" dirty="0">
                        <a:solidFill>
                          <a:schemeClr val="tx1"/>
                        </a:solidFill>
                      </a:endParaRPr>
                    </a:p>
                  </a:txBody>
                  <a:tcPr>
                    <a:noFill/>
                  </a:tcPr>
                </a:tc>
                <a:extLst>
                  <a:ext uri="{0D108BD9-81ED-4DB2-BD59-A6C34878D82A}">
                    <a16:rowId xmlns:a16="http://schemas.microsoft.com/office/drawing/2014/main" val="3931910012"/>
                  </a:ext>
                </a:extLst>
              </a:tr>
              <a:tr h="370840">
                <a:tc>
                  <a:txBody>
                    <a:bodyPr/>
                    <a:lstStyle/>
                    <a:p>
                      <a:r>
                        <a:rPr lang="en-GB" dirty="0">
                          <a:solidFill>
                            <a:schemeClr val="tx1"/>
                          </a:solidFill>
                        </a:rPr>
                        <a:t>Typical use</a:t>
                      </a:r>
                      <a:endParaRPr lang="LID4096" dirty="0">
                        <a:solidFill>
                          <a:schemeClr val="tx1"/>
                        </a:solidFill>
                      </a:endParaRPr>
                    </a:p>
                  </a:txBody>
                  <a:tcPr>
                    <a:noFill/>
                  </a:tcPr>
                </a:tc>
                <a:tc>
                  <a:txBody>
                    <a:bodyPr/>
                    <a:lstStyle/>
                    <a:p>
                      <a:r>
                        <a:rPr lang="en-US" dirty="0">
                          <a:solidFill>
                            <a:schemeClr val="tx1"/>
                          </a:solidFill>
                        </a:rPr>
                        <a:t>Remote user network access authentication</a:t>
                      </a:r>
                      <a:endParaRPr lang="LID4096" dirty="0">
                        <a:solidFill>
                          <a:schemeClr val="tx1"/>
                        </a:solidFill>
                      </a:endParaRPr>
                    </a:p>
                  </a:txBody>
                  <a:tcPr>
                    <a:noFill/>
                  </a:tcPr>
                </a:tc>
                <a:tc>
                  <a:txBody>
                    <a:bodyPr/>
                    <a:lstStyle/>
                    <a:p>
                      <a:r>
                        <a:rPr lang="en-GB" dirty="0">
                          <a:solidFill>
                            <a:schemeClr val="tx1"/>
                          </a:solidFill>
                        </a:rPr>
                        <a:t>Device administration (routers, switches)</a:t>
                      </a:r>
                      <a:endParaRPr lang="LID4096" dirty="0">
                        <a:solidFill>
                          <a:schemeClr val="tx1"/>
                        </a:solidFill>
                      </a:endParaRPr>
                    </a:p>
                  </a:txBody>
                  <a:tcPr>
                    <a:noFill/>
                  </a:tcPr>
                </a:tc>
                <a:extLst>
                  <a:ext uri="{0D108BD9-81ED-4DB2-BD59-A6C34878D82A}">
                    <a16:rowId xmlns:a16="http://schemas.microsoft.com/office/drawing/2014/main" val="289855104"/>
                  </a:ext>
                </a:extLst>
              </a:tr>
              <a:tr h="370840">
                <a:tc>
                  <a:txBody>
                    <a:bodyPr/>
                    <a:lstStyle/>
                    <a:p>
                      <a:r>
                        <a:rPr lang="en-GB" dirty="0">
                          <a:solidFill>
                            <a:schemeClr val="tx1"/>
                          </a:solidFill>
                        </a:rPr>
                        <a:t>Vendor support</a:t>
                      </a:r>
                      <a:endParaRPr lang="LID4096" dirty="0">
                        <a:solidFill>
                          <a:schemeClr val="tx1"/>
                        </a:solidFill>
                      </a:endParaRPr>
                    </a:p>
                  </a:txBody>
                  <a:tcPr>
                    <a:noFill/>
                  </a:tcPr>
                </a:tc>
                <a:tc>
                  <a:txBody>
                    <a:bodyPr/>
                    <a:lstStyle/>
                    <a:p>
                      <a:r>
                        <a:rPr lang="en-GB" dirty="0">
                          <a:solidFill>
                            <a:schemeClr val="tx1"/>
                          </a:solidFill>
                        </a:rPr>
                        <a:t>Open standard widely supported</a:t>
                      </a:r>
                      <a:endParaRPr lang="LID4096" dirty="0">
                        <a:solidFill>
                          <a:schemeClr val="tx1"/>
                        </a:solidFill>
                      </a:endParaRPr>
                    </a:p>
                  </a:txBody>
                  <a:tcPr>
                    <a:noFill/>
                  </a:tcPr>
                </a:tc>
                <a:tc>
                  <a:txBody>
                    <a:bodyPr/>
                    <a:lstStyle/>
                    <a:p>
                      <a:r>
                        <a:rPr lang="en-US" dirty="0">
                          <a:solidFill>
                            <a:schemeClr val="tx1"/>
                          </a:solidFill>
                        </a:rPr>
                        <a:t>CISCO proprietary but widely used</a:t>
                      </a:r>
                      <a:endParaRPr lang="LID4096" dirty="0">
                        <a:solidFill>
                          <a:schemeClr val="tx1"/>
                        </a:solidFill>
                      </a:endParaRPr>
                    </a:p>
                  </a:txBody>
                  <a:tcPr>
                    <a:noFill/>
                  </a:tcPr>
                </a:tc>
                <a:extLst>
                  <a:ext uri="{0D108BD9-81ED-4DB2-BD59-A6C34878D82A}">
                    <a16:rowId xmlns:a16="http://schemas.microsoft.com/office/drawing/2014/main" val="2925389468"/>
                  </a:ext>
                </a:extLst>
              </a:tr>
              <a:tr h="370840">
                <a:tc>
                  <a:txBody>
                    <a:bodyPr/>
                    <a:lstStyle/>
                    <a:p>
                      <a:r>
                        <a:rPr lang="en-GB" dirty="0">
                          <a:solidFill>
                            <a:schemeClr val="tx1"/>
                          </a:solidFill>
                        </a:rPr>
                        <a:t>Authorised control</a:t>
                      </a:r>
                      <a:endParaRPr lang="LID4096" dirty="0">
                        <a:solidFill>
                          <a:schemeClr val="tx1"/>
                        </a:solidFill>
                      </a:endParaRPr>
                    </a:p>
                  </a:txBody>
                  <a:tcPr>
                    <a:noFill/>
                  </a:tcPr>
                </a:tc>
                <a:tc>
                  <a:txBody>
                    <a:bodyPr/>
                    <a:lstStyle/>
                    <a:p>
                      <a:r>
                        <a:rPr lang="en-GB" dirty="0">
                          <a:solidFill>
                            <a:schemeClr val="tx1"/>
                          </a:solidFill>
                        </a:rPr>
                        <a:t>Limited command – level authorization</a:t>
                      </a:r>
                      <a:endParaRPr lang="LID4096" dirty="0">
                        <a:solidFill>
                          <a:schemeClr val="tx1"/>
                        </a:solidFill>
                      </a:endParaRPr>
                    </a:p>
                  </a:txBody>
                  <a:tcPr>
                    <a:noFill/>
                  </a:tcPr>
                </a:tc>
                <a:tc>
                  <a:txBody>
                    <a:bodyPr/>
                    <a:lstStyle/>
                    <a:p>
                      <a:r>
                        <a:rPr lang="en-GB" dirty="0">
                          <a:solidFill>
                            <a:schemeClr val="tx1"/>
                          </a:solidFill>
                        </a:rPr>
                        <a:t>Granular control commands management</a:t>
                      </a:r>
                      <a:endParaRPr lang="LID4096" dirty="0">
                        <a:solidFill>
                          <a:schemeClr val="tx1"/>
                        </a:solidFill>
                      </a:endParaRPr>
                    </a:p>
                  </a:txBody>
                  <a:tcPr>
                    <a:noFill/>
                  </a:tcPr>
                </a:tc>
                <a:extLst>
                  <a:ext uri="{0D108BD9-81ED-4DB2-BD59-A6C34878D82A}">
                    <a16:rowId xmlns:a16="http://schemas.microsoft.com/office/drawing/2014/main" val="1524312290"/>
                  </a:ext>
                </a:extLst>
              </a:tr>
              <a:tr h="370840">
                <a:tc>
                  <a:txBody>
                    <a:bodyPr/>
                    <a:lstStyle/>
                    <a:p>
                      <a:r>
                        <a:rPr lang="en-GB" dirty="0">
                          <a:solidFill>
                            <a:schemeClr val="tx1"/>
                          </a:solidFill>
                        </a:rPr>
                        <a:t>Use case</a:t>
                      </a:r>
                      <a:endParaRPr lang="LID4096" dirty="0">
                        <a:solidFill>
                          <a:schemeClr val="tx1"/>
                        </a:solidFill>
                      </a:endParaRPr>
                    </a:p>
                  </a:txBody>
                  <a:tcPr>
                    <a:noFill/>
                  </a:tcPr>
                </a:tc>
                <a:tc>
                  <a:txBody>
                    <a:bodyPr/>
                    <a:lstStyle/>
                    <a:p>
                      <a:r>
                        <a:rPr lang="en-US" dirty="0">
                          <a:solidFill>
                            <a:schemeClr val="tx1"/>
                          </a:solidFill>
                        </a:rPr>
                        <a:t>Best for authentication remote users (Wi-Fi, VPN)</a:t>
                      </a:r>
                      <a:endParaRPr lang="LID4096" dirty="0">
                        <a:solidFill>
                          <a:schemeClr val="tx1"/>
                        </a:solidFill>
                      </a:endParaRPr>
                    </a:p>
                  </a:txBody>
                  <a:tcPr>
                    <a:noFill/>
                  </a:tcPr>
                </a:tc>
                <a:tc>
                  <a:txBody>
                    <a:bodyPr/>
                    <a:lstStyle/>
                    <a:p>
                      <a:r>
                        <a:rPr lang="en-US" dirty="0">
                          <a:solidFill>
                            <a:schemeClr val="tx1"/>
                          </a:solidFill>
                        </a:rPr>
                        <a:t>Best for managing device administration and command authorization</a:t>
                      </a:r>
                    </a:p>
                  </a:txBody>
                  <a:tcPr>
                    <a:noFill/>
                  </a:tcPr>
                </a:tc>
                <a:extLst>
                  <a:ext uri="{0D108BD9-81ED-4DB2-BD59-A6C34878D82A}">
                    <a16:rowId xmlns:a16="http://schemas.microsoft.com/office/drawing/2014/main" val="3556767526"/>
                  </a:ext>
                </a:extLst>
              </a:tr>
            </a:tbl>
          </a:graphicData>
        </a:graphic>
      </p:graphicFrame>
      <p:sp>
        <p:nvSpPr>
          <p:cNvPr id="4" name="Footer Placeholder 3">
            <a:extLst>
              <a:ext uri="{FF2B5EF4-FFF2-40B4-BE49-F238E27FC236}">
                <a16:creationId xmlns:a16="http://schemas.microsoft.com/office/drawing/2014/main" id="{0D0F07B6-C326-4CE7-B543-9434A53F4A3F}"/>
              </a:ext>
            </a:extLst>
          </p:cNvPr>
          <p:cNvSpPr>
            <a:spLocks noGrp="1"/>
          </p:cNvSpPr>
          <p:nvPr>
            <p:ph type="ftr" sz="quarter" idx="11"/>
          </p:nvPr>
        </p:nvSpPr>
        <p:spPr>
          <a:xfrm>
            <a:off x="1144589" y="6253818"/>
            <a:ext cx="6239309" cy="365125"/>
          </a:xfrm>
        </p:spPr>
        <p:txBody>
          <a:bodyPr/>
          <a:lstStyle/>
          <a:p>
            <a:r>
              <a:rPr lang="en-GB" dirty="0"/>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BD1AACA5-52FB-4789-B016-05AAE2783747}"/>
              </a:ext>
            </a:extLst>
          </p:cNvPr>
          <p:cNvSpPr>
            <a:spLocks noGrp="1"/>
          </p:cNvSpPr>
          <p:nvPr>
            <p:ph type="sldNum" sz="quarter" idx="12"/>
          </p:nvPr>
        </p:nvSpPr>
        <p:spPr>
          <a:xfrm>
            <a:off x="10276322" y="6253818"/>
            <a:ext cx="771089" cy="365125"/>
          </a:xfrm>
        </p:spPr>
        <p:txBody>
          <a:bodyPr/>
          <a:lstStyle/>
          <a:p>
            <a:fld id="{76711B12-96E3-4CC6-8596-5FF84CCB8B40}" type="slidenum">
              <a:rPr lang="LID4096" smtClean="0"/>
              <a:t>139</a:t>
            </a:fld>
            <a:endParaRPr lang="LID4096" dirty="0"/>
          </a:p>
        </p:txBody>
      </p:sp>
    </p:spTree>
    <p:extLst>
      <p:ext uri="{BB962C8B-B14F-4D97-AF65-F5344CB8AC3E}">
        <p14:creationId xmlns:p14="http://schemas.microsoft.com/office/powerpoint/2010/main" val="177631241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C7EB1-D734-4E2F-A233-A18764F7DA08}"/>
              </a:ext>
            </a:extLst>
          </p:cNvPr>
          <p:cNvSpPr>
            <a:spLocks noGrp="1"/>
          </p:cNvSpPr>
          <p:nvPr>
            <p:ph type="title"/>
          </p:nvPr>
        </p:nvSpPr>
        <p:spPr/>
        <p:txBody>
          <a:bodyPr/>
          <a:lstStyle/>
          <a:p>
            <a:pPr algn="ctr"/>
            <a:r>
              <a:rPr lang="en-GB" b="1" dirty="0"/>
              <a:t>Security benefits of AAA</a:t>
            </a:r>
            <a:endParaRPr lang="LID4096" b="1" dirty="0"/>
          </a:p>
        </p:txBody>
      </p:sp>
      <p:sp>
        <p:nvSpPr>
          <p:cNvPr id="3" name="Content Placeholder 2">
            <a:extLst>
              <a:ext uri="{FF2B5EF4-FFF2-40B4-BE49-F238E27FC236}">
                <a16:creationId xmlns:a16="http://schemas.microsoft.com/office/drawing/2014/main" id="{F4EF96B1-7120-4D9C-82D9-A8DE5C5FF65D}"/>
              </a:ext>
            </a:extLst>
          </p:cNvPr>
          <p:cNvSpPr>
            <a:spLocks noGrp="1"/>
          </p:cNvSpPr>
          <p:nvPr>
            <p:ph idx="1"/>
          </p:nvPr>
        </p:nvSpPr>
        <p:spPr/>
        <p:txBody>
          <a:bodyPr/>
          <a:lstStyle/>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B67B279B-6E83-480C-AF74-549EC311CA41}"/>
              </a:ext>
            </a:extLst>
          </p:cNvPr>
          <p:cNvSpPr>
            <a:spLocks noGrp="1"/>
          </p:cNvSpPr>
          <p:nvPr>
            <p:ph type="ftr" sz="quarter" idx="11"/>
          </p:nvPr>
        </p:nvSpPr>
        <p:spPr/>
        <p:txBody>
          <a:bodyPr/>
          <a:lstStyle/>
          <a:p>
            <a:r>
              <a:rPr lang="en-GB"/>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6715E822-8D47-44CD-B81B-3203E01D6D41}"/>
              </a:ext>
            </a:extLst>
          </p:cNvPr>
          <p:cNvSpPr>
            <a:spLocks noGrp="1"/>
          </p:cNvSpPr>
          <p:nvPr>
            <p:ph type="sldNum" sz="quarter" idx="12"/>
          </p:nvPr>
        </p:nvSpPr>
        <p:spPr/>
        <p:txBody>
          <a:bodyPr/>
          <a:lstStyle/>
          <a:p>
            <a:fld id="{76711B12-96E3-4CC6-8596-5FF84CCB8B40}" type="slidenum">
              <a:rPr lang="LID4096" smtClean="0"/>
              <a:t>140</a:t>
            </a:fld>
            <a:endParaRPr lang="LID4096"/>
          </a:p>
        </p:txBody>
      </p:sp>
    </p:spTree>
    <p:extLst>
      <p:ext uri="{BB962C8B-B14F-4D97-AF65-F5344CB8AC3E}">
        <p14:creationId xmlns:p14="http://schemas.microsoft.com/office/powerpoint/2010/main" val="23381386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B3C8C88-9D93-4829-8784-61054BA33BE1}"/>
              </a:ext>
            </a:extLst>
          </p:cNvPr>
          <p:cNvSpPr>
            <a:spLocks noGrp="1"/>
          </p:cNvSpPr>
          <p:nvPr>
            <p:ph type="title"/>
          </p:nvPr>
        </p:nvSpPr>
        <p:spPr>
          <a:xfrm>
            <a:off x="1143001" y="2689715"/>
            <a:ext cx="9905998" cy="1478570"/>
          </a:xfrm>
        </p:spPr>
        <p:txBody>
          <a:bodyPr/>
          <a:lstStyle/>
          <a:p>
            <a:pPr algn="ctr"/>
            <a:r>
              <a:rPr lang="en-US" b="1" dirty="0"/>
              <a:t>Due to time, this handout is not complete, use it to answer the questions</a:t>
            </a:r>
            <a:endParaRPr lang="LID4096" b="1" dirty="0"/>
          </a:p>
        </p:txBody>
      </p:sp>
      <p:sp>
        <p:nvSpPr>
          <p:cNvPr id="4" name="Footer Placeholder 3">
            <a:extLst>
              <a:ext uri="{FF2B5EF4-FFF2-40B4-BE49-F238E27FC236}">
                <a16:creationId xmlns:a16="http://schemas.microsoft.com/office/drawing/2014/main" id="{60F7D204-B192-49E8-8343-5114E33060D6}"/>
              </a:ext>
            </a:extLst>
          </p:cNvPr>
          <p:cNvSpPr>
            <a:spLocks noGrp="1"/>
          </p:cNvSpPr>
          <p:nvPr>
            <p:ph type="ftr" sz="quarter" idx="11"/>
          </p:nvPr>
        </p:nvSpPr>
        <p:spPr/>
        <p:txBody>
          <a:bodyPr/>
          <a:lstStyle/>
          <a:p>
            <a:r>
              <a:rPr lang="en-GB"/>
              <a:t>Prepared by James Soko for Mr. Paul M. Mutunda © 2025 Kapasa Makasa University </a:t>
            </a:r>
            <a:endParaRPr lang="LID4096" dirty="0"/>
          </a:p>
        </p:txBody>
      </p:sp>
      <p:sp>
        <p:nvSpPr>
          <p:cNvPr id="5" name="Slide Number Placeholder 4">
            <a:extLst>
              <a:ext uri="{FF2B5EF4-FFF2-40B4-BE49-F238E27FC236}">
                <a16:creationId xmlns:a16="http://schemas.microsoft.com/office/drawing/2014/main" id="{16CD0BFC-BBE7-4089-AEEE-0BCAA14DC03B}"/>
              </a:ext>
            </a:extLst>
          </p:cNvPr>
          <p:cNvSpPr>
            <a:spLocks noGrp="1"/>
          </p:cNvSpPr>
          <p:nvPr>
            <p:ph type="sldNum" sz="quarter" idx="12"/>
          </p:nvPr>
        </p:nvSpPr>
        <p:spPr/>
        <p:txBody>
          <a:bodyPr/>
          <a:lstStyle/>
          <a:p>
            <a:fld id="{76711B12-96E3-4CC6-8596-5FF84CCB8B40}" type="slidenum">
              <a:rPr lang="LID4096" smtClean="0"/>
              <a:t>141</a:t>
            </a:fld>
            <a:endParaRPr lang="LID4096"/>
          </a:p>
        </p:txBody>
      </p:sp>
    </p:spTree>
    <p:extLst>
      <p:ext uri="{BB962C8B-B14F-4D97-AF65-F5344CB8AC3E}">
        <p14:creationId xmlns:p14="http://schemas.microsoft.com/office/powerpoint/2010/main" val="8271054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8946</TotalTime>
  <Words>12597</Words>
  <Application>Microsoft Office PowerPoint</Application>
  <PresentationFormat>Widescreen</PresentationFormat>
  <Paragraphs>2984</Paragraphs>
  <Slides>141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141</vt:i4>
      </vt:variant>
    </vt:vector>
  </HeadingPairs>
  <TitlesOfParts>
    <vt:vector size="146" baseType="lpstr">
      <vt:lpstr>Arial</vt:lpstr>
      <vt:lpstr>Calibri</vt:lpstr>
      <vt:lpstr>Tw Cen MT</vt:lpstr>
      <vt:lpstr>Wingdings</vt:lpstr>
      <vt:lpstr>Circuit</vt:lpstr>
      <vt:lpstr>SYSTEMS VULNERABILITY ASSESSMENT</vt:lpstr>
      <vt:lpstr>Vulnerability assessment (va) and vulnerability management (VM)</vt:lpstr>
      <vt:lpstr>Definitions and basic concepts</vt:lpstr>
      <vt:lpstr>Definitions and basic concepts (continues…) </vt:lpstr>
      <vt:lpstr>Definitions and basic concepts (continues…) </vt:lpstr>
      <vt:lpstr>Definitions and basic concepts (continues…) </vt:lpstr>
      <vt:lpstr>Definitions and basic concepts (continues…) </vt:lpstr>
      <vt:lpstr>Definitions and basic concepts (continues…) </vt:lpstr>
      <vt:lpstr>Definitions and basic concepts (continues…) </vt:lpstr>
      <vt:lpstr>Definitions and basic concepts (continues…) </vt:lpstr>
      <vt:lpstr>Types of vulnerabilities </vt:lpstr>
      <vt:lpstr>Types of vulnerabilities (Continues…)</vt:lpstr>
      <vt:lpstr>Types of vulnerabilities (Continues…)</vt:lpstr>
      <vt:lpstr>Types of vulnerabilities (Continues…)</vt:lpstr>
      <vt:lpstr>Why security fail</vt:lpstr>
      <vt:lpstr>Why security fail (continues…)</vt:lpstr>
      <vt:lpstr>Why security fail (continues…)</vt:lpstr>
      <vt:lpstr>Why security fail (continues…)</vt:lpstr>
      <vt:lpstr>Why security fail (continues…)</vt:lpstr>
      <vt:lpstr>Why security fail (continues…)</vt:lpstr>
      <vt:lpstr>Why security fail (continues…)</vt:lpstr>
      <vt:lpstr>Difference between VA and VM</vt:lpstr>
      <vt:lpstr>Need (Importance) of Vulnerability Assessment (VA) and vulnerability management (vm)</vt:lpstr>
      <vt:lpstr>Need (Importance) of Vulnerability Assessment (VA) and vulnerability management (vm)</vt:lpstr>
      <vt:lpstr>Types of vulnerability Assessments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Types of vulnerability Assessments (continues…)</vt:lpstr>
      <vt:lpstr>Vulnerability Assessment Process</vt:lpstr>
      <vt:lpstr>Vulnerability Assessment Process (Continues…)</vt:lpstr>
      <vt:lpstr>Vulnerability Assessment Process (Continues…)</vt:lpstr>
      <vt:lpstr>Vulnerability Assessment Process (Continues…)</vt:lpstr>
      <vt:lpstr>Vulnerability Assessment Methodology</vt:lpstr>
      <vt:lpstr>Vulnerability Assessment Methodology (Continues…)</vt:lpstr>
      <vt:lpstr>Vulnerability Assessment Methodology (Continues…)</vt:lpstr>
      <vt:lpstr>Vulnerability Assessment Team</vt:lpstr>
      <vt:lpstr>Vulnerability Assessment Team (continues…)</vt:lpstr>
      <vt:lpstr>OPERATING SYSTEM </vt:lpstr>
      <vt:lpstr>Hardware Trojans (HT)</vt:lpstr>
      <vt:lpstr>Characteristics of Hardware Trojans</vt:lpstr>
      <vt:lpstr>Characteristics of Hardware Trojans (continues…)</vt:lpstr>
      <vt:lpstr>Impact of Hardware Trojans </vt:lpstr>
      <vt:lpstr>Mitigation and Remediation techniques of HT</vt:lpstr>
      <vt:lpstr>Logic Gates</vt:lpstr>
      <vt:lpstr>Logic Gates (Continues…)</vt:lpstr>
      <vt:lpstr>Logic Gates (Continues…)</vt:lpstr>
      <vt:lpstr>QUESTION </vt:lpstr>
      <vt:lpstr>FIRST COME FIRST SERVED SCHEDULING </vt:lpstr>
      <vt:lpstr>FIRST COME FIRST SERVED SCHEDULING (CONTINUES…)</vt:lpstr>
      <vt:lpstr>SHORTEST JOB FIRST – Non pre-emptive </vt:lpstr>
      <vt:lpstr>SHORTEST JOB FIRST – pre-emptive </vt:lpstr>
      <vt:lpstr>PRIORITY SHEDULING ALGORITHM </vt:lpstr>
      <vt:lpstr>Vulnerability Research</vt:lpstr>
      <vt:lpstr>Vulnerability Research</vt:lpstr>
      <vt:lpstr>PowerPoint Presentation</vt:lpstr>
      <vt:lpstr>PowerPoint Presentation</vt:lpstr>
      <vt:lpstr>PowerPoint Presentation</vt:lpstr>
      <vt:lpstr>Vulnerability Research Aspects </vt:lpstr>
      <vt:lpstr>Vulnerability Research Aspects (Continues…)</vt:lpstr>
      <vt:lpstr>Web Proxies</vt:lpstr>
      <vt:lpstr>Web Proxies (Continues…)</vt:lpstr>
      <vt:lpstr>Code Review Tools</vt:lpstr>
      <vt:lpstr>File Format Analysis</vt:lpstr>
      <vt:lpstr>Vulnerability categories</vt:lpstr>
      <vt:lpstr>Vulnerability categories (Continues…) </vt:lpstr>
      <vt:lpstr>Vulnerability categories (Continues…) </vt:lpstr>
      <vt:lpstr>Vulnerability categories (Continues…) </vt:lpstr>
      <vt:lpstr>Vulnerability categories (Continues…) </vt:lpstr>
      <vt:lpstr>Vulnerability categories (Continues…) </vt:lpstr>
      <vt:lpstr>Vulnerability categories (Continues…) </vt:lpstr>
      <vt:lpstr>Common Vulnerability Exposures (CVE) </vt:lpstr>
      <vt:lpstr>Sensitive Data Exposure (SDE)</vt:lpstr>
      <vt:lpstr>Binary </vt:lpstr>
      <vt:lpstr>How To Convert a Decimal Number into Binary (Powers of 2)</vt:lpstr>
      <vt:lpstr>How To Convert a Decimal Number into Binary (Powers of 2) (Continues…)</vt:lpstr>
      <vt:lpstr>How To Convert a Decimal Number into Binary Successive Division</vt:lpstr>
      <vt:lpstr>How To Add Binary Numbers </vt:lpstr>
      <vt:lpstr>How To Add Binary Numbers  (Continues…)</vt:lpstr>
      <vt:lpstr>How To Add Binary Numbers  (Continues…)</vt:lpstr>
      <vt:lpstr>How To Subtract Binary Numbers</vt:lpstr>
      <vt:lpstr>1’s &amp; 2’s Complement </vt:lpstr>
      <vt:lpstr>Signed Magnitude </vt:lpstr>
      <vt:lpstr>2’s Complement </vt:lpstr>
      <vt:lpstr>2’s complement Subtraction </vt:lpstr>
      <vt:lpstr>2’s complement Subtraction (Continues…)</vt:lpstr>
      <vt:lpstr>PERT Chart</vt:lpstr>
      <vt:lpstr>Benefits of a PERT Chart</vt:lpstr>
      <vt:lpstr>Challenges of PERT Charts </vt:lpstr>
      <vt:lpstr> Software for developing PERT Charts</vt:lpstr>
      <vt:lpstr>PERT Chart Example 1</vt:lpstr>
      <vt:lpstr>PERT Chart Example 2</vt:lpstr>
      <vt:lpstr>Question</vt:lpstr>
      <vt:lpstr>PERT Chart Example 3</vt:lpstr>
      <vt:lpstr>PERT Chart Example 4</vt:lpstr>
      <vt:lpstr>PERT Chart</vt:lpstr>
      <vt:lpstr>TASK 1</vt:lpstr>
      <vt:lpstr>TASK 1 (Continues…)</vt:lpstr>
      <vt:lpstr>PERT CHART GUIDE</vt:lpstr>
      <vt:lpstr>Steps When Creating a PERT Chart</vt:lpstr>
      <vt:lpstr>Steps When Creating a PERT Chart (Continues…)</vt:lpstr>
      <vt:lpstr>Steps When Creating a PERT Chart (Continues…)</vt:lpstr>
      <vt:lpstr>Steps When Creating a PERT Chart (Continues…)</vt:lpstr>
      <vt:lpstr>Steps When Creating a PERT Chart (Continues…)</vt:lpstr>
      <vt:lpstr>Steps When Creating a PERT Chart (Continues…)</vt:lpstr>
      <vt:lpstr>Steps When Creating a PERT Chart (Continues…)</vt:lpstr>
      <vt:lpstr>EXAMPLE 5</vt:lpstr>
      <vt:lpstr>TASK 3</vt:lpstr>
      <vt:lpstr>TASK 3 (CONTINUES…) – NETWORK DIAGRAM </vt:lpstr>
      <vt:lpstr>TASK 3 (CONTINUES…) – ES, EF, LF, LS &amp; TF</vt:lpstr>
      <vt:lpstr>TASK 3 (CONTINUES…) – FF, IND F &amp; INT F</vt:lpstr>
      <vt:lpstr>TASK 4 </vt:lpstr>
      <vt:lpstr>TASK 4 (CONTINUES…) – ES, EF, LF, LS &amp; TF</vt:lpstr>
      <vt:lpstr>TASK 4 (CONTINUES…) – FF, IND F &amp; INT F</vt:lpstr>
      <vt:lpstr>PowerPoint Presentation</vt:lpstr>
      <vt:lpstr>PowerPoint Presentation</vt:lpstr>
      <vt:lpstr>TASK 5</vt:lpstr>
      <vt:lpstr>TASK 5 (Continues…)</vt:lpstr>
      <vt:lpstr>PowerPoint Presentation</vt:lpstr>
      <vt:lpstr>PowerPoint Presentation</vt:lpstr>
      <vt:lpstr>AAA</vt:lpstr>
      <vt:lpstr>AAA</vt:lpstr>
      <vt:lpstr>Importance of aaa in a network security against vulnerabilities</vt:lpstr>
      <vt:lpstr>Protocols and implantation</vt:lpstr>
      <vt:lpstr>Differences between RADIUS and TACACS+</vt:lpstr>
      <vt:lpstr>Security benefits of AAA</vt:lpstr>
      <vt:lpstr>Due to time, this handout is not complete, use it to answer the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VULNERABILITY ASSESSMENT</dc:title>
  <dc:creator>James Soko</dc:creator>
  <cp:lastModifiedBy>James Soko</cp:lastModifiedBy>
  <cp:revision>651</cp:revision>
  <dcterms:created xsi:type="dcterms:W3CDTF">2025-03-10T06:53:39Z</dcterms:created>
  <dcterms:modified xsi:type="dcterms:W3CDTF">2025-10-19T10:19:25Z</dcterms:modified>
</cp:coreProperties>
</file>