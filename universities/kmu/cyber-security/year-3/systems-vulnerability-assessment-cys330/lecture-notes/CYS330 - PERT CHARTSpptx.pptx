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63"/>
  </p:notesMasterIdLst>
  <p:sldIdLst>
    <p:sldId id="346" r:id="rId2"/>
    <p:sldId id="382" r:id="rId3"/>
    <p:sldId id="383" r:id="rId4"/>
    <p:sldId id="384" r:id="rId5"/>
    <p:sldId id="338" r:id="rId6"/>
    <p:sldId id="339" r:id="rId7"/>
    <p:sldId id="395" r:id="rId8"/>
    <p:sldId id="350" r:id="rId9"/>
    <p:sldId id="347" r:id="rId10"/>
    <p:sldId id="348" r:id="rId11"/>
    <p:sldId id="349" r:id="rId12"/>
    <p:sldId id="359" r:id="rId13"/>
    <p:sldId id="36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65" r:id="rId23"/>
    <p:sldId id="367" r:id="rId24"/>
    <p:sldId id="370" r:id="rId25"/>
    <p:sldId id="368" r:id="rId26"/>
    <p:sldId id="377" r:id="rId27"/>
    <p:sldId id="378" r:id="rId28"/>
    <p:sldId id="369" r:id="rId29"/>
    <p:sldId id="379" r:id="rId30"/>
    <p:sldId id="380" r:id="rId31"/>
    <p:sldId id="372" r:id="rId32"/>
    <p:sldId id="373" r:id="rId33"/>
    <p:sldId id="381" r:id="rId34"/>
    <p:sldId id="374" r:id="rId35"/>
    <p:sldId id="375" r:id="rId36"/>
    <p:sldId id="376" r:id="rId37"/>
    <p:sldId id="385" r:id="rId38"/>
    <p:sldId id="386" r:id="rId39"/>
    <p:sldId id="387" r:id="rId40"/>
    <p:sldId id="388" r:id="rId41"/>
    <p:sldId id="389" r:id="rId42"/>
    <p:sldId id="390" r:id="rId43"/>
    <p:sldId id="391" r:id="rId44"/>
    <p:sldId id="392" r:id="rId45"/>
    <p:sldId id="393" r:id="rId46"/>
    <p:sldId id="394" r:id="rId47"/>
    <p:sldId id="397" r:id="rId48"/>
    <p:sldId id="396" r:id="rId49"/>
    <p:sldId id="398" r:id="rId50"/>
    <p:sldId id="399" r:id="rId51"/>
    <p:sldId id="403" r:id="rId52"/>
    <p:sldId id="400" r:id="rId53"/>
    <p:sldId id="404" r:id="rId54"/>
    <p:sldId id="401" r:id="rId55"/>
    <p:sldId id="405" r:id="rId56"/>
    <p:sldId id="402" r:id="rId57"/>
    <p:sldId id="406" r:id="rId58"/>
    <p:sldId id="408" r:id="rId59"/>
    <p:sldId id="409" r:id="rId60"/>
    <p:sldId id="410" r:id="rId61"/>
    <p:sldId id="411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2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970E8-EBEC-4B17-9981-540EDA20007C}" type="datetimeFigureOut">
              <a:rPr lang="LID4096" smtClean="0"/>
              <a:t>09/17/2025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CDA2F-4A61-4AB9-9F67-F800E174193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163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75C900B-D37D-4BA7-A9BE-6F8F4C730E73}" type="datetime1">
              <a:rPr lang="LID4096" smtClean="0"/>
              <a:t>09/17/2025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995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E4D7-4899-4AC0-8A2B-971563879D03}" type="datetime1">
              <a:rPr lang="LID4096" smtClean="0"/>
              <a:t>09/17/2025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375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AA27-34EF-419A-A21B-B62F6FC47252}" type="datetime1">
              <a:rPr lang="LID4096" smtClean="0"/>
              <a:t>09/17/2025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720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9C8D-BA9F-45CB-97CC-20C0D1B48E29}" type="datetime1">
              <a:rPr lang="LID4096" smtClean="0"/>
              <a:t>09/17/2025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853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76C-42A2-45CC-AE47-D4FF21D12911}" type="datetime1">
              <a:rPr lang="LID4096" smtClean="0"/>
              <a:t>09/17/2025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734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A6F3-D201-4388-AF48-65415D5FE10C}" type="datetime1">
              <a:rPr lang="LID4096" smtClean="0"/>
              <a:t>09/17/2025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66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A3DF2-0D13-4ADA-B534-60CBDCC4C3D0}" type="datetime1">
              <a:rPr lang="LID4096" smtClean="0"/>
              <a:t>09/17/2025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271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3457-F0B3-4C98-A8C1-3723A765C8D7}" type="datetime1">
              <a:rPr lang="LID4096" smtClean="0"/>
              <a:t>09/17/2025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528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EB19-8909-4F21-B1E7-29411BE5F101}" type="datetime1">
              <a:rPr lang="LID4096" smtClean="0"/>
              <a:t>09/17/2025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678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0D5-17EC-44DA-B4FF-83A376CE1AE8}" type="datetime1">
              <a:rPr lang="LID4096" smtClean="0"/>
              <a:t>09/17/2025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803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F22B-A096-4D72-8B1F-A2065347EC63}" type="datetime1">
              <a:rPr lang="LID4096" smtClean="0"/>
              <a:t>09/17/2025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382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BAA9-3BC4-4530-A52B-89CAD9A46DB8}" type="datetime1">
              <a:rPr lang="LID4096" smtClean="0"/>
              <a:t>09/17/2025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1303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2EEC-E7AF-483A-8F76-12FF7F8594A4}" type="datetime1">
              <a:rPr lang="LID4096" smtClean="0"/>
              <a:t>09/17/2025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1991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ED23B-6EDA-4F9E-99F9-577FD3B41D55}" type="datetime1">
              <a:rPr lang="LID4096" smtClean="0"/>
              <a:t>09/17/2025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1773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A0EB-0A94-484B-B852-9E3410130E9D}" type="datetime1">
              <a:rPr lang="LID4096" smtClean="0"/>
              <a:t>09/17/2025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1829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F95DD-E87D-48C2-A21D-16BF9416B98D}" type="datetime1">
              <a:rPr lang="LID4096" smtClean="0"/>
              <a:t>09/17/2025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6661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917D-6DD0-4440-8F79-CC7921395BC0}" type="datetime1">
              <a:rPr lang="LID4096" smtClean="0"/>
              <a:t>09/17/2025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210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E4E13-8CE7-48B4-8974-A9E684A5CB96}" type="datetime1">
              <a:rPr lang="LID4096" smtClean="0"/>
              <a:t>09/17/2025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7718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679DA02-FC85-4F92-8E0F-8C2830FDF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730F9B66-C686-405A-962F-6751B389B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2.2</a:t>
            </a:r>
            <a:endParaRPr lang="LID4096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48C1FE-99E3-470C-BC28-3DF48D78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555FF5-D7CA-4020-8AEF-71B1936F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02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CDDA9F-9304-462A-83D6-C70F6341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Benefits of a PERT Chart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75B3-8E75-4C9C-9E25-9F3D5274B2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Program Evaluation and Review Technique (PERT) chart </a:t>
            </a:r>
            <a:r>
              <a:rPr lang="en-US" dirty="0"/>
              <a:t>is a project management tool used to plan, schedule, and coordinate tasks within a project by visually mapping activities and their dependencies.</a:t>
            </a:r>
          </a:p>
          <a:p>
            <a:r>
              <a:rPr lang="en-US" b="1" dirty="0"/>
              <a:t>Benefits</a:t>
            </a:r>
            <a:r>
              <a:rPr lang="en-US" dirty="0"/>
              <a:t> of a PERT Chart include;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Visualization of dependencies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Critical path identification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Effective time management</a:t>
            </a:r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60340B-9777-4BE4-B8B6-BD501C25E1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AutoNum type="arabicPeriod" startAt="4"/>
            </a:pPr>
            <a:r>
              <a:rPr lang="en-US" dirty="0"/>
              <a:t>Risk management</a:t>
            </a:r>
          </a:p>
          <a:p>
            <a:pPr marL="457200" indent="-457200">
              <a:buAutoNum type="arabicPeriod" startAt="4"/>
            </a:pPr>
            <a:r>
              <a:rPr lang="en-US" dirty="0"/>
              <a:t>Clear communication</a:t>
            </a:r>
          </a:p>
          <a:p>
            <a:pPr marL="457200" indent="-457200">
              <a:buAutoNum type="arabicPeriod" startAt="4"/>
            </a:pPr>
            <a:r>
              <a:rPr lang="en-US" dirty="0"/>
              <a:t>Resource optimization</a:t>
            </a:r>
          </a:p>
          <a:p>
            <a:pPr marL="457200" indent="-457200">
              <a:buAutoNum type="arabicPeriod" startAt="4"/>
            </a:pPr>
            <a:r>
              <a:rPr lang="en-US" dirty="0"/>
              <a:t>Project monitoring and control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C28DF-58F4-4F8E-B3E2-CC579DE1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AD77-E6FE-43AC-AE17-17A2205E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172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FC41-49F8-4542-8A5D-E7B0C89C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Challenges of PERT Charts </a:t>
            </a:r>
            <a:endParaRPr lang="LID4096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D52303-47F3-42E2-8FEF-083133220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Limitation 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4C6396-98B6-4B6B-8941-594061E670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The accuracy of the PERT chart depends heavily on the quality of the estimates for the activity times. </a:t>
            </a:r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3EEA8B5-5EB6-477F-BE88-AC3CBF64B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Key Features 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E629D2A-5F3B-4CD2-B8D5-2953C54533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Optimistic time (O/to) </a:t>
            </a:r>
            <a:r>
              <a:rPr lang="en-GB" dirty="0"/>
              <a:t>– </a:t>
            </a:r>
            <a:r>
              <a:rPr lang="en-US" dirty="0"/>
              <a:t> Shortest duration if everything goes perfectly.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Pessimistic time (P/tp) </a:t>
            </a:r>
            <a:r>
              <a:rPr lang="en-GB" dirty="0"/>
              <a:t>– Longest possible duration if challenges occur. 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Most likely time (M/tm) </a:t>
            </a:r>
            <a:r>
              <a:rPr lang="en-GB" dirty="0"/>
              <a:t>–  Expected duration under normal conditions.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Critical path </a:t>
            </a:r>
            <a:r>
              <a:rPr lang="en-GB" dirty="0"/>
              <a:t>- </a:t>
            </a:r>
            <a:r>
              <a:rPr lang="en-US" dirty="0"/>
              <a:t> The longest path through the network, which determines the shortest time for project completion.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2EA9D-12E3-4BDE-990F-3B6F1E01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88F2F-B453-41E0-BFDC-6BB0D53C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8913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2608-D7A8-48EF-BB35-52F18DA0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 Software for developing PERT Charts</a:t>
            </a:r>
            <a:endParaRPr lang="LID4096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C14647-8704-4853-B2D8-307B0996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 LucidChart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SmartDraw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EdrawMax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Creately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Microsoft Visio</a:t>
            </a:r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1C7F7A-3F25-4BCE-80C0-82EDA8A5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4575F6-4C6F-478D-BE1C-144EF9E0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30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Example 1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PERT Chart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</a:t>
            </a:fld>
            <a:endParaRPr lang="LID4096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910206"/>
              </p:ext>
            </p:extLst>
          </p:nvPr>
        </p:nvGraphicFramePr>
        <p:xfrm>
          <a:off x="1485246" y="2877661"/>
          <a:ext cx="276624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86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602557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25C958DF-E075-4BBC-8CE6-767EC7AEE888}"/>
              </a:ext>
            </a:extLst>
          </p:cNvPr>
          <p:cNvSpPr/>
          <p:nvPr/>
        </p:nvSpPr>
        <p:spPr>
          <a:xfrm>
            <a:off x="7041221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216EB5-C924-45E0-877D-ACBE927B9050}"/>
              </a:ext>
            </a:extLst>
          </p:cNvPr>
          <p:cNvSpPr/>
          <p:nvPr/>
        </p:nvSpPr>
        <p:spPr>
          <a:xfrm>
            <a:off x="8913427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0AFC9E-B799-470B-8073-00E68B5FEB39}"/>
              </a:ext>
            </a:extLst>
          </p:cNvPr>
          <p:cNvSpPr/>
          <p:nvPr/>
        </p:nvSpPr>
        <p:spPr>
          <a:xfrm>
            <a:off x="10824017" y="3051928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908102" y="4204355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9E04B8-C0D5-4F80-88B2-C9CB9DE20040}"/>
              </a:ext>
            </a:extLst>
          </p:cNvPr>
          <p:cNvSpPr/>
          <p:nvPr/>
        </p:nvSpPr>
        <p:spPr>
          <a:xfrm>
            <a:off x="7041221" y="5339024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AD930B-058C-401A-8A1D-E1F6AD286FB1}"/>
              </a:ext>
            </a:extLst>
          </p:cNvPr>
          <p:cNvCxnSpPr>
            <a:stCxn id="12" idx="7"/>
            <a:endCxn id="9" idx="3"/>
          </p:cNvCxnSpPr>
          <p:nvPr/>
        </p:nvCxnSpPr>
        <p:spPr>
          <a:xfrm flipV="1">
            <a:off x="6567897" y="3701129"/>
            <a:ext cx="586527" cy="6136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F4E928-A460-4AAF-85FB-C8BB75F373D6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7814219" y="3434499"/>
            <a:ext cx="1099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6022CE-9295-4D8D-B1F0-7CBBBCFBA4E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9686425" y="3429000"/>
            <a:ext cx="1137592" cy="5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939D23-5DA1-4072-AE84-3C515EE42016}"/>
              </a:ext>
            </a:extLst>
          </p:cNvPr>
          <p:cNvCxnSpPr>
            <a:stCxn id="12" idx="5"/>
            <a:endCxn id="13" idx="1"/>
          </p:cNvCxnSpPr>
          <p:nvPr/>
        </p:nvCxnSpPr>
        <p:spPr>
          <a:xfrm>
            <a:off x="6567897" y="4848057"/>
            <a:ext cx="586527" cy="601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996616-37EF-4A55-90DB-B601303992CA}"/>
              </a:ext>
            </a:extLst>
          </p:cNvPr>
          <p:cNvCxnSpPr>
            <a:stCxn id="13" idx="6"/>
            <a:endCxn id="10" idx="4"/>
          </p:cNvCxnSpPr>
          <p:nvPr/>
        </p:nvCxnSpPr>
        <p:spPr>
          <a:xfrm flipV="1">
            <a:off x="7814219" y="3811571"/>
            <a:ext cx="1485707" cy="1904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DBE123-1D07-4A5C-B445-0FFD9FE29F97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294601" y="4204355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BB6050-1622-4975-B425-6602FF801E57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7427720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69C70C-7548-4736-A92B-4B4C177BFCE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7427720" y="5339024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7B9D03-E3D6-42DF-8E50-998CB0281AD5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11210516" y="3051928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E82565-223D-4E02-9055-94B539711F96}"/>
              </a:ext>
            </a:extLst>
          </p:cNvPr>
          <p:cNvCxnSpPr>
            <a:stCxn id="12" idx="6"/>
          </p:cNvCxnSpPr>
          <p:nvPr/>
        </p:nvCxnSpPr>
        <p:spPr>
          <a:xfrm flipH="1">
            <a:off x="6294601" y="4581427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CF4AA8-3E03-4A7D-AF85-8C15610CAFCF}"/>
              </a:ext>
            </a:extLst>
          </p:cNvPr>
          <p:cNvCxnSpPr>
            <a:stCxn id="9" idx="6"/>
          </p:cNvCxnSpPr>
          <p:nvPr/>
        </p:nvCxnSpPr>
        <p:spPr>
          <a:xfrm flipH="1" flipV="1">
            <a:off x="7427720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A3F6C0-A9CB-4C66-A6E4-5EE4B3A1D0CC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9299926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DC72AC-9153-4323-AF78-B45E0BE19D2C}"/>
              </a:ext>
            </a:extLst>
          </p:cNvPr>
          <p:cNvCxnSpPr>
            <a:stCxn id="13" idx="6"/>
          </p:cNvCxnSpPr>
          <p:nvPr/>
        </p:nvCxnSpPr>
        <p:spPr>
          <a:xfrm flipH="1">
            <a:off x="7427720" y="5716096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6F08C4-3684-4E41-80CA-6399D2BE258F}"/>
              </a:ext>
            </a:extLst>
          </p:cNvPr>
          <p:cNvCxnSpPr>
            <a:stCxn id="10" idx="6"/>
          </p:cNvCxnSpPr>
          <p:nvPr/>
        </p:nvCxnSpPr>
        <p:spPr>
          <a:xfrm flipH="1" flipV="1">
            <a:off x="9299926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C5D821-5501-4632-A554-C4ACE7450308}"/>
              </a:ext>
            </a:extLst>
          </p:cNvPr>
          <p:cNvCxnSpPr>
            <a:stCxn id="11" idx="6"/>
          </p:cNvCxnSpPr>
          <p:nvPr/>
        </p:nvCxnSpPr>
        <p:spPr>
          <a:xfrm flipH="1">
            <a:off x="11210515" y="3429000"/>
            <a:ext cx="38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AD0A7DC-77A7-4FED-8F58-B0FB454AC33C}"/>
              </a:ext>
            </a:extLst>
          </p:cNvPr>
          <p:cNvSpPr/>
          <p:nvPr/>
        </p:nvSpPr>
        <p:spPr>
          <a:xfrm>
            <a:off x="6744077" y="3797037"/>
            <a:ext cx="30809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8F13DE-CF13-4264-B3AB-7BFE071130FF}"/>
              </a:ext>
            </a:extLst>
          </p:cNvPr>
          <p:cNvSpPr/>
          <p:nvPr/>
        </p:nvSpPr>
        <p:spPr>
          <a:xfrm>
            <a:off x="6726591" y="4958499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3D7308-7746-43A6-842B-5F89284BF11B}"/>
              </a:ext>
            </a:extLst>
          </p:cNvPr>
          <p:cNvSpPr/>
          <p:nvPr/>
        </p:nvSpPr>
        <p:spPr>
          <a:xfrm>
            <a:off x="8133494" y="326522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3F4B29-539E-4F6B-9FB6-A06BC22E4012}"/>
              </a:ext>
            </a:extLst>
          </p:cNvPr>
          <p:cNvSpPr/>
          <p:nvPr/>
        </p:nvSpPr>
        <p:spPr>
          <a:xfrm>
            <a:off x="8455756" y="4581427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7FC035-0F84-460C-B427-09CABE8EBD69}"/>
              </a:ext>
            </a:extLst>
          </p:cNvPr>
          <p:cNvSpPr/>
          <p:nvPr/>
        </p:nvSpPr>
        <p:spPr>
          <a:xfrm>
            <a:off x="9976327" y="3265222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A712B1-3887-4A39-A6B0-0AC0799DFBF3}"/>
              </a:ext>
            </a:extLst>
          </p:cNvPr>
          <p:cNvSpPr/>
          <p:nvPr/>
        </p:nvSpPr>
        <p:spPr>
          <a:xfrm>
            <a:off x="5954203" y="4350594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FDAFAD-7288-4CB8-BA6F-961E3B0D62F8}"/>
              </a:ext>
            </a:extLst>
          </p:cNvPr>
          <p:cNvSpPr/>
          <p:nvPr/>
        </p:nvSpPr>
        <p:spPr>
          <a:xfrm>
            <a:off x="7068131" y="3193426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BD073B-0761-4D88-B379-F89277E6F35F}"/>
              </a:ext>
            </a:extLst>
          </p:cNvPr>
          <p:cNvSpPr/>
          <p:nvPr/>
        </p:nvSpPr>
        <p:spPr>
          <a:xfrm>
            <a:off x="7049636" y="548051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7968D2-E27C-4318-A0F6-5940C816C70D}"/>
              </a:ext>
            </a:extLst>
          </p:cNvPr>
          <p:cNvSpPr/>
          <p:nvPr/>
        </p:nvSpPr>
        <p:spPr>
          <a:xfrm>
            <a:off x="8952105" y="318157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DF8ED1-1BC5-475A-955C-5A450C0160CA}"/>
              </a:ext>
            </a:extLst>
          </p:cNvPr>
          <p:cNvSpPr/>
          <p:nvPr/>
        </p:nvSpPr>
        <p:spPr>
          <a:xfrm>
            <a:off x="10852465" y="319342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3156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Example 2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PERT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8817" y="643939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6</a:t>
            </a:fld>
            <a:endParaRPr lang="LID4096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698067"/>
              </p:ext>
            </p:extLst>
          </p:nvPr>
        </p:nvGraphicFramePr>
        <p:xfrm>
          <a:off x="2674910" y="2322332"/>
          <a:ext cx="276624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86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602557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66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6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G,F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7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437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2521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892624" y="412156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49B8D-9962-43BE-B560-58FF074B7143}"/>
              </a:ext>
            </a:extLst>
          </p:cNvPr>
          <p:cNvSpPr/>
          <p:nvPr/>
        </p:nvSpPr>
        <p:spPr>
          <a:xfrm>
            <a:off x="6974653" y="4121567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998829-CEDD-4C04-9E48-99F3EC5D736B}"/>
              </a:ext>
            </a:extLst>
          </p:cNvPr>
          <p:cNvSpPr/>
          <p:nvPr/>
        </p:nvSpPr>
        <p:spPr>
          <a:xfrm>
            <a:off x="7854452" y="2948233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FF2AB50-8408-4252-ADD5-E5B92AE2F861}"/>
              </a:ext>
            </a:extLst>
          </p:cNvPr>
          <p:cNvSpPr/>
          <p:nvPr/>
        </p:nvSpPr>
        <p:spPr>
          <a:xfrm>
            <a:off x="7530757" y="549473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1D7152-F888-4EEC-9364-618D7841C79F}"/>
              </a:ext>
            </a:extLst>
          </p:cNvPr>
          <p:cNvSpPr/>
          <p:nvPr/>
        </p:nvSpPr>
        <p:spPr>
          <a:xfrm>
            <a:off x="11180219" y="2948232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AB0BD7-2E89-4D02-B362-C95CA9FED74D}"/>
              </a:ext>
            </a:extLst>
          </p:cNvPr>
          <p:cNvCxnSpPr>
            <a:stCxn id="12" idx="6"/>
            <a:endCxn id="38" idx="2"/>
          </p:cNvCxnSpPr>
          <p:nvPr/>
        </p:nvCxnSpPr>
        <p:spPr>
          <a:xfrm flipV="1">
            <a:off x="6385322" y="4361951"/>
            <a:ext cx="5893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D2E6C7-678B-49E9-B6CB-BF3ED783A945}"/>
              </a:ext>
            </a:extLst>
          </p:cNvPr>
          <p:cNvCxnSpPr>
            <a:stCxn id="38" idx="6"/>
            <a:endCxn id="40" idx="3"/>
          </p:cNvCxnSpPr>
          <p:nvPr/>
        </p:nvCxnSpPr>
        <p:spPr>
          <a:xfrm flipV="1">
            <a:off x="7467351" y="3358593"/>
            <a:ext cx="459255" cy="1003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E7AC67-C69D-435C-9B54-F4B3685AE735}"/>
              </a:ext>
            </a:extLst>
          </p:cNvPr>
          <p:cNvCxnSpPr>
            <a:stCxn id="38" idx="6"/>
            <a:endCxn id="54" idx="1"/>
          </p:cNvCxnSpPr>
          <p:nvPr/>
        </p:nvCxnSpPr>
        <p:spPr>
          <a:xfrm>
            <a:off x="7467351" y="4361951"/>
            <a:ext cx="135560" cy="1203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E9C317-C83D-4CA3-BEAE-DBDD23AAC073}"/>
              </a:ext>
            </a:extLst>
          </p:cNvPr>
          <p:cNvCxnSpPr>
            <a:stCxn id="40" idx="6"/>
            <a:endCxn id="56" idx="2"/>
          </p:cNvCxnSpPr>
          <p:nvPr/>
        </p:nvCxnSpPr>
        <p:spPr>
          <a:xfrm flipV="1">
            <a:off x="8347150" y="3188616"/>
            <a:ext cx="283306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250925F-BDA8-4A00-87AE-E1BC43E1FA21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138973" y="412156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F37752B-0635-4F5E-B2E1-62827A0C49D7}"/>
              </a:ext>
            </a:extLst>
          </p:cNvPr>
          <p:cNvCxnSpPr>
            <a:stCxn id="38" idx="0"/>
            <a:endCxn id="38" idx="4"/>
          </p:cNvCxnSpPr>
          <p:nvPr/>
        </p:nvCxnSpPr>
        <p:spPr>
          <a:xfrm>
            <a:off x="7221002" y="4121567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80B02EB-9019-4302-B84B-314739658B2C}"/>
              </a:ext>
            </a:extLst>
          </p:cNvPr>
          <p:cNvCxnSpPr>
            <a:stCxn id="40" idx="0"/>
            <a:endCxn id="40" idx="4"/>
          </p:cNvCxnSpPr>
          <p:nvPr/>
        </p:nvCxnSpPr>
        <p:spPr>
          <a:xfrm>
            <a:off x="8100801" y="2948233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E2A6E63-79C3-49C6-B0A0-3E0CA6BC3EE1}"/>
              </a:ext>
            </a:extLst>
          </p:cNvPr>
          <p:cNvCxnSpPr>
            <a:stCxn id="56" idx="0"/>
            <a:endCxn id="56" idx="4"/>
          </p:cNvCxnSpPr>
          <p:nvPr/>
        </p:nvCxnSpPr>
        <p:spPr>
          <a:xfrm>
            <a:off x="11426568" y="2948232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29438ED-7DDB-4FEB-9C77-F75840B53DE7}"/>
              </a:ext>
            </a:extLst>
          </p:cNvPr>
          <p:cNvCxnSpPr>
            <a:stCxn id="54" idx="0"/>
            <a:endCxn id="54" idx="4"/>
          </p:cNvCxnSpPr>
          <p:nvPr/>
        </p:nvCxnSpPr>
        <p:spPr>
          <a:xfrm>
            <a:off x="7777106" y="549473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F349E2F-2AB2-476E-A345-15C97D97F07D}"/>
              </a:ext>
            </a:extLst>
          </p:cNvPr>
          <p:cNvCxnSpPr>
            <a:stCxn id="40" idx="6"/>
          </p:cNvCxnSpPr>
          <p:nvPr/>
        </p:nvCxnSpPr>
        <p:spPr>
          <a:xfrm flipH="1" flipV="1">
            <a:off x="8100801" y="3188615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BB83B0E-BD9D-44CF-9669-8914ED9EBC9B}"/>
              </a:ext>
            </a:extLst>
          </p:cNvPr>
          <p:cNvCxnSpPr>
            <a:stCxn id="12" idx="6"/>
          </p:cNvCxnSpPr>
          <p:nvPr/>
        </p:nvCxnSpPr>
        <p:spPr>
          <a:xfrm flipH="1" flipV="1">
            <a:off x="6152607" y="4361949"/>
            <a:ext cx="23271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BE58319-81EE-4025-9D44-E2FC8486BD32}"/>
              </a:ext>
            </a:extLst>
          </p:cNvPr>
          <p:cNvCxnSpPr>
            <a:stCxn id="38" idx="6"/>
          </p:cNvCxnSpPr>
          <p:nvPr/>
        </p:nvCxnSpPr>
        <p:spPr>
          <a:xfrm flipH="1" flipV="1">
            <a:off x="7221002" y="4361949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A57C3EF-8294-4CCD-B60B-982F80C870E9}"/>
              </a:ext>
            </a:extLst>
          </p:cNvPr>
          <p:cNvCxnSpPr>
            <a:stCxn id="54" idx="6"/>
          </p:cNvCxnSpPr>
          <p:nvPr/>
        </p:nvCxnSpPr>
        <p:spPr>
          <a:xfrm flipH="1" flipV="1">
            <a:off x="7755312" y="5735120"/>
            <a:ext cx="26814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3A6BE76-88F4-47C0-BC4D-25D89F398845}"/>
              </a:ext>
            </a:extLst>
          </p:cNvPr>
          <p:cNvCxnSpPr>
            <a:stCxn id="56" idx="6"/>
          </p:cNvCxnSpPr>
          <p:nvPr/>
        </p:nvCxnSpPr>
        <p:spPr>
          <a:xfrm flipH="1" flipV="1">
            <a:off x="11426568" y="3188615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A004A8C9-B8F4-401E-9E6C-AAC6FC160A1D}"/>
              </a:ext>
            </a:extLst>
          </p:cNvPr>
          <p:cNvSpPr/>
          <p:nvPr/>
        </p:nvSpPr>
        <p:spPr>
          <a:xfrm>
            <a:off x="5871734" y="413111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170A02B-50C9-4345-93F8-A0B7A0D3943B}"/>
              </a:ext>
            </a:extLst>
          </p:cNvPr>
          <p:cNvSpPr/>
          <p:nvPr/>
        </p:nvSpPr>
        <p:spPr>
          <a:xfrm>
            <a:off x="6925679" y="4131115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1DB61E8-8A64-4993-A693-7089436F1733}"/>
              </a:ext>
            </a:extLst>
          </p:cNvPr>
          <p:cNvSpPr/>
          <p:nvPr/>
        </p:nvSpPr>
        <p:spPr>
          <a:xfrm>
            <a:off x="6488019" y="4175565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F436816-5EFE-4BFD-83C5-E88E3ADA7BB3}"/>
              </a:ext>
            </a:extLst>
          </p:cNvPr>
          <p:cNvSpPr/>
          <p:nvPr/>
        </p:nvSpPr>
        <p:spPr>
          <a:xfrm>
            <a:off x="7584351" y="3700818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7A559C1-2EEB-42EA-A694-11291517D936}"/>
              </a:ext>
            </a:extLst>
          </p:cNvPr>
          <p:cNvSpPr/>
          <p:nvPr/>
        </p:nvSpPr>
        <p:spPr>
          <a:xfrm>
            <a:off x="8437869" y="4253923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7AD1A0A-1445-4203-AD84-555922FBFCF3}"/>
              </a:ext>
            </a:extLst>
          </p:cNvPr>
          <p:cNvSpPr/>
          <p:nvPr/>
        </p:nvSpPr>
        <p:spPr>
          <a:xfrm>
            <a:off x="7870231" y="4476594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9F0BC10-1C71-4BF2-960E-B323314AA5EF}"/>
              </a:ext>
            </a:extLst>
          </p:cNvPr>
          <p:cNvSpPr/>
          <p:nvPr/>
        </p:nvSpPr>
        <p:spPr>
          <a:xfrm>
            <a:off x="7824402" y="297536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727CFF-A228-4C42-8AF6-7A1C680136B0}"/>
              </a:ext>
            </a:extLst>
          </p:cNvPr>
          <p:cNvSpPr/>
          <p:nvPr/>
        </p:nvSpPr>
        <p:spPr>
          <a:xfrm>
            <a:off x="7494675" y="552198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9C7DB0F-AFA9-4624-B62E-375E93DD3DBD}"/>
              </a:ext>
            </a:extLst>
          </p:cNvPr>
          <p:cNvSpPr/>
          <p:nvPr/>
        </p:nvSpPr>
        <p:spPr>
          <a:xfrm>
            <a:off x="8448640" y="571815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85862D7-2202-4244-9292-1FBE9E5466F5}"/>
              </a:ext>
            </a:extLst>
          </p:cNvPr>
          <p:cNvSpPr/>
          <p:nvPr/>
        </p:nvSpPr>
        <p:spPr>
          <a:xfrm>
            <a:off x="8432889" y="4798602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97BE09B-F6CD-47EA-85EB-C529ED46386B}"/>
              </a:ext>
            </a:extLst>
          </p:cNvPr>
          <p:cNvCxnSpPr>
            <a:cxnSpLocks/>
            <a:stCxn id="38" idx="6"/>
            <a:endCxn id="107" idx="1"/>
          </p:cNvCxnSpPr>
          <p:nvPr/>
        </p:nvCxnSpPr>
        <p:spPr>
          <a:xfrm>
            <a:off x="7467351" y="4361951"/>
            <a:ext cx="1037692" cy="507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88AB9D3-A628-4C0B-930F-019110FFB704}"/>
              </a:ext>
            </a:extLst>
          </p:cNvPr>
          <p:cNvCxnSpPr>
            <a:stCxn id="107" idx="0"/>
            <a:endCxn id="107" idx="4"/>
          </p:cNvCxnSpPr>
          <p:nvPr/>
        </p:nvCxnSpPr>
        <p:spPr>
          <a:xfrm>
            <a:off x="8679238" y="4798602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2A4A007-E7D1-4D8D-8939-21D94F2BEE48}"/>
              </a:ext>
            </a:extLst>
          </p:cNvPr>
          <p:cNvCxnSpPr>
            <a:stCxn id="107" idx="6"/>
          </p:cNvCxnSpPr>
          <p:nvPr/>
        </p:nvCxnSpPr>
        <p:spPr>
          <a:xfrm flipH="1" flipV="1">
            <a:off x="8697581" y="5038985"/>
            <a:ext cx="22800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0F5402F-9263-430F-BFC1-98B5F40171C5}"/>
              </a:ext>
            </a:extLst>
          </p:cNvPr>
          <p:cNvSpPr/>
          <p:nvPr/>
        </p:nvSpPr>
        <p:spPr>
          <a:xfrm>
            <a:off x="8382026" y="478382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425328C-23F5-4143-987D-53FC646AB8F8}"/>
              </a:ext>
            </a:extLst>
          </p:cNvPr>
          <p:cNvSpPr/>
          <p:nvPr/>
        </p:nvSpPr>
        <p:spPr>
          <a:xfrm>
            <a:off x="7393540" y="483049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106361C-93D5-407E-B3A3-B44F8061FDB6}"/>
              </a:ext>
            </a:extLst>
          </p:cNvPr>
          <p:cNvSpPr/>
          <p:nvPr/>
        </p:nvSpPr>
        <p:spPr>
          <a:xfrm>
            <a:off x="9171734" y="577312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E7EB34F-737C-49FA-A3D5-432091ACBD6B}"/>
              </a:ext>
            </a:extLst>
          </p:cNvPr>
          <p:cNvCxnSpPr>
            <a:stCxn id="54" idx="6"/>
            <a:endCxn id="117" idx="2"/>
          </p:cNvCxnSpPr>
          <p:nvPr/>
        </p:nvCxnSpPr>
        <p:spPr>
          <a:xfrm>
            <a:off x="8023455" y="5735122"/>
            <a:ext cx="1148279" cy="278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94AD24B-3DE5-4877-94D8-30283DEA43C9}"/>
              </a:ext>
            </a:extLst>
          </p:cNvPr>
          <p:cNvCxnSpPr>
            <a:stCxn id="117" idx="0"/>
            <a:endCxn id="117" idx="4"/>
          </p:cNvCxnSpPr>
          <p:nvPr/>
        </p:nvCxnSpPr>
        <p:spPr>
          <a:xfrm>
            <a:off x="9418083" y="577312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8491801-5A37-4BD9-821D-BBEA51237A8C}"/>
              </a:ext>
            </a:extLst>
          </p:cNvPr>
          <p:cNvCxnSpPr>
            <a:stCxn id="117" idx="6"/>
          </p:cNvCxnSpPr>
          <p:nvPr/>
        </p:nvCxnSpPr>
        <p:spPr>
          <a:xfrm flipH="1" flipV="1">
            <a:off x="9418083" y="6013511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BB5B07E-A134-4F23-A055-B5732BBBE882}"/>
              </a:ext>
            </a:extLst>
          </p:cNvPr>
          <p:cNvSpPr/>
          <p:nvPr/>
        </p:nvSpPr>
        <p:spPr>
          <a:xfrm>
            <a:off x="9148260" y="5785288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5B11B1-A72E-493D-90B7-F1D02CBDB5AF}"/>
              </a:ext>
            </a:extLst>
          </p:cNvPr>
          <p:cNvSpPr/>
          <p:nvPr/>
        </p:nvSpPr>
        <p:spPr>
          <a:xfrm>
            <a:off x="8843515" y="5313193"/>
            <a:ext cx="3433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3C7C71A-EECD-41AA-B888-3E4F1F111904}"/>
              </a:ext>
            </a:extLst>
          </p:cNvPr>
          <p:cNvCxnSpPr>
            <a:cxnSpLocks/>
            <a:stCxn id="107" idx="5"/>
            <a:endCxn id="117" idx="1"/>
          </p:cNvCxnSpPr>
          <p:nvPr/>
        </p:nvCxnSpPr>
        <p:spPr>
          <a:xfrm>
            <a:off x="8853433" y="5208962"/>
            <a:ext cx="390455" cy="6345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4447D963-4836-4B2D-A314-39C9F5BC51D0}"/>
              </a:ext>
            </a:extLst>
          </p:cNvPr>
          <p:cNvSpPr/>
          <p:nvPr/>
        </p:nvSpPr>
        <p:spPr>
          <a:xfrm>
            <a:off x="9847927" y="4262919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DA60086-0FD7-4CD6-9C22-9E4CCD8345EC}"/>
              </a:ext>
            </a:extLst>
          </p:cNvPr>
          <p:cNvCxnSpPr>
            <a:stCxn id="137" idx="0"/>
            <a:endCxn id="137" idx="4"/>
          </p:cNvCxnSpPr>
          <p:nvPr/>
        </p:nvCxnSpPr>
        <p:spPr>
          <a:xfrm>
            <a:off x="10094276" y="4262919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689745C-CDC2-41F7-A0AA-EC8844A1E213}"/>
              </a:ext>
            </a:extLst>
          </p:cNvPr>
          <p:cNvCxnSpPr>
            <a:stCxn id="137" idx="6"/>
          </p:cNvCxnSpPr>
          <p:nvPr/>
        </p:nvCxnSpPr>
        <p:spPr>
          <a:xfrm flipH="1" flipV="1">
            <a:off x="10094276" y="4503302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B73E247-E404-45AF-A148-F7FE35A18222}"/>
              </a:ext>
            </a:extLst>
          </p:cNvPr>
          <p:cNvSpPr/>
          <p:nvPr/>
        </p:nvSpPr>
        <p:spPr>
          <a:xfrm>
            <a:off x="9796462" y="4250040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2EBF430-880B-4584-A4EC-F077160A9539}"/>
              </a:ext>
            </a:extLst>
          </p:cNvPr>
          <p:cNvCxnSpPr>
            <a:cxnSpLocks/>
            <a:stCxn id="117" idx="6"/>
            <a:endCxn id="137" idx="4"/>
          </p:cNvCxnSpPr>
          <p:nvPr/>
        </p:nvCxnSpPr>
        <p:spPr>
          <a:xfrm flipV="1">
            <a:off x="9664432" y="4743686"/>
            <a:ext cx="429844" cy="1269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2024594-559E-4D85-B17D-59B0D5CE5582}"/>
              </a:ext>
            </a:extLst>
          </p:cNvPr>
          <p:cNvSpPr/>
          <p:nvPr/>
        </p:nvSpPr>
        <p:spPr>
          <a:xfrm>
            <a:off x="9725305" y="5198338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5D62DD9-C0CB-4A11-AD56-B88BDD691105}"/>
              </a:ext>
            </a:extLst>
          </p:cNvPr>
          <p:cNvSpPr/>
          <p:nvPr/>
        </p:nvSpPr>
        <p:spPr>
          <a:xfrm>
            <a:off x="10547089" y="3851663"/>
            <a:ext cx="2295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938D729-F109-4C5F-82B7-559951961E93}"/>
              </a:ext>
            </a:extLst>
          </p:cNvPr>
          <p:cNvSpPr/>
          <p:nvPr/>
        </p:nvSpPr>
        <p:spPr>
          <a:xfrm>
            <a:off x="11141042" y="2967334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E7C2401-89E6-42B1-BA53-D8AA4C228D1F}"/>
              </a:ext>
            </a:extLst>
          </p:cNvPr>
          <p:cNvSpPr/>
          <p:nvPr/>
        </p:nvSpPr>
        <p:spPr>
          <a:xfrm>
            <a:off x="9462892" y="3027447"/>
            <a:ext cx="26321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7AB4F30-2E69-4452-B583-F4F7AD01B235}"/>
              </a:ext>
            </a:extLst>
          </p:cNvPr>
          <p:cNvCxnSpPr>
            <a:cxnSpLocks/>
            <a:stCxn id="38" idx="6"/>
            <a:endCxn id="142" idx="1"/>
          </p:cNvCxnSpPr>
          <p:nvPr/>
        </p:nvCxnSpPr>
        <p:spPr>
          <a:xfrm>
            <a:off x="7467351" y="4361951"/>
            <a:ext cx="2329111" cy="1189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F456B12-C0AD-4C50-A3C3-B5C6E4197AB7}"/>
              </a:ext>
            </a:extLst>
          </p:cNvPr>
          <p:cNvCxnSpPr>
            <a:stCxn id="137" idx="7"/>
            <a:endCxn id="149" idx="2"/>
          </p:cNvCxnSpPr>
          <p:nvPr/>
        </p:nvCxnSpPr>
        <p:spPr>
          <a:xfrm flipV="1">
            <a:off x="10268471" y="3428999"/>
            <a:ext cx="1049863" cy="904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632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Example 2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PERT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8817" y="643939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7</a:t>
            </a:fld>
            <a:endParaRPr lang="LID4096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/>
        </p:nvGraphicFramePr>
        <p:xfrm>
          <a:off x="2674910" y="2322332"/>
          <a:ext cx="276624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86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602557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66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6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G,F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7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437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2521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892624" y="412156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49B8D-9962-43BE-B560-58FF074B7143}"/>
              </a:ext>
            </a:extLst>
          </p:cNvPr>
          <p:cNvSpPr/>
          <p:nvPr/>
        </p:nvSpPr>
        <p:spPr>
          <a:xfrm>
            <a:off x="6974653" y="4121567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998829-CEDD-4C04-9E48-99F3EC5D736B}"/>
              </a:ext>
            </a:extLst>
          </p:cNvPr>
          <p:cNvSpPr/>
          <p:nvPr/>
        </p:nvSpPr>
        <p:spPr>
          <a:xfrm>
            <a:off x="7854452" y="2948233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FF2AB50-8408-4252-ADD5-E5B92AE2F861}"/>
              </a:ext>
            </a:extLst>
          </p:cNvPr>
          <p:cNvSpPr/>
          <p:nvPr/>
        </p:nvSpPr>
        <p:spPr>
          <a:xfrm>
            <a:off x="7530757" y="549473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1D7152-F888-4EEC-9364-618D7841C79F}"/>
              </a:ext>
            </a:extLst>
          </p:cNvPr>
          <p:cNvSpPr/>
          <p:nvPr/>
        </p:nvSpPr>
        <p:spPr>
          <a:xfrm>
            <a:off x="11180219" y="2948232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AB0BD7-2E89-4D02-B362-C95CA9FED74D}"/>
              </a:ext>
            </a:extLst>
          </p:cNvPr>
          <p:cNvCxnSpPr>
            <a:stCxn id="12" idx="6"/>
            <a:endCxn id="38" idx="2"/>
          </p:cNvCxnSpPr>
          <p:nvPr/>
        </p:nvCxnSpPr>
        <p:spPr>
          <a:xfrm flipV="1">
            <a:off x="6385322" y="4361951"/>
            <a:ext cx="5893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D2E6C7-678B-49E9-B6CB-BF3ED783A945}"/>
              </a:ext>
            </a:extLst>
          </p:cNvPr>
          <p:cNvCxnSpPr>
            <a:stCxn id="38" idx="6"/>
            <a:endCxn id="40" idx="3"/>
          </p:cNvCxnSpPr>
          <p:nvPr/>
        </p:nvCxnSpPr>
        <p:spPr>
          <a:xfrm flipV="1">
            <a:off x="7467351" y="3358593"/>
            <a:ext cx="459255" cy="1003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E7AC67-C69D-435C-9B54-F4B3685AE735}"/>
              </a:ext>
            </a:extLst>
          </p:cNvPr>
          <p:cNvCxnSpPr>
            <a:stCxn id="38" idx="6"/>
            <a:endCxn id="54" idx="1"/>
          </p:cNvCxnSpPr>
          <p:nvPr/>
        </p:nvCxnSpPr>
        <p:spPr>
          <a:xfrm>
            <a:off x="7467351" y="4361951"/>
            <a:ext cx="135560" cy="1203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E9C317-C83D-4CA3-BEAE-DBDD23AAC073}"/>
              </a:ext>
            </a:extLst>
          </p:cNvPr>
          <p:cNvCxnSpPr>
            <a:stCxn id="40" idx="6"/>
            <a:endCxn id="56" idx="2"/>
          </p:cNvCxnSpPr>
          <p:nvPr/>
        </p:nvCxnSpPr>
        <p:spPr>
          <a:xfrm flipV="1">
            <a:off x="8347150" y="3188616"/>
            <a:ext cx="283306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250925F-BDA8-4A00-87AE-E1BC43E1FA21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138973" y="412156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F37752B-0635-4F5E-B2E1-62827A0C49D7}"/>
              </a:ext>
            </a:extLst>
          </p:cNvPr>
          <p:cNvCxnSpPr>
            <a:stCxn id="38" idx="0"/>
            <a:endCxn id="38" idx="4"/>
          </p:cNvCxnSpPr>
          <p:nvPr/>
        </p:nvCxnSpPr>
        <p:spPr>
          <a:xfrm>
            <a:off x="7221002" y="4121567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80B02EB-9019-4302-B84B-314739658B2C}"/>
              </a:ext>
            </a:extLst>
          </p:cNvPr>
          <p:cNvCxnSpPr>
            <a:stCxn id="40" idx="0"/>
            <a:endCxn id="40" idx="4"/>
          </p:cNvCxnSpPr>
          <p:nvPr/>
        </p:nvCxnSpPr>
        <p:spPr>
          <a:xfrm>
            <a:off x="8100801" y="2948233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E2A6E63-79C3-49C6-B0A0-3E0CA6BC3EE1}"/>
              </a:ext>
            </a:extLst>
          </p:cNvPr>
          <p:cNvCxnSpPr>
            <a:stCxn id="56" idx="0"/>
            <a:endCxn id="56" idx="4"/>
          </p:cNvCxnSpPr>
          <p:nvPr/>
        </p:nvCxnSpPr>
        <p:spPr>
          <a:xfrm>
            <a:off x="11426568" y="2948232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29438ED-7DDB-4FEB-9C77-F75840B53DE7}"/>
              </a:ext>
            </a:extLst>
          </p:cNvPr>
          <p:cNvCxnSpPr>
            <a:stCxn id="54" idx="0"/>
            <a:endCxn id="54" idx="4"/>
          </p:cNvCxnSpPr>
          <p:nvPr/>
        </p:nvCxnSpPr>
        <p:spPr>
          <a:xfrm>
            <a:off x="7777106" y="549473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F349E2F-2AB2-476E-A345-15C97D97F07D}"/>
              </a:ext>
            </a:extLst>
          </p:cNvPr>
          <p:cNvCxnSpPr>
            <a:stCxn id="40" idx="6"/>
          </p:cNvCxnSpPr>
          <p:nvPr/>
        </p:nvCxnSpPr>
        <p:spPr>
          <a:xfrm flipH="1" flipV="1">
            <a:off x="8100801" y="3188615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BB83B0E-BD9D-44CF-9669-8914ED9EBC9B}"/>
              </a:ext>
            </a:extLst>
          </p:cNvPr>
          <p:cNvCxnSpPr>
            <a:stCxn id="12" idx="6"/>
          </p:cNvCxnSpPr>
          <p:nvPr/>
        </p:nvCxnSpPr>
        <p:spPr>
          <a:xfrm flipH="1" flipV="1">
            <a:off x="6152607" y="4361949"/>
            <a:ext cx="23271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BE58319-81EE-4025-9D44-E2FC8486BD32}"/>
              </a:ext>
            </a:extLst>
          </p:cNvPr>
          <p:cNvCxnSpPr>
            <a:stCxn id="38" idx="6"/>
          </p:cNvCxnSpPr>
          <p:nvPr/>
        </p:nvCxnSpPr>
        <p:spPr>
          <a:xfrm flipH="1" flipV="1">
            <a:off x="7221002" y="4361949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A57C3EF-8294-4CCD-B60B-982F80C870E9}"/>
              </a:ext>
            </a:extLst>
          </p:cNvPr>
          <p:cNvCxnSpPr>
            <a:stCxn id="54" idx="6"/>
          </p:cNvCxnSpPr>
          <p:nvPr/>
        </p:nvCxnSpPr>
        <p:spPr>
          <a:xfrm flipH="1" flipV="1">
            <a:off x="7755312" y="5735120"/>
            <a:ext cx="26814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3A6BE76-88F4-47C0-BC4D-25D89F398845}"/>
              </a:ext>
            </a:extLst>
          </p:cNvPr>
          <p:cNvCxnSpPr>
            <a:stCxn id="56" idx="6"/>
          </p:cNvCxnSpPr>
          <p:nvPr/>
        </p:nvCxnSpPr>
        <p:spPr>
          <a:xfrm flipH="1" flipV="1">
            <a:off x="11426568" y="3188615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A004A8C9-B8F4-401E-9E6C-AAC6FC160A1D}"/>
              </a:ext>
            </a:extLst>
          </p:cNvPr>
          <p:cNvSpPr/>
          <p:nvPr/>
        </p:nvSpPr>
        <p:spPr>
          <a:xfrm>
            <a:off x="5871734" y="413111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170A02B-50C9-4345-93F8-A0B7A0D3943B}"/>
              </a:ext>
            </a:extLst>
          </p:cNvPr>
          <p:cNvSpPr/>
          <p:nvPr/>
        </p:nvSpPr>
        <p:spPr>
          <a:xfrm>
            <a:off x="6925679" y="4131115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1DB61E8-8A64-4993-A693-7089436F1733}"/>
              </a:ext>
            </a:extLst>
          </p:cNvPr>
          <p:cNvSpPr/>
          <p:nvPr/>
        </p:nvSpPr>
        <p:spPr>
          <a:xfrm>
            <a:off x="6488019" y="4175565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F436816-5EFE-4BFD-83C5-E88E3ADA7BB3}"/>
              </a:ext>
            </a:extLst>
          </p:cNvPr>
          <p:cNvSpPr/>
          <p:nvPr/>
        </p:nvSpPr>
        <p:spPr>
          <a:xfrm>
            <a:off x="7584351" y="3700818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7A559C1-2EEB-42EA-A694-11291517D936}"/>
              </a:ext>
            </a:extLst>
          </p:cNvPr>
          <p:cNvSpPr/>
          <p:nvPr/>
        </p:nvSpPr>
        <p:spPr>
          <a:xfrm>
            <a:off x="8437869" y="4253923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7AD1A0A-1445-4203-AD84-555922FBFCF3}"/>
              </a:ext>
            </a:extLst>
          </p:cNvPr>
          <p:cNvSpPr/>
          <p:nvPr/>
        </p:nvSpPr>
        <p:spPr>
          <a:xfrm>
            <a:off x="7870231" y="4476594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9F0BC10-1C71-4BF2-960E-B323314AA5EF}"/>
              </a:ext>
            </a:extLst>
          </p:cNvPr>
          <p:cNvSpPr/>
          <p:nvPr/>
        </p:nvSpPr>
        <p:spPr>
          <a:xfrm>
            <a:off x="7824402" y="297536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727CFF-A228-4C42-8AF6-7A1C680136B0}"/>
              </a:ext>
            </a:extLst>
          </p:cNvPr>
          <p:cNvSpPr/>
          <p:nvPr/>
        </p:nvSpPr>
        <p:spPr>
          <a:xfrm>
            <a:off x="7494675" y="552198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9C7DB0F-AFA9-4624-B62E-375E93DD3DBD}"/>
              </a:ext>
            </a:extLst>
          </p:cNvPr>
          <p:cNvSpPr/>
          <p:nvPr/>
        </p:nvSpPr>
        <p:spPr>
          <a:xfrm>
            <a:off x="8448640" y="571815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85862D7-2202-4244-9292-1FBE9E5466F5}"/>
              </a:ext>
            </a:extLst>
          </p:cNvPr>
          <p:cNvSpPr/>
          <p:nvPr/>
        </p:nvSpPr>
        <p:spPr>
          <a:xfrm>
            <a:off x="8432889" y="4798602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97BE09B-F6CD-47EA-85EB-C529ED46386B}"/>
              </a:ext>
            </a:extLst>
          </p:cNvPr>
          <p:cNvCxnSpPr>
            <a:cxnSpLocks/>
            <a:stCxn id="38" idx="6"/>
            <a:endCxn id="107" idx="1"/>
          </p:cNvCxnSpPr>
          <p:nvPr/>
        </p:nvCxnSpPr>
        <p:spPr>
          <a:xfrm>
            <a:off x="7467351" y="4361951"/>
            <a:ext cx="1037692" cy="507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88AB9D3-A628-4C0B-930F-019110FFB704}"/>
              </a:ext>
            </a:extLst>
          </p:cNvPr>
          <p:cNvCxnSpPr>
            <a:stCxn id="107" idx="0"/>
            <a:endCxn id="107" idx="4"/>
          </p:cNvCxnSpPr>
          <p:nvPr/>
        </p:nvCxnSpPr>
        <p:spPr>
          <a:xfrm>
            <a:off x="8679238" y="4798602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2A4A007-E7D1-4D8D-8939-21D94F2BEE48}"/>
              </a:ext>
            </a:extLst>
          </p:cNvPr>
          <p:cNvCxnSpPr>
            <a:stCxn id="107" idx="6"/>
          </p:cNvCxnSpPr>
          <p:nvPr/>
        </p:nvCxnSpPr>
        <p:spPr>
          <a:xfrm flipH="1" flipV="1">
            <a:off x="8697581" y="5038985"/>
            <a:ext cx="22800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0F5402F-9263-430F-BFC1-98B5F40171C5}"/>
              </a:ext>
            </a:extLst>
          </p:cNvPr>
          <p:cNvSpPr/>
          <p:nvPr/>
        </p:nvSpPr>
        <p:spPr>
          <a:xfrm>
            <a:off x="8382026" y="478382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425328C-23F5-4143-987D-53FC646AB8F8}"/>
              </a:ext>
            </a:extLst>
          </p:cNvPr>
          <p:cNvSpPr/>
          <p:nvPr/>
        </p:nvSpPr>
        <p:spPr>
          <a:xfrm>
            <a:off x="7393540" y="483049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106361C-93D5-407E-B3A3-B44F8061FDB6}"/>
              </a:ext>
            </a:extLst>
          </p:cNvPr>
          <p:cNvSpPr/>
          <p:nvPr/>
        </p:nvSpPr>
        <p:spPr>
          <a:xfrm>
            <a:off x="9171734" y="577312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E7EB34F-737C-49FA-A3D5-432091ACBD6B}"/>
              </a:ext>
            </a:extLst>
          </p:cNvPr>
          <p:cNvCxnSpPr>
            <a:stCxn id="54" idx="6"/>
            <a:endCxn id="117" idx="2"/>
          </p:cNvCxnSpPr>
          <p:nvPr/>
        </p:nvCxnSpPr>
        <p:spPr>
          <a:xfrm>
            <a:off x="8023455" y="5735122"/>
            <a:ext cx="1148279" cy="278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94AD24B-3DE5-4877-94D8-30283DEA43C9}"/>
              </a:ext>
            </a:extLst>
          </p:cNvPr>
          <p:cNvCxnSpPr>
            <a:stCxn id="117" idx="0"/>
            <a:endCxn id="117" idx="4"/>
          </p:cNvCxnSpPr>
          <p:nvPr/>
        </p:nvCxnSpPr>
        <p:spPr>
          <a:xfrm>
            <a:off x="9418083" y="577312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8491801-5A37-4BD9-821D-BBEA51237A8C}"/>
              </a:ext>
            </a:extLst>
          </p:cNvPr>
          <p:cNvCxnSpPr>
            <a:stCxn id="117" idx="6"/>
          </p:cNvCxnSpPr>
          <p:nvPr/>
        </p:nvCxnSpPr>
        <p:spPr>
          <a:xfrm flipH="1" flipV="1">
            <a:off x="9418083" y="6013511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BB5B07E-A134-4F23-A055-B5732BBBE882}"/>
              </a:ext>
            </a:extLst>
          </p:cNvPr>
          <p:cNvSpPr/>
          <p:nvPr/>
        </p:nvSpPr>
        <p:spPr>
          <a:xfrm>
            <a:off x="9148260" y="5785288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5B11B1-A72E-493D-90B7-F1D02CBDB5AF}"/>
              </a:ext>
            </a:extLst>
          </p:cNvPr>
          <p:cNvSpPr/>
          <p:nvPr/>
        </p:nvSpPr>
        <p:spPr>
          <a:xfrm>
            <a:off x="8843515" y="5313193"/>
            <a:ext cx="3433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3C7C71A-EECD-41AA-B888-3E4F1F111904}"/>
              </a:ext>
            </a:extLst>
          </p:cNvPr>
          <p:cNvCxnSpPr>
            <a:cxnSpLocks/>
            <a:stCxn id="107" idx="5"/>
            <a:endCxn id="117" idx="1"/>
          </p:cNvCxnSpPr>
          <p:nvPr/>
        </p:nvCxnSpPr>
        <p:spPr>
          <a:xfrm>
            <a:off x="8853433" y="5208962"/>
            <a:ext cx="390455" cy="6345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4447D963-4836-4B2D-A314-39C9F5BC51D0}"/>
              </a:ext>
            </a:extLst>
          </p:cNvPr>
          <p:cNvSpPr/>
          <p:nvPr/>
        </p:nvSpPr>
        <p:spPr>
          <a:xfrm>
            <a:off x="9847927" y="4262919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DA60086-0FD7-4CD6-9C22-9E4CCD8345EC}"/>
              </a:ext>
            </a:extLst>
          </p:cNvPr>
          <p:cNvCxnSpPr>
            <a:stCxn id="137" idx="0"/>
            <a:endCxn id="137" idx="4"/>
          </p:cNvCxnSpPr>
          <p:nvPr/>
        </p:nvCxnSpPr>
        <p:spPr>
          <a:xfrm>
            <a:off x="10094276" y="4262919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689745C-CDC2-41F7-A0AA-EC8844A1E213}"/>
              </a:ext>
            </a:extLst>
          </p:cNvPr>
          <p:cNvCxnSpPr>
            <a:stCxn id="137" idx="6"/>
          </p:cNvCxnSpPr>
          <p:nvPr/>
        </p:nvCxnSpPr>
        <p:spPr>
          <a:xfrm flipH="1" flipV="1">
            <a:off x="10094276" y="4503302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B73E247-E404-45AF-A148-F7FE35A18222}"/>
              </a:ext>
            </a:extLst>
          </p:cNvPr>
          <p:cNvSpPr/>
          <p:nvPr/>
        </p:nvSpPr>
        <p:spPr>
          <a:xfrm>
            <a:off x="9796462" y="4250040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2EBF430-880B-4584-A4EC-F077160A9539}"/>
              </a:ext>
            </a:extLst>
          </p:cNvPr>
          <p:cNvCxnSpPr>
            <a:cxnSpLocks/>
            <a:stCxn id="117" idx="6"/>
            <a:endCxn id="137" idx="4"/>
          </p:cNvCxnSpPr>
          <p:nvPr/>
        </p:nvCxnSpPr>
        <p:spPr>
          <a:xfrm flipV="1">
            <a:off x="9664432" y="4743686"/>
            <a:ext cx="429844" cy="1269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2024594-559E-4D85-B17D-59B0D5CE5582}"/>
              </a:ext>
            </a:extLst>
          </p:cNvPr>
          <p:cNvSpPr/>
          <p:nvPr/>
        </p:nvSpPr>
        <p:spPr>
          <a:xfrm>
            <a:off x="9725305" y="5198338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5D62DD9-C0CB-4A11-AD56-B88BDD691105}"/>
              </a:ext>
            </a:extLst>
          </p:cNvPr>
          <p:cNvSpPr/>
          <p:nvPr/>
        </p:nvSpPr>
        <p:spPr>
          <a:xfrm>
            <a:off x="10547089" y="3851663"/>
            <a:ext cx="2295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938D729-F109-4C5F-82B7-559951961E93}"/>
              </a:ext>
            </a:extLst>
          </p:cNvPr>
          <p:cNvSpPr/>
          <p:nvPr/>
        </p:nvSpPr>
        <p:spPr>
          <a:xfrm>
            <a:off x="11141042" y="2967334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E7C2401-89E6-42B1-BA53-D8AA4C228D1F}"/>
              </a:ext>
            </a:extLst>
          </p:cNvPr>
          <p:cNvSpPr/>
          <p:nvPr/>
        </p:nvSpPr>
        <p:spPr>
          <a:xfrm>
            <a:off x="9462892" y="3027447"/>
            <a:ext cx="26321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7AB4F30-2E69-4452-B583-F4F7AD01B235}"/>
              </a:ext>
            </a:extLst>
          </p:cNvPr>
          <p:cNvCxnSpPr>
            <a:cxnSpLocks/>
            <a:stCxn id="38" idx="6"/>
            <a:endCxn id="142" idx="1"/>
          </p:cNvCxnSpPr>
          <p:nvPr/>
        </p:nvCxnSpPr>
        <p:spPr>
          <a:xfrm>
            <a:off x="7467351" y="4361951"/>
            <a:ext cx="2329111" cy="1189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F456B12-C0AD-4C50-A3C3-B5C6E4197AB7}"/>
              </a:ext>
            </a:extLst>
          </p:cNvPr>
          <p:cNvCxnSpPr>
            <a:stCxn id="137" idx="7"/>
            <a:endCxn id="149" idx="2"/>
          </p:cNvCxnSpPr>
          <p:nvPr/>
        </p:nvCxnSpPr>
        <p:spPr>
          <a:xfrm flipV="1">
            <a:off x="10268471" y="3428999"/>
            <a:ext cx="1049863" cy="904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28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EB2337-EFA1-47DF-B016-B05067F5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Question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4A72A-3F69-4DCB-841B-DF02A866F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Construct a network diagram.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Find the critical path.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the duration the project is likely to take you to complete.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F0832-10F7-4F9E-93B4-C952EBED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78DBA-90D8-498A-9E36-D68E2D68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678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Example 3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Construct a network diagram.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PERT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7411" y="6380915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9</a:t>
            </a:fld>
            <a:endParaRPr lang="LID4096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962788"/>
              </p:ext>
            </p:extLst>
          </p:nvPr>
        </p:nvGraphicFramePr>
        <p:xfrm>
          <a:off x="1485246" y="2877661"/>
          <a:ext cx="3558094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418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451728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  <a:gridCol w="1036948">
                  <a:extLst>
                    <a:ext uri="{9D8B030D-6E8A-4147-A177-3AD203B41FA5}">
                      <a16:colId xmlns:a16="http://schemas.microsoft.com/office/drawing/2014/main" val="3177267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 (Days)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25C958DF-E075-4BBC-8CE6-767EC7AEE888}"/>
              </a:ext>
            </a:extLst>
          </p:cNvPr>
          <p:cNvSpPr/>
          <p:nvPr/>
        </p:nvSpPr>
        <p:spPr>
          <a:xfrm>
            <a:off x="7041221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216EB5-C924-45E0-877D-ACBE927B9050}"/>
              </a:ext>
            </a:extLst>
          </p:cNvPr>
          <p:cNvSpPr/>
          <p:nvPr/>
        </p:nvSpPr>
        <p:spPr>
          <a:xfrm>
            <a:off x="8913427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0AFC9E-B799-470B-8073-00E68B5FEB39}"/>
              </a:ext>
            </a:extLst>
          </p:cNvPr>
          <p:cNvSpPr/>
          <p:nvPr/>
        </p:nvSpPr>
        <p:spPr>
          <a:xfrm>
            <a:off x="10824017" y="3051928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908102" y="4204355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9E04B8-C0D5-4F80-88B2-C9CB9DE20040}"/>
              </a:ext>
            </a:extLst>
          </p:cNvPr>
          <p:cNvSpPr/>
          <p:nvPr/>
        </p:nvSpPr>
        <p:spPr>
          <a:xfrm>
            <a:off x="7041221" y="5339024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AD930B-058C-401A-8A1D-E1F6AD286FB1}"/>
              </a:ext>
            </a:extLst>
          </p:cNvPr>
          <p:cNvCxnSpPr>
            <a:stCxn id="12" idx="7"/>
            <a:endCxn id="9" idx="3"/>
          </p:cNvCxnSpPr>
          <p:nvPr/>
        </p:nvCxnSpPr>
        <p:spPr>
          <a:xfrm flipV="1">
            <a:off x="6567897" y="3701129"/>
            <a:ext cx="586527" cy="6136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F4E928-A460-4AAF-85FB-C8BB75F373D6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7814219" y="3434499"/>
            <a:ext cx="1099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6022CE-9295-4D8D-B1F0-7CBBBCFBA4E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9686425" y="3429000"/>
            <a:ext cx="1137592" cy="5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939D23-5DA1-4072-AE84-3C515EE42016}"/>
              </a:ext>
            </a:extLst>
          </p:cNvPr>
          <p:cNvCxnSpPr>
            <a:stCxn id="12" idx="5"/>
            <a:endCxn id="13" idx="1"/>
          </p:cNvCxnSpPr>
          <p:nvPr/>
        </p:nvCxnSpPr>
        <p:spPr>
          <a:xfrm>
            <a:off x="6567897" y="4848057"/>
            <a:ext cx="586527" cy="601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996616-37EF-4A55-90DB-B601303992CA}"/>
              </a:ext>
            </a:extLst>
          </p:cNvPr>
          <p:cNvCxnSpPr>
            <a:stCxn id="13" idx="6"/>
            <a:endCxn id="10" idx="4"/>
          </p:cNvCxnSpPr>
          <p:nvPr/>
        </p:nvCxnSpPr>
        <p:spPr>
          <a:xfrm flipV="1">
            <a:off x="7814219" y="3811571"/>
            <a:ext cx="1485707" cy="1904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DBE123-1D07-4A5C-B445-0FFD9FE29F97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294601" y="4204355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BB6050-1622-4975-B425-6602FF801E57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7427720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69C70C-7548-4736-A92B-4B4C177BFCE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7427720" y="5339024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7B9D03-E3D6-42DF-8E50-998CB0281AD5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11210516" y="3051928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E82565-223D-4E02-9055-94B539711F96}"/>
              </a:ext>
            </a:extLst>
          </p:cNvPr>
          <p:cNvCxnSpPr>
            <a:stCxn id="12" idx="6"/>
          </p:cNvCxnSpPr>
          <p:nvPr/>
        </p:nvCxnSpPr>
        <p:spPr>
          <a:xfrm flipH="1">
            <a:off x="6294601" y="4581427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CF4AA8-3E03-4A7D-AF85-8C15610CAFCF}"/>
              </a:ext>
            </a:extLst>
          </p:cNvPr>
          <p:cNvCxnSpPr>
            <a:stCxn id="9" idx="6"/>
          </p:cNvCxnSpPr>
          <p:nvPr/>
        </p:nvCxnSpPr>
        <p:spPr>
          <a:xfrm flipH="1" flipV="1">
            <a:off x="7427720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A3F6C0-A9CB-4C66-A6E4-5EE4B3A1D0CC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9299926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DC72AC-9153-4323-AF78-B45E0BE19D2C}"/>
              </a:ext>
            </a:extLst>
          </p:cNvPr>
          <p:cNvCxnSpPr>
            <a:stCxn id="13" idx="6"/>
          </p:cNvCxnSpPr>
          <p:nvPr/>
        </p:nvCxnSpPr>
        <p:spPr>
          <a:xfrm flipH="1">
            <a:off x="7427720" y="5716096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6F08C4-3684-4E41-80CA-6399D2BE258F}"/>
              </a:ext>
            </a:extLst>
          </p:cNvPr>
          <p:cNvCxnSpPr>
            <a:stCxn id="10" idx="6"/>
          </p:cNvCxnSpPr>
          <p:nvPr/>
        </p:nvCxnSpPr>
        <p:spPr>
          <a:xfrm flipH="1" flipV="1">
            <a:off x="9299926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C5D821-5501-4632-A554-C4ACE7450308}"/>
              </a:ext>
            </a:extLst>
          </p:cNvPr>
          <p:cNvCxnSpPr>
            <a:stCxn id="11" idx="6"/>
          </p:cNvCxnSpPr>
          <p:nvPr/>
        </p:nvCxnSpPr>
        <p:spPr>
          <a:xfrm flipH="1">
            <a:off x="11210515" y="3429000"/>
            <a:ext cx="38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AD0A7DC-77A7-4FED-8F58-B0FB454AC33C}"/>
              </a:ext>
            </a:extLst>
          </p:cNvPr>
          <p:cNvSpPr/>
          <p:nvPr/>
        </p:nvSpPr>
        <p:spPr>
          <a:xfrm>
            <a:off x="6744077" y="3797037"/>
            <a:ext cx="30809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8F13DE-CF13-4264-B3AB-7BFE071130FF}"/>
              </a:ext>
            </a:extLst>
          </p:cNvPr>
          <p:cNvSpPr/>
          <p:nvPr/>
        </p:nvSpPr>
        <p:spPr>
          <a:xfrm>
            <a:off x="6726591" y="4958499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3D7308-7746-43A6-842B-5F89284BF11B}"/>
              </a:ext>
            </a:extLst>
          </p:cNvPr>
          <p:cNvSpPr/>
          <p:nvPr/>
        </p:nvSpPr>
        <p:spPr>
          <a:xfrm>
            <a:off x="8525214" y="4810207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3F4B29-539E-4F6B-9FB6-A06BC22E4012}"/>
              </a:ext>
            </a:extLst>
          </p:cNvPr>
          <p:cNvSpPr/>
          <p:nvPr/>
        </p:nvSpPr>
        <p:spPr>
          <a:xfrm>
            <a:off x="8455756" y="4581427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7FC035-0F84-460C-B427-09CABE8EBD69}"/>
              </a:ext>
            </a:extLst>
          </p:cNvPr>
          <p:cNvSpPr/>
          <p:nvPr/>
        </p:nvSpPr>
        <p:spPr>
          <a:xfrm>
            <a:off x="9976327" y="3265222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A712B1-3887-4A39-A6B0-0AC0799DFBF3}"/>
              </a:ext>
            </a:extLst>
          </p:cNvPr>
          <p:cNvSpPr/>
          <p:nvPr/>
        </p:nvSpPr>
        <p:spPr>
          <a:xfrm>
            <a:off x="5954203" y="4350594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FDAFAD-7288-4CB8-BA6F-961E3B0D62F8}"/>
              </a:ext>
            </a:extLst>
          </p:cNvPr>
          <p:cNvSpPr/>
          <p:nvPr/>
        </p:nvSpPr>
        <p:spPr>
          <a:xfrm>
            <a:off x="7068131" y="3193426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BD073B-0761-4D88-B379-F89277E6F35F}"/>
              </a:ext>
            </a:extLst>
          </p:cNvPr>
          <p:cNvSpPr/>
          <p:nvPr/>
        </p:nvSpPr>
        <p:spPr>
          <a:xfrm>
            <a:off x="7049636" y="548051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7968D2-E27C-4318-A0F6-5940C816C70D}"/>
              </a:ext>
            </a:extLst>
          </p:cNvPr>
          <p:cNvSpPr/>
          <p:nvPr/>
        </p:nvSpPr>
        <p:spPr>
          <a:xfrm>
            <a:off x="8952105" y="318157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DF8ED1-1BC5-475A-955C-5A450C0160CA}"/>
              </a:ext>
            </a:extLst>
          </p:cNvPr>
          <p:cNvSpPr/>
          <p:nvPr/>
        </p:nvSpPr>
        <p:spPr>
          <a:xfrm>
            <a:off x="10852465" y="319342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B9F4E8-6672-4E08-8013-EF3C8D69FDDC}"/>
              </a:ext>
            </a:extLst>
          </p:cNvPr>
          <p:cNvSpPr/>
          <p:nvPr/>
        </p:nvSpPr>
        <p:spPr>
          <a:xfrm>
            <a:off x="6505979" y="362517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(5)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A6AA59-0A40-421F-B9FA-1C33758C811D}"/>
              </a:ext>
            </a:extLst>
          </p:cNvPr>
          <p:cNvSpPr/>
          <p:nvPr/>
        </p:nvSpPr>
        <p:spPr>
          <a:xfrm>
            <a:off x="8045634" y="2963254"/>
            <a:ext cx="52450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(10)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91B68B-B65E-42E9-A40F-B8A283C39E05}"/>
              </a:ext>
            </a:extLst>
          </p:cNvPr>
          <p:cNvSpPr/>
          <p:nvPr/>
        </p:nvSpPr>
        <p:spPr>
          <a:xfrm>
            <a:off x="9880477" y="2936884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(6)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1CD3A5F-5F0A-405B-8135-6F41494D08A7}"/>
              </a:ext>
            </a:extLst>
          </p:cNvPr>
          <p:cNvSpPr/>
          <p:nvPr/>
        </p:nvSpPr>
        <p:spPr>
          <a:xfrm>
            <a:off x="6483980" y="5110897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(3)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EFC529-4E3C-419A-8973-1D4A05E6F7E3}"/>
              </a:ext>
            </a:extLst>
          </p:cNvPr>
          <p:cNvSpPr/>
          <p:nvPr/>
        </p:nvSpPr>
        <p:spPr>
          <a:xfrm>
            <a:off x="8285894" y="341762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E6DF513-C01D-4FB9-BD44-6C239838D1CC}"/>
              </a:ext>
            </a:extLst>
          </p:cNvPr>
          <p:cNvSpPr/>
          <p:nvPr/>
        </p:nvSpPr>
        <p:spPr>
          <a:xfrm>
            <a:off x="6298127" y="4555420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6C13860-F605-4954-B716-FFCE1F6EC269}"/>
              </a:ext>
            </a:extLst>
          </p:cNvPr>
          <p:cNvSpPr/>
          <p:nvPr/>
        </p:nvSpPr>
        <p:spPr>
          <a:xfrm>
            <a:off x="7429199" y="3394412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9945FCA-FAAC-47E5-8413-4F57BFC76C8E}"/>
              </a:ext>
            </a:extLst>
          </p:cNvPr>
          <p:cNvSpPr/>
          <p:nvPr/>
        </p:nvSpPr>
        <p:spPr>
          <a:xfrm>
            <a:off x="7429199" y="5697415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44FB4A3-6E35-400C-AD8C-671B23A65137}"/>
              </a:ext>
            </a:extLst>
          </p:cNvPr>
          <p:cNvSpPr/>
          <p:nvPr/>
        </p:nvSpPr>
        <p:spPr>
          <a:xfrm>
            <a:off x="9233727" y="3412411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8B6607-42BC-4100-9310-340FD7610FC0}"/>
              </a:ext>
            </a:extLst>
          </p:cNvPr>
          <p:cNvSpPr/>
          <p:nvPr/>
        </p:nvSpPr>
        <p:spPr>
          <a:xfrm>
            <a:off x="11171162" y="3425870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76E12A-C4DE-400D-BA81-B45C358F0A22}"/>
              </a:ext>
            </a:extLst>
          </p:cNvPr>
          <p:cNvSpPr/>
          <p:nvPr/>
        </p:nvSpPr>
        <p:spPr>
          <a:xfrm>
            <a:off x="8112922" y="5273538"/>
            <a:ext cx="358675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Earliest</a:t>
            </a:r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Finish Time (EF) 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ES + Duration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FDB70A-E16B-4741-A92F-E6C8A53B7CC5}"/>
              </a:ext>
            </a:extLst>
          </p:cNvPr>
          <p:cNvSpPr/>
          <p:nvPr/>
        </p:nvSpPr>
        <p:spPr>
          <a:xfrm>
            <a:off x="8272323" y="5575031"/>
            <a:ext cx="326794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Latest Start Time (LS) </a:t>
            </a:r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LF - Duration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9E3323-B274-4F15-9DD9-EF974C28D9FD}"/>
              </a:ext>
            </a:extLst>
          </p:cNvPr>
          <p:cNvSpPr/>
          <p:nvPr/>
        </p:nvSpPr>
        <p:spPr>
          <a:xfrm>
            <a:off x="8382323" y="5866692"/>
            <a:ext cx="31777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(CMP) </a:t>
            </a:r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1 – 2 – 4 – 5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6EBE36F-2052-4E10-8BCA-B9FEA1BB6B22}"/>
              </a:ext>
            </a:extLst>
          </p:cNvPr>
          <p:cNvSpPr/>
          <p:nvPr/>
        </p:nvSpPr>
        <p:spPr>
          <a:xfrm>
            <a:off x="8288550" y="6140044"/>
            <a:ext cx="34062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Duration of The Project </a:t>
            </a:r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 + 10 + 6 </a:t>
            </a:r>
          </a:p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= 21 Days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05E6BF1-CFE4-46BD-AB38-F5CB60791892}"/>
              </a:ext>
            </a:extLst>
          </p:cNvPr>
          <p:cNvSpPr/>
          <p:nvPr/>
        </p:nvSpPr>
        <p:spPr>
          <a:xfrm>
            <a:off x="6290128" y="4294189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C15A153-6F84-4BDB-9AC6-8DC74FB21C62}"/>
              </a:ext>
            </a:extLst>
          </p:cNvPr>
          <p:cNvSpPr/>
          <p:nvPr/>
        </p:nvSpPr>
        <p:spPr>
          <a:xfrm>
            <a:off x="7420958" y="3106638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235446-345C-4D7C-AA5F-2A858199D7F3}"/>
              </a:ext>
            </a:extLst>
          </p:cNvPr>
          <p:cNvSpPr/>
          <p:nvPr/>
        </p:nvSpPr>
        <p:spPr>
          <a:xfrm>
            <a:off x="9220830" y="3106087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038A71C-5EA6-427E-9B1D-1697E50AA4DD}"/>
              </a:ext>
            </a:extLst>
          </p:cNvPr>
          <p:cNvSpPr/>
          <p:nvPr/>
        </p:nvSpPr>
        <p:spPr>
          <a:xfrm>
            <a:off x="7379342" y="5400742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FAB02E-679F-441B-8AED-BD365EE2C255}"/>
              </a:ext>
            </a:extLst>
          </p:cNvPr>
          <p:cNvSpPr/>
          <p:nvPr/>
        </p:nvSpPr>
        <p:spPr>
          <a:xfrm>
            <a:off x="11176839" y="3102524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B83E18-80F4-4395-BD60-2E7BBC73C63C}"/>
              </a:ext>
            </a:extLst>
          </p:cNvPr>
          <p:cNvCxnSpPr/>
          <p:nvPr/>
        </p:nvCxnSpPr>
        <p:spPr>
          <a:xfrm>
            <a:off x="6567897" y="3963732"/>
            <a:ext cx="348772" cy="3510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ABB3C8-A262-4DC6-9683-700CDC899C38}"/>
              </a:ext>
            </a:extLst>
          </p:cNvPr>
          <p:cNvCxnSpPr/>
          <p:nvPr/>
        </p:nvCxnSpPr>
        <p:spPr>
          <a:xfrm>
            <a:off x="6490833" y="4019032"/>
            <a:ext cx="348772" cy="3510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5CFA11-B432-4F87-AC52-8BF07E49AAC3}"/>
              </a:ext>
            </a:extLst>
          </p:cNvPr>
          <p:cNvCxnSpPr/>
          <p:nvPr/>
        </p:nvCxnSpPr>
        <p:spPr>
          <a:xfrm>
            <a:off x="8045634" y="3265222"/>
            <a:ext cx="0" cy="4359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6373B42-71A9-4DA2-B3D7-D14C62D45620}"/>
              </a:ext>
            </a:extLst>
          </p:cNvPr>
          <p:cNvCxnSpPr/>
          <p:nvPr/>
        </p:nvCxnSpPr>
        <p:spPr>
          <a:xfrm>
            <a:off x="8112922" y="3271801"/>
            <a:ext cx="0" cy="4359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0B64CFD-ADFD-4116-8379-682502B80004}"/>
              </a:ext>
            </a:extLst>
          </p:cNvPr>
          <p:cNvCxnSpPr/>
          <p:nvPr/>
        </p:nvCxnSpPr>
        <p:spPr>
          <a:xfrm>
            <a:off x="10435049" y="3172433"/>
            <a:ext cx="0" cy="4359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6904126-254A-40BA-A7FB-5B478EC251B6}"/>
              </a:ext>
            </a:extLst>
          </p:cNvPr>
          <p:cNvCxnSpPr/>
          <p:nvPr/>
        </p:nvCxnSpPr>
        <p:spPr>
          <a:xfrm>
            <a:off x="10549349" y="3189271"/>
            <a:ext cx="0" cy="4359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494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Example 4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PERT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8817" y="643939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10</a:t>
            </a:fld>
            <a:endParaRPr lang="LID4096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35688"/>
              </p:ext>
            </p:extLst>
          </p:nvPr>
        </p:nvGraphicFramePr>
        <p:xfrm>
          <a:off x="1183945" y="2273477"/>
          <a:ext cx="3652006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049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498862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  <a:gridCol w="1018095">
                  <a:extLst>
                    <a:ext uri="{9D8B030D-6E8A-4147-A177-3AD203B41FA5}">
                      <a16:colId xmlns:a16="http://schemas.microsoft.com/office/drawing/2014/main" val="1135769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 (Days)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66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6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7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437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G,H,I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2521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892624" y="412156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49B8D-9962-43BE-B560-58FF074B7143}"/>
              </a:ext>
            </a:extLst>
          </p:cNvPr>
          <p:cNvSpPr/>
          <p:nvPr/>
        </p:nvSpPr>
        <p:spPr>
          <a:xfrm>
            <a:off x="7079987" y="314819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998829-CEDD-4C04-9E48-99F3EC5D736B}"/>
              </a:ext>
            </a:extLst>
          </p:cNvPr>
          <p:cNvSpPr/>
          <p:nvPr/>
        </p:nvSpPr>
        <p:spPr>
          <a:xfrm>
            <a:off x="7043710" y="5052943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FF2AB50-8408-4252-ADD5-E5B92AE2F861}"/>
              </a:ext>
            </a:extLst>
          </p:cNvPr>
          <p:cNvSpPr/>
          <p:nvPr/>
        </p:nvSpPr>
        <p:spPr>
          <a:xfrm>
            <a:off x="8440443" y="5069955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1D7152-F888-4EEC-9364-618D7841C79F}"/>
              </a:ext>
            </a:extLst>
          </p:cNvPr>
          <p:cNvSpPr/>
          <p:nvPr/>
        </p:nvSpPr>
        <p:spPr>
          <a:xfrm>
            <a:off x="9649972" y="4161810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250925F-BDA8-4A00-87AE-E1BC43E1FA21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138973" y="412156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F37752B-0635-4F5E-B2E1-62827A0C49D7}"/>
              </a:ext>
            </a:extLst>
          </p:cNvPr>
          <p:cNvCxnSpPr>
            <a:cxnSpLocks/>
            <a:stCxn id="38" idx="0"/>
            <a:endCxn id="38" idx="4"/>
          </p:cNvCxnSpPr>
          <p:nvPr/>
        </p:nvCxnSpPr>
        <p:spPr>
          <a:xfrm>
            <a:off x="7326336" y="314819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80B02EB-9019-4302-B84B-314739658B2C}"/>
              </a:ext>
            </a:extLst>
          </p:cNvPr>
          <p:cNvCxnSpPr>
            <a:stCxn id="40" idx="0"/>
            <a:endCxn id="40" idx="4"/>
          </p:cNvCxnSpPr>
          <p:nvPr/>
        </p:nvCxnSpPr>
        <p:spPr>
          <a:xfrm>
            <a:off x="7290059" y="5052943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E2A6E63-79C3-49C6-B0A0-3E0CA6BC3EE1}"/>
              </a:ext>
            </a:extLst>
          </p:cNvPr>
          <p:cNvCxnSpPr>
            <a:stCxn id="56" idx="0"/>
            <a:endCxn id="56" idx="4"/>
          </p:cNvCxnSpPr>
          <p:nvPr/>
        </p:nvCxnSpPr>
        <p:spPr>
          <a:xfrm>
            <a:off x="9896321" y="4161810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29438ED-7DDB-4FEB-9C77-F75840B53DE7}"/>
              </a:ext>
            </a:extLst>
          </p:cNvPr>
          <p:cNvCxnSpPr>
            <a:stCxn id="54" idx="0"/>
            <a:endCxn id="54" idx="4"/>
          </p:cNvCxnSpPr>
          <p:nvPr/>
        </p:nvCxnSpPr>
        <p:spPr>
          <a:xfrm>
            <a:off x="8686792" y="5069955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F349E2F-2AB2-476E-A345-15C97D97F07D}"/>
              </a:ext>
            </a:extLst>
          </p:cNvPr>
          <p:cNvCxnSpPr>
            <a:stCxn id="40" idx="6"/>
          </p:cNvCxnSpPr>
          <p:nvPr/>
        </p:nvCxnSpPr>
        <p:spPr>
          <a:xfrm flipH="1" flipV="1">
            <a:off x="7290059" y="5293325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BB83B0E-BD9D-44CF-9669-8914ED9EBC9B}"/>
              </a:ext>
            </a:extLst>
          </p:cNvPr>
          <p:cNvCxnSpPr>
            <a:stCxn id="12" idx="6"/>
          </p:cNvCxnSpPr>
          <p:nvPr/>
        </p:nvCxnSpPr>
        <p:spPr>
          <a:xfrm flipH="1" flipV="1">
            <a:off x="6152607" y="4361949"/>
            <a:ext cx="23271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BE58319-81EE-4025-9D44-E2FC8486BD32}"/>
              </a:ext>
            </a:extLst>
          </p:cNvPr>
          <p:cNvCxnSpPr>
            <a:stCxn id="38" idx="6"/>
          </p:cNvCxnSpPr>
          <p:nvPr/>
        </p:nvCxnSpPr>
        <p:spPr>
          <a:xfrm flipH="1" flipV="1">
            <a:off x="7326336" y="3388580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A57C3EF-8294-4CCD-B60B-982F80C870E9}"/>
              </a:ext>
            </a:extLst>
          </p:cNvPr>
          <p:cNvCxnSpPr>
            <a:stCxn id="54" idx="6"/>
          </p:cNvCxnSpPr>
          <p:nvPr/>
        </p:nvCxnSpPr>
        <p:spPr>
          <a:xfrm flipH="1" flipV="1">
            <a:off x="8664998" y="5310337"/>
            <a:ext cx="26814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3A6BE76-88F4-47C0-BC4D-25D89F398845}"/>
              </a:ext>
            </a:extLst>
          </p:cNvPr>
          <p:cNvCxnSpPr>
            <a:stCxn id="56" idx="6"/>
          </p:cNvCxnSpPr>
          <p:nvPr/>
        </p:nvCxnSpPr>
        <p:spPr>
          <a:xfrm flipH="1" flipV="1">
            <a:off x="9896321" y="4402193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A004A8C9-B8F4-401E-9E6C-AAC6FC160A1D}"/>
              </a:ext>
            </a:extLst>
          </p:cNvPr>
          <p:cNvSpPr/>
          <p:nvPr/>
        </p:nvSpPr>
        <p:spPr>
          <a:xfrm>
            <a:off x="5871734" y="413111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170A02B-50C9-4345-93F8-A0B7A0D3943B}"/>
              </a:ext>
            </a:extLst>
          </p:cNvPr>
          <p:cNvSpPr/>
          <p:nvPr/>
        </p:nvSpPr>
        <p:spPr>
          <a:xfrm>
            <a:off x="7043710" y="310497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1DB61E8-8A64-4993-A693-7089436F1733}"/>
              </a:ext>
            </a:extLst>
          </p:cNvPr>
          <p:cNvSpPr/>
          <p:nvPr/>
        </p:nvSpPr>
        <p:spPr>
          <a:xfrm>
            <a:off x="6601223" y="3808334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F436816-5EFE-4BFD-83C5-E88E3ADA7BB3}"/>
              </a:ext>
            </a:extLst>
          </p:cNvPr>
          <p:cNvSpPr/>
          <p:nvPr/>
        </p:nvSpPr>
        <p:spPr>
          <a:xfrm>
            <a:off x="6533626" y="4662588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7A559C1-2EEB-42EA-A694-11291517D936}"/>
              </a:ext>
            </a:extLst>
          </p:cNvPr>
          <p:cNvSpPr/>
          <p:nvPr/>
        </p:nvSpPr>
        <p:spPr>
          <a:xfrm>
            <a:off x="6559160" y="421650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7AD1A0A-1445-4203-AD84-555922FBFCF3}"/>
              </a:ext>
            </a:extLst>
          </p:cNvPr>
          <p:cNvSpPr/>
          <p:nvPr/>
        </p:nvSpPr>
        <p:spPr>
          <a:xfrm>
            <a:off x="7784861" y="3233406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9F0BC10-1C71-4BF2-960E-B323314AA5EF}"/>
              </a:ext>
            </a:extLst>
          </p:cNvPr>
          <p:cNvSpPr/>
          <p:nvPr/>
        </p:nvSpPr>
        <p:spPr>
          <a:xfrm>
            <a:off x="7033218" y="5038985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727CFF-A228-4C42-8AF6-7A1C680136B0}"/>
              </a:ext>
            </a:extLst>
          </p:cNvPr>
          <p:cNvSpPr/>
          <p:nvPr/>
        </p:nvSpPr>
        <p:spPr>
          <a:xfrm>
            <a:off x="8407591" y="506249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9C7DB0F-AFA9-4624-B62E-375E93DD3DBD}"/>
              </a:ext>
            </a:extLst>
          </p:cNvPr>
          <p:cNvSpPr/>
          <p:nvPr/>
        </p:nvSpPr>
        <p:spPr>
          <a:xfrm>
            <a:off x="7845409" y="4246671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85862D7-2202-4244-9292-1FBE9E5466F5}"/>
              </a:ext>
            </a:extLst>
          </p:cNvPr>
          <p:cNvSpPr/>
          <p:nvPr/>
        </p:nvSpPr>
        <p:spPr>
          <a:xfrm>
            <a:off x="8437869" y="3148557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88AB9D3-A628-4C0B-930F-019110FFB704}"/>
              </a:ext>
            </a:extLst>
          </p:cNvPr>
          <p:cNvCxnSpPr>
            <a:cxnSpLocks/>
            <a:stCxn id="107" idx="0"/>
            <a:endCxn id="107" idx="4"/>
          </p:cNvCxnSpPr>
          <p:nvPr/>
        </p:nvCxnSpPr>
        <p:spPr>
          <a:xfrm>
            <a:off x="8684218" y="3148557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2A4A007-E7D1-4D8D-8939-21D94F2BEE48}"/>
              </a:ext>
            </a:extLst>
          </p:cNvPr>
          <p:cNvCxnSpPr>
            <a:cxnSpLocks/>
            <a:stCxn id="107" idx="6"/>
          </p:cNvCxnSpPr>
          <p:nvPr/>
        </p:nvCxnSpPr>
        <p:spPr>
          <a:xfrm flipH="1" flipV="1">
            <a:off x="8702561" y="3388940"/>
            <a:ext cx="22800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0F5402F-9263-430F-BFC1-98B5F40171C5}"/>
              </a:ext>
            </a:extLst>
          </p:cNvPr>
          <p:cNvSpPr/>
          <p:nvPr/>
        </p:nvSpPr>
        <p:spPr>
          <a:xfrm>
            <a:off x="8437868" y="315208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425328C-23F5-4143-987D-53FC646AB8F8}"/>
              </a:ext>
            </a:extLst>
          </p:cNvPr>
          <p:cNvSpPr/>
          <p:nvPr/>
        </p:nvSpPr>
        <p:spPr>
          <a:xfrm>
            <a:off x="7761263" y="514106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106361C-93D5-407E-B3A3-B44F8061FDB6}"/>
              </a:ext>
            </a:extLst>
          </p:cNvPr>
          <p:cNvSpPr/>
          <p:nvPr/>
        </p:nvSpPr>
        <p:spPr>
          <a:xfrm>
            <a:off x="8437868" y="4140773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94AD24B-3DE5-4877-94D8-30283DEA43C9}"/>
              </a:ext>
            </a:extLst>
          </p:cNvPr>
          <p:cNvCxnSpPr>
            <a:cxnSpLocks/>
            <a:stCxn id="117" idx="0"/>
            <a:endCxn id="117" idx="4"/>
          </p:cNvCxnSpPr>
          <p:nvPr/>
        </p:nvCxnSpPr>
        <p:spPr>
          <a:xfrm>
            <a:off x="8684217" y="4140773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8491801-5A37-4BD9-821D-BBEA51237A8C}"/>
              </a:ext>
            </a:extLst>
          </p:cNvPr>
          <p:cNvCxnSpPr>
            <a:cxnSpLocks/>
            <a:stCxn id="117" idx="6"/>
          </p:cNvCxnSpPr>
          <p:nvPr/>
        </p:nvCxnSpPr>
        <p:spPr>
          <a:xfrm flipH="1" flipV="1">
            <a:off x="8684217" y="4381156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BB5B07E-A134-4F23-A055-B5732BBBE882}"/>
              </a:ext>
            </a:extLst>
          </p:cNvPr>
          <p:cNvSpPr/>
          <p:nvPr/>
        </p:nvSpPr>
        <p:spPr>
          <a:xfrm>
            <a:off x="8421364" y="415634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5B11B1-A72E-493D-90B7-F1D02CBDB5AF}"/>
              </a:ext>
            </a:extLst>
          </p:cNvPr>
          <p:cNvSpPr/>
          <p:nvPr/>
        </p:nvSpPr>
        <p:spPr>
          <a:xfrm>
            <a:off x="9061724" y="3678545"/>
            <a:ext cx="3433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4447D963-4836-4B2D-A314-39C9F5BC51D0}"/>
              </a:ext>
            </a:extLst>
          </p:cNvPr>
          <p:cNvSpPr/>
          <p:nvPr/>
        </p:nvSpPr>
        <p:spPr>
          <a:xfrm>
            <a:off x="7076472" y="4158377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DA60086-0FD7-4CD6-9C22-9E4CCD8345EC}"/>
              </a:ext>
            </a:extLst>
          </p:cNvPr>
          <p:cNvCxnSpPr>
            <a:stCxn id="137" idx="0"/>
            <a:endCxn id="137" idx="4"/>
          </p:cNvCxnSpPr>
          <p:nvPr/>
        </p:nvCxnSpPr>
        <p:spPr>
          <a:xfrm>
            <a:off x="7322821" y="4158377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689745C-CDC2-41F7-A0AA-EC8844A1E213}"/>
              </a:ext>
            </a:extLst>
          </p:cNvPr>
          <p:cNvCxnSpPr>
            <a:stCxn id="137" idx="6"/>
          </p:cNvCxnSpPr>
          <p:nvPr/>
        </p:nvCxnSpPr>
        <p:spPr>
          <a:xfrm flipH="1" flipV="1">
            <a:off x="7322821" y="4398760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B73E247-E404-45AF-A148-F7FE35A18222}"/>
              </a:ext>
            </a:extLst>
          </p:cNvPr>
          <p:cNvSpPr/>
          <p:nvPr/>
        </p:nvSpPr>
        <p:spPr>
          <a:xfrm>
            <a:off x="7063281" y="4139570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2024594-559E-4D85-B17D-59B0D5CE5582}"/>
              </a:ext>
            </a:extLst>
          </p:cNvPr>
          <p:cNvSpPr/>
          <p:nvPr/>
        </p:nvSpPr>
        <p:spPr>
          <a:xfrm>
            <a:off x="9108143" y="4738343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5D62DD9-C0CB-4A11-AD56-B88BDD691105}"/>
              </a:ext>
            </a:extLst>
          </p:cNvPr>
          <p:cNvSpPr/>
          <p:nvPr/>
        </p:nvSpPr>
        <p:spPr>
          <a:xfrm>
            <a:off x="9123343" y="4265340"/>
            <a:ext cx="2295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938D729-F109-4C5F-82B7-559951961E93}"/>
              </a:ext>
            </a:extLst>
          </p:cNvPr>
          <p:cNvSpPr/>
          <p:nvPr/>
        </p:nvSpPr>
        <p:spPr>
          <a:xfrm>
            <a:off x="9634404" y="4146888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E7C2401-89E6-42B1-BA53-D8AA4C228D1F}"/>
              </a:ext>
            </a:extLst>
          </p:cNvPr>
          <p:cNvSpPr/>
          <p:nvPr/>
        </p:nvSpPr>
        <p:spPr>
          <a:xfrm>
            <a:off x="10265379" y="4262681"/>
            <a:ext cx="26321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4789549-42CC-4D26-8357-DF1BFE10B326}"/>
              </a:ext>
            </a:extLst>
          </p:cNvPr>
          <p:cNvSpPr/>
          <p:nvPr/>
        </p:nvSpPr>
        <p:spPr>
          <a:xfrm>
            <a:off x="10763927" y="4175565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1791B3-9393-45A0-95A3-07E479441C32}"/>
              </a:ext>
            </a:extLst>
          </p:cNvPr>
          <p:cNvCxnSpPr>
            <a:cxnSpLocks/>
            <a:stCxn id="12" idx="6"/>
            <a:endCxn id="38" idx="3"/>
          </p:cNvCxnSpPr>
          <p:nvPr/>
        </p:nvCxnSpPr>
        <p:spPr>
          <a:xfrm flipV="1">
            <a:off x="6385322" y="3558558"/>
            <a:ext cx="766819" cy="80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BF9B62-416D-4827-A73D-87F9E0CB2D51}"/>
              </a:ext>
            </a:extLst>
          </p:cNvPr>
          <p:cNvCxnSpPr>
            <a:stCxn id="12" idx="6"/>
            <a:endCxn id="142" idx="1"/>
          </p:cNvCxnSpPr>
          <p:nvPr/>
        </p:nvCxnSpPr>
        <p:spPr>
          <a:xfrm>
            <a:off x="6385322" y="4361952"/>
            <a:ext cx="677959" cy="84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3AE206-48A3-44BB-84AE-DF0BA953B445}"/>
              </a:ext>
            </a:extLst>
          </p:cNvPr>
          <p:cNvCxnSpPr>
            <a:stCxn id="12" idx="6"/>
            <a:endCxn id="40" idx="2"/>
          </p:cNvCxnSpPr>
          <p:nvPr/>
        </p:nvCxnSpPr>
        <p:spPr>
          <a:xfrm>
            <a:off x="6385322" y="4361952"/>
            <a:ext cx="658388" cy="931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F3CFA00-600C-405D-BF1B-86EA6E5C1872}"/>
              </a:ext>
            </a:extLst>
          </p:cNvPr>
          <p:cNvCxnSpPr>
            <a:stCxn id="38" idx="6"/>
            <a:endCxn id="115" idx="1"/>
          </p:cNvCxnSpPr>
          <p:nvPr/>
        </p:nvCxnSpPr>
        <p:spPr>
          <a:xfrm flipV="1">
            <a:off x="7572685" y="3382919"/>
            <a:ext cx="865183" cy="5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E77145-558C-4CF7-9F01-F37D83526BA5}"/>
              </a:ext>
            </a:extLst>
          </p:cNvPr>
          <p:cNvCxnSpPr>
            <a:stCxn id="137" idx="6"/>
            <a:endCxn id="117" idx="2"/>
          </p:cNvCxnSpPr>
          <p:nvPr/>
        </p:nvCxnSpPr>
        <p:spPr>
          <a:xfrm flipV="1">
            <a:off x="7569170" y="4381157"/>
            <a:ext cx="868698" cy="176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3B4E0-7A2A-43AF-B1B7-31847D36A53D}"/>
              </a:ext>
            </a:extLst>
          </p:cNvPr>
          <p:cNvCxnSpPr>
            <a:stCxn id="40" idx="6"/>
            <a:endCxn id="54" idx="2"/>
          </p:cNvCxnSpPr>
          <p:nvPr/>
        </p:nvCxnSpPr>
        <p:spPr>
          <a:xfrm>
            <a:off x="7536408" y="5293327"/>
            <a:ext cx="904035" cy="17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2468CC-B265-478D-9A72-D18EF49D0942}"/>
              </a:ext>
            </a:extLst>
          </p:cNvPr>
          <p:cNvCxnSpPr>
            <a:stCxn id="107" idx="6"/>
            <a:endCxn id="149" idx="1"/>
          </p:cNvCxnSpPr>
          <p:nvPr/>
        </p:nvCxnSpPr>
        <p:spPr>
          <a:xfrm>
            <a:off x="8930567" y="3388941"/>
            <a:ext cx="703837" cy="9887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98A2F3B-0B5F-4692-8F5F-7388C9586968}"/>
              </a:ext>
            </a:extLst>
          </p:cNvPr>
          <p:cNvCxnSpPr>
            <a:stCxn id="117" idx="6"/>
            <a:endCxn id="149" idx="1"/>
          </p:cNvCxnSpPr>
          <p:nvPr/>
        </p:nvCxnSpPr>
        <p:spPr>
          <a:xfrm flipV="1">
            <a:off x="8930566" y="4377721"/>
            <a:ext cx="703838" cy="34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55377E3-D320-49D4-A730-4BADFD3E0835}"/>
              </a:ext>
            </a:extLst>
          </p:cNvPr>
          <p:cNvCxnSpPr>
            <a:stCxn id="54" idx="6"/>
            <a:endCxn id="149" idx="1"/>
          </p:cNvCxnSpPr>
          <p:nvPr/>
        </p:nvCxnSpPr>
        <p:spPr>
          <a:xfrm flipV="1">
            <a:off x="8933141" y="4377721"/>
            <a:ext cx="701263" cy="93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1ACA0AC-1D8A-4F81-9779-A0DF948AE525}"/>
              </a:ext>
            </a:extLst>
          </p:cNvPr>
          <p:cNvCxnSpPr>
            <a:stCxn id="56" idx="6"/>
            <a:endCxn id="71" idx="2"/>
          </p:cNvCxnSpPr>
          <p:nvPr/>
        </p:nvCxnSpPr>
        <p:spPr>
          <a:xfrm>
            <a:off x="10142670" y="4402194"/>
            <a:ext cx="621257" cy="13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EBCF2B4-81E9-4494-9243-AC5546C8EB90}"/>
              </a:ext>
            </a:extLst>
          </p:cNvPr>
          <p:cNvCxnSpPr>
            <a:stCxn id="71" idx="0"/>
            <a:endCxn id="71" idx="4"/>
          </p:cNvCxnSpPr>
          <p:nvPr/>
        </p:nvCxnSpPr>
        <p:spPr>
          <a:xfrm>
            <a:off x="11010276" y="4175565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DCE265A-87AD-488C-A77F-C67C0E7B8E6E}"/>
              </a:ext>
            </a:extLst>
          </p:cNvPr>
          <p:cNvCxnSpPr>
            <a:stCxn id="71" idx="6"/>
          </p:cNvCxnSpPr>
          <p:nvPr/>
        </p:nvCxnSpPr>
        <p:spPr>
          <a:xfrm flipH="1" flipV="1">
            <a:off x="11010276" y="4409071"/>
            <a:ext cx="246349" cy="6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C821F6D-B4D3-4C73-B7DB-398D1C6A1439}"/>
              </a:ext>
            </a:extLst>
          </p:cNvPr>
          <p:cNvSpPr/>
          <p:nvPr/>
        </p:nvSpPr>
        <p:spPr>
          <a:xfrm>
            <a:off x="7732445" y="2961591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(5)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701F53B-085B-425C-B205-619FADB3D4BD}"/>
              </a:ext>
            </a:extLst>
          </p:cNvPr>
          <p:cNvSpPr/>
          <p:nvPr/>
        </p:nvSpPr>
        <p:spPr>
          <a:xfrm>
            <a:off x="6271709" y="4954770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(6)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4DA1688-955C-45FE-A50A-35F509A84203}"/>
              </a:ext>
            </a:extLst>
          </p:cNvPr>
          <p:cNvSpPr/>
          <p:nvPr/>
        </p:nvSpPr>
        <p:spPr>
          <a:xfrm>
            <a:off x="6742739" y="4020223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(3)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A87F132-8505-41EB-BB65-91EFF1AD6E72}"/>
              </a:ext>
            </a:extLst>
          </p:cNvPr>
          <p:cNvSpPr/>
          <p:nvPr/>
        </p:nvSpPr>
        <p:spPr>
          <a:xfrm>
            <a:off x="6505979" y="362517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(5)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7A3460F-D81A-463D-8C87-5667A6233A61}"/>
              </a:ext>
            </a:extLst>
          </p:cNvPr>
          <p:cNvSpPr/>
          <p:nvPr/>
        </p:nvSpPr>
        <p:spPr>
          <a:xfrm>
            <a:off x="7694500" y="486970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(7)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9B90283-87FF-4DAE-998B-2E317D98B825}"/>
              </a:ext>
            </a:extLst>
          </p:cNvPr>
          <p:cNvSpPr/>
          <p:nvPr/>
        </p:nvSpPr>
        <p:spPr>
          <a:xfrm>
            <a:off x="7912820" y="3920406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(4)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CC6F47-DEA5-4081-9291-3BCE7C6E1A89}"/>
              </a:ext>
            </a:extLst>
          </p:cNvPr>
          <p:cNvSpPr/>
          <p:nvPr/>
        </p:nvSpPr>
        <p:spPr>
          <a:xfrm>
            <a:off x="9223714" y="3548738"/>
            <a:ext cx="410690" cy="2539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(10)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0B2A569-E7F7-483F-A4BC-42211A9581B0}"/>
              </a:ext>
            </a:extLst>
          </p:cNvPr>
          <p:cNvSpPr/>
          <p:nvPr/>
        </p:nvSpPr>
        <p:spPr>
          <a:xfrm>
            <a:off x="9274832" y="486970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243A817-8441-4D55-A9E5-3C88AF619B8E}"/>
              </a:ext>
            </a:extLst>
          </p:cNvPr>
          <p:cNvSpPr/>
          <p:nvPr/>
        </p:nvSpPr>
        <p:spPr>
          <a:xfrm>
            <a:off x="9006172" y="3975002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(4)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A548BE-846F-4839-84D0-0581C3E8EE2E}"/>
              </a:ext>
            </a:extLst>
          </p:cNvPr>
          <p:cNvSpPr/>
          <p:nvPr/>
        </p:nvSpPr>
        <p:spPr>
          <a:xfrm>
            <a:off x="10231723" y="3958180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(6)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6BFCCF1-CB0E-4C23-B694-82F4EFF04D76}"/>
              </a:ext>
            </a:extLst>
          </p:cNvPr>
          <p:cNvSpPr/>
          <p:nvPr/>
        </p:nvSpPr>
        <p:spPr>
          <a:xfrm>
            <a:off x="6091949" y="4286995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A73C4B0-F568-478D-9E9C-352772320B76}"/>
              </a:ext>
            </a:extLst>
          </p:cNvPr>
          <p:cNvSpPr/>
          <p:nvPr/>
        </p:nvSpPr>
        <p:spPr>
          <a:xfrm>
            <a:off x="7259998" y="3332517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0B82B8F-BF05-4DC0-B764-F7DCE971057B}"/>
              </a:ext>
            </a:extLst>
          </p:cNvPr>
          <p:cNvSpPr/>
          <p:nvPr/>
        </p:nvSpPr>
        <p:spPr>
          <a:xfrm>
            <a:off x="7260944" y="4339977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0B56015-D65E-4BB4-825C-79FAF20291B9}"/>
              </a:ext>
            </a:extLst>
          </p:cNvPr>
          <p:cNvSpPr/>
          <p:nvPr/>
        </p:nvSpPr>
        <p:spPr>
          <a:xfrm>
            <a:off x="7225488" y="5215545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7614D51-F704-46CE-AD6E-2D67306EE728}"/>
              </a:ext>
            </a:extLst>
          </p:cNvPr>
          <p:cNvSpPr/>
          <p:nvPr/>
        </p:nvSpPr>
        <p:spPr>
          <a:xfrm>
            <a:off x="8619044" y="3375316"/>
            <a:ext cx="325730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EDEA8DF-7681-45E3-9B71-16DF80D43673}"/>
              </a:ext>
            </a:extLst>
          </p:cNvPr>
          <p:cNvSpPr/>
          <p:nvPr/>
        </p:nvSpPr>
        <p:spPr>
          <a:xfrm>
            <a:off x="8639629" y="4340450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C8C7701-B003-4B53-BB1C-8DB0729B5C85}"/>
              </a:ext>
            </a:extLst>
          </p:cNvPr>
          <p:cNvSpPr/>
          <p:nvPr/>
        </p:nvSpPr>
        <p:spPr>
          <a:xfrm>
            <a:off x="8607094" y="5297804"/>
            <a:ext cx="325730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BA58535-D039-4DF1-BBCE-A4B7923C5B29}"/>
              </a:ext>
            </a:extLst>
          </p:cNvPr>
          <p:cNvSpPr/>
          <p:nvPr/>
        </p:nvSpPr>
        <p:spPr>
          <a:xfrm>
            <a:off x="9850166" y="4362332"/>
            <a:ext cx="325730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AACD4B1-BC34-435F-88E4-8BD0435A61CD}"/>
              </a:ext>
            </a:extLst>
          </p:cNvPr>
          <p:cNvSpPr/>
          <p:nvPr/>
        </p:nvSpPr>
        <p:spPr>
          <a:xfrm>
            <a:off x="10732158" y="4178421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E91752A-80F3-48C1-9FE7-C425D612BEFC}"/>
              </a:ext>
            </a:extLst>
          </p:cNvPr>
          <p:cNvSpPr/>
          <p:nvPr/>
        </p:nvSpPr>
        <p:spPr>
          <a:xfrm>
            <a:off x="10952512" y="4362331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4EB2018-650D-44D6-B5D0-1E3E2A4E2DBA}"/>
              </a:ext>
            </a:extLst>
          </p:cNvPr>
          <p:cNvSpPr/>
          <p:nvPr/>
        </p:nvSpPr>
        <p:spPr>
          <a:xfrm>
            <a:off x="10945658" y="4190445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28C6D01-4618-4920-8875-6DFEF19E0E95}"/>
              </a:ext>
            </a:extLst>
          </p:cNvPr>
          <p:cNvSpPr/>
          <p:nvPr/>
        </p:nvSpPr>
        <p:spPr>
          <a:xfrm>
            <a:off x="9837463" y="4157523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1076107-6CB9-48A6-8BBF-BD0EDE46E69D}"/>
              </a:ext>
            </a:extLst>
          </p:cNvPr>
          <p:cNvSpPr/>
          <p:nvPr/>
        </p:nvSpPr>
        <p:spPr>
          <a:xfrm>
            <a:off x="8619043" y="3177582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A720742-8C4F-4A5F-B571-BCE2E42AA1F6}"/>
              </a:ext>
            </a:extLst>
          </p:cNvPr>
          <p:cNvSpPr/>
          <p:nvPr/>
        </p:nvSpPr>
        <p:spPr>
          <a:xfrm>
            <a:off x="7263132" y="3126938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197D735-5026-47D2-9B09-F63D7486CAC6}"/>
              </a:ext>
            </a:extLst>
          </p:cNvPr>
          <p:cNvSpPr/>
          <p:nvPr/>
        </p:nvSpPr>
        <p:spPr>
          <a:xfrm>
            <a:off x="6080967" y="4089683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5813D6E-C2C5-490D-9948-BA902A929261}"/>
              </a:ext>
            </a:extLst>
          </p:cNvPr>
          <p:cNvSpPr/>
          <p:nvPr/>
        </p:nvSpPr>
        <p:spPr>
          <a:xfrm>
            <a:off x="8609667" y="5120280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02D055A-34BB-48D8-BB7B-B4C7E89A4C3F}"/>
              </a:ext>
            </a:extLst>
          </p:cNvPr>
          <p:cNvSpPr/>
          <p:nvPr/>
        </p:nvSpPr>
        <p:spPr>
          <a:xfrm>
            <a:off x="7224936" y="5063116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9B9EAA6-0BBF-4B3C-95B7-4182EC342675}"/>
              </a:ext>
            </a:extLst>
          </p:cNvPr>
          <p:cNvSpPr/>
          <p:nvPr/>
        </p:nvSpPr>
        <p:spPr>
          <a:xfrm>
            <a:off x="8620241" y="4157523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B85D91D-AF3C-442E-9A41-1BECF4CF8605}"/>
              </a:ext>
            </a:extLst>
          </p:cNvPr>
          <p:cNvSpPr/>
          <p:nvPr/>
        </p:nvSpPr>
        <p:spPr>
          <a:xfrm>
            <a:off x="7254007" y="4178842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95115C5-643C-4F36-8A4C-260845546B21}"/>
              </a:ext>
            </a:extLst>
          </p:cNvPr>
          <p:cNvSpPr/>
          <p:nvPr/>
        </p:nvSpPr>
        <p:spPr>
          <a:xfrm>
            <a:off x="6105553" y="5660137"/>
            <a:ext cx="35288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(CMP) </a:t>
            </a:r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1 – 2 – 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– 8 – 9 </a:t>
            </a:r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12E1A8A-38ED-4239-A84D-88671362723E}"/>
              </a:ext>
            </a:extLst>
          </p:cNvPr>
          <p:cNvSpPr/>
          <p:nvPr/>
        </p:nvSpPr>
        <p:spPr>
          <a:xfrm>
            <a:off x="6111976" y="6015622"/>
            <a:ext cx="291438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Duration = 5 + 5 + 10 + 6</a:t>
            </a:r>
          </a:p>
          <a:p>
            <a:pPr algn="ctr"/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= 26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CCC2E69-C18C-4D06-AD53-24A3587E80B8}"/>
              </a:ext>
            </a:extLst>
          </p:cNvPr>
          <p:cNvSpPr/>
          <p:nvPr/>
        </p:nvSpPr>
        <p:spPr>
          <a:xfrm>
            <a:off x="5833141" y="3896145"/>
            <a:ext cx="633507" cy="2308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630029A-5685-447C-983B-E5403C3F0B19}"/>
              </a:ext>
            </a:extLst>
          </p:cNvPr>
          <p:cNvSpPr/>
          <p:nvPr/>
        </p:nvSpPr>
        <p:spPr>
          <a:xfrm>
            <a:off x="7047637" y="2916123"/>
            <a:ext cx="633507" cy="2308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D448F95-C7E3-48B5-AC48-53DA5E2A8949}"/>
              </a:ext>
            </a:extLst>
          </p:cNvPr>
          <p:cNvSpPr/>
          <p:nvPr/>
        </p:nvSpPr>
        <p:spPr>
          <a:xfrm>
            <a:off x="8380242" y="2914988"/>
            <a:ext cx="633507" cy="2308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E02E76D-26B1-4451-8BC5-951E49FCF224}"/>
              </a:ext>
            </a:extLst>
          </p:cNvPr>
          <p:cNvSpPr/>
          <p:nvPr/>
        </p:nvSpPr>
        <p:spPr>
          <a:xfrm>
            <a:off x="9571768" y="3896145"/>
            <a:ext cx="633507" cy="2308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CFCC546-50F4-4184-ABF6-059A4FE96071}"/>
              </a:ext>
            </a:extLst>
          </p:cNvPr>
          <p:cNvSpPr/>
          <p:nvPr/>
        </p:nvSpPr>
        <p:spPr>
          <a:xfrm>
            <a:off x="10704882" y="3914091"/>
            <a:ext cx="633507" cy="2308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3894113-DE59-43CC-9DC7-59C8258BC81E}"/>
              </a:ext>
            </a:extLst>
          </p:cNvPr>
          <p:cNvSpPr/>
          <p:nvPr/>
        </p:nvSpPr>
        <p:spPr>
          <a:xfrm>
            <a:off x="7006067" y="3953847"/>
            <a:ext cx="633507" cy="2308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9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91E292A-6170-4862-B935-0DEBFE53CC22}"/>
              </a:ext>
            </a:extLst>
          </p:cNvPr>
          <p:cNvSpPr/>
          <p:nvPr/>
        </p:nvSpPr>
        <p:spPr>
          <a:xfrm>
            <a:off x="8356736" y="3926212"/>
            <a:ext cx="633507" cy="2308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9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9E3552E-CFF6-4B27-9D14-4F2D5FAD3ECA}"/>
              </a:ext>
            </a:extLst>
          </p:cNvPr>
          <p:cNvSpPr/>
          <p:nvPr/>
        </p:nvSpPr>
        <p:spPr>
          <a:xfrm>
            <a:off x="6972647" y="5508166"/>
            <a:ext cx="633507" cy="2308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5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39E7AAD-E4D4-4ADA-99F3-B303AC665EA2}"/>
              </a:ext>
            </a:extLst>
          </p:cNvPr>
          <p:cNvSpPr/>
          <p:nvPr/>
        </p:nvSpPr>
        <p:spPr>
          <a:xfrm>
            <a:off x="8380242" y="5518471"/>
            <a:ext cx="633507" cy="2308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5</a:t>
            </a:r>
          </a:p>
        </p:txBody>
      </p:sp>
    </p:spTree>
    <p:extLst>
      <p:ext uri="{BB962C8B-B14F-4D97-AF65-F5344CB8AC3E}">
        <p14:creationId xmlns:p14="http://schemas.microsoft.com/office/powerpoint/2010/main" val="4083902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560" y="280718"/>
            <a:ext cx="7964880" cy="703305"/>
          </a:xfrm>
        </p:spPr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063EA8AB-4628-4332-806A-D6A961CE26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30127761"/>
              </p:ext>
            </p:extLst>
          </p:nvPr>
        </p:nvGraphicFramePr>
        <p:xfrm>
          <a:off x="5009088" y="1929377"/>
          <a:ext cx="647275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455">
                  <a:extLst>
                    <a:ext uri="{9D8B030D-6E8A-4147-A177-3AD203B41FA5}">
                      <a16:colId xmlns:a16="http://schemas.microsoft.com/office/drawing/2014/main" val="212785267"/>
                    </a:ext>
                  </a:extLst>
                </a:gridCol>
                <a:gridCol w="2262032">
                  <a:extLst>
                    <a:ext uri="{9D8B030D-6E8A-4147-A177-3AD203B41FA5}">
                      <a16:colId xmlns:a16="http://schemas.microsoft.com/office/drawing/2014/main" val="3585619248"/>
                    </a:ext>
                  </a:extLst>
                </a:gridCol>
                <a:gridCol w="1291472">
                  <a:extLst>
                    <a:ext uri="{9D8B030D-6E8A-4147-A177-3AD203B41FA5}">
                      <a16:colId xmlns:a16="http://schemas.microsoft.com/office/drawing/2014/main" val="395192121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62356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 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 DESCRIPTION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 PRE-DESSOR (S)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 DURATION (HOURS)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24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Project Starts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63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Buy Materials for 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827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Buy Materials for 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9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Build 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B,C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617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Build 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B,C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632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Finish building 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89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Join A and 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D,F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8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Finish Project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072359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0" y="6415403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0589" y="6415403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11</a:t>
            </a:fld>
            <a:endParaRPr lang="LID4096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101261"/>
              </p:ext>
            </p:extLst>
          </p:nvPr>
        </p:nvGraphicFramePr>
        <p:xfrm>
          <a:off x="1141410" y="1929377"/>
          <a:ext cx="3652006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049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498862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  <a:gridCol w="1018095">
                  <a:extLst>
                    <a:ext uri="{9D8B030D-6E8A-4147-A177-3AD203B41FA5}">
                      <a16:colId xmlns:a16="http://schemas.microsoft.com/office/drawing/2014/main" val="1135769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 (Days)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A,B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66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6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7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437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G,H,I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2521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095B17F-990F-472D-8CC9-29BB00235C26}"/>
              </a:ext>
            </a:extLst>
          </p:cNvPr>
          <p:cNvSpPr/>
          <p:nvPr/>
        </p:nvSpPr>
        <p:spPr>
          <a:xfrm>
            <a:off x="2257828" y="1324888"/>
            <a:ext cx="141917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/>
              <a:t>TASK 1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3B392A7-5315-4346-8EC0-D09B76AE642E}"/>
              </a:ext>
            </a:extLst>
          </p:cNvPr>
          <p:cNvSpPr/>
          <p:nvPr/>
        </p:nvSpPr>
        <p:spPr>
          <a:xfrm>
            <a:off x="7535881" y="1296125"/>
            <a:ext cx="14191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/>
              <a:t>TASK 2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023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52151D7-7650-48E2-9366-02D2A0AF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1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352A2F-4528-41BA-BBEC-6AB89DAA5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STECTCH </a:t>
            </a:r>
            <a:endParaRPr lang="LID4096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32C5D-4F6F-4F7C-94D2-710FE41A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48074-2369-4E51-91EC-4F374A8A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12</a:t>
            </a:fld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D6442-DE76-4B37-B927-1EBAE5AC36DF}"/>
              </a:ext>
            </a:extLst>
          </p:cNvPr>
          <p:cNvSpPr/>
          <p:nvPr/>
        </p:nvSpPr>
        <p:spPr>
          <a:xfrm>
            <a:off x="883547" y="3789511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022C80-263C-4932-B545-ED4C66534EB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825087" y="3242821"/>
            <a:ext cx="899259" cy="777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8F1B93-5E45-4186-8AB6-4AD5F6377620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825087" y="4020344"/>
            <a:ext cx="1002954" cy="23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CEB5BB-5C52-482B-8B20-84D1270FB13A}"/>
              </a:ext>
            </a:extLst>
          </p:cNvPr>
          <p:cNvCxnSpPr>
            <a:stCxn id="9" idx="3"/>
          </p:cNvCxnSpPr>
          <p:nvPr/>
        </p:nvCxnSpPr>
        <p:spPr>
          <a:xfrm>
            <a:off x="1825087" y="4020344"/>
            <a:ext cx="767284" cy="759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14E85B1-1751-4F47-838B-3A04CD646189}"/>
              </a:ext>
            </a:extLst>
          </p:cNvPr>
          <p:cNvSpPr/>
          <p:nvPr/>
        </p:nvSpPr>
        <p:spPr>
          <a:xfrm>
            <a:off x="10059318" y="3813265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02A0ED-5BEF-4545-9894-39F352E66C00}"/>
              </a:ext>
            </a:extLst>
          </p:cNvPr>
          <p:cNvSpPr/>
          <p:nvPr/>
        </p:nvSpPr>
        <p:spPr>
          <a:xfrm>
            <a:off x="2724346" y="3011988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1544AB-9510-441F-AAB7-E67A65FD49A2}"/>
              </a:ext>
            </a:extLst>
          </p:cNvPr>
          <p:cNvSpPr/>
          <p:nvPr/>
        </p:nvSpPr>
        <p:spPr>
          <a:xfrm>
            <a:off x="2812934" y="3822316"/>
            <a:ext cx="3385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2205CF-2443-4924-B535-DBD765C3ADAB}"/>
              </a:ext>
            </a:extLst>
          </p:cNvPr>
          <p:cNvSpPr/>
          <p:nvPr/>
        </p:nvSpPr>
        <p:spPr>
          <a:xfrm>
            <a:off x="2611597" y="4575925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2F233A-DB09-4584-9E13-686B826F9D66}"/>
              </a:ext>
            </a:extLst>
          </p:cNvPr>
          <p:cNvCxnSpPr>
            <a:stCxn id="21" idx="3"/>
          </p:cNvCxnSpPr>
          <p:nvPr/>
        </p:nvCxnSpPr>
        <p:spPr>
          <a:xfrm>
            <a:off x="3094960" y="3242821"/>
            <a:ext cx="12225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71430A2-3C11-4F49-88DB-4BE3220F4853}"/>
              </a:ext>
            </a:extLst>
          </p:cNvPr>
          <p:cNvSpPr/>
          <p:nvPr/>
        </p:nvSpPr>
        <p:spPr>
          <a:xfrm>
            <a:off x="4390034" y="3018993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9C06FF-7E52-4898-A5A7-4241874DA243}"/>
              </a:ext>
            </a:extLst>
          </p:cNvPr>
          <p:cNvCxnSpPr>
            <a:stCxn id="22" idx="3"/>
          </p:cNvCxnSpPr>
          <p:nvPr/>
        </p:nvCxnSpPr>
        <p:spPr>
          <a:xfrm flipV="1">
            <a:off x="3151488" y="4044099"/>
            <a:ext cx="1071720" cy="9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811C77-57EE-4D42-9AE2-DA3A379A0064}"/>
              </a:ext>
            </a:extLst>
          </p:cNvPr>
          <p:cNvCxnSpPr>
            <a:stCxn id="21" idx="3"/>
          </p:cNvCxnSpPr>
          <p:nvPr/>
        </p:nvCxnSpPr>
        <p:spPr>
          <a:xfrm>
            <a:off x="3094960" y="3242821"/>
            <a:ext cx="1052834" cy="6787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B92420F-8E2A-4F6B-B1C3-9BD383BA2193}"/>
              </a:ext>
            </a:extLst>
          </p:cNvPr>
          <p:cNvSpPr/>
          <p:nvPr/>
        </p:nvSpPr>
        <p:spPr>
          <a:xfrm>
            <a:off x="4261065" y="3774491"/>
            <a:ext cx="31931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6B42DF-3272-4650-ACE3-21D6864B3FB4}"/>
              </a:ext>
            </a:extLst>
          </p:cNvPr>
          <p:cNvCxnSpPr>
            <a:stCxn id="23" idx="3"/>
          </p:cNvCxnSpPr>
          <p:nvPr/>
        </p:nvCxnSpPr>
        <p:spPr>
          <a:xfrm>
            <a:off x="2982211" y="4806758"/>
            <a:ext cx="1278854" cy="48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3568E5C-8485-4FDE-BC77-E0BCBB72D5C4}"/>
              </a:ext>
            </a:extLst>
          </p:cNvPr>
          <p:cNvSpPr/>
          <p:nvPr/>
        </p:nvSpPr>
        <p:spPr>
          <a:xfrm>
            <a:off x="4312361" y="4651092"/>
            <a:ext cx="31931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1A349A-9E74-462C-BE63-0D38555BF35E}"/>
              </a:ext>
            </a:extLst>
          </p:cNvPr>
          <p:cNvCxnSpPr>
            <a:stCxn id="26" idx="3"/>
          </p:cNvCxnSpPr>
          <p:nvPr/>
        </p:nvCxnSpPr>
        <p:spPr>
          <a:xfrm flipV="1">
            <a:off x="4760648" y="3242821"/>
            <a:ext cx="1335352" cy="70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0CB19F7-DBFF-4140-A749-2334E9EC2C2D}"/>
              </a:ext>
            </a:extLst>
          </p:cNvPr>
          <p:cNvSpPr/>
          <p:nvPr/>
        </p:nvSpPr>
        <p:spPr>
          <a:xfrm>
            <a:off x="6142910" y="3011987"/>
            <a:ext cx="42191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CA0457-1235-4123-A058-6149D6A085A7}"/>
              </a:ext>
            </a:extLst>
          </p:cNvPr>
          <p:cNvCxnSpPr>
            <a:stCxn id="31" idx="3"/>
          </p:cNvCxnSpPr>
          <p:nvPr/>
        </p:nvCxnSpPr>
        <p:spPr>
          <a:xfrm>
            <a:off x="4580383" y="4005324"/>
            <a:ext cx="1562527" cy="150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CC470B53-B213-477B-A504-7EEC097AB08B}"/>
              </a:ext>
            </a:extLst>
          </p:cNvPr>
          <p:cNvSpPr/>
          <p:nvPr/>
        </p:nvSpPr>
        <p:spPr>
          <a:xfrm>
            <a:off x="6199695" y="3813265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88F6E3-B450-4093-B961-048C24914F8B}"/>
              </a:ext>
            </a:extLst>
          </p:cNvPr>
          <p:cNvSpPr/>
          <p:nvPr/>
        </p:nvSpPr>
        <p:spPr>
          <a:xfrm>
            <a:off x="6259006" y="4651092"/>
            <a:ext cx="25199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9010CAC-DFA6-4373-9D1B-BCE093253E20}"/>
              </a:ext>
            </a:extLst>
          </p:cNvPr>
          <p:cNvCxnSpPr>
            <a:stCxn id="35" idx="3"/>
          </p:cNvCxnSpPr>
          <p:nvPr/>
        </p:nvCxnSpPr>
        <p:spPr>
          <a:xfrm flipV="1">
            <a:off x="4631679" y="4881924"/>
            <a:ext cx="15112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BE31221-058D-43AC-8D27-30536DB223A2}"/>
              </a:ext>
            </a:extLst>
          </p:cNvPr>
          <p:cNvCxnSpPr>
            <a:stCxn id="42" idx="3"/>
          </p:cNvCxnSpPr>
          <p:nvPr/>
        </p:nvCxnSpPr>
        <p:spPr>
          <a:xfrm flipV="1">
            <a:off x="6570309" y="4005324"/>
            <a:ext cx="1932668" cy="38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10355D6-9C0C-4FBD-9493-3B2DE08382B1}"/>
              </a:ext>
            </a:extLst>
          </p:cNvPr>
          <p:cNvCxnSpPr>
            <a:stCxn id="39" idx="3"/>
          </p:cNvCxnSpPr>
          <p:nvPr/>
        </p:nvCxnSpPr>
        <p:spPr>
          <a:xfrm>
            <a:off x="6564820" y="3242820"/>
            <a:ext cx="1853316" cy="6787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A3978D-E77A-48D7-986F-7987AFA90191}"/>
              </a:ext>
            </a:extLst>
          </p:cNvPr>
          <p:cNvCxnSpPr>
            <a:stCxn id="43" idx="3"/>
          </p:cNvCxnSpPr>
          <p:nvPr/>
        </p:nvCxnSpPr>
        <p:spPr>
          <a:xfrm flipV="1">
            <a:off x="6510998" y="4119513"/>
            <a:ext cx="1897711" cy="7624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7FFCA85F-3F62-4A35-94B5-420DCE83BF23}"/>
              </a:ext>
            </a:extLst>
          </p:cNvPr>
          <p:cNvSpPr/>
          <p:nvPr/>
        </p:nvSpPr>
        <p:spPr>
          <a:xfrm>
            <a:off x="8531269" y="3801388"/>
            <a:ext cx="25199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F0DC4F5-4322-471A-BB05-175C77B946B3}"/>
              </a:ext>
            </a:extLst>
          </p:cNvPr>
          <p:cNvCxnSpPr>
            <a:stCxn id="54" idx="3"/>
          </p:cNvCxnSpPr>
          <p:nvPr/>
        </p:nvCxnSpPr>
        <p:spPr>
          <a:xfrm flipV="1">
            <a:off x="8783261" y="4032220"/>
            <a:ext cx="12751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800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C0E8-1F41-4C53-9EB3-67151451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1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95289-0DFC-41C4-94E0-FF2572F7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881840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                                      PERT CHART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15668-AC24-4017-9D36-DEC1A56BC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1D5F0-F2C7-47C4-AC1D-E706846B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4873" y="6485087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13</a:t>
            </a:fld>
            <a:endParaRPr lang="LID409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19402B-11BA-41F9-9F6C-0FAFC598C557}"/>
              </a:ext>
            </a:extLst>
          </p:cNvPr>
          <p:cNvSpPr/>
          <p:nvPr/>
        </p:nvSpPr>
        <p:spPr>
          <a:xfrm>
            <a:off x="146095" y="3910051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D944B6-E7AC-40D8-A325-3E8E0F5B68A2}"/>
              </a:ext>
            </a:extLst>
          </p:cNvPr>
          <p:cNvSpPr/>
          <p:nvPr/>
        </p:nvSpPr>
        <p:spPr>
          <a:xfrm>
            <a:off x="10754846" y="3888556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000BAF-1652-436F-8B9E-E0B5C9372580}"/>
              </a:ext>
            </a:extLst>
          </p:cNvPr>
          <p:cNvSpPr/>
          <p:nvPr/>
        </p:nvSpPr>
        <p:spPr>
          <a:xfrm>
            <a:off x="2174172" y="2642212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C73FA7-3BA0-4B67-8717-245DEDF7433F}"/>
              </a:ext>
            </a:extLst>
          </p:cNvPr>
          <p:cNvSpPr/>
          <p:nvPr/>
        </p:nvSpPr>
        <p:spPr>
          <a:xfrm>
            <a:off x="2174173" y="3905622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C6424E-E4B2-4D60-80E2-A0DD540AC0DA}"/>
              </a:ext>
            </a:extLst>
          </p:cNvPr>
          <p:cNvSpPr/>
          <p:nvPr/>
        </p:nvSpPr>
        <p:spPr>
          <a:xfrm>
            <a:off x="2136136" y="5001043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E87047-828F-4C59-B550-2DF0E895BC0F}"/>
              </a:ext>
            </a:extLst>
          </p:cNvPr>
          <p:cNvSpPr/>
          <p:nvPr/>
        </p:nvSpPr>
        <p:spPr>
          <a:xfrm>
            <a:off x="4307079" y="2658360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357695-34C1-4ECA-9B64-29C13F011D92}"/>
              </a:ext>
            </a:extLst>
          </p:cNvPr>
          <p:cNvSpPr/>
          <p:nvPr/>
        </p:nvSpPr>
        <p:spPr>
          <a:xfrm>
            <a:off x="4307079" y="3888555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E6CB76-ECDB-439A-B47B-EDE5837FB931}"/>
              </a:ext>
            </a:extLst>
          </p:cNvPr>
          <p:cNvSpPr/>
          <p:nvPr/>
        </p:nvSpPr>
        <p:spPr>
          <a:xfrm>
            <a:off x="4343816" y="5001043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635E63-C7E4-4C06-8835-FAEA25A8A43F}"/>
              </a:ext>
            </a:extLst>
          </p:cNvPr>
          <p:cNvSpPr/>
          <p:nvPr/>
        </p:nvSpPr>
        <p:spPr>
          <a:xfrm>
            <a:off x="6489033" y="2664640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6068DE-FDE8-4AD2-A56E-9472AD0A9F77}"/>
              </a:ext>
            </a:extLst>
          </p:cNvPr>
          <p:cNvSpPr/>
          <p:nvPr/>
        </p:nvSpPr>
        <p:spPr>
          <a:xfrm>
            <a:off x="6489033" y="3888555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31B5D0-826C-4BFE-BE0D-1A3FC1F96BCE}"/>
              </a:ext>
            </a:extLst>
          </p:cNvPr>
          <p:cNvSpPr/>
          <p:nvPr/>
        </p:nvSpPr>
        <p:spPr>
          <a:xfrm>
            <a:off x="6455034" y="5112470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8776F7-C0D0-4E27-A3D4-888AB11681E0}"/>
              </a:ext>
            </a:extLst>
          </p:cNvPr>
          <p:cNvSpPr/>
          <p:nvPr/>
        </p:nvSpPr>
        <p:spPr>
          <a:xfrm>
            <a:off x="8670987" y="3905053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101916-94E2-45BC-8471-F8873729103F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174172" y="2953297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DAAD1A-ED6E-471C-9EA1-EEABCEFAE346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307079" y="2969445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A79668-9265-4411-B77E-9A5C7FE9BE2D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6489033" y="2975725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208276-6123-4958-85A1-4A824404F949}"/>
              </a:ext>
            </a:extLst>
          </p:cNvPr>
          <p:cNvCxnSpPr>
            <a:stCxn id="17" idx="1"/>
            <a:endCxn id="17" idx="3"/>
          </p:cNvCxnSpPr>
          <p:nvPr/>
        </p:nvCxnSpPr>
        <p:spPr>
          <a:xfrm>
            <a:off x="8670987" y="4216138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1C0B896-559E-41F9-BEC1-180947CE2760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174173" y="4216707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A855C7-64BA-4CDE-A1F0-5A25260A4314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4307079" y="4199640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F6A477-1331-47C2-BCAB-1B4018629423}"/>
              </a:ext>
            </a:extLst>
          </p:cNvPr>
          <p:cNvCxnSpPr>
            <a:stCxn id="15" idx="1"/>
            <a:endCxn id="15" idx="3"/>
          </p:cNvCxnSpPr>
          <p:nvPr/>
        </p:nvCxnSpPr>
        <p:spPr>
          <a:xfrm>
            <a:off x="6489033" y="4199640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342882-E5A8-4C3A-A92A-424D02DB2241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2136136" y="5312128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B38E4D-BDE7-43AC-B9FA-7E520E1FF0DA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4343816" y="5312128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4CCE084-BD18-4276-9972-AF396EAE217A}"/>
              </a:ext>
            </a:extLst>
          </p:cNvPr>
          <p:cNvCxnSpPr>
            <a:stCxn id="16" idx="1"/>
            <a:endCxn id="16" idx="3"/>
          </p:cNvCxnSpPr>
          <p:nvPr/>
        </p:nvCxnSpPr>
        <p:spPr>
          <a:xfrm>
            <a:off x="6455034" y="5423555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590CF8-E7EE-4123-87C4-21585EBD306D}"/>
              </a:ext>
            </a:extLst>
          </p:cNvPr>
          <p:cNvCxnSpPr/>
          <p:nvPr/>
        </p:nvCxnSpPr>
        <p:spPr>
          <a:xfrm>
            <a:off x="2507530" y="2642212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D63E34-9AC6-422B-8290-DA1D57B893D7}"/>
              </a:ext>
            </a:extLst>
          </p:cNvPr>
          <p:cNvCxnSpPr/>
          <p:nvPr/>
        </p:nvCxnSpPr>
        <p:spPr>
          <a:xfrm>
            <a:off x="2507530" y="3896978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BEAD87-0145-4FD7-8CC5-5A464E700F5D}"/>
              </a:ext>
            </a:extLst>
          </p:cNvPr>
          <p:cNvCxnSpPr/>
          <p:nvPr/>
        </p:nvCxnSpPr>
        <p:spPr>
          <a:xfrm>
            <a:off x="2507530" y="5001043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7AF8E16-1182-47A3-8B75-7AD6205EF508}"/>
              </a:ext>
            </a:extLst>
          </p:cNvPr>
          <p:cNvCxnSpPr/>
          <p:nvPr/>
        </p:nvCxnSpPr>
        <p:spPr>
          <a:xfrm>
            <a:off x="4705546" y="2658360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4EEF9C8-DCE9-4437-A7C5-B7A1A0F4772A}"/>
              </a:ext>
            </a:extLst>
          </p:cNvPr>
          <p:cNvCxnSpPr/>
          <p:nvPr/>
        </p:nvCxnSpPr>
        <p:spPr>
          <a:xfrm>
            <a:off x="4688264" y="3896978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B4A13C-E827-483D-AD31-E5E0AEC067F3}"/>
              </a:ext>
            </a:extLst>
          </p:cNvPr>
          <p:cNvCxnSpPr/>
          <p:nvPr/>
        </p:nvCxnSpPr>
        <p:spPr>
          <a:xfrm>
            <a:off x="4707117" y="4984895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A31D85F-C79C-4E87-8113-FA55227A18ED}"/>
              </a:ext>
            </a:extLst>
          </p:cNvPr>
          <p:cNvCxnSpPr/>
          <p:nvPr/>
        </p:nvCxnSpPr>
        <p:spPr>
          <a:xfrm>
            <a:off x="6883138" y="2658360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CF9AFF-13F3-4631-9568-CB2FC10101D2}"/>
              </a:ext>
            </a:extLst>
          </p:cNvPr>
          <p:cNvCxnSpPr/>
          <p:nvPr/>
        </p:nvCxnSpPr>
        <p:spPr>
          <a:xfrm>
            <a:off x="6894136" y="3888555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60C838-A9AD-47D7-8E09-F15D1D6EDA87}"/>
              </a:ext>
            </a:extLst>
          </p:cNvPr>
          <p:cNvCxnSpPr/>
          <p:nvPr/>
        </p:nvCxnSpPr>
        <p:spPr>
          <a:xfrm>
            <a:off x="6883138" y="5112470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DACF233-A7E2-4598-830F-C33AA66F6DAE}"/>
              </a:ext>
            </a:extLst>
          </p:cNvPr>
          <p:cNvCxnSpPr/>
          <p:nvPr/>
        </p:nvCxnSpPr>
        <p:spPr>
          <a:xfrm>
            <a:off x="9051303" y="3888554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3F09B41C-D1F3-4E83-BD9C-4C63BE183D14}"/>
              </a:ext>
            </a:extLst>
          </p:cNvPr>
          <p:cNvSpPr/>
          <p:nvPr/>
        </p:nvSpPr>
        <p:spPr>
          <a:xfrm>
            <a:off x="293197" y="3976879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586EFE5-74BD-4902-8459-06ACD1BCF38D}"/>
              </a:ext>
            </a:extLst>
          </p:cNvPr>
          <p:cNvSpPr/>
          <p:nvPr/>
        </p:nvSpPr>
        <p:spPr>
          <a:xfrm>
            <a:off x="10904323" y="3968806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261D1C5-38A8-4C7E-823B-04953178065D}"/>
              </a:ext>
            </a:extLst>
          </p:cNvPr>
          <p:cNvSpPr/>
          <p:nvPr/>
        </p:nvSpPr>
        <p:spPr>
          <a:xfrm>
            <a:off x="2199432" y="264878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7012C06-7A3C-48C3-9F98-CE0976C78DDD}"/>
              </a:ext>
            </a:extLst>
          </p:cNvPr>
          <p:cNvSpPr/>
          <p:nvPr/>
        </p:nvSpPr>
        <p:spPr>
          <a:xfrm>
            <a:off x="2223993" y="3912104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91F728-CA5A-4E32-A5B7-C5C0331C1967}"/>
              </a:ext>
            </a:extLst>
          </p:cNvPr>
          <p:cNvSpPr/>
          <p:nvPr/>
        </p:nvSpPr>
        <p:spPr>
          <a:xfrm>
            <a:off x="2174172" y="4994111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19F42CB-FA8E-460B-9F72-89B55E21A90E}"/>
              </a:ext>
            </a:extLst>
          </p:cNvPr>
          <p:cNvSpPr/>
          <p:nvPr/>
        </p:nvSpPr>
        <p:spPr>
          <a:xfrm>
            <a:off x="4372637" y="2662598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75EE4FC-8A69-49B6-868A-8B43032576CD}"/>
              </a:ext>
            </a:extLst>
          </p:cNvPr>
          <p:cNvSpPr/>
          <p:nvPr/>
        </p:nvSpPr>
        <p:spPr>
          <a:xfrm>
            <a:off x="4342140" y="3886724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25750B-6A19-4B6A-B177-9C5F604A99A2}"/>
              </a:ext>
            </a:extLst>
          </p:cNvPr>
          <p:cNvSpPr/>
          <p:nvPr/>
        </p:nvSpPr>
        <p:spPr>
          <a:xfrm>
            <a:off x="4373091" y="502668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BD6D124-8177-4E04-AE35-755A08C4532D}"/>
              </a:ext>
            </a:extLst>
          </p:cNvPr>
          <p:cNvSpPr/>
          <p:nvPr/>
        </p:nvSpPr>
        <p:spPr>
          <a:xfrm>
            <a:off x="6514962" y="2693275"/>
            <a:ext cx="3433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FD2628-4681-4664-8D78-A166F08D80D9}"/>
              </a:ext>
            </a:extLst>
          </p:cNvPr>
          <p:cNvSpPr/>
          <p:nvPr/>
        </p:nvSpPr>
        <p:spPr>
          <a:xfrm>
            <a:off x="6529043" y="3905053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508914C-23FB-495C-926F-B8FA3DA8394D}"/>
              </a:ext>
            </a:extLst>
          </p:cNvPr>
          <p:cNvSpPr/>
          <p:nvPr/>
        </p:nvSpPr>
        <p:spPr>
          <a:xfrm>
            <a:off x="6568316" y="5113635"/>
            <a:ext cx="2295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CE7042E-BD25-47FF-BB0A-5120D922A453}"/>
              </a:ext>
            </a:extLst>
          </p:cNvPr>
          <p:cNvSpPr/>
          <p:nvPr/>
        </p:nvSpPr>
        <p:spPr>
          <a:xfrm>
            <a:off x="8731093" y="3912104"/>
            <a:ext cx="26321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55C79A7-4E41-4125-AE16-F3114EEB3FCC}"/>
              </a:ext>
            </a:extLst>
          </p:cNvPr>
          <p:cNvCxnSpPr>
            <a:stCxn id="6" idx="3"/>
          </p:cNvCxnSpPr>
          <p:nvPr/>
        </p:nvCxnSpPr>
        <p:spPr>
          <a:xfrm flipV="1">
            <a:off x="1465848" y="2953297"/>
            <a:ext cx="708324" cy="12678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573B815-2387-4026-B5FA-17454B769554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1465848" y="4216707"/>
            <a:ext cx="708325" cy="44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118700-D61C-47F4-AC39-CF3DAED1BC0B}"/>
              </a:ext>
            </a:extLst>
          </p:cNvPr>
          <p:cNvCxnSpPr>
            <a:stCxn id="6" idx="3"/>
          </p:cNvCxnSpPr>
          <p:nvPr/>
        </p:nvCxnSpPr>
        <p:spPr>
          <a:xfrm>
            <a:off x="1465848" y="4221136"/>
            <a:ext cx="670288" cy="11115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08542D9-48E1-4A38-9C31-5866A9A0AF29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3493925" y="2953297"/>
            <a:ext cx="813154" cy="16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1A06BF2-B970-40A9-A62A-DE351BA6B700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3493925" y="2953297"/>
            <a:ext cx="813154" cy="1246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BCAC576-29A6-433F-AA84-DB2DBF4C4027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3493926" y="4199640"/>
            <a:ext cx="813153" cy="17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45BBFCC-5728-4343-97B0-7DDD1EE55569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3455889" y="5312128"/>
            <a:ext cx="8879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230F065-7F6D-4DB5-BC24-D7924A272C5E}"/>
              </a:ext>
            </a:extLst>
          </p:cNvPr>
          <p:cNvCxnSpPr>
            <a:stCxn id="11" idx="3"/>
          </p:cNvCxnSpPr>
          <p:nvPr/>
        </p:nvCxnSpPr>
        <p:spPr>
          <a:xfrm flipV="1">
            <a:off x="5626832" y="2953297"/>
            <a:ext cx="828202" cy="16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15C8E7E-79BD-4578-B1AE-36D6B42BEC3F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5626832" y="4199640"/>
            <a:ext cx="862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9A7CD40-AD91-4045-A3DD-8C1F60B2C2F1}"/>
              </a:ext>
            </a:extLst>
          </p:cNvPr>
          <p:cNvCxnSpPr>
            <a:stCxn id="13" idx="3"/>
          </p:cNvCxnSpPr>
          <p:nvPr/>
        </p:nvCxnSpPr>
        <p:spPr>
          <a:xfrm>
            <a:off x="5663569" y="5312128"/>
            <a:ext cx="7914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4835F95-9D96-41B7-A0E7-62C89B8DAD0D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7774787" y="4216138"/>
            <a:ext cx="896200" cy="12074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A24267D-8308-4E40-9777-A9A605196735}"/>
              </a:ext>
            </a:extLst>
          </p:cNvPr>
          <p:cNvCxnSpPr>
            <a:stCxn id="14" idx="3"/>
          </p:cNvCxnSpPr>
          <p:nvPr/>
        </p:nvCxnSpPr>
        <p:spPr>
          <a:xfrm>
            <a:off x="7808786" y="2975725"/>
            <a:ext cx="769606" cy="1143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1E5EBBB-4065-4C09-BF50-0958B0A7B07B}"/>
              </a:ext>
            </a:extLst>
          </p:cNvPr>
          <p:cNvCxnSpPr>
            <a:stCxn id="15" idx="3"/>
          </p:cNvCxnSpPr>
          <p:nvPr/>
        </p:nvCxnSpPr>
        <p:spPr>
          <a:xfrm>
            <a:off x="7808786" y="4199640"/>
            <a:ext cx="7413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EBC33AF-AC80-4DDC-928F-741E6334C750}"/>
              </a:ext>
            </a:extLst>
          </p:cNvPr>
          <p:cNvCxnSpPr>
            <a:stCxn id="17" idx="3"/>
            <a:endCxn id="7" idx="1"/>
          </p:cNvCxnSpPr>
          <p:nvPr/>
        </p:nvCxnSpPr>
        <p:spPr>
          <a:xfrm flipV="1">
            <a:off x="9990740" y="4199641"/>
            <a:ext cx="764106" cy="164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A5DEB5A-9F9D-464E-BC46-11A853002B5E}"/>
              </a:ext>
            </a:extLst>
          </p:cNvPr>
          <p:cNvSpPr/>
          <p:nvPr/>
        </p:nvSpPr>
        <p:spPr>
          <a:xfrm>
            <a:off x="2194015" y="2941889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8FCB70C-265D-4844-A6CA-34DD9109925D}"/>
              </a:ext>
            </a:extLst>
          </p:cNvPr>
          <p:cNvSpPr/>
          <p:nvPr/>
        </p:nvSpPr>
        <p:spPr>
          <a:xfrm>
            <a:off x="2220411" y="4194452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56D87E1-6E95-473A-A0A1-B0C2BA7806D5}"/>
              </a:ext>
            </a:extLst>
          </p:cNvPr>
          <p:cNvSpPr/>
          <p:nvPr/>
        </p:nvSpPr>
        <p:spPr>
          <a:xfrm>
            <a:off x="2174997" y="5300741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7F2C5CC-7D26-4404-804F-CBB5D945DC7F}"/>
              </a:ext>
            </a:extLst>
          </p:cNvPr>
          <p:cNvSpPr/>
          <p:nvPr/>
        </p:nvSpPr>
        <p:spPr>
          <a:xfrm>
            <a:off x="2493103" y="2648782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1F92672-BCF2-4DB6-9B32-B9E762105AF8}"/>
              </a:ext>
            </a:extLst>
          </p:cNvPr>
          <p:cNvSpPr/>
          <p:nvPr/>
        </p:nvSpPr>
        <p:spPr>
          <a:xfrm>
            <a:off x="2511740" y="3933577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1B69623-D261-40AA-B423-BCA9372F352A}"/>
              </a:ext>
            </a:extLst>
          </p:cNvPr>
          <p:cNvSpPr/>
          <p:nvPr/>
        </p:nvSpPr>
        <p:spPr>
          <a:xfrm>
            <a:off x="2510511" y="5004630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86CE27F-D057-46B3-8658-7E76801D1A8E}"/>
              </a:ext>
            </a:extLst>
          </p:cNvPr>
          <p:cNvSpPr/>
          <p:nvPr/>
        </p:nvSpPr>
        <p:spPr>
          <a:xfrm>
            <a:off x="3106353" y="2630890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4D83FF3-24A6-483C-A831-AAFE16BF80B0}"/>
              </a:ext>
            </a:extLst>
          </p:cNvPr>
          <p:cNvSpPr/>
          <p:nvPr/>
        </p:nvSpPr>
        <p:spPr>
          <a:xfrm>
            <a:off x="3134696" y="390185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7120E1A-3CCC-4FE3-85A5-882563692348}"/>
              </a:ext>
            </a:extLst>
          </p:cNvPr>
          <p:cNvSpPr/>
          <p:nvPr/>
        </p:nvSpPr>
        <p:spPr>
          <a:xfrm>
            <a:off x="3095960" y="498489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EFC7D38-28B4-494A-9F71-21C9EDCFC370}"/>
              </a:ext>
            </a:extLst>
          </p:cNvPr>
          <p:cNvSpPr/>
          <p:nvPr/>
        </p:nvSpPr>
        <p:spPr>
          <a:xfrm>
            <a:off x="4680735" y="2667971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359E157-535B-47A5-A74C-1B8BCA63221C}"/>
              </a:ext>
            </a:extLst>
          </p:cNvPr>
          <p:cNvSpPr/>
          <p:nvPr/>
        </p:nvSpPr>
        <p:spPr>
          <a:xfrm>
            <a:off x="4680734" y="390185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124C04D-2A70-4C43-A0F8-2BE56E6E9814}"/>
              </a:ext>
            </a:extLst>
          </p:cNvPr>
          <p:cNvSpPr/>
          <p:nvPr/>
        </p:nvSpPr>
        <p:spPr>
          <a:xfrm>
            <a:off x="4688264" y="5015552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ED802FB-3F99-4C0A-A1CA-C75BF3349838}"/>
              </a:ext>
            </a:extLst>
          </p:cNvPr>
          <p:cNvSpPr/>
          <p:nvPr/>
        </p:nvSpPr>
        <p:spPr>
          <a:xfrm>
            <a:off x="4387064" y="296887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1CFCB7C-834E-4329-B96F-1C064C892D76}"/>
              </a:ext>
            </a:extLst>
          </p:cNvPr>
          <p:cNvSpPr/>
          <p:nvPr/>
        </p:nvSpPr>
        <p:spPr>
          <a:xfrm>
            <a:off x="4340765" y="4176234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DA37243-385D-4AE9-A483-2F90B3C036AC}"/>
              </a:ext>
            </a:extLst>
          </p:cNvPr>
          <p:cNvSpPr/>
          <p:nvPr/>
        </p:nvSpPr>
        <p:spPr>
          <a:xfrm>
            <a:off x="4397068" y="532812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7312CEF-6301-410C-A53A-A9A67437CE50}"/>
              </a:ext>
            </a:extLst>
          </p:cNvPr>
          <p:cNvSpPr/>
          <p:nvPr/>
        </p:nvSpPr>
        <p:spPr>
          <a:xfrm>
            <a:off x="5268077" y="2658359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039B552-6E90-47D5-869A-8026BD6E1AC6}"/>
              </a:ext>
            </a:extLst>
          </p:cNvPr>
          <p:cNvSpPr/>
          <p:nvPr/>
        </p:nvSpPr>
        <p:spPr>
          <a:xfrm>
            <a:off x="5163719" y="389421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7404A5C-4B9A-4CB0-BFCC-6A9329F83EAF}"/>
              </a:ext>
            </a:extLst>
          </p:cNvPr>
          <p:cNvSpPr/>
          <p:nvPr/>
        </p:nvSpPr>
        <p:spPr>
          <a:xfrm>
            <a:off x="5285783" y="5004630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26FB7A8-CD54-4A5D-B4CD-BB1A00BD1BDF}"/>
              </a:ext>
            </a:extLst>
          </p:cNvPr>
          <p:cNvSpPr/>
          <p:nvPr/>
        </p:nvSpPr>
        <p:spPr>
          <a:xfrm>
            <a:off x="6897186" y="269327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17B7027-0A39-4A75-BF49-E6B3AF247308}"/>
              </a:ext>
            </a:extLst>
          </p:cNvPr>
          <p:cNvSpPr/>
          <p:nvPr/>
        </p:nvSpPr>
        <p:spPr>
          <a:xfrm>
            <a:off x="6880642" y="389421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F962166-ACCD-4810-824E-A5D1354B930C}"/>
              </a:ext>
            </a:extLst>
          </p:cNvPr>
          <p:cNvSpPr/>
          <p:nvPr/>
        </p:nvSpPr>
        <p:spPr>
          <a:xfrm>
            <a:off x="6895793" y="5100272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4979FF4-04FD-4447-B68A-E9DE5B8F1E5A}"/>
              </a:ext>
            </a:extLst>
          </p:cNvPr>
          <p:cNvSpPr/>
          <p:nvPr/>
        </p:nvSpPr>
        <p:spPr>
          <a:xfrm>
            <a:off x="6539250" y="2979619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D72F77E-A5EE-4FF2-820E-42FCF64CC856}"/>
              </a:ext>
            </a:extLst>
          </p:cNvPr>
          <p:cNvSpPr/>
          <p:nvPr/>
        </p:nvSpPr>
        <p:spPr>
          <a:xfrm>
            <a:off x="6556964" y="421555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9C72291-F356-4972-A5CB-BE4A82A6AA30}"/>
              </a:ext>
            </a:extLst>
          </p:cNvPr>
          <p:cNvSpPr/>
          <p:nvPr/>
        </p:nvSpPr>
        <p:spPr>
          <a:xfrm>
            <a:off x="6546831" y="5409819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3AE4177-E35A-4E3E-840B-CE18B2D975E5}"/>
              </a:ext>
            </a:extLst>
          </p:cNvPr>
          <p:cNvSpPr/>
          <p:nvPr/>
        </p:nvSpPr>
        <p:spPr>
          <a:xfrm>
            <a:off x="7341027" y="2677733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E24027D-72E5-4EFC-8DFA-84C875ED8D49}"/>
              </a:ext>
            </a:extLst>
          </p:cNvPr>
          <p:cNvSpPr/>
          <p:nvPr/>
        </p:nvSpPr>
        <p:spPr>
          <a:xfrm>
            <a:off x="7369443" y="389421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2F05100-8559-4DF2-B900-4D5D4865D8D4}"/>
              </a:ext>
            </a:extLst>
          </p:cNvPr>
          <p:cNvSpPr/>
          <p:nvPr/>
        </p:nvSpPr>
        <p:spPr>
          <a:xfrm>
            <a:off x="7423944" y="5106693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2258B44-9DFE-489A-99A7-9C5A35E7EE53}"/>
              </a:ext>
            </a:extLst>
          </p:cNvPr>
          <p:cNvSpPr/>
          <p:nvPr/>
        </p:nvSpPr>
        <p:spPr>
          <a:xfrm flipH="1">
            <a:off x="8997480" y="3914284"/>
            <a:ext cx="43130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9D6CDB3-2302-440C-A678-5F1A6EB1A340}"/>
              </a:ext>
            </a:extLst>
          </p:cNvPr>
          <p:cNvSpPr/>
          <p:nvPr/>
        </p:nvSpPr>
        <p:spPr>
          <a:xfrm>
            <a:off x="8697194" y="420516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EA1E1EC-6991-4885-BC50-86DF4972500A}"/>
              </a:ext>
            </a:extLst>
          </p:cNvPr>
          <p:cNvSpPr/>
          <p:nvPr/>
        </p:nvSpPr>
        <p:spPr>
          <a:xfrm>
            <a:off x="9566947" y="389421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69F6271-6AF9-4856-9D76-A846373BFA61}"/>
              </a:ext>
            </a:extLst>
          </p:cNvPr>
          <p:cNvSpPr/>
          <p:nvPr/>
        </p:nvSpPr>
        <p:spPr>
          <a:xfrm>
            <a:off x="11141311" y="3525569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B85B920-EE18-436A-B9B5-A7DF737AA665}"/>
              </a:ext>
            </a:extLst>
          </p:cNvPr>
          <p:cNvSpPr/>
          <p:nvPr/>
        </p:nvSpPr>
        <p:spPr>
          <a:xfrm>
            <a:off x="578136" y="3593446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0CF2B0A-A525-4B25-938B-871C0AB42C5C}"/>
              </a:ext>
            </a:extLst>
          </p:cNvPr>
          <p:cNvSpPr/>
          <p:nvPr/>
        </p:nvSpPr>
        <p:spPr>
          <a:xfrm>
            <a:off x="11179429" y="453515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A3E9786-6057-4C27-9CD0-82C261BAE202}"/>
              </a:ext>
            </a:extLst>
          </p:cNvPr>
          <p:cNvSpPr/>
          <p:nvPr/>
        </p:nvSpPr>
        <p:spPr>
          <a:xfrm>
            <a:off x="9575468" y="420430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0324C72-8545-41B5-B364-B8E1F02EB97A}"/>
              </a:ext>
            </a:extLst>
          </p:cNvPr>
          <p:cNvSpPr/>
          <p:nvPr/>
        </p:nvSpPr>
        <p:spPr>
          <a:xfrm>
            <a:off x="9009637" y="420430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DEE0618-4E45-4918-8E79-E547F806568B}"/>
              </a:ext>
            </a:extLst>
          </p:cNvPr>
          <p:cNvSpPr/>
          <p:nvPr/>
        </p:nvSpPr>
        <p:spPr>
          <a:xfrm>
            <a:off x="7369441" y="2978440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AFA089A-9A39-4320-ACF2-F639CCD8DB44}"/>
              </a:ext>
            </a:extLst>
          </p:cNvPr>
          <p:cNvSpPr/>
          <p:nvPr/>
        </p:nvSpPr>
        <p:spPr>
          <a:xfrm>
            <a:off x="7360682" y="4194452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842B086-C1DE-4C7F-8855-6F8B097F4456}"/>
              </a:ext>
            </a:extLst>
          </p:cNvPr>
          <p:cNvSpPr/>
          <p:nvPr/>
        </p:nvSpPr>
        <p:spPr>
          <a:xfrm>
            <a:off x="7341027" y="5410006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8461FDF-7D57-4C89-8461-BE71AD7525F6}"/>
              </a:ext>
            </a:extLst>
          </p:cNvPr>
          <p:cNvSpPr/>
          <p:nvPr/>
        </p:nvSpPr>
        <p:spPr>
          <a:xfrm>
            <a:off x="6861324" y="5409819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824129-67BB-4C4D-B07F-850FF0A8F3EF}"/>
              </a:ext>
            </a:extLst>
          </p:cNvPr>
          <p:cNvSpPr/>
          <p:nvPr/>
        </p:nvSpPr>
        <p:spPr>
          <a:xfrm>
            <a:off x="6887501" y="300652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9E63BCF-175F-456B-97B2-85EAAAFA6321}"/>
              </a:ext>
            </a:extLst>
          </p:cNvPr>
          <p:cNvSpPr/>
          <p:nvPr/>
        </p:nvSpPr>
        <p:spPr>
          <a:xfrm>
            <a:off x="6897380" y="420430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A675F03-0073-4F30-B009-F991C0D56915}"/>
              </a:ext>
            </a:extLst>
          </p:cNvPr>
          <p:cNvSpPr/>
          <p:nvPr/>
        </p:nvSpPr>
        <p:spPr>
          <a:xfrm>
            <a:off x="5255530" y="296887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FFB71D9-8A56-466B-8E56-F864CF3B6E47}"/>
              </a:ext>
            </a:extLst>
          </p:cNvPr>
          <p:cNvSpPr/>
          <p:nvPr/>
        </p:nvSpPr>
        <p:spPr>
          <a:xfrm>
            <a:off x="5185469" y="420430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3B758A4-CF22-4782-A6B5-BF0DC4F57AF4}"/>
              </a:ext>
            </a:extLst>
          </p:cNvPr>
          <p:cNvSpPr/>
          <p:nvPr/>
        </p:nvSpPr>
        <p:spPr>
          <a:xfrm>
            <a:off x="5201703" y="5298151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533CCCD-4D49-4BAD-8D1D-3EDEC083B475}"/>
              </a:ext>
            </a:extLst>
          </p:cNvPr>
          <p:cNvSpPr/>
          <p:nvPr/>
        </p:nvSpPr>
        <p:spPr>
          <a:xfrm>
            <a:off x="4688350" y="532663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196D7C3-82DA-400A-B5A7-9DF052EFEED5}"/>
              </a:ext>
            </a:extLst>
          </p:cNvPr>
          <p:cNvSpPr/>
          <p:nvPr/>
        </p:nvSpPr>
        <p:spPr>
          <a:xfrm>
            <a:off x="4662775" y="4203488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DC5C69F-C128-45C7-90E9-50C5E96CDEC4}"/>
              </a:ext>
            </a:extLst>
          </p:cNvPr>
          <p:cNvSpPr/>
          <p:nvPr/>
        </p:nvSpPr>
        <p:spPr>
          <a:xfrm>
            <a:off x="4671329" y="296887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44AE899-D557-4AD2-B6AA-69547E4A73E8}"/>
              </a:ext>
            </a:extLst>
          </p:cNvPr>
          <p:cNvSpPr/>
          <p:nvPr/>
        </p:nvSpPr>
        <p:spPr>
          <a:xfrm>
            <a:off x="3087447" y="2952042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B3D4AE1-87E8-4684-9442-7CD2DB85750C}"/>
              </a:ext>
            </a:extLst>
          </p:cNvPr>
          <p:cNvSpPr/>
          <p:nvPr/>
        </p:nvSpPr>
        <p:spPr>
          <a:xfrm>
            <a:off x="3125352" y="4204308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9C6EA18-7A82-4E5E-B9DF-81D1FE12771A}"/>
              </a:ext>
            </a:extLst>
          </p:cNvPr>
          <p:cNvSpPr/>
          <p:nvPr/>
        </p:nvSpPr>
        <p:spPr>
          <a:xfrm>
            <a:off x="3097202" y="5307698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9936013-0CB8-4647-9988-C8B81FCDF3B3}"/>
              </a:ext>
            </a:extLst>
          </p:cNvPr>
          <p:cNvSpPr/>
          <p:nvPr/>
        </p:nvSpPr>
        <p:spPr>
          <a:xfrm>
            <a:off x="2513578" y="5307698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0B4A349-C5ED-431D-9319-C51F2B0BA52E}"/>
              </a:ext>
            </a:extLst>
          </p:cNvPr>
          <p:cNvSpPr/>
          <p:nvPr/>
        </p:nvSpPr>
        <p:spPr>
          <a:xfrm>
            <a:off x="2512554" y="421459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C244EBF-2FD4-427C-8042-05C165959D97}"/>
              </a:ext>
            </a:extLst>
          </p:cNvPr>
          <p:cNvSpPr/>
          <p:nvPr/>
        </p:nvSpPr>
        <p:spPr>
          <a:xfrm>
            <a:off x="2501703" y="2949511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0003B57-2F4F-4721-BE41-EF5804D1C131}"/>
              </a:ext>
            </a:extLst>
          </p:cNvPr>
          <p:cNvSpPr/>
          <p:nvPr/>
        </p:nvSpPr>
        <p:spPr>
          <a:xfrm>
            <a:off x="7056038" y="4738641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4EB854B-5FD8-4819-8687-E6F00CB1AB9E}"/>
              </a:ext>
            </a:extLst>
          </p:cNvPr>
          <p:cNvSpPr/>
          <p:nvPr/>
        </p:nvSpPr>
        <p:spPr>
          <a:xfrm>
            <a:off x="4930321" y="2244886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4166D0E-AA81-4FF7-BC36-04EFC16493C5}"/>
              </a:ext>
            </a:extLst>
          </p:cNvPr>
          <p:cNvSpPr/>
          <p:nvPr/>
        </p:nvSpPr>
        <p:spPr>
          <a:xfrm>
            <a:off x="6996668" y="2254388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2B90F57-5AE9-4A35-8070-888DD2D8A8DE}"/>
              </a:ext>
            </a:extLst>
          </p:cNvPr>
          <p:cNvSpPr/>
          <p:nvPr/>
        </p:nvSpPr>
        <p:spPr>
          <a:xfrm>
            <a:off x="9204268" y="3468244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0D97C79-E25E-41B5-B1C8-9DFA9B1DB156}"/>
              </a:ext>
            </a:extLst>
          </p:cNvPr>
          <p:cNvSpPr/>
          <p:nvPr/>
        </p:nvSpPr>
        <p:spPr>
          <a:xfrm>
            <a:off x="2706755" y="3527268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E016ED9-616F-4E33-8D5A-CCF8674EA9A6}"/>
              </a:ext>
            </a:extLst>
          </p:cNvPr>
          <p:cNvSpPr/>
          <p:nvPr/>
        </p:nvSpPr>
        <p:spPr>
          <a:xfrm>
            <a:off x="4855610" y="3536232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3D66B4B-0030-49A7-B4D7-9012E9FB5839}"/>
              </a:ext>
            </a:extLst>
          </p:cNvPr>
          <p:cNvSpPr/>
          <p:nvPr/>
        </p:nvSpPr>
        <p:spPr>
          <a:xfrm>
            <a:off x="7032299" y="3545334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D109E06-FB42-42E3-A473-85DCCED96D6E}"/>
              </a:ext>
            </a:extLst>
          </p:cNvPr>
          <p:cNvSpPr/>
          <p:nvPr/>
        </p:nvSpPr>
        <p:spPr>
          <a:xfrm>
            <a:off x="2697132" y="2283136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2133C12-FFD6-4686-A0C7-41FC772B3FDA}"/>
              </a:ext>
            </a:extLst>
          </p:cNvPr>
          <p:cNvSpPr/>
          <p:nvPr/>
        </p:nvSpPr>
        <p:spPr>
          <a:xfrm>
            <a:off x="4863762" y="4643266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EB860D2-341E-49B4-8381-DECE52027372}"/>
              </a:ext>
            </a:extLst>
          </p:cNvPr>
          <p:cNvSpPr/>
          <p:nvPr/>
        </p:nvSpPr>
        <p:spPr>
          <a:xfrm>
            <a:off x="2724565" y="4600932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ADA26EE-4960-4013-920F-751E31636DB2}"/>
              </a:ext>
            </a:extLst>
          </p:cNvPr>
          <p:cNvSpPr/>
          <p:nvPr/>
        </p:nvSpPr>
        <p:spPr>
          <a:xfrm>
            <a:off x="8607546" y="5313611"/>
            <a:ext cx="22717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– D – G – J 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120623C-5220-4155-94B3-ECB9B34C4854}"/>
              </a:ext>
            </a:extLst>
          </p:cNvPr>
          <p:cNvSpPr/>
          <p:nvPr/>
        </p:nvSpPr>
        <p:spPr>
          <a:xfrm>
            <a:off x="589273" y="4569364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66AF6C8-7D5A-4501-9769-B592B39E2699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556315A-0FBE-477B-A069-989E90CABF34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98A625D-798C-4122-A84C-504315A0F33F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082C1FC-51E2-4D20-A769-91DEAB7A2967}"/>
              </a:ext>
            </a:extLst>
          </p:cNvPr>
          <p:cNvSpPr/>
          <p:nvPr/>
        </p:nvSpPr>
        <p:spPr>
          <a:xfrm>
            <a:off x="9762562" y="2163916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E5AAC31-8A6B-4188-A1EC-2BE7B1C847C3}"/>
              </a:ext>
            </a:extLst>
          </p:cNvPr>
          <p:cNvSpPr/>
          <p:nvPr/>
        </p:nvSpPr>
        <p:spPr>
          <a:xfrm>
            <a:off x="10160906" y="2375078"/>
            <a:ext cx="56938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787A3B6-9C89-483E-8585-09A9EF79E2DC}"/>
              </a:ext>
            </a:extLst>
          </p:cNvPr>
          <p:cNvSpPr/>
          <p:nvPr/>
        </p:nvSpPr>
        <p:spPr>
          <a:xfrm>
            <a:off x="9925036" y="2593911"/>
            <a:ext cx="10706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</a:t>
            </a:r>
            <a:endParaRPr lang="en-US" sz="1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4D47792-968D-4489-A39E-39176B81C9B2}"/>
              </a:ext>
            </a:extLst>
          </p:cNvPr>
          <p:cNvSpPr/>
          <p:nvPr/>
        </p:nvSpPr>
        <p:spPr>
          <a:xfrm>
            <a:off x="7109223" y="5761509"/>
            <a:ext cx="4778937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Duration = 4 + 5 + 4 + 5</a:t>
            </a:r>
          </a:p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= 18 days </a:t>
            </a:r>
            <a:endParaRPr lang="en-US" sz="28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7577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0C2858-A571-44B6-BD43-076EF3D2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GUIDE</a:t>
            </a:r>
            <a:endParaRPr lang="LID4096" b="1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8B8F92F2-9B43-411B-AD42-A71550D17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922855"/>
              </p:ext>
            </p:extLst>
          </p:nvPr>
        </p:nvGraphicFramePr>
        <p:xfrm>
          <a:off x="1141413" y="2249488"/>
          <a:ext cx="504257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385">
                  <a:extLst>
                    <a:ext uri="{9D8B030D-6E8A-4147-A177-3AD203B41FA5}">
                      <a16:colId xmlns:a16="http://schemas.microsoft.com/office/drawing/2014/main" val="2382490166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3544894167"/>
                    </a:ext>
                  </a:extLst>
                </a:gridCol>
                <a:gridCol w="480767">
                  <a:extLst>
                    <a:ext uri="{9D8B030D-6E8A-4147-A177-3AD203B41FA5}">
                      <a16:colId xmlns:a16="http://schemas.microsoft.com/office/drawing/2014/main" val="101894635"/>
                    </a:ext>
                  </a:extLst>
                </a:gridCol>
                <a:gridCol w="546754">
                  <a:extLst>
                    <a:ext uri="{9D8B030D-6E8A-4147-A177-3AD203B41FA5}">
                      <a16:colId xmlns:a16="http://schemas.microsoft.com/office/drawing/2014/main" val="2873252392"/>
                    </a:ext>
                  </a:extLst>
                </a:gridCol>
                <a:gridCol w="556182">
                  <a:extLst>
                    <a:ext uri="{9D8B030D-6E8A-4147-A177-3AD203B41FA5}">
                      <a16:colId xmlns:a16="http://schemas.microsoft.com/office/drawing/2014/main" val="3632794115"/>
                    </a:ext>
                  </a:extLst>
                </a:gridCol>
                <a:gridCol w="461913">
                  <a:extLst>
                    <a:ext uri="{9D8B030D-6E8A-4147-A177-3AD203B41FA5}">
                      <a16:colId xmlns:a16="http://schemas.microsoft.com/office/drawing/2014/main" val="2521905876"/>
                    </a:ext>
                  </a:extLst>
                </a:gridCol>
                <a:gridCol w="565608">
                  <a:extLst>
                    <a:ext uri="{9D8B030D-6E8A-4147-A177-3AD203B41FA5}">
                      <a16:colId xmlns:a16="http://schemas.microsoft.com/office/drawing/2014/main" val="994433337"/>
                    </a:ext>
                  </a:extLst>
                </a:gridCol>
                <a:gridCol w="471341">
                  <a:extLst>
                    <a:ext uri="{9D8B030D-6E8A-4147-A177-3AD203B41FA5}">
                      <a16:colId xmlns:a16="http://schemas.microsoft.com/office/drawing/2014/main" val="613085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11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Immediate Predecessors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A,B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62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Expected Time (weeks)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7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9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12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8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9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6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5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156103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002F7-86BF-4900-AAA3-5128696E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0188" y="6322443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79AE1-2FFF-4B34-809F-E890081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14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AD0E1-CACB-4151-B0BB-4A7FAF17114E}"/>
              </a:ext>
            </a:extLst>
          </p:cNvPr>
          <p:cNvSpPr/>
          <p:nvPr/>
        </p:nvSpPr>
        <p:spPr>
          <a:xfrm>
            <a:off x="7484094" y="2097088"/>
            <a:ext cx="227658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F809EB-E83D-41A9-8F9E-912A38683FB7}"/>
              </a:ext>
            </a:extLst>
          </p:cNvPr>
          <p:cNvSpPr/>
          <p:nvPr/>
        </p:nvSpPr>
        <p:spPr>
          <a:xfrm>
            <a:off x="6697820" y="2676954"/>
            <a:ext cx="384913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Construct a project network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7249A5-41D2-4C74-A4F5-A189E964151D}"/>
              </a:ext>
            </a:extLst>
          </p:cNvPr>
          <p:cNvSpPr/>
          <p:nvPr/>
        </p:nvSpPr>
        <p:spPr>
          <a:xfrm>
            <a:off x="6697820" y="3198167"/>
            <a:ext cx="466634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Perform forward and back passes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41E8A-5683-485F-BDC3-F52DE49653AA}"/>
              </a:ext>
            </a:extLst>
          </p:cNvPr>
          <p:cNvSpPr/>
          <p:nvPr/>
        </p:nvSpPr>
        <p:spPr>
          <a:xfrm>
            <a:off x="6697820" y="3669655"/>
            <a:ext cx="466986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Determine project completion 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EEF105-D8C5-439D-8A79-12D8B2E6CE1A}"/>
              </a:ext>
            </a:extLst>
          </p:cNvPr>
          <p:cNvSpPr/>
          <p:nvPr/>
        </p:nvSpPr>
        <p:spPr>
          <a:xfrm>
            <a:off x="6697820" y="4116083"/>
            <a:ext cx="31838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Calculate slack values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9C21C4-02C4-4B21-B520-0E8DA7F2E555}"/>
              </a:ext>
            </a:extLst>
          </p:cNvPr>
          <p:cNvSpPr/>
          <p:nvPr/>
        </p:nvSpPr>
        <p:spPr>
          <a:xfrm>
            <a:off x="6697820" y="4568304"/>
            <a:ext cx="313098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State the critical path</a:t>
            </a:r>
          </a:p>
        </p:txBody>
      </p: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180DD7BA-A0FF-4E73-91FE-CF717FFEB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86528"/>
              </p:ext>
            </p:extLst>
          </p:nvPr>
        </p:nvGraphicFramePr>
        <p:xfrm>
          <a:off x="1141411" y="4206908"/>
          <a:ext cx="13522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103">
                  <a:extLst>
                    <a:ext uri="{9D8B030D-6E8A-4147-A177-3AD203B41FA5}">
                      <a16:colId xmlns:a16="http://schemas.microsoft.com/office/drawing/2014/main" val="938450019"/>
                    </a:ext>
                  </a:extLst>
                </a:gridCol>
                <a:gridCol w="452487">
                  <a:extLst>
                    <a:ext uri="{9D8B030D-6E8A-4147-A177-3AD203B41FA5}">
                      <a16:colId xmlns:a16="http://schemas.microsoft.com/office/drawing/2014/main" val="3131622373"/>
                    </a:ext>
                  </a:extLst>
                </a:gridCol>
                <a:gridCol w="433633">
                  <a:extLst>
                    <a:ext uri="{9D8B030D-6E8A-4147-A177-3AD203B41FA5}">
                      <a16:colId xmlns:a16="http://schemas.microsoft.com/office/drawing/2014/main" val="3947452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EF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602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491729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2241B80F-0316-4C6C-999D-E47FC4FB078A}"/>
              </a:ext>
            </a:extLst>
          </p:cNvPr>
          <p:cNvSpPr/>
          <p:nvPr/>
        </p:nvSpPr>
        <p:spPr>
          <a:xfrm>
            <a:off x="3786960" y="4089698"/>
            <a:ext cx="90758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DB5A42-EAA4-4C20-9216-7D9A1850D9D9}"/>
              </a:ext>
            </a:extLst>
          </p:cNvPr>
          <p:cNvSpPr/>
          <p:nvPr/>
        </p:nvSpPr>
        <p:spPr>
          <a:xfrm>
            <a:off x="3550122" y="4524821"/>
            <a:ext cx="123944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A.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Activities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C3881B-0DAF-4BC9-92FA-16A35EBD7D0D}"/>
              </a:ext>
            </a:extLst>
          </p:cNvPr>
          <p:cNvSpPr/>
          <p:nvPr/>
        </p:nvSpPr>
        <p:spPr>
          <a:xfrm>
            <a:off x="2493634" y="4806364"/>
            <a:ext cx="362887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t. Expected duration or Activity Time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DFD599-F520-405E-BC28-1267B6578220}"/>
              </a:ext>
            </a:extLst>
          </p:cNvPr>
          <p:cNvSpPr/>
          <p:nvPr/>
        </p:nvSpPr>
        <p:spPr>
          <a:xfrm>
            <a:off x="3172562" y="5098947"/>
            <a:ext cx="21770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ES. Earliest Start Time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6A6404-EC04-4D65-B885-007610F627FC}"/>
              </a:ext>
            </a:extLst>
          </p:cNvPr>
          <p:cNvSpPr/>
          <p:nvPr/>
        </p:nvSpPr>
        <p:spPr>
          <a:xfrm>
            <a:off x="3193438" y="5353075"/>
            <a:ext cx="217796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EF. Earliest Finish Time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DE3CED-2DCA-4C0A-99CA-812495D830CA}"/>
              </a:ext>
            </a:extLst>
          </p:cNvPr>
          <p:cNvSpPr/>
          <p:nvPr/>
        </p:nvSpPr>
        <p:spPr>
          <a:xfrm>
            <a:off x="3267560" y="5590486"/>
            <a:ext cx="20297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LS. Latest Start Time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1C807-C2D5-4476-BC9B-A9A7EDD1AB32}"/>
              </a:ext>
            </a:extLst>
          </p:cNvPr>
          <p:cNvSpPr/>
          <p:nvPr/>
        </p:nvSpPr>
        <p:spPr>
          <a:xfrm>
            <a:off x="3267560" y="5830904"/>
            <a:ext cx="203068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LF. Latest Finish Time</a:t>
            </a:r>
          </a:p>
        </p:txBody>
      </p:sp>
    </p:spTree>
    <p:extLst>
      <p:ext uri="{BB962C8B-B14F-4D97-AF65-F5344CB8AC3E}">
        <p14:creationId xmlns:p14="http://schemas.microsoft.com/office/powerpoint/2010/main" val="371397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AD710-5E66-4803-912F-65170EE2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91243-2E60-4575-8923-985432D45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Create a draft or sketch.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07771-B6E3-4D7D-A022-61E1B53E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EAD90-8D81-4408-9FC1-D47E03437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15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37D17-2B67-423F-92BD-A64EB789023A}"/>
              </a:ext>
            </a:extLst>
          </p:cNvPr>
          <p:cNvSpPr/>
          <p:nvPr/>
        </p:nvSpPr>
        <p:spPr>
          <a:xfrm>
            <a:off x="1587469" y="3893225"/>
            <a:ext cx="94154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A4CB67-42EF-43D7-AEE5-57880AE06961}"/>
              </a:ext>
            </a:extLst>
          </p:cNvPr>
          <p:cNvCxnSpPr>
            <a:stCxn id="6" idx="3"/>
          </p:cNvCxnSpPr>
          <p:nvPr/>
        </p:nvCxnSpPr>
        <p:spPr>
          <a:xfrm flipV="1">
            <a:off x="2529010" y="3429000"/>
            <a:ext cx="798652" cy="695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D41FFF-911F-4C3F-B7D7-C6DCF283724A}"/>
              </a:ext>
            </a:extLst>
          </p:cNvPr>
          <p:cNvCxnSpPr>
            <a:stCxn id="6" idx="3"/>
          </p:cNvCxnSpPr>
          <p:nvPr/>
        </p:nvCxnSpPr>
        <p:spPr>
          <a:xfrm>
            <a:off x="2529010" y="4124058"/>
            <a:ext cx="864639" cy="3913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AB1478C-9D38-415D-9FAF-1AAB26591A7E}"/>
              </a:ext>
            </a:extLst>
          </p:cNvPr>
          <p:cNvSpPr/>
          <p:nvPr/>
        </p:nvSpPr>
        <p:spPr>
          <a:xfrm>
            <a:off x="3327662" y="3198168"/>
            <a:ext cx="3706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B4BE97-385B-4C2D-889C-E71002973B14}"/>
              </a:ext>
            </a:extLst>
          </p:cNvPr>
          <p:cNvSpPr/>
          <p:nvPr/>
        </p:nvSpPr>
        <p:spPr>
          <a:xfrm>
            <a:off x="3393649" y="4291174"/>
            <a:ext cx="3385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21CCDD-3BDC-4F38-9468-773985996D66}"/>
              </a:ext>
            </a:extLst>
          </p:cNvPr>
          <p:cNvCxnSpPr>
            <a:stCxn id="11" idx="3"/>
          </p:cNvCxnSpPr>
          <p:nvPr/>
        </p:nvCxnSpPr>
        <p:spPr>
          <a:xfrm flipV="1">
            <a:off x="3698277" y="3429000"/>
            <a:ext cx="96799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3D4CF84-6711-4DE5-8ED6-CE6D652AEC11}"/>
              </a:ext>
            </a:extLst>
          </p:cNvPr>
          <p:cNvSpPr/>
          <p:nvPr/>
        </p:nvSpPr>
        <p:spPr>
          <a:xfrm>
            <a:off x="4715260" y="3198167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2C7B49-37DA-470F-8314-98B3A23FE81D}"/>
              </a:ext>
            </a:extLst>
          </p:cNvPr>
          <p:cNvCxnSpPr>
            <a:stCxn id="11" idx="3"/>
          </p:cNvCxnSpPr>
          <p:nvPr/>
        </p:nvCxnSpPr>
        <p:spPr>
          <a:xfrm>
            <a:off x="3698277" y="3429001"/>
            <a:ext cx="967991" cy="992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3174B7-7929-4760-B1C3-F0CA61570D6F}"/>
              </a:ext>
            </a:extLst>
          </p:cNvPr>
          <p:cNvCxnSpPr>
            <a:stCxn id="12" idx="3"/>
          </p:cNvCxnSpPr>
          <p:nvPr/>
        </p:nvCxnSpPr>
        <p:spPr>
          <a:xfrm flipV="1">
            <a:off x="3732203" y="4515439"/>
            <a:ext cx="934065" cy="65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74C3849-C482-468C-BA35-1D6D10C8A8C1}"/>
              </a:ext>
            </a:extLst>
          </p:cNvPr>
          <p:cNvSpPr/>
          <p:nvPr/>
        </p:nvSpPr>
        <p:spPr>
          <a:xfrm>
            <a:off x="4715260" y="4263851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EABF4FA-CBB9-417B-B27E-AC9576AC9169}"/>
              </a:ext>
            </a:extLst>
          </p:cNvPr>
          <p:cNvCxnSpPr>
            <a:stCxn id="20" idx="3"/>
          </p:cNvCxnSpPr>
          <p:nvPr/>
        </p:nvCxnSpPr>
        <p:spPr>
          <a:xfrm flipV="1">
            <a:off x="5085874" y="4468305"/>
            <a:ext cx="1010126" cy="263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CADAB8C-5DCA-417E-AD40-AFF115CEEAD0}"/>
              </a:ext>
            </a:extLst>
          </p:cNvPr>
          <p:cNvSpPr/>
          <p:nvPr/>
        </p:nvSpPr>
        <p:spPr>
          <a:xfrm>
            <a:off x="6147296" y="4237472"/>
            <a:ext cx="31931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5D5F82-2E62-4A2D-94BE-DAA24C5D2E25}"/>
              </a:ext>
            </a:extLst>
          </p:cNvPr>
          <p:cNvCxnSpPr>
            <a:stCxn id="15" idx="3"/>
          </p:cNvCxnSpPr>
          <p:nvPr/>
        </p:nvCxnSpPr>
        <p:spPr>
          <a:xfrm>
            <a:off x="5085874" y="3429000"/>
            <a:ext cx="15694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8D7A4C-C2BE-436C-9F97-20570E18E41B}"/>
              </a:ext>
            </a:extLst>
          </p:cNvPr>
          <p:cNvCxnSpPr>
            <a:stCxn id="23" idx="1"/>
          </p:cNvCxnSpPr>
          <p:nvPr/>
        </p:nvCxnSpPr>
        <p:spPr>
          <a:xfrm flipV="1">
            <a:off x="6147296" y="3535052"/>
            <a:ext cx="470320" cy="9332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BD2456D-9084-4845-A640-BB98DAF9583F}"/>
              </a:ext>
            </a:extLst>
          </p:cNvPr>
          <p:cNvSpPr/>
          <p:nvPr/>
        </p:nvSpPr>
        <p:spPr>
          <a:xfrm>
            <a:off x="6684645" y="3198167"/>
            <a:ext cx="31931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DF6DC05-DF14-4B17-BC0C-FEBCC5E0800F}"/>
              </a:ext>
            </a:extLst>
          </p:cNvPr>
          <p:cNvCxnSpPr>
            <a:stCxn id="23" idx="3"/>
          </p:cNvCxnSpPr>
          <p:nvPr/>
        </p:nvCxnSpPr>
        <p:spPr>
          <a:xfrm flipV="1">
            <a:off x="6466614" y="4421171"/>
            <a:ext cx="1480182" cy="47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16AE213-0D82-4537-96C2-258934FFDE9C}"/>
              </a:ext>
            </a:extLst>
          </p:cNvPr>
          <p:cNvSpPr/>
          <p:nvPr/>
        </p:nvSpPr>
        <p:spPr>
          <a:xfrm>
            <a:off x="7946796" y="4124057"/>
            <a:ext cx="42191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50B71F-6E04-4EA4-AFB5-E21BC49B00AC}"/>
              </a:ext>
            </a:extLst>
          </p:cNvPr>
          <p:cNvSpPr/>
          <p:nvPr/>
        </p:nvSpPr>
        <p:spPr>
          <a:xfrm>
            <a:off x="9054624" y="3659832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FECCB5-8FBC-4FB6-BEAA-1DA5B4FBDDC1}"/>
              </a:ext>
            </a:extLst>
          </p:cNvPr>
          <p:cNvCxnSpPr>
            <a:stCxn id="28" idx="3"/>
            <a:endCxn id="34" idx="1"/>
          </p:cNvCxnSpPr>
          <p:nvPr/>
        </p:nvCxnSpPr>
        <p:spPr>
          <a:xfrm>
            <a:off x="7003963" y="3429000"/>
            <a:ext cx="2050661" cy="46166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77C0094-1637-4578-8EC4-22799BB66522}"/>
              </a:ext>
            </a:extLst>
          </p:cNvPr>
          <p:cNvCxnSpPr>
            <a:stCxn id="33" idx="3"/>
          </p:cNvCxnSpPr>
          <p:nvPr/>
        </p:nvCxnSpPr>
        <p:spPr>
          <a:xfrm flipV="1">
            <a:off x="8368706" y="4001678"/>
            <a:ext cx="615038" cy="353212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87D3691-4197-4699-BAB0-9C5290C07B0B}"/>
              </a:ext>
            </a:extLst>
          </p:cNvPr>
          <p:cNvSpPr/>
          <p:nvPr/>
        </p:nvSpPr>
        <p:spPr>
          <a:xfrm>
            <a:off x="2038014" y="5156131"/>
            <a:ext cx="771813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NOTE: 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Since F and G have nor predecessors they go to finish.</a:t>
            </a:r>
          </a:p>
        </p:txBody>
      </p:sp>
    </p:spTree>
    <p:extLst>
      <p:ext uri="{BB962C8B-B14F-4D97-AF65-F5344CB8AC3E}">
        <p14:creationId xmlns:p14="http://schemas.microsoft.com/office/powerpoint/2010/main" val="2253252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dirty="0"/>
              <a:t>Creating the actual PERT Chart.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16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2886049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dirty="0"/>
              <a:t>Calculating the </a:t>
            </a:r>
            <a:r>
              <a:rPr lang="en-US" b="1" dirty="0"/>
              <a:t>Forward Pass: </a:t>
            </a:r>
            <a:r>
              <a:rPr lang="en-US" b="1" dirty="0">
                <a:solidFill>
                  <a:srgbClr val="FF0000"/>
                </a:solidFill>
              </a:rPr>
              <a:t>EF</a:t>
            </a:r>
            <a:r>
              <a:rPr lang="en-US" b="1" dirty="0"/>
              <a:t> = </a:t>
            </a:r>
            <a:r>
              <a:rPr lang="en-US" b="1" dirty="0">
                <a:solidFill>
                  <a:srgbClr val="0070C0"/>
                </a:solidFill>
              </a:rPr>
              <a:t>ES</a:t>
            </a:r>
            <a:r>
              <a:rPr lang="en-US" b="1" dirty="0"/>
              <a:t> + </a:t>
            </a:r>
            <a:r>
              <a:rPr lang="en-US" b="1" dirty="0">
                <a:solidFill>
                  <a:srgbClr val="FFC000"/>
                </a:solidFill>
              </a:rPr>
              <a:t>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17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3C11BD1-4A8E-414E-B016-61BB560B2E91}"/>
              </a:ext>
            </a:extLst>
          </p:cNvPr>
          <p:cNvSpPr/>
          <p:nvPr/>
        </p:nvSpPr>
        <p:spPr>
          <a:xfrm>
            <a:off x="3289597" y="5673814"/>
            <a:ext cx="37761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D is dependent on A and B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FF0000"/>
                </a:solidFill>
              </a:rPr>
              <a:t>Forward Pass </a:t>
            </a:r>
            <a:r>
              <a:rPr lang="en-US" sz="1400" dirty="0">
                <a:ln w="0"/>
              </a:rPr>
              <a:t>we consider the highest EF (</a:t>
            </a:r>
            <a:r>
              <a:rPr lang="en-US" sz="1400" dirty="0">
                <a:ln w="0"/>
                <a:solidFill>
                  <a:srgbClr val="FF0000"/>
                </a:solidFill>
              </a:rPr>
              <a:t>9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A385620-7CE8-4F4E-A175-4DD138F88B11}"/>
              </a:ext>
            </a:extLst>
          </p:cNvPr>
          <p:cNvSpPr txBox="1"/>
          <p:nvPr/>
        </p:nvSpPr>
        <p:spPr>
          <a:xfrm>
            <a:off x="5863651" y="2240301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F is dependent on C and E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FF0000"/>
                </a:solidFill>
              </a:rPr>
              <a:t>Forward Pass </a:t>
            </a:r>
            <a:r>
              <a:rPr lang="en-US" sz="1400" dirty="0">
                <a:ln w="0"/>
              </a:rPr>
              <a:t>we consider the highest EF (</a:t>
            </a:r>
            <a:r>
              <a:rPr lang="en-US" sz="1400" dirty="0">
                <a:ln w="0"/>
                <a:solidFill>
                  <a:srgbClr val="FF0000"/>
                </a:solidFill>
              </a:rPr>
              <a:t>26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A9D220E-FA03-4CDC-904F-5C409DAA3DA0}"/>
              </a:ext>
            </a:extLst>
          </p:cNvPr>
          <p:cNvSpPr txBox="1"/>
          <p:nvPr/>
        </p:nvSpPr>
        <p:spPr>
          <a:xfrm>
            <a:off x="7092634" y="4493909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FINISH is dependent on F and G to stop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FF0000"/>
                </a:solidFill>
              </a:rPr>
              <a:t>Forward Pass </a:t>
            </a:r>
            <a:r>
              <a:rPr lang="en-US" sz="1400" dirty="0">
                <a:ln w="0"/>
              </a:rPr>
              <a:t>we consider the highest EF (</a:t>
            </a:r>
            <a:r>
              <a:rPr lang="en-US" sz="1400" dirty="0">
                <a:ln w="0"/>
                <a:solidFill>
                  <a:srgbClr val="FF0000"/>
                </a:solidFill>
              </a:rPr>
              <a:t>32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</p:spTree>
    <p:extLst>
      <p:ext uri="{BB962C8B-B14F-4D97-AF65-F5344CB8AC3E}">
        <p14:creationId xmlns:p14="http://schemas.microsoft.com/office/powerpoint/2010/main" val="3482024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US" dirty="0"/>
              <a:t>Calculating the </a:t>
            </a:r>
            <a:r>
              <a:rPr lang="en-US" b="1" dirty="0"/>
              <a:t>Backward Pass: </a:t>
            </a:r>
            <a:r>
              <a:rPr lang="en-US" b="1" dirty="0">
                <a:solidFill>
                  <a:srgbClr val="00B050"/>
                </a:solidFill>
              </a:rPr>
              <a:t>LS</a:t>
            </a:r>
            <a:r>
              <a:rPr lang="en-US" b="1" dirty="0"/>
              <a:t> =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LF</a:t>
            </a:r>
            <a:r>
              <a:rPr lang="en-US" b="1" dirty="0"/>
              <a:t> - </a:t>
            </a:r>
            <a:r>
              <a:rPr lang="en-US" b="1" dirty="0">
                <a:solidFill>
                  <a:srgbClr val="FFC000"/>
                </a:solidFill>
              </a:rPr>
              <a:t>t</a:t>
            </a: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18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891C95-4519-4F90-A8BE-84DF459EA05D}"/>
              </a:ext>
            </a:extLst>
          </p:cNvPr>
          <p:cNvSpPr/>
          <p:nvPr/>
        </p:nvSpPr>
        <p:spPr>
          <a:xfrm>
            <a:off x="10845548" y="465312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44C26FA-70F3-44E4-8D13-E845744C39E8}"/>
              </a:ext>
            </a:extLst>
          </p:cNvPr>
          <p:cNvSpPr/>
          <p:nvPr/>
        </p:nvSpPr>
        <p:spPr>
          <a:xfrm>
            <a:off x="8443822" y="312816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B021E0-ED90-4B93-9CF7-2F142B03E8D6}"/>
              </a:ext>
            </a:extLst>
          </p:cNvPr>
          <p:cNvSpPr/>
          <p:nvPr/>
        </p:nvSpPr>
        <p:spPr>
          <a:xfrm>
            <a:off x="9431604" y="529732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5105C94-2BB2-4304-917E-E94E95F1B60F}"/>
              </a:ext>
            </a:extLst>
          </p:cNvPr>
          <p:cNvSpPr/>
          <p:nvPr/>
        </p:nvSpPr>
        <p:spPr>
          <a:xfrm>
            <a:off x="8961697" y="529583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B6A29CC-8915-4D9D-8783-BF2CF21339E9}"/>
              </a:ext>
            </a:extLst>
          </p:cNvPr>
          <p:cNvSpPr/>
          <p:nvPr/>
        </p:nvSpPr>
        <p:spPr>
          <a:xfrm>
            <a:off x="7958866" y="311567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5B993E4-E953-40C0-8355-CB3A0FFB67BC}"/>
              </a:ext>
            </a:extLst>
          </p:cNvPr>
          <p:cNvSpPr/>
          <p:nvPr/>
        </p:nvSpPr>
        <p:spPr>
          <a:xfrm>
            <a:off x="7387917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409B73-E701-46A4-B942-013A131FB19C}"/>
              </a:ext>
            </a:extLst>
          </p:cNvPr>
          <p:cNvSpPr/>
          <p:nvPr/>
        </p:nvSpPr>
        <p:spPr>
          <a:xfrm>
            <a:off x="6888860" y="530248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9B8A4A-DF94-467F-BA44-0B2CEB8419D1}"/>
              </a:ext>
            </a:extLst>
          </p:cNvPr>
          <p:cNvSpPr/>
          <p:nvPr/>
        </p:nvSpPr>
        <p:spPr>
          <a:xfrm>
            <a:off x="5305500" y="312816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8269FE-F529-4B69-A370-770D3EB38A5B}"/>
              </a:ext>
            </a:extLst>
          </p:cNvPr>
          <p:cNvSpPr/>
          <p:nvPr/>
        </p:nvSpPr>
        <p:spPr>
          <a:xfrm>
            <a:off x="4823683" y="311020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0A59BDC-D250-4AF9-9066-0335FC106072}"/>
              </a:ext>
            </a:extLst>
          </p:cNvPr>
          <p:cNvSpPr/>
          <p:nvPr/>
        </p:nvSpPr>
        <p:spPr>
          <a:xfrm>
            <a:off x="5325241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7831A87-C58E-4D6D-8372-28BD6C81AD7B}"/>
              </a:ext>
            </a:extLst>
          </p:cNvPr>
          <p:cNvSpPr/>
          <p:nvPr/>
        </p:nvSpPr>
        <p:spPr>
          <a:xfrm>
            <a:off x="4889701" y="5295833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7466C67-75C0-4701-A9CC-6921A07FE1FF}"/>
              </a:ext>
            </a:extLst>
          </p:cNvPr>
          <p:cNvSpPr/>
          <p:nvPr/>
        </p:nvSpPr>
        <p:spPr>
          <a:xfrm>
            <a:off x="3276868" y="531561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08CBF29-9432-4DBE-B19E-E39B4D0EC26E}"/>
              </a:ext>
            </a:extLst>
          </p:cNvPr>
          <p:cNvSpPr/>
          <p:nvPr/>
        </p:nvSpPr>
        <p:spPr>
          <a:xfrm>
            <a:off x="2823463" y="531889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761271-8F22-4F1C-A985-88CCC08D8C59}"/>
              </a:ext>
            </a:extLst>
          </p:cNvPr>
          <p:cNvSpPr/>
          <p:nvPr/>
        </p:nvSpPr>
        <p:spPr>
          <a:xfrm>
            <a:off x="3249052" y="314683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D1AFC-ADCA-425A-B498-2C651ED0891F}"/>
              </a:ext>
            </a:extLst>
          </p:cNvPr>
          <p:cNvSpPr/>
          <p:nvPr/>
        </p:nvSpPr>
        <p:spPr>
          <a:xfrm>
            <a:off x="2806071" y="3146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DC8DCD-26A0-4183-BFAB-0156DB260B24}"/>
              </a:ext>
            </a:extLst>
          </p:cNvPr>
          <p:cNvSpPr/>
          <p:nvPr/>
        </p:nvSpPr>
        <p:spPr>
          <a:xfrm>
            <a:off x="1232972" y="463899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DD8F6B6-D1FE-40AE-9F90-39A5447EBA52}"/>
              </a:ext>
            </a:extLst>
          </p:cNvPr>
          <p:cNvSpPr/>
          <p:nvPr/>
        </p:nvSpPr>
        <p:spPr>
          <a:xfrm>
            <a:off x="9761461" y="2174247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DE686F9-ACCE-4048-B91E-768CCCF9D87F}"/>
              </a:ext>
            </a:extLst>
          </p:cNvPr>
          <p:cNvSpPr txBox="1"/>
          <p:nvPr/>
        </p:nvSpPr>
        <p:spPr>
          <a:xfrm>
            <a:off x="3957686" y="5705335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E is dependent on F and G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00B050"/>
                </a:solidFill>
              </a:rPr>
              <a:t>Backward Pass </a:t>
            </a:r>
            <a:r>
              <a:rPr lang="en-US" sz="1400" dirty="0">
                <a:ln w="0"/>
              </a:rPr>
              <a:t>we consider the lowest LF (</a:t>
            </a:r>
            <a:r>
              <a:rPr lang="en-US" sz="1400" dirty="0">
                <a:ln w="0"/>
                <a:solidFill>
                  <a:schemeClr val="accent2">
                    <a:lumMod val="75000"/>
                  </a:schemeClr>
                </a:solidFill>
              </a:rPr>
              <a:t>26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AE7ABFD-AE7E-4F61-A7A7-37E31C8F7982}"/>
              </a:ext>
            </a:extLst>
          </p:cNvPr>
          <p:cNvSpPr txBox="1"/>
          <p:nvPr/>
        </p:nvSpPr>
        <p:spPr>
          <a:xfrm>
            <a:off x="-303302" y="3398121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A is dependent on C and D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00B050"/>
                </a:solidFill>
              </a:rPr>
              <a:t>Backward Pass </a:t>
            </a:r>
            <a:r>
              <a:rPr lang="en-US" sz="1400" dirty="0">
                <a:ln w="0"/>
              </a:rPr>
              <a:t>we consider the lowest LF (</a:t>
            </a:r>
            <a:r>
              <a:rPr lang="en-US" sz="1400" dirty="0">
                <a:ln w="0"/>
                <a:solidFill>
                  <a:schemeClr val="accent2">
                    <a:lumMod val="75000"/>
                  </a:schemeClr>
                </a:solidFill>
              </a:rPr>
              <a:t>9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7141634-ED2D-4E2B-9ADE-CE61F2351485}"/>
              </a:ext>
            </a:extLst>
          </p:cNvPr>
          <p:cNvSpPr txBox="1"/>
          <p:nvPr/>
        </p:nvSpPr>
        <p:spPr>
          <a:xfrm>
            <a:off x="-1404396" y="5629829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START is dependent on A and B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00B050"/>
                </a:solidFill>
              </a:rPr>
              <a:t>Backward Pass </a:t>
            </a:r>
            <a:r>
              <a:rPr lang="en-US" sz="1400" dirty="0">
                <a:ln w="0"/>
              </a:rPr>
              <a:t>we consider the lowest LF (</a:t>
            </a:r>
            <a:r>
              <a:rPr lang="en-US" sz="1400" dirty="0">
                <a:ln w="0"/>
                <a:solidFill>
                  <a:schemeClr val="accent2">
                    <a:lumMod val="75000"/>
                  </a:schemeClr>
                </a:solidFill>
              </a:rPr>
              <a:t>0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</p:spTree>
    <p:extLst>
      <p:ext uri="{BB962C8B-B14F-4D97-AF65-F5344CB8AC3E}">
        <p14:creationId xmlns:p14="http://schemas.microsoft.com/office/powerpoint/2010/main" val="3307937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5"/>
            </a:pPr>
            <a:r>
              <a:rPr lang="en-US" dirty="0"/>
              <a:t>Calculating the </a:t>
            </a:r>
            <a:r>
              <a:rPr lang="en-US" b="1" dirty="0">
                <a:solidFill>
                  <a:schemeClr val="bg1"/>
                </a:solidFill>
              </a:rPr>
              <a:t>Slack</a:t>
            </a:r>
            <a:r>
              <a:rPr lang="en-US" b="1" dirty="0"/>
              <a:t>: LS – ES or LF - EF</a:t>
            </a:r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19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891C95-4519-4F90-A8BE-84DF459EA05D}"/>
              </a:ext>
            </a:extLst>
          </p:cNvPr>
          <p:cNvSpPr/>
          <p:nvPr/>
        </p:nvSpPr>
        <p:spPr>
          <a:xfrm>
            <a:off x="10845548" y="465312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44C26FA-70F3-44E4-8D13-E845744C39E8}"/>
              </a:ext>
            </a:extLst>
          </p:cNvPr>
          <p:cNvSpPr/>
          <p:nvPr/>
        </p:nvSpPr>
        <p:spPr>
          <a:xfrm>
            <a:off x="8443822" y="312816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B021E0-ED90-4B93-9CF7-2F142B03E8D6}"/>
              </a:ext>
            </a:extLst>
          </p:cNvPr>
          <p:cNvSpPr/>
          <p:nvPr/>
        </p:nvSpPr>
        <p:spPr>
          <a:xfrm>
            <a:off x="9431604" y="529732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5105C94-2BB2-4304-917E-E94E95F1B60F}"/>
              </a:ext>
            </a:extLst>
          </p:cNvPr>
          <p:cNvSpPr/>
          <p:nvPr/>
        </p:nvSpPr>
        <p:spPr>
          <a:xfrm>
            <a:off x="8961697" y="529583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27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B6A29CC-8915-4D9D-8783-BF2CF21339E9}"/>
              </a:ext>
            </a:extLst>
          </p:cNvPr>
          <p:cNvSpPr/>
          <p:nvPr/>
        </p:nvSpPr>
        <p:spPr>
          <a:xfrm>
            <a:off x="7958866" y="311567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5B993E4-E953-40C0-8355-CB3A0FFB67BC}"/>
              </a:ext>
            </a:extLst>
          </p:cNvPr>
          <p:cNvSpPr/>
          <p:nvPr/>
        </p:nvSpPr>
        <p:spPr>
          <a:xfrm>
            <a:off x="7387917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409B73-E701-46A4-B942-013A131FB19C}"/>
              </a:ext>
            </a:extLst>
          </p:cNvPr>
          <p:cNvSpPr/>
          <p:nvPr/>
        </p:nvSpPr>
        <p:spPr>
          <a:xfrm>
            <a:off x="6888860" y="530248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9B8A4A-DF94-467F-BA44-0B2CEB8419D1}"/>
              </a:ext>
            </a:extLst>
          </p:cNvPr>
          <p:cNvSpPr/>
          <p:nvPr/>
        </p:nvSpPr>
        <p:spPr>
          <a:xfrm>
            <a:off x="5305500" y="312816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8269FE-F529-4B69-A370-770D3EB38A5B}"/>
              </a:ext>
            </a:extLst>
          </p:cNvPr>
          <p:cNvSpPr/>
          <p:nvPr/>
        </p:nvSpPr>
        <p:spPr>
          <a:xfrm>
            <a:off x="4823683" y="311020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0A59BDC-D250-4AF9-9066-0335FC106072}"/>
              </a:ext>
            </a:extLst>
          </p:cNvPr>
          <p:cNvSpPr/>
          <p:nvPr/>
        </p:nvSpPr>
        <p:spPr>
          <a:xfrm>
            <a:off x="5325241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7831A87-C58E-4D6D-8372-28BD6C81AD7B}"/>
              </a:ext>
            </a:extLst>
          </p:cNvPr>
          <p:cNvSpPr/>
          <p:nvPr/>
        </p:nvSpPr>
        <p:spPr>
          <a:xfrm>
            <a:off x="4889701" y="5295833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7466C67-75C0-4701-A9CC-6921A07FE1FF}"/>
              </a:ext>
            </a:extLst>
          </p:cNvPr>
          <p:cNvSpPr/>
          <p:nvPr/>
        </p:nvSpPr>
        <p:spPr>
          <a:xfrm>
            <a:off x="3276868" y="531561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08CBF29-9432-4DBE-B19E-E39B4D0EC26E}"/>
              </a:ext>
            </a:extLst>
          </p:cNvPr>
          <p:cNvSpPr/>
          <p:nvPr/>
        </p:nvSpPr>
        <p:spPr>
          <a:xfrm>
            <a:off x="2823463" y="531889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761271-8F22-4F1C-A985-88CCC08D8C59}"/>
              </a:ext>
            </a:extLst>
          </p:cNvPr>
          <p:cNvSpPr/>
          <p:nvPr/>
        </p:nvSpPr>
        <p:spPr>
          <a:xfrm>
            <a:off x="3249052" y="314683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D1AFC-ADCA-425A-B498-2C651ED0891F}"/>
              </a:ext>
            </a:extLst>
          </p:cNvPr>
          <p:cNvSpPr/>
          <p:nvPr/>
        </p:nvSpPr>
        <p:spPr>
          <a:xfrm>
            <a:off x="2806071" y="3146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DC8DCD-26A0-4183-BFAB-0156DB260B24}"/>
              </a:ext>
            </a:extLst>
          </p:cNvPr>
          <p:cNvSpPr/>
          <p:nvPr/>
        </p:nvSpPr>
        <p:spPr>
          <a:xfrm>
            <a:off x="1232972" y="463899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DD8F6B6-D1FE-40AE-9F90-39A5447EBA52}"/>
              </a:ext>
            </a:extLst>
          </p:cNvPr>
          <p:cNvSpPr/>
          <p:nvPr/>
        </p:nvSpPr>
        <p:spPr>
          <a:xfrm>
            <a:off x="9762562" y="2163916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FFDF5B-2EB0-41B9-BF42-2A46494946EC}"/>
              </a:ext>
            </a:extLst>
          </p:cNvPr>
          <p:cNvSpPr/>
          <p:nvPr/>
        </p:nvSpPr>
        <p:spPr>
          <a:xfrm>
            <a:off x="2912517" y="3409801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001312C-51C7-4397-9C4B-7C0BC08B5BAC}"/>
              </a:ext>
            </a:extLst>
          </p:cNvPr>
          <p:cNvSpPr/>
          <p:nvPr/>
        </p:nvSpPr>
        <p:spPr>
          <a:xfrm>
            <a:off x="5020279" y="338872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227497D-AE13-4226-A7C1-4DDB5B30C90D}"/>
              </a:ext>
            </a:extLst>
          </p:cNvPr>
          <p:cNvSpPr/>
          <p:nvPr/>
        </p:nvSpPr>
        <p:spPr>
          <a:xfrm>
            <a:off x="8263389" y="3381692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FAC4B83-6A08-41E5-975B-DD4F75BA3031}"/>
              </a:ext>
            </a:extLst>
          </p:cNvPr>
          <p:cNvSpPr/>
          <p:nvPr/>
        </p:nvSpPr>
        <p:spPr>
          <a:xfrm>
            <a:off x="2972639" y="465719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049459E-43C8-4607-B52C-E4E71BD9813D}"/>
              </a:ext>
            </a:extLst>
          </p:cNvPr>
          <p:cNvSpPr/>
          <p:nvPr/>
        </p:nvSpPr>
        <p:spPr>
          <a:xfrm>
            <a:off x="5064423" y="4553389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4E13E75-F5CE-4EFA-963C-C7786D773272}"/>
              </a:ext>
            </a:extLst>
          </p:cNvPr>
          <p:cNvSpPr/>
          <p:nvPr/>
        </p:nvSpPr>
        <p:spPr>
          <a:xfrm>
            <a:off x="6914320" y="4598840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42E854-9FEE-4F62-8C79-41E52BC67AB3}"/>
              </a:ext>
            </a:extLst>
          </p:cNvPr>
          <p:cNvSpPr/>
          <p:nvPr/>
        </p:nvSpPr>
        <p:spPr>
          <a:xfrm>
            <a:off x="9065357" y="4607426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18B5F08-A681-4EE9-BDF1-9951711F23F3}"/>
              </a:ext>
            </a:extLst>
          </p:cNvPr>
          <p:cNvSpPr/>
          <p:nvPr/>
        </p:nvSpPr>
        <p:spPr>
          <a:xfrm>
            <a:off x="10160906" y="2375078"/>
            <a:ext cx="56938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294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6"/>
            </a:pPr>
            <a:r>
              <a:rPr lang="en-US" dirty="0"/>
              <a:t>Identifying the </a:t>
            </a:r>
            <a:r>
              <a:rPr lang="en-US" b="1" dirty="0">
                <a:solidFill>
                  <a:srgbClr val="C00000"/>
                </a:solidFill>
              </a:rPr>
              <a:t>Critical Path</a:t>
            </a:r>
            <a:r>
              <a:rPr lang="en-US" dirty="0"/>
              <a:t>: </a:t>
            </a:r>
            <a:r>
              <a:rPr lang="en-US" dirty="0">
                <a:solidFill>
                  <a:schemeClr val="bg1"/>
                </a:solidFill>
              </a:rPr>
              <a:t>slack</a:t>
            </a:r>
            <a:r>
              <a:rPr lang="en-US" dirty="0"/>
              <a:t> = 0</a:t>
            </a:r>
            <a:endParaRPr lang="en-US" b="1" dirty="0"/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20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891C95-4519-4F90-A8BE-84DF459EA05D}"/>
              </a:ext>
            </a:extLst>
          </p:cNvPr>
          <p:cNvSpPr/>
          <p:nvPr/>
        </p:nvSpPr>
        <p:spPr>
          <a:xfrm>
            <a:off x="10845548" y="465312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44C26FA-70F3-44E4-8D13-E845744C39E8}"/>
              </a:ext>
            </a:extLst>
          </p:cNvPr>
          <p:cNvSpPr/>
          <p:nvPr/>
        </p:nvSpPr>
        <p:spPr>
          <a:xfrm>
            <a:off x="8443822" y="312816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B021E0-ED90-4B93-9CF7-2F142B03E8D6}"/>
              </a:ext>
            </a:extLst>
          </p:cNvPr>
          <p:cNvSpPr/>
          <p:nvPr/>
        </p:nvSpPr>
        <p:spPr>
          <a:xfrm>
            <a:off x="9431604" y="529732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5105C94-2BB2-4304-917E-E94E95F1B60F}"/>
              </a:ext>
            </a:extLst>
          </p:cNvPr>
          <p:cNvSpPr/>
          <p:nvPr/>
        </p:nvSpPr>
        <p:spPr>
          <a:xfrm>
            <a:off x="8961697" y="529583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27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B6A29CC-8915-4D9D-8783-BF2CF21339E9}"/>
              </a:ext>
            </a:extLst>
          </p:cNvPr>
          <p:cNvSpPr/>
          <p:nvPr/>
        </p:nvSpPr>
        <p:spPr>
          <a:xfrm>
            <a:off x="7958866" y="311567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5B993E4-E953-40C0-8355-CB3A0FFB67BC}"/>
              </a:ext>
            </a:extLst>
          </p:cNvPr>
          <p:cNvSpPr/>
          <p:nvPr/>
        </p:nvSpPr>
        <p:spPr>
          <a:xfrm>
            <a:off x="7387917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409B73-E701-46A4-B942-013A131FB19C}"/>
              </a:ext>
            </a:extLst>
          </p:cNvPr>
          <p:cNvSpPr/>
          <p:nvPr/>
        </p:nvSpPr>
        <p:spPr>
          <a:xfrm>
            <a:off x="6888860" y="530248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9B8A4A-DF94-467F-BA44-0B2CEB8419D1}"/>
              </a:ext>
            </a:extLst>
          </p:cNvPr>
          <p:cNvSpPr/>
          <p:nvPr/>
        </p:nvSpPr>
        <p:spPr>
          <a:xfrm>
            <a:off x="5305500" y="312816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8269FE-F529-4B69-A370-770D3EB38A5B}"/>
              </a:ext>
            </a:extLst>
          </p:cNvPr>
          <p:cNvSpPr/>
          <p:nvPr/>
        </p:nvSpPr>
        <p:spPr>
          <a:xfrm>
            <a:off x="4823683" y="311020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0A59BDC-D250-4AF9-9066-0335FC106072}"/>
              </a:ext>
            </a:extLst>
          </p:cNvPr>
          <p:cNvSpPr/>
          <p:nvPr/>
        </p:nvSpPr>
        <p:spPr>
          <a:xfrm>
            <a:off x="5325241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7831A87-C58E-4D6D-8372-28BD6C81AD7B}"/>
              </a:ext>
            </a:extLst>
          </p:cNvPr>
          <p:cNvSpPr/>
          <p:nvPr/>
        </p:nvSpPr>
        <p:spPr>
          <a:xfrm>
            <a:off x="4889701" y="5295833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7466C67-75C0-4701-A9CC-6921A07FE1FF}"/>
              </a:ext>
            </a:extLst>
          </p:cNvPr>
          <p:cNvSpPr/>
          <p:nvPr/>
        </p:nvSpPr>
        <p:spPr>
          <a:xfrm>
            <a:off x="3276868" y="531561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08CBF29-9432-4DBE-B19E-E39B4D0EC26E}"/>
              </a:ext>
            </a:extLst>
          </p:cNvPr>
          <p:cNvSpPr/>
          <p:nvPr/>
        </p:nvSpPr>
        <p:spPr>
          <a:xfrm>
            <a:off x="2823463" y="531889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761271-8F22-4F1C-A985-88CCC08D8C59}"/>
              </a:ext>
            </a:extLst>
          </p:cNvPr>
          <p:cNvSpPr/>
          <p:nvPr/>
        </p:nvSpPr>
        <p:spPr>
          <a:xfrm>
            <a:off x="3249052" y="314683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D1AFC-ADCA-425A-B498-2C651ED0891F}"/>
              </a:ext>
            </a:extLst>
          </p:cNvPr>
          <p:cNvSpPr/>
          <p:nvPr/>
        </p:nvSpPr>
        <p:spPr>
          <a:xfrm>
            <a:off x="2806071" y="3146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DC8DCD-26A0-4183-BFAB-0156DB260B24}"/>
              </a:ext>
            </a:extLst>
          </p:cNvPr>
          <p:cNvSpPr/>
          <p:nvPr/>
        </p:nvSpPr>
        <p:spPr>
          <a:xfrm>
            <a:off x="1232972" y="463899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DD8F6B6-D1FE-40AE-9F90-39A5447EBA52}"/>
              </a:ext>
            </a:extLst>
          </p:cNvPr>
          <p:cNvSpPr/>
          <p:nvPr/>
        </p:nvSpPr>
        <p:spPr>
          <a:xfrm>
            <a:off x="9762562" y="2163916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FFDF5B-2EB0-41B9-BF42-2A46494946EC}"/>
              </a:ext>
            </a:extLst>
          </p:cNvPr>
          <p:cNvSpPr/>
          <p:nvPr/>
        </p:nvSpPr>
        <p:spPr>
          <a:xfrm>
            <a:off x="2912517" y="3409801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001312C-51C7-4397-9C4B-7C0BC08B5BAC}"/>
              </a:ext>
            </a:extLst>
          </p:cNvPr>
          <p:cNvSpPr/>
          <p:nvPr/>
        </p:nvSpPr>
        <p:spPr>
          <a:xfrm>
            <a:off x="5020279" y="338872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227497D-AE13-4226-A7C1-4DDB5B30C90D}"/>
              </a:ext>
            </a:extLst>
          </p:cNvPr>
          <p:cNvSpPr/>
          <p:nvPr/>
        </p:nvSpPr>
        <p:spPr>
          <a:xfrm>
            <a:off x="8263389" y="3381692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FAC4B83-6A08-41E5-975B-DD4F75BA3031}"/>
              </a:ext>
            </a:extLst>
          </p:cNvPr>
          <p:cNvSpPr/>
          <p:nvPr/>
        </p:nvSpPr>
        <p:spPr>
          <a:xfrm>
            <a:off x="2972639" y="465719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049459E-43C8-4607-B52C-E4E71BD9813D}"/>
              </a:ext>
            </a:extLst>
          </p:cNvPr>
          <p:cNvSpPr/>
          <p:nvPr/>
        </p:nvSpPr>
        <p:spPr>
          <a:xfrm>
            <a:off x="5064423" y="4553389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4E13E75-F5CE-4EFA-963C-C7786D773272}"/>
              </a:ext>
            </a:extLst>
          </p:cNvPr>
          <p:cNvSpPr/>
          <p:nvPr/>
        </p:nvSpPr>
        <p:spPr>
          <a:xfrm>
            <a:off x="6914320" y="4598840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42E854-9FEE-4F62-8C79-41E52BC67AB3}"/>
              </a:ext>
            </a:extLst>
          </p:cNvPr>
          <p:cNvSpPr/>
          <p:nvPr/>
        </p:nvSpPr>
        <p:spPr>
          <a:xfrm>
            <a:off x="9065357" y="4607426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18B5F08-A681-4EE9-BDF1-9951711F23F3}"/>
              </a:ext>
            </a:extLst>
          </p:cNvPr>
          <p:cNvSpPr/>
          <p:nvPr/>
        </p:nvSpPr>
        <p:spPr>
          <a:xfrm>
            <a:off x="10160906" y="2375078"/>
            <a:ext cx="56938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0A078-1558-4300-A157-924D397F2B25}"/>
              </a:ext>
            </a:extLst>
          </p:cNvPr>
          <p:cNvSpPr/>
          <p:nvPr/>
        </p:nvSpPr>
        <p:spPr>
          <a:xfrm>
            <a:off x="3146725" y="3864518"/>
            <a:ext cx="55233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B – D – E – F 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5A4381A-A810-453F-A825-20D854BE66D9}"/>
              </a:ext>
            </a:extLst>
          </p:cNvPr>
          <p:cNvSpPr/>
          <p:nvPr/>
        </p:nvSpPr>
        <p:spPr>
          <a:xfrm>
            <a:off x="9925036" y="2593911"/>
            <a:ext cx="10706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</a:t>
            </a:r>
            <a:endParaRPr lang="en-US" sz="1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8840370-7D11-4C2B-B24F-39ABEC70EEC1}"/>
              </a:ext>
            </a:extLst>
          </p:cNvPr>
          <p:cNvSpPr/>
          <p:nvPr/>
        </p:nvSpPr>
        <p:spPr>
          <a:xfrm>
            <a:off x="2434214" y="5749565"/>
            <a:ext cx="4778937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Duration = 9 + 8 + 9 + 6</a:t>
            </a:r>
          </a:p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= 32</a:t>
            </a:r>
            <a:endParaRPr lang="en-US" sz="28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5831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7"/>
            </a:pPr>
            <a:r>
              <a:rPr lang="en-US" dirty="0"/>
              <a:t>Final PERT Chart </a:t>
            </a: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21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891C95-4519-4F90-A8BE-84DF459EA05D}"/>
              </a:ext>
            </a:extLst>
          </p:cNvPr>
          <p:cNvSpPr/>
          <p:nvPr/>
        </p:nvSpPr>
        <p:spPr>
          <a:xfrm>
            <a:off x="10845548" y="465312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44C26FA-70F3-44E4-8D13-E845744C39E8}"/>
              </a:ext>
            </a:extLst>
          </p:cNvPr>
          <p:cNvSpPr/>
          <p:nvPr/>
        </p:nvSpPr>
        <p:spPr>
          <a:xfrm>
            <a:off x="8443822" y="312816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B021E0-ED90-4B93-9CF7-2F142B03E8D6}"/>
              </a:ext>
            </a:extLst>
          </p:cNvPr>
          <p:cNvSpPr/>
          <p:nvPr/>
        </p:nvSpPr>
        <p:spPr>
          <a:xfrm>
            <a:off x="9431604" y="529732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5105C94-2BB2-4304-917E-E94E95F1B60F}"/>
              </a:ext>
            </a:extLst>
          </p:cNvPr>
          <p:cNvSpPr/>
          <p:nvPr/>
        </p:nvSpPr>
        <p:spPr>
          <a:xfrm>
            <a:off x="8961697" y="529583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27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B6A29CC-8915-4D9D-8783-BF2CF21339E9}"/>
              </a:ext>
            </a:extLst>
          </p:cNvPr>
          <p:cNvSpPr/>
          <p:nvPr/>
        </p:nvSpPr>
        <p:spPr>
          <a:xfrm>
            <a:off x="7958866" y="311567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5B993E4-E953-40C0-8355-CB3A0FFB67BC}"/>
              </a:ext>
            </a:extLst>
          </p:cNvPr>
          <p:cNvSpPr/>
          <p:nvPr/>
        </p:nvSpPr>
        <p:spPr>
          <a:xfrm>
            <a:off x="7387917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409B73-E701-46A4-B942-013A131FB19C}"/>
              </a:ext>
            </a:extLst>
          </p:cNvPr>
          <p:cNvSpPr/>
          <p:nvPr/>
        </p:nvSpPr>
        <p:spPr>
          <a:xfrm>
            <a:off x="6888860" y="530248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9B8A4A-DF94-467F-BA44-0B2CEB8419D1}"/>
              </a:ext>
            </a:extLst>
          </p:cNvPr>
          <p:cNvSpPr/>
          <p:nvPr/>
        </p:nvSpPr>
        <p:spPr>
          <a:xfrm>
            <a:off x="5305500" y="312816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8269FE-F529-4B69-A370-770D3EB38A5B}"/>
              </a:ext>
            </a:extLst>
          </p:cNvPr>
          <p:cNvSpPr/>
          <p:nvPr/>
        </p:nvSpPr>
        <p:spPr>
          <a:xfrm>
            <a:off x="4823683" y="311020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0A59BDC-D250-4AF9-9066-0335FC106072}"/>
              </a:ext>
            </a:extLst>
          </p:cNvPr>
          <p:cNvSpPr/>
          <p:nvPr/>
        </p:nvSpPr>
        <p:spPr>
          <a:xfrm>
            <a:off x="5325241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7831A87-C58E-4D6D-8372-28BD6C81AD7B}"/>
              </a:ext>
            </a:extLst>
          </p:cNvPr>
          <p:cNvSpPr/>
          <p:nvPr/>
        </p:nvSpPr>
        <p:spPr>
          <a:xfrm>
            <a:off x="4889701" y="5295833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7466C67-75C0-4701-A9CC-6921A07FE1FF}"/>
              </a:ext>
            </a:extLst>
          </p:cNvPr>
          <p:cNvSpPr/>
          <p:nvPr/>
        </p:nvSpPr>
        <p:spPr>
          <a:xfrm>
            <a:off x="3276868" y="531561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08CBF29-9432-4DBE-B19E-E39B4D0EC26E}"/>
              </a:ext>
            </a:extLst>
          </p:cNvPr>
          <p:cNvSpPr/>
          <p:nvPr/>
        </p:nvSpPr>
        <p:spPr>
          <a:xfrm>
            <a:off x="2823463" y="531889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761271-8F22-4F1C-A985-88CCC08D8C59}"/>
              </a:ext>
            </a:extLst>
          </p:cNvPr>
          <p:cNvSpPr/>
          <p:nvPr/>
        </p:nvSpPr>
        <p:spPr>
          <a:xfrm>
            <a:off x="3249052" y="314683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D1AFC-ADCA-425A-B498-2C651ED0891F}"/>
              </a:ext>
            </a:extLst>
          </p:cNvPr>
          <p:cNvSpPr/>
          <p:nvPr/>
        </p:nvSpPr>
        <p:spPr>
          <a:xfrm>
            <a:off x="2806071" y="3146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DC8DCD-26A0-4183-BFAB-0156DB260B24}"/>
              </a:ext>
            </a:extLst>
          </p:cNvPr>
          <p:cNvSpPr/>
          <p:nvPr/>
        </p:nvSpPr>
        <p:spPr>
          <a:xfrm>
            <a:off x="1232972" y="463899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DD8F6B6-D1FE-40AE-9F90-39A5447EBA52}"/>
              </a:ext>
            </a:extLst>
          </p:cNvPr>
          <p:cNvSpPr/>
          <p:nvPr/>
        </p:nvSpPr>
        <p:spPr>
          <a:xfrm>
            <a:off x="9762562" y="2163916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FFDF5B-2EB0-41B9-BF42-2A46494946EC}"/>
              </a:ext>
            </a:extLst>
          </p:cNvPr>
          <p:cNvSpPr/>
          <p:nvPr/>
        </p:nvSpPr>
        <p:spPr>
          <a:xfrm>
            <a:off x="2912517" y="3409801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001312C-51C7-4397-9C4B-7C0BC08B5BAC}"/>
              </a:ext>
            </a:extLst>
          </p:cNvPr>
          <p:cNvSpPr/>
          <p:nvPr/>
        </p:nvSpPr>
        <p:spPr>
          <a:xfrm>
            <a:off x="5020279" y="338872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227497D-AE13-4226-A7C1-4DDB5B30C90D}"/>
              </a:ext>
            </a:extLst>
          </p:cNvPr>
          <p:cNvSpPr/>
          <p:nvPr/>
        </p:nvSpPr>
        <p:spPr>
          <a:xfrm>
            <a:off x="8263389" y="3381692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FAC4B83-6A08-41E5-975B-DD4F75BA3031}"/>
              </a:ext>
            </a:extLst>
          </p:cNvPr>
          <p:cNvSpPr/>
          <p:nvPr/>
        </p:nvSpPr>
        <p:spPr>
          <a:xfrm>
            <a:off x="2972639" y="465719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049459E-43C8-4607-B52C-E4E71BD9813D}"/>
              </a:ext>
            </a:extLst>
          </p:cNvPr>
          <p:cNvSpPr/>
          <p:nvPr/>
        </p:nvSpPr>
        <p:spPr>
          <a:xfrm>
            <a:off x="5064423" y="4553389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4E13E75-F5CE-4EFA-963C-C7786D773272}"/>
              </a:ext>
            </a:extLst>
          </p:cNvPr>
          <p:cNvSpPr/>
          <p:nvPr/>
        </p:nvSpPr>
        <p:spPr>
          <a:xfrm>
            <a:off x="6914320" y="4598840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42E854-9FEE-4F62-8C79-41E52BC67AB3}"/>
              </a:ext>
            </a:extLst>
          </p:cNvPr>
          <p:cNvSpPr/>
          <p:nvPr/>
        </p:nvSpPr>
        <p:spPr>
          <a:xfrm>
            <a:off x="9065357" y="4607426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18B5F08-A681-4EE9-BDF1-9951711F23F3}"/>
              </a:ext>
            </a:extLst>
          </p:cNvPr>
          <p:cNvSpPr/>
          <p:nvPr/>
        </p:nvSpPr>
        <p:spPr>
          <a:xfrm>
            <a:off x="10160906" y="2375078"/>
            <a:ext cx="56938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0A078-1558-4300-A157-924D397F2B25}"/>
              </a:ext>
            </a:extLst>
          </p:cNvPr>
          <p:cNvSpPr/>
          <p:nvPr/>
        </p:nvSpPr>
        <p:spPr>
          <a:xfrm>
            <a:off x="4770766" y="3893541"/>
            <a:ext cx="272222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 – D – E – F 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5A4381A-A810-453F-A825-20D854BE66D9}"/>
              </a:ext>
            </a:extLst>
          </p:cNvPr>
          <p:cNvSpPr/>
          <p:nvPr/>
        </p:nvSpPr>
        <p:spPr>
          <a:xfrm>
            <a:off x="9925036" y="2593911"/>
            <a:ext cx="10706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</a:t>
            </a:r>
            <a:endParaRPr lang="en-US" sz="1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F5812D7-695C-4163-A372-7AC710CB2D0F}"/>
              </a:ext>
            </a:extLst>
          </p:cNvPr>
          <p:cNvSpPr/>
          <p:nvPr/>
        </p:nvSpPr>
        <p:spPr>
          <a:xfrm>
            <a:off x="2434214" y="5749565"/>
            <a:ext cx="4778937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Duration = 9 + 8 + 9 + 6</a:t>
            </a:r>
          </a:p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= 32</a:t>
            </a:r>
            <a:endParaRPr lang="en-US" sz="28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0616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7C2A-F242-4F7F-931C-453EDE06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5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E98D3-7082-456E-B470-BC76851AE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 &gt; B, C; F, G &gt; D; H,I &gt; E, F; J &gt; I, G; K &gt; H; B &gt; A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C7EE1-F5EC-452E-8BF0-9FE6A167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36E16-FC8B-449F-BCD4-E3676926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4874" y="6335391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22</a:t>
            </a:fld>
            <a:endParaRPr lang="LID4096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82CEB58-AE27-4A88-B359-652818B37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16855"/>
              </p:ext>
            </p:extLst>
          </p:nvPr>
        </p:nvGraphicFramePr>
        <p:xfrm>
          <a:off x="9158640" y="2314703"/>
          <a:ext cx="286051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808">
                  <a:extLst>
                    <a:ext uri="{9D8B030D-6E8A-4147-A177-3AD203B41FA5}">
                      <a16:colId xmlns:a16="http://schemas.microsoft.com/office/drawing/2014/main" val="3398499393"/>
                    </a:ext>
                  </a:extLst>
                </a:gridCol>
                <a:gridCol w="1583703">
                  <a:extLst>
                    <a:ext uri="{9D8B030D-6E8A-4147-A177-3AD203B41FA5}">
                      <a16:colId xmlns:a16="http://schemas.microsoft.com/office/drawing/2014/main" val="88389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Predecessors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1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99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788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4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356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B, 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49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559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23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E, 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02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E, 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91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I, 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94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07194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A8007C38-2FF2-46FC-B68E-8A3A130EC764}"/>
              </a:ext>
            </a:extLst>
          </p:cNvPr>
          <p:cNvSpPr/>
          <p:nvPr/>
        </p:nvSpPr>
        <p:spPr>
          <a:xfrm>
            <a:off x="376304" y="4147793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5BD9B6-782C-4C78-8761-9337048EB0B3}"/>
              </a:ext>
            </a:extLst>
          </p:cNvPr>
          <p:cNvSpPr/>
          <p:nvPr/>
        </p:nvSpPr>
        <p:spPr>
          <a:xfrm>
            <a:off x="1683487" y="3077975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802D513-99B6-4858-AB96-EAC468319D2E}"/>
              </a:ext>
            </a:extLst>
          </p:cNvPr>
          <p:cNvSpPr/>
          <p:nvPr/>
        </p:nvSpPr>
        <p:spPr>
          <a:xfrm>
            <a:off x="1683487" y="5244446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D87766-3A9E-42E3-A11F-31636050A350}"/>
              </a:ext>
            </a:extLst>
          </p:cNvPr>
          <p:cNvSpPr/>
          <p:nvPr/>
        </p:nvSpPr>
        <p:spPr>
          <a:xfrm>
            <a:off x="3060416" y="4124915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B86800-BC34-41A5-9213-BE995B4D35AF}"/>
              </a:ext>
            </a:extLst>
          </p:cNvPr>
          <p:cNvCxnSpPr>
            <a:stCxn id="9" idx="6"/>
            <a:endCxn id="39" idx="2"/>
          </p:cNvCxnSpPr>
          <p:nvPr/>
        </p:nvCxnSpPr>
        <p:spPr>
          <a:xfrm flipV="1">
            <a:off x="989046" y="3351353"/>
            <a:ext cx="694441" cy="1069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8336EC-4563-4CAC-BD26-FE856AEF43A3}"/>
              </a:ext>
            </a:extLst>
          </p:cNvPr>
          <p:cNvCxnSpPr>
            <a:stCxn id="9" idx="6"/>
            <a:endCxn id="45" idx="2"/>
          </p:cNvCxnSpPr>
          <p:nvPr/>
        </p:nvCxnSpPr>
        <p:spPr>
          <a:xfrm flipV="1">
            <a:off x="989046" y="4398293"/>
            <a:ext cx="2071370" cy="22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198427-0B1D-4970-A378-503A37D811E0}"/>
              </a:ext>
            </a:extLst>
          </p:cNvPr>
          <p:cNvCxnSpPr>
            <a:stCxn id="9" idx="6"/>
            <a:endCxn id="43" idx="2"/>
          </p:cNvCxnSpPr>
          <p:nvPr/>
        </p:nvCxnSpPr>
        <p:spPr>
          <a:xfrm>
            <a:off x="989046" y="4421171"/>
            <a:ext cx="694441" cy="1096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C8A2B43B-CDA9-4A65-AEBD-4AB913EF259E}"/>
              </a:ext>
            </a:extLst>
          </p:cNvPr>
          <p:cNvSpPr/>
          <p:nvPr/>
        </p:nvSpPr>
        <p:spPr>
          <a:xfrm>
            <a:off x="4826979" y="4117999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46C599-F46F-48A1-8C7A-6762CB213464}"/>
              </a:ext>
            </a:extLst>
          </p:cNvPr>
          <p:cNvCxnSpPr>
            <a:stCxn id="45" idx="6"/>
            <a:endCxn id="49" idx="2"/>
          </p:cNvCxnSpPr>
          <p:nvPr/>
        </p:nvCxnSpPr>
        <p:spPr>
          <a:xfrm flipV="1">
            <a:off x="3673158" y="4391377"/>
            <a:ext cx="1153821" cy="6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10C441-138D-4472-B3BD-F59807944932}"/>
              </a:ext>
            </a:extLst>
          </p:cNvPr>
          <p:cNvCxnSpPr>
            <a:cxnSpLocks/>
            <a:stCxn id="43" idx="6"/>
          </p:cNvCxnSpPr>
          <p:nvPr/>
        </p:nvCxnSpPr>
        <p:spPr>
          <a:xfrm flipV="1">
            <a:off x="2296229" y="4496177"/>
            <a:ext cx="2435418" cy="1021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46DD447-03AE-4C39-A0A8-3DE78B28D034}"/>
              </a:ext>
            </a:extLst>
          </p:cNvPr>
          <p:cNvSpPr/>
          <p:nvPr/>
        </p:nvSpPr>
        <p:spPr>
          <a:xfrm>
            <a:off x="6321518" y="3077975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27BE8DB-A892-4A4C-A27F-36210D560336}"/>
              </a:ext>
            </a:extLst>
          </p:cNvPr>
          <p:cNvSpPr/>
          <p:nvPr/>
        </p:nvSpPr>
        <p:spPr>
          <a:xfrm>
            <a:off x="6321518" y="5244446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B205D5-A695-4D4C-BED6-C238AB462D29}"/>
              </a:ext>
            </a:extLst>
          </p:cNvPr>
          <p:cNvCxnSpPr>
            <a:cxnSpLocks/>
            <a:stCxn id="49" idx="6"/>
            <a:endCxn id="54" idx="2"/>
          </p:cNvCxnSpPr>
          <p:nvPr/>
        </p:nvCxnSpPr>
        <p:spPr>
          <a:xfrm flipV="1">
            <a:off x="5439721" y="3351353"/>
            <a:ext cx="881797" cy="1040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72E03D3-6502-48C5-B44B-17184D1A7759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5439721" y="4391377"/>
            <a:ext cx="824477" cy="1040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02754C-DC0A-4E6D-8AFA-CC712B66AAEA}"/>
              </a:ext>
            </a:extLst>
          </p:cNvPr>
          <p:cNvCxnSpPr>
            <a:stCxn id="43" idx="6"/>
            <a:endCxn id="56" idx="2"/>
          </p:cNvCxnSpPr>
          <p:nvPr/>
        </p:nvCxnSpPr>
        <p:spPr>
          <a:xfrm>
            <a:off x="2296229" y="5517824"/>
            <a:ext cx="40252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91B8DCE-C0E2-430D-A176-E049FA8C453A}"/>
              </a:ext>
            </a:extLst>
          </p:cNvPr>
          <p:cNvSpPr/>
          <p:nvPr/>
        </p:nvSpPr>
        <p:spPr>
          <a:xfrm>
            <a:off x="7970471" y="4116724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596B13C-CE24-4FF5-85BC-D7E8BC4106C9}"/>
              </a:ext>
            </a:extLst>
          </p:cNvPr>
          <p:cNvCxnSpPr>
            <a:stCxn id="54" idx="6"/>
            <a:endCxn id="61" idx="2"/>
          </p:cNvCxnSpPr>
          <p:nvPr/>
        </p:nvCxnSpPr>
        <p:spPr>
          <a:xfrm>
            <a:off x="6934260" y="3351353"/>
            <a:ext cx="1036211" cy="1038749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25B8F74-7A17-478D-831F-6B879AD51F1F}"/>
              </a:ext>
            </a:extLst>
          </p:cNvPr>
          <p:cNvCxnSpPr>
            <a:stCxn id="56" idx="6"/>
            <a:endCxn id="61" idx="2"/>
          </p:cNvCxnSpPr>
          <p:nvPr/>
        </p:nvCxnSpPr>
        <p:spPr>
          <a:xfrm flipV="1">
            <a:off x="6934260" y="4390102"/>
            <a:ext cx="1036211" cy="1127722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5F84E7E-2DE7-48FF-910D-F109BDFCD117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682675" y="4147793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3F6049F-74C1-41CA-979F-75C77761DEA9}"/>
              </a:ext>
            </a:extLst>
          </p:cNvPr>
          <p:cNvCxnSpPr>
            <a:stCxn id="39" idx="0"/>
            <a:endCxn id="39" idx="4"/>
          </p:cNvCxnSpPr>
          <p:nvPr/>
        </p:nvCxnSpPr>
        <p:spPr>
          <a:xfrm>
            <a:off x="1989858" y="3077975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757B7AF-7790-48A5-A1AB-B4B0237B9AA7}"/>
              </a:ext>
            </a:extLst>
          </p:cNvPr>
          <p:cNvCxnSpPr>
            <a:stCxn id="45" idx="0"/>
            <a:endCxn id="45" idx="4"/>
          </p:cNvCxnSpPr>
          <p:nvPr/>
        </p:nvCxnSpPr>
        <p:spPr>
          <a:xfrm>
            <a:off x="3366787" y="4124915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BBF8B46-092E-4E71-AF3F-EE5EBBA31451}"/>
              </a:ext>
            </a:extLst>
          </p:cNvPr>
          <p:cNvCxnSpPr>
            <a:stCxn id="43" idx="0"/>
            <a:endCxn id="43" idx="4"/>
          </p:cNvCxnSpPr>
          <p:nvPr/>
        </p:nvCxnSpPr>
        <p:spPr>
          <a:xfrm>
            <a:off x="1989858" y="5244446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7302BB5-6B55-440B-88C8-588ABE4F5D50}"/>
              </a:ext>
            </a:extLst>
          </p:cNvPr>
          <p:cNvCxnSpPr>
            <a:cxnSpLocks/>
            <a:stCxn id="49" idx="0"/>
            <a:endCxn id="49" idx="4"/>
          </p:cNvCxnSpPr>
          <p:nvPr/>
        </p:nvCxnSpPr>
        <p:spPr>
          <a:xfrm>
            <a:off x="5133350" y="4117999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E200B2C-059E-4565-8C0C-6F4B54032BAE}"/>
              </a:ext>
            </a:extLst>
          </p:cNvPr>
          <p:cNvCxnSpPr>
            <a:stCxn id="54" idx="0"/>
            <a:endCxn id="54" idx="4"/>
          </p:cNvCxnSpPr>
          <p:nvPr/>
        </p:nvCxnSpPr>
        <p:spPr>
          <a:xfrm>
            <a:off x="6627889" y="3077975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7B2395F-48EB-45D0-9ABF-E6339F98ECB1}"/>
              </a:ext>
            </a:extLst>
          </p:cNvPr>
          <p:cNvCxnSpPr>
            <a:stCxn id="56" idx="0"/>
            <a:endCxn id="56" idx="4"/>
          </p:cNvCxnSpPr>
          <p:nvPr/>
        </p:nvCxnSpPr>
        <p:spPr>
          <a:xfrm>
            <a:off x="6627889" y="5244446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1261504-F0D5-46D4-95E0-0D9FF5955146}"/>
              </a:ext>
            </a:extLst>
          </p:cNvPr>
          <p:cNvCxnSpPr>
            <a:stCxn id="61" idx="0"/>
            <a:endCxn id="61" idx="4"/>
          </p:cNvCxnSpPr>
          <p:nvPr/>
        </p:nvCxnSpPr>
        <p:spPr>
          <a:xfrm>
            <a:off x="8276842" y="4116724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5A11750-F73E-4D07-85B0-357A3CA70373}"/>
              </a:ext>
            </a:extLst>
          </p:cNvPr>
          <p:cNvCxnSpPr>
            <a:stCxn id="61" idx="6"/>
          </p:cNvCxnSpPr>
          <p:nvPr/>
        </p:nvCxnSpPr>
        <p:spPr>
          <a:xfrm flipH="1" flipV="1">
            <a:off x="8276842" y="4390101"/>
            <a:ext cx="30637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402B844-E7D7-4036-84AB-5E1D70989660}"/>
              </a:ext>
            </a:extLst>
          </p:cNvPr>
          <p:cNvCxnSpPr>
            <a:stCxn id="54" idx="6"/>
          </p:cNvCxnSpPr>
          <p:nvPr/>
        </p:nvCxnSpPr>
        <p:spPr>
          <a:xfrm flipH="1" flipV="1">
            <a:off x="6625632" y="3351352"/>
            <a:ext cx="30862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DDAF705-D01E-427C-A308-492EF473AFBA}"/>
              </a:ext>
            </a:extLst>
          </p:cNvPr>
          <p:cNvCxnSpPr>
            <a:stCxn id="56" idx="6"/>
          </p:cNvCxnSpPr>
          <p:nvPr/>
        </p:nvCxnSpPr>
        <p:spPr>
          <a:xfrm flipH="1" flipV="1">
            <a:off x="6627888" y="5517823"/>
            <a:ext cx="3063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7D6855B-84C7-44B6-81D1-36F048350994}"/>
              </a:ext>
            </a:extLst>
          </p:cNvPr>
          <p:cNvCxnSpPr>
            <a:stCxn id="39" idx="6"/>
          </p:cNvCxnSpPr>
          <p:nvPr/>
        </p:nvCxnSpPr>
        <p:spPr>
          <a:xfrm flipH="1" flipV="1">
            <a:off x="1944134" y="3351352"/>
            <a:ext cx="35209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775D1E1-D7F5-4870-B931-CAE23D97E091}"/>
              </a:ext>
            </a:extLst>
          </p:cNvPr>
          <p:cNvCxnSpPr>
            <a:stCxn id="45" idx="6"/>
          </p:cNvCxnSpPr>
          <p:nvPr/>
        </p:nvCxnSpPr>
        <p:spPr>
          <a:xfrm flipH="1">
            <a:off x="3366786" y="4398293"/>
            <a:ext cx="306372" cy="5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A0F5325-CA7A-4CDF-9A1E-423B94A38601}"/>
              </a:ext>
            </a:extLst>
          </p:cNvPr>
          <p:cNvCxnSpPr>
            <a:stCxn id="49" idx="6"/>
          </p:cNvCxnSpPr>
          <p:nvPr/>
        </p:nvCxnSpPr>
        <p:spPr>
          <a:xfrm flipH="1" flipV="1">
            <a:off x="5132222" y="4387177"/>
            <a:ext cx="307499" cy="4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81EFD15-24C7-4F20-9C23-1F74D7C2B3CE}"/>
              </a:ext>
            </a:extLst>
          </p:cNvPr>
          <p:cNvCxnSpPr>
            <a:cxnSpLocks/>
            <a:stCxn id="43" idx="6"/>
          </p:cNvCxnSpPr>
          <p:nvPr/>
        </p:nvCxnSpPr>
        <p:spPr>
          <a:xfrm flipH="1" flipV="1">
            <a:off x="1989857" y="5517823"/>
            <a:ext cx="3063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A08F946-4143-41E9-B4FD-D8BA701F337C}"/>
              </a:ext>
            </a:extLst>
          </p:cNvPr>
          <p:cNvCxnSpPr>
            <a:cxnSpLocks/>
            <a:stCxn id="9" idx="6"/>
          </p:cNvCxnSpPr>
          <p:nvPr/>
        </p:nvCxnSpPr>
        <p:spPr>
          <a:xfrm flipH="1" flipV="1">
            <a:off x="662566" y="4421170"/>
            <a:ext cx="32648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59520E4-29A5-42A1-86CD-E535DE78729D}"/>
              </a:ext>
            </a:extLst>
          </p:cNvPr>
          <p:cNvSpPr/>
          <p:nvPr/>
        </p:nvSpPr>
        <p:spPr>
          <a:xfrm>
            <a:off x="390425" y="4231376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63F258-45F5-4732-B28D-F178D73C1841}"/>
              </a:ext>
            </a:extLst>
          </p:cNvPr>
          <p:cNvSpPr/>
          <p:nvPr/>
        </p:nvSpPr>
        <p:spPr>
          <a:xfrm>
            <a:off x="1697609" y="3151297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C6AA3AF-D2F6-4B81-8993-2B9CBC8DA2BE}"/>
              </a:ext>
            </a:extLst>
          </p:cNvPr>
          <p:cNvSpPr/>
          <p:nvPr/>
        </p:nvSpPr>
        <p:spPr>
          <a:xfrm>
            <a:off x="3067756" y="4202999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720220D-A5EC-434D-84BE-E6C94A9F5AC7}"/>
              </a:ext>
            </a:extLst>
          </p:cNvPr>
          <p:cNvCxnSpPr>
            <a:stCxn id="39" idx="6"/>
          </p:cNvCxnSpPr>
          <p:nvPr/>
        </p:nvCxnSpPr>
        <p:spPr>
          <a:xfrm>
            <a:off x="2296229" y="3351353"/>
            <a:ext cx="654361" cy="915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3428B73-041F-47DF-BF0D-E25792F243EF}"/>
              </a:ext>
            </a:extLst>
          </p:cNvPr>
          <p:cNvSpPr/>
          <p:nvPr/>
        </p:nvSpPr>
        <p:spPr>
          <a:xfrm>
            <a:off x="1708667" y="5300104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5410483-A0B6-4DB9-A6FE-8DFC65697E32}"/>
              </a:ext>
            </a:extLst>
          </p:cNvPr>
          <p:cNvSpPr/>
          <p:nvPr/>
        </p:nvSpPr>
        <p:spPr>
          <a:xfrm>
            <a:off x="4835768" y="4187122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4FC9A64-0E18-4F3A-83EC-16434D4E23DF}"/>
              </a:ext>
            </a:extLst>
          </p:cNvPr>
          <p:cNvSpPr/>
          <p:nvPr/>
        </p:nvSpPr>
        <p:spPr>
          <a:xfrm>
            <a:off x="6330496" y="5317768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5307738-5662-4420-A1D2-596EA3C0803D}"/>
              </a:ext>
            </a:extLst>
          </p:cNvPr>
          <p:cNvSpPr/>
          <p:nvPr/>
        </p:nvSpPr>
        <p:spPr>
          <a:xfrm>
            <a:off x="6356676" y="3151297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093CED2-609C-483A-B226-C1800C5C0283}"/>
              </a:ext>
            </a:extLst>
          </p:cNvPr>
          <p:cNvSpPr/>
          <p:nvPr/>
        </p:nvSpPr>
        <p:spPr>
          <a:xfrm>
            <a:off x="7994962" y="4187122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68E8FAB-C135-46BB-8F41-C9452A3D9E89}"/>
              </a:ext>
            </a:extLst>
          </p:cNvPr>
          <p:cNvSpPr/>
          <p:nvPr/>
        </p:nvSpPr>
        <p:spPr>
          <a:xfrm>
            <a:off x="1217402" y="3608804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4291B85-B08E-483D-8104-64C31C826AD9}"/>
              </a:ext>
            </a:extLst>
          </p:cNvPr>
          <p:cNvSpPr/>
          <p:nvPr/>
        </p:nvSpPr>
        <p:spPr>
          <a:xfrm>
            <a:off x="2489219" y="3607934"/>
            <a:ext cx="31290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59657B8-3F92-49E8-8F09-9C36C7B573C4}"/>
              </a:ext>
            </a:extLst>
          </p:cNvPr>
          <p:cNvSpPr/>
          <p:nvPr/>
        </p:nvSpPr>
        <p:spPr>
          <a:xfrm>
            <a:off x="1809862" y="4231376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A5F543B-DC6B-46B6-9BD6-B79F7CE0A2A3}"/>
              </a:ext>
            </a:extLst>
          </p:cNvPr>
          <p:cNvSpPr/>
          <p:nvPr/>
        </p:nvSpPr>
        <p:spPr>
          <a:xfrm>
            <a:off x="1191908" y="4753908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F57095E-0ED0-4DF3-89E1-68FE425077DA}"/>
              </a:ext>
            </a:extLst>
          </p:cNvPr>
          <p:cNvSpPr/>
          <p:nvPr/>
        </p:nvSpPr>
        <p:spPr>
          <a:xfrm>
            <a:off x="3978408" y="4194780"/>
            <a:ext cx="2968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23286E0-9030-4C10-9755-79504D45A08D}"/>
              </a:ext>
            </a:extLst>
          </p:cNvPr>
          <p:cNvSpPr/>
          <p:nvPr/>
        </p:nvSpPr>
        <p:spPr>
          <a:xfrm>
            <a:off x="3459570" y="4780970"/>
            <a:ext cx="2968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04D456B-EBA2-40B8-8CCA-6F4DAA758C65}"/>
              </a:ext>
            </a:extLst>
          </p:cNvPr>
          <p:cNvSpPr/>
          <p:nvPr/>
        </p:nvSpPr>
        <p:spPr>
          <a:xfrm>
            <a:off x="4123423" y="5300104"/>
            <a:ext cx="38183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9C440F4-0244-46AF-B463-13596C1B9BAB}"/>
              </a:ext>
            </a:extLst>
          </p:cNvPr>
          <p:cNvSpPr/>
          <p:nvPr/>
        </p:nvSpPr>
        <p:spPr>
          <a:xfrm>
            <a:off x="5746348" y="3670440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0EA29C0-BBED-4183-86B5-C41A2A430AB7}"/>
              </a:ext>
            </a:extLst>
          </p:cNvPr>
          <p:cNvSpPr/>
          <p:nvPr/>
        </p:nvSpPr>
        <p:spPr>
          <a:xfrm>
            <a:off x="5750787" y="4728121"/>
            <a:ext cx="24077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F4CAD2A-4675-42B0-9ED8-589DAF4B60A8}"/>
              </a:ext>
            </a:extLst>
          </p:cNvPr>
          <p:cNvSpPr/>
          <p:nvPr/>
        </p:nvSpPr>
        <p:spPr>
          <a:xfrm>
            <a:off x="7261152" y="4844336"/>
            <a:ext cx="28405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9BB75E7-EB7A-4191-AB5C-6B0C2EF47BF0}"/>
              </a:ext>
            </a:extLst>
          </p:cNvPr>
          <p:cNvSpPr/>
          <p:nvPr/>
        </p:nvSpPr>
        <p:spPr>
          <a:xfrm>
            <a:off x="7180578" y="3550975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161652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CA7E0-54B6-42DD-A3A8-E7AA3074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6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FBE93-A71C-4BDA-9E14-6BD3D1129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0017E-D758-451F-A88B-9D40FECA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2529" y="6249857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ADA5B-F364-4C7C-8704-370FE6333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23</a:t>
            </a:fld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A84AE3-6D1B-4917-B7BE-09001805F42C}"/>
              </a:ext>
            </a:extLst>
          </p:cNvPr>
          <p:cNvSpPr/>
          <p:nvPr/>
        </p:nvSpPr>
        <p:spPr>
          <a:xfrm>
            <a:off x="292999" y="3633845"/>
            <a:ext cx="848412" cy="7729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48BD3B-105C-4BB6-B9B2-54492A6309AC}"/>
              </a:ext>
            </a:extLst>
          </p:cNvPr>
          <p:cNvSpPr/>
          <p:nvPr/>
        </p:nvSpPr>
        <p:spPr>
          <a:xfrm>
            <a:off x="1819428" y="2970606"/>
            <a:ext cx="848412" cy="7729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E9847B-D29D-414F-947C-177440C52C4D}"/>
              </a:ext>
            </a:extLst>
          </p:cNvPr>
          <p:cNvSpPr/>
          <p:nvPr/>
        </p:nvSpPr>
        <p:spPr>
          <a:xfrm>
            <a:off x="3747978" y="3782419"/>
            <a:ext cx="848412" cy="7729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C0BBE6-4925-49C0-92AD-E15FE40A1AC0}"/>
              </a:ext>
            </a:extLst>
          </p:cNvPr>
          <p:cNvCxnSpPr>
            <a:stCxn id="3" idx="1"/>
            <a:endCxn id="7" idx="2"/>
          </p:cNvCxnSpPr>
          <p:nvPr/>
        </p:nvCxnSpPr>
        <p:spPr>
          <a:xfrm flipV="1">
            <a:off x="1141412" y="3357105"/>
            <a:ext cx="678016" cy="6632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DD6519-7F70-411A-A746-40D889F6F23E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667840" y="3357105"/>
            <a:ext cx="6730137" cy="5350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57DE22-1FFD-40AF-A1C5-B912B2AEEEFE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2667840" y="3357105"/>
            <a:ext cx="1080138" cy="811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E7A4B7-FC44-4133-B4AD-DD8C82359427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2243634" y="2970606"/>
            <a:ext cx="0" cy="77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E9B8FE-EDD2-4F06-B5B9-DAB6C7399AB4}"/>
              </a:ext>
            </a:extLst>
          </p:cNvPr>
          <p:cNvCxnSpPr>
            <a:cxnSpLocks/>
            <a:stCxn id="9" idx="0"/>
            <a:endCxn id="9" idx="4"/>
          </p:cNvCxnSpPr>
          <p:nvPr/>
        </p:nvCxnSpPr>
        <p:spPr>
          <a:xfrm>
            <a:off x="4172184" y="3782419"/>
            <a:ext cx="0" cy="77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1869B0-F940-4FAE-BE42-CDEA8B0A3222}"/>
              </a:ext>
            </a:extLst>
          </p:cNvPr>
          <p:cNvCxnSpPr>
            <a:stCxn id="7" idx="6"/>
          </p:cNvCxnSpPr>
          <p:nvPr/>
        </p:nvCxnSpPr>
        <p:spPr>
          <a:xfrm flipH="1">
            <a:off x="2243634" y="3357105"/>
            <a:ext cx="4242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52934A-2597-4BC2-A782-18EBA4DA970E}"/>
              </a:ext>
            </a:extLst>
          </p:cNvPr>
          <p:cNvCxnSpPr>
            <a:stCxn id="6" idx="0"/>
            <a:endCxn id="6" idx="4"/>
          </p:cNvCxnSpPr>
          <p:nvPr/>
        </p:nvCxnSpPr>
        <p:spPr>
          <a:xfrm>
            <a:off x="717205" y="3633845"/>
            <a:ext cx="0" cy="77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3C6958-47A5-462E-A5A2-3A416B5A3A28}"/>
              </a:ext>
            </a:extLst>
          </p:cNvPr>
          <p:cNvCxnSpPr>
            <a:stCxn id="6" idx="6"/>
          </p:cNvCxnSpPr>
          <p:nvPr/>
        </p:nvCxnSpPr>
        <p:spPr>
          <a:xfrm flipH="1">
            <a:off x="717205" y="4020344"/>
            <a:ext cx="4242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5001E2-64C0-4937-9190-401D9AE88BC4}"/>
              </a:ext>
            </a:extLst>
          </p:cNvPr>
          <p:cNvCxnSpPr>
            <a:stCxn id="9" idx="6"/>
          </p:cNvCxnSpPr>
          <p:nvPr/>
        </p:nvCxnSpPr>
        <p:spPr>
          <a:xfrm flipH="1">
            <a:off x="4172184" y="4168918"/>
            <a:ext cx="4242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2E173C4-9C11-4510-AD53-72D4E8CF86D7}"/>
              </a:ext>
            </a:extLst>
          </p:cNvPr>
          <p:cNvSpPr/>
          <p:nvPr/>
        </p:nvSpPr>
        <p:spPr>
          <a:xfrm>
            <a:off x="405901" y="3835678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7CC8A7-EDCB-4B41-9EA4-DFFC52021524}"/>
              </a:ext>
            </a:extLst>
          </p:cNvPr>
          <p:cNvSpPr/>
          <p:nvPr/>
        </p:nvSpPr>
        <p:spPr>
          <a:xfrm>
            <a:off x="1314018" y="3512383"/>
            <a:ext cx="32412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342AD4-2EF4-4B6A-8584-00D547A6FBB2}"/>
              </a:ext>
            </a:extLst>
          </p:cNvPr>
          <p:cNvSpPr/>
          <p:nvPr/>
        </p:nvSpPr>
        <p:spPr>
          <a:xfrm>
            <a:off x="1932330" y="3191848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DD2D01-CF74-4E9C-A6B8-7A9E13F4AAB6}"/>
              </a:ext>
            </a:extLst>
          </p:cNvPr>
          <p:cNvSpPr/>
          <p:nvPr/>
        </p:nvSpPr>
        <p:spPr>
          <a:xfrm>
            <a:off x="5080619" y="3376514"/>
            <a:ext cx="30008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9F802D-7EF5-46B9-89EE-267E7C2076B7}"/>
              </a:ext>
            </a:extLst>
          </p:cNvPr>
          <p:cNvSpPr/>
          <p:nvPr/>
        </p:nvSpPr>
        <p:spPr>
          <a:xfrm>
            <a:off x="3051679" y="3558823"/>
            <a:ext cx="32412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85BDC6-735E-410E-B457-15D36B1787B5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4596390" y="4020343"/>
            <a:ext cx="4586571" cy="1485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7805B28-6924-4E79-91BD-BF07A4469234}"/>
              </a:ext>
            </a:extLst>
          </p:cNvPr>
          <p:cNvSpPr/>
          <p:nvPr/>
        </p:nvSpPr>
        <p:spPr>
          <a:xfrm>
            <a:off x="4808446" y="4624482"/>
            <a:ext cx="28565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078A34F-8CB0-4A68-A5AB-DD07676400CB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141411" y="4020344"/>
            <a:ext cx="2599589" cy="192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12827D9-C00A-4D3C-97DA-17A8185BB073}"/>
              </a:ext>
            </a:extLst>
          </p:cNvPr>
          <p:cNvCxnSpPr>
            <a:cxnSpLocks/>
            <a:stCxn id="6" idx="6"/>
            <a:endCxn id="79" idx="2"/>
          </p:cNvCxnSpPr>
          <p:nvPr/>
        </p:nvCxnSpPr>
        <p:spPr>
          <a:xfrm>
            <a:off x="1141411" y="4020344"/>
            <a:ext cx="4279761" cy="1577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37E3D56-465D-4C23-9449-25EDE005F42F}"/>
              </a:ext>
            </a:extLst>
          </p:cNvPr>
          <p:cNvSpPr/>
          <p:nvPr/>
        </p:nvSpPr>
        <p:spPr>
          <a:xfrm>
            <a:off x="2369817" y="3911595"/>
            <a:ext cx="32412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D4E0BF5-BF93-4DB6-9075-8EE598E49CA5}"/>
              </a:ext>
            </a:extLst>
          </p:cNvPr>
          <p:cNvSpPr/>
          <p:nvPr/>
        </p:nvSpPr>
        <p:spPr>
          <a:xfrm>
            <a:off x="3068532" y="4610435"/>
            <a:ext cx="28565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482E988-C0DB-4DF8-9FB3-61A42BB2A2D3}"/>
              </a:ext>
            </a:extLst>
          </p:cNvPr>
          <p:cNvSpPr/>
          <p:nvPr/>
        </p:nvSpPr>
        <p:spPr>
          <a:xfrm>
            <a:off x="5421172" y="5211453"/>
            <a:ext cx="848412" cy="7729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6373327-7D63-44A7-9AFD-4A57AE2804B1}"/>
              </a:ext>
            </a:extLst>
          </p:cNvPr>
          <p:cNvCxnSpPr>
            <a:stCxn id="9" idx="6"/>
            <a:endCxn id="79" idx="2"/>
          </p:cNvCxnSpPr>
          <p:nvPr/>
        </p:nvCxnSpPr>
        <p:spPr>
          <a:xfrm>
            <a:off x="4596390" y="4168918"/>
            <a:ext cx="824782" cy="1429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BBD7CF7-B66E-4D1A-9BAD-000C6C785BCA}"/>
              </a:ext>
            </a:extLst>
          </p:cNvPr>
          <p:cNvSpPr/>
          <p:nvPr/>
        </p:nvSpPr>
        <p:spPr>
          <a:xfrm>
            <a:off x="5989788" y="3936711"/>
            <a:ext cx="36260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3EE773-E327-402B-B55C-91BE5647D272}"/>
              </a:ext>
            </a:extLst>
          </p:cNvPr>
          <p:cNvCxnSpPr>
            <a:cxnSpLocks/>
            <a:stCxn id="79" idx="6"/>
          </p:cNvCxnSpPr>
          <p:nvPr/>
        </p:nvCxnSpPr>
        <p:spPr>
          <a:xfrm flipV="1">
            <a:off x="6269584" y="4116588"/>
            <a:ext cx="3044098" cy="14813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5487D97-205D-4599-B150-BAB8FA3A038A}"/>
              </a:ext>
            </a:extLst>
          </p:cNvPr>
          <p:cNvSpPr/>
          <p:nvPr/>
        </p:nvSpPr>
        <p:spPr>
          <a:xfrm>
            <a:off x="7348292" y="4883435"/>
            <a:ext cx="32412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170988A-C254-43C2-A2AB-DFA05E2BA9B6}"/>
              </a:ext>
            </a:extLst>
          </p:cNvPr>
          <p:cNvSpPr/>
          <p:nvPr/>
        </p:nvSpPr>
        <p:spPr>
          <a:xfrm>
            <a:off x="9397977" y="3633845"/>
            <a:ext cx="848412" cy="7729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852025C-E102-4175-B817-C4829FC27B8F}"/>
              </a:ext>
            </a:extLst>
          </p:cNvPr>
          <p:cNvCxnSpPr>
            <a:stCxn id="79" idx="0"/>
            <a:endCxn id="79" idx="4"/>
          </p:cNvCxnSpPr>
          <p:nvPr/>
        </p:nvCxnSpPr>
        <p:spPr>
          <a:xfrm>
            <a:off x="5845378" y="5211453"/>
            <a:ext cx="0" cy="77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E5D8E2A-BA16-43E6-9221-D9C5CDC0A6A9}"/>
              </a:ext>
            </a:extLst>
          </p:cNvPr>
          <p:cNvCxnSpPr>
            <a:stCxn id="92" idx="0"/>
            <a:endCxn id="92" idx="4"/>
          </p:cNvCxnSpPr>
          <p:nvPr/>
        </p:nvCxnSpPr>
        <p:spPr>
          <a:xfrm>
            <a:off x="9822183" y="3633845"/>
            <a:ext cx="0" cy="77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4E5F95C-D086-463F-9EB1-B57A54840E99}"/>
              </a:ext>
            </a:extLst>
          </p:cNvPr>
          <p:cNvCxnSpPr>
            <a:stCxn id="79" idx="6"/>
          </p:cNvCxnSpPr>
          <p:nvPr/>
        </p:nvCxnSpPr>
        <p:spPr>
          <a:xfrm flipH="1">
            <a:off x="5845378" y="5597952"/>
            <a:ext cx="424206" cy="13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A48652A-9D16-4C53-A86F-8B5BB32D8182}"/>
              </a:ext>
            </a:extLst>
          </p:cNvPr>
          <p:cNvCxnSpPr>
            <a:stCxn id="92" idx="6"/>
          </p:cNvCxnSpPr>
          <p:nvPr/>
        </p:nvCxnSpPr>
        <p:spPr>
          <a:xfrm flipH="1">
            <a:off x="9822183" y="4020344"/>
            <a:ext cx="4242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D5F9CEB-14F5-4E0D-A99D-8F4FF1FEE049}"/>
              </a:ext>
            </a:extLst>
          </p:cNvPr>
          <p:cNvSpPr/>
          <p:nvPr/>
        </p:nvSpPr>
        <p:spPr>
          <a:xfrm>
            <a:off x="3828098" y="399283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989169C-5E08-485D-B382-AB657051AB79}"/>
              </a:ext>
            </a:extLst>
          </p:cNvPr>
          <p:cNvSpPr/>
          <p:nvPr/>
        </p:nvSpPr>
        <p:spPr>
          <a:xfrm>
            <a:off x="9451514" y="3858372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8A7B206-17B2-4BEF-B56C-459CD27B01AC}"/>
              </a:ext>
            </a:extLst>
          </p:cNvPr>
          <p:cNvSpPr/>
          <p:nvPr/>
        </p:nvSpPr>
        <p:spPr>
          <a:xfrm>
            <a:off x="5519770" y="5434660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8550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7543-94B7-4DC5-96EC-E03C35B0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3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F00C2-973C-4714-A16B-55E7FC41B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Calculate the Earliest Finish (</a:t>
            </a:r>
            <a:r>
              <a:rPr lang="en-US" b="1" dirty="0"/>
              <a:t>EF</a:t>
            </a:r>
            <a:r>
              <a:rPr lang="en-US" dirty="0"/>
              <a:t>), Eeliest Start (</a:t>
            </a:r>
            <a:r>
              <a:rPr lang="en-US" b="1" dirty="0"/>
              <a:t>ES</a:t>
            </a:r>
            <a:r>
              <a:rPr lang="en-US" dirty="0"/>
              <a:t>), Latest Finish (</a:t>
            </a:r>
            <a:r>
              <a:rPr lang="en-US" b="1" dirty="0"/>
              <a:t>LF</a:t>
            </a:r>
            <a:r>
              <a:rPr lang="en-US" dirty="0"/>
              <a:t>) and Latest Start (</a:t>
            </a:r>
            <a:r>
              <a:rPr lang="en-US" b="1" dirty="0"/>
              <a:t>LS</a:t>
            </a:r>
            <a:r>
              <a:rPr lang="en-US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Compute the Total Float (</a:t>
            </a:r>
            <a:r>
              <a:rPr lang="en-US" b="1" dirty="0"/>
              <a:t>TF</a:t>
            </a:r>
            <a:r>
              <a:rPr lang="en-US" dirty="0"/>
              <a:t>), Free Float (</a:t>
            </a:r>
            <a:r>
              <a:rPr lang="en-US" b="1" dirty="0"/>
              <a:t>FF</a:t>
            </a:r>
            <a:r>
              <a:rPr lang="en-US" dirty="0"/>
              <a:t>), Independent Float (</a:t>
            </a:r>
            <a:r>
              <a:rPr lang="en-US" b="1" dirty="0"/>
              <a:t>IND F</a:t>
            </a:r>
            <a:r>
              <a:rPr lang="en-US" dirty="0"/>
              <a:t>) and Interfering Float </a:t>
            </a:r>
            <a:r>
              <a:rPr lang="en-US" b="1" dirty="0"/>
              <a:t>(INT F</a:t>
            </a:r>
            <a:r>
              <a:rPr lang="en-US" dirty="0"/>
              <a:t>).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31872-8869-4F5E-8349-F9A9B0A6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7DAB0-AE5A-413E-86AE-94B83262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4484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3293-16EC-436A-8D11-8117973B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3 (CONTINUES…) – NETWORK DIAGRAM </a:t>
            </a:r>
            <a:endParaRPr lang="LID4096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A867EAF-E24D-4E29-B45B-FE34663631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205692"/>
              </p:ext>
            </p:extLst>
          </p:nvPr>
        </p:nvGraphicFramePr>
        <p:xfrm>
          <a:off x="1141413" y="2249488"/>
          <a:ext cx="245962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276">
                  <a:extLst>
                    <a:ext uri="{9D8B030D-6E8A-4147-A177-3AD203B41FA5}">
                      <a16:colId xmlns:a16="http://schemas.microsoft.com/office/drawing/2014/main" val="3059672655"/>
                    </a:ext>
                  </a:extLst>
                </a:gridCol>
                <a:gridCol w="1178350">
                  <a:extLst>
                    <a:ext uri="{9D8B030D-6E8A-4147-A177-3AD203B41FA5}">
                      <a16:colId xmlns:a16="http://schemas.microsoft.com/office/drawing/2014/main" val="4089301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93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40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05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35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5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62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914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60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372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624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07642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9C2E6-CA48-41D0-A82D-055D946C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6983" y="6328728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D1EEA-3EEE-4A6C-997C-9BD59FBD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25</a:t>
            </a:fld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DACF7C-3DA9-43AA-A80D-BEA405DF2C67}"/>
              </a:ext>
            </a:extLst>
          </p:cNvPr>
          <p:cNvSpPr/>
          <p:nvPr/>
        </p:nvSpPr>
        <p:spPr>
          <a:xfrm>
            <a:off x="3879515" y="3822381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A9F797-6D59-4758-9C43-D690916DBED4}"/>
              </a:ext>
            </a:extLst>
          </p:cNvPr>
          <p:cNvSpPr/>
          <p:nvPr/>
        </p:nvSpPr>
        <p:spPr>
          <a:xfrm>
            <a:off x="4982451" y="2896390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6D26A1-FDEC-4980-9883-D6AA55287355}"/>
              </a:ext>
            </a:extLst>
          </p:cNvPr>
          <p:cNvSpPr/>
          <p:nvPr/>
        </p:nvSpPr>
        <p:spPr>
          <a:xfrm>
            <a:off x="6754690" y="3661252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8C3842-3F8E-4F77-9118-5FA6409C8385}"/>
              </a:ext>
            </a:extLst>
          </p:cNvPr>
          <p:cNvSpPr/>
          <p:nvPr/>
        </p:nvSpPr>
        <p:spPr>
          <a:xfrm>
            <a:off x="8149856" y="5245828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DCF303-43AA-4205-BFE2-B6DB6634AEA0}"/>
              </a:ext>
            </a:extLst>
          </p:cNvPr>
          <p:cNvCxnSpPr>
            <a:stCxn id="7" idx="6"/>
            <a:endCxn id="10" idx="3"/>
          </p:cNvCxnSpPr>
          <p:nvPr/>
        </p:nvCxnSpPr>
        <p:spPr>
          <a:xfrm flipV="1">
            <a:off x="4468306" y="3367258"/>
            <a:ext cx="600371" cy="730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AF9F71-BCC9-4050-A001-17695724AB1C}"/>
              </a:ext>
            </a:extLst>
          </p:cNvPr>
          <p:cNvCxnSpPr>
            <a:stCxn id="7" idx="6"/>
            <a:endCxn id="11" idx="2"/>
          </p:cNvCxnSpPr>
          <p:nvPr/>
        </p:nvCxnSpPr>
        <p:spPr>
          <a:xfrm flipV="1">
            <a:off x="4468306" y="3937080"/>
            <a:ext cx="2286384" cy="161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0FF72B-5439-4BC0-8B4A-862F02D734A3}"/>
              </a:ext>
            </a:extLst>
          </p:cNvPr>
          <p:cNvCxnSpPr>
            <a:stCxn id="7" idx="6"/>
            <a:endCxn id="12" idx="2"/>
          </p:cNvCxnSpPr>
          <p:nvPr/>
        </p:nvCxnSpPr>
        <p:spPr>
          <a:xfrm>
            <a:off x="4468306" y="4098209"/>
            <a:ext cx="3681550" cy="14234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043C83C-A792-4070-86F3-FDEA138F37A5}"/>
              </a:ext>
            </a:extLst>
          </p:cNvPr>
          <p:cNvSpPr/>
          <p:nvPr/>
        </p:nvSpPr>
        <p:spPr>
          <a:xfrm>
            <a:off x="8149856" y="2797192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6AF264-6F14-4A69-A767-E301C4281C14}"/>
              </a:ext>
            </a:extLst>
          </p:cNvPr>
          <p:cNvCxnSpPr>
            <a:stCxn id="10" idx="6"/>
            <a:endCxn id="19" idx="2"/>
          </p:cNvCxnSpPr>
          <p:nvPr/>
        </p:nvCxnSpPr>
        <p:spPr>
          <a:xfrm flipV="1">
            <a:off x="5571242" y="3073020"/>
            <a:ext cx="2578614" cy="991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1FDE56-09EE-44B1-BCD1-FF777C93064B}"/>
              </a:ext>
            </a:extLst>
          </p:cNvPr>
          <p:cNvCxnSpPr>
            <a:stCxn id="10" idx="6"/>
          </p:cNvCxnSpPr>
          <p:nvPr/>
        </p:nvCxnSpPr>
        <p:spPr>
          <a:xfrm>
            <a:off x="5571242" y="3172218"/>
            <a:ext cx="1049518" cy="6656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ECB8188-5E3E-404C-8916-3915B794D420}"/>
              </a:ext>
            </a:extLst>
          </p:cNvPr>
          <p:cNvSpPr/>
          <p:nvPr/>
        </p:nvSpPr>
        <p:spPr>
          <a:xfrm>
            <a:off x="9687530" y="3575469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CCB9BC-5FC7-4A0D-B6A8-B2AD5EF30F21}"/>
              </a:ext>
            </a:extLst>
          </p:cNvPr>
          <p:cNvCxnSpPr>
            <a:stCxn id="11" idx="6"/>
          </p:cNvCxnSpPr>
          <p:nvPr/>
        </p:nvCxnSpPr>
        <p:spPr>
          <a:xfrm>
            <a:off x="7343481" y="3937080"/>
            <a:ext cx="806375" cy="1464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AE0D60-16B4-4781-A99E-84F4FC5C9FA6}"/>
              </a:ext>
            </a:extLst>
          </p:cNvPr>
          <p:cNvCxnSpPr>
            <a:stCxn id="19" idx="6"/>
            <a:endCxn id="24" idx="2"/>
          </p:cNvCxnSpPr>
          <p:nvPr/>
        </p:nvCxnSpPr>
        <p:spPr>
          <a:xfrm>
            <a:off x="8738647" y="3073020"/>
            <a:ext cx="948883" cy="778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EE5F30-5A2A-4F2D-A287-952E8337DFFB}"/>
              </a:ext>
            </a:extLst>
          </p:cNvPr>
          <p:cNvCxnSpPr>
            <a:stCxn id="12" idx="6"/>
          </p:cNvCxnSpPr>
          <p:nvPr/>
        </p:nvCxnSpPr>
        <p:spPr>
          <a:xfrm flipV="1">
            <a:off x="8738647" y="3994068"/>
            <a:ext cx="857990" cy="1527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3240005-7022-4283-B90D-A1283CF8AE7B}"/>
              </a:ext>
            </a:extLst>
          </p:cNvPr>
          <p:cNvCxnSpPr>
            <a:stCxn id="11" idx="6"/>
          </p:cNvCxnSpPr>
          <p:nvPr/>
        </p:nvCxnSpPr>
        <p:spPr>
          <a:xfrm flipV="1">
            <a:off x="7343481" y="3880092"/>
            <a:ext cx="2201541" cy="569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E290755-85F0-49D9-995F-71F84BE5C356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4173911" y="3822381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DA437A-26AC-4D18-BF3A-AAF1C064A46F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5276847" y="2896390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A2DE4A-B598-4E67-BB1F-1052F7D30497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7049086" y="3661252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827B34-AE51-45D3-9F75-74BFDE6C9234}"/>
              </a:ext>
            </a:extLst>
          </p:cNvPr>
          <p:cNvCxnSpPr>
            <a:stCxn id="19" idx="0"/>
            <a:endCxn id="19" idx="4"/>
          </p:cNvCxnSpPr>
          <p:nvPr/>
        </p:nvCxnSpPr>
        <p:spPr>
          <a:xfrm>
            <a:off x="8444252" y="2797192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EF30E8D-B66C-4DA0-8D6A-14B387B98EEC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8444252" y="5245828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9B0E250-BC48-4F4E-AAD7-2437E4CF287C}"/>
              </a:ext>
            </a:extLst>
          </p:cNvPr>
          <p:cNvCxnSpPr>
            <a:stCxn id="24" idx="0"/>
            <a:endCxn id="24" idx="4"/>
          </p:cNvCxnSpPr>
          <p:nvPr/>
        </p:nvCxnSpPr>
        <p:spPr>
          <a:xfrm>
            <a:off x="9981926" y="3575469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6A6DF83-5937-4E98-8AC6-0FDD2E98783A}"/>
              </a:ext>
            </a:extLst>
          </p:cNvPr>
          <p:cNvCxnSpPr>
            <a:stCxn id="7" idx="6"/>
          </p:cNvCxnSpPr>
          <p:nvPr/>
        </p:nvCxnSpPr>
        <p:spPr>
          <a:xfrm flipH="1">
            <a:off x="4173910" y="4098209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500B580-1EB3-4612-BD6D-F80BF216C1EA}"/>
              </a:ext>
            </a:extLst>
          </p:cNvPr>
          <p:cNvCxnSpPr>
            <a:stCxn id="10" idx="6"/>
          </p:cNvCxnSpPr>
          <p:nvPr/>
        </p:nvCxnSpPr>
        <p:spPr>
          <a:xfrm flipH="1">
            <a:off x="5276846" y="3172218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5ADF148-5B76-4443-826B-6D4AD4E90691}"/>
              </a:ext>
            </a:extLst>
          </p:cNvPr>
          <p:cNvCxnSpPr>
            <a:stCxn id="11" idx="6"/>
          </p:cNvCxnSpPr>
          <p:nvPr/>
        </p:nvCxnSpPr>
        <p:spPr>
          <a:xfrm flipH="1">
            <a:off x="7049085" y="3937080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CA2F3A-5D55-4E7E-95C1-B613CD657DC2}"/>
              </a:ext>
            </a:extLst>
          </p:cNvPr>
          <p:cNvCxnSpPr>
            <a:stCxn id="19" idx="6"/>
          </p:cNvCxnSpPr>
          <p:nvPr/>
        </p:nvCxnSpPr>
        <p:spPr>
          <a:xfrm flipH="1">
            <a:off x="8444251" y="3073020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C0D593E-1752-4625-8278-A64279BE05A2}"/>
              </a:ext>
            </a:extLst>
          </p:cNvPr>
          <p:cNvCxnSpPr>
            <a:stCxn id="24" idx="6"/>
          </p:cNvCxnSpPr>
          <p:nvPr/>
        </p:nvCxnSpPr>
        <p:spPr>
          <a:xfrm flipH="1">
            <a:off x="9981925" y="3851297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ACD1C3-8CB7-4F18-8FA8-A9CEF0B54F9E}"/>
              </a:ext>
            </a:extLst>
          </p:cNvPr>
          <p:cNvCxnSpPr>
            <a:stCxn id="12" idx="6"/>
          </p:cNvCxnSpPr>
          <p:nvPr/>
        </p:nvCxnSpPr>
        <p:spPr>
          <a:xfrm flipH="1">
            <a:off x="8444251" y="5521656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4458DE5-B051-4B7C-B744-CABB4CAFDD8F}"/>
              </a:ext>
            </a:extLst>
          </p:cNvPr>
          <p:cNvSpPr/>
          <p:nvPr/>
        </p:nvSpPr>
        <p:spPr>
          <a:xfrm>
            <a:off x="3921615" y="394245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016EF91-8678-4F6B-8902-9BF1041FDDA8}"/>
              </a:ext>
            </a:extLst>
          </p:cNvPr>
          <p:cNvSpPr/>
          <p:nvPr/>
        </p:nvSpPr>
        <p:spPr>
          <a:xfrm>
            <a:off x="4987264" y="2947158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1DD4BE-6424-4D2D-A358-8FBF28962056}"/>
              </a:ext>
            </a:extLst>
          </p:cNvPr>
          <p:cNvSpPr/>
          <p:nvPr/>
        </p:nvSpPr>
        <p:spPr>
          <a:xfrm>
            <a:off x="6796790" y="3738836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1F3DC5-3437-4F98-9E3E-3BED63737FB6}"/>
              </a:ext>
            </a:extLst>
          </p:cNvPr>
          <p:cNvSpPr/>
          <p:nvPr/>
        </p:nvSpPr>
        <p:spPr>
          <a:xfrm>
            <a:off x="8132947" y="5336991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23299CF-7C1B-4646-9DDC-D0C9BFC1B789}"/>
              </a:ext>
            </a:extLst>
          </p:cNvPr>
          <p:cNvCxnSpPr>
            <a:stCxn id="11" idx="6"/>
            <a:endCxn id="19" idx="2"/>
          </p:cNvCxnSpPr>
          <p:nvPr/>
        </p:nvCxnSpPr>
        <p:spPr>
          <a:xfrm flipV="1">
            <a:off x="7343481" y="3073020"/>
            <a:ext cx="806375" cy="8640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7C128D6-2DA1-43DA-9CB7-C55E3A4A39FA}"/>
              </a:ext>
            </a:extLst>
          </p:cNvPr>
          <p:cNvSpPr/>
          <p:nvPr/>
        </p:nvSpPr>
        <p:spPr>
          <a:xfrm>
            <a:off x="8157341" y="289136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7EB477-B7DE-4D50-A595-DD79C2572DAD}"/>
              </a:ext>
            </a:extLst>
          </p:cNvPr>
          <p:cNvSpPr/>
          <p:nvPr/>
        </p:nvSpPr>
        <p:spPr>
          <a:xfrm>
            <a:off x="9682770" y="3654201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59C20A4-BEC7-4D5F-AA2C-7940E2E0FC75}"/>
              </a:ext>
            </a:extLst>
          </p:cNvPr>
          <p:cNvSpPr/>
          <p:nvPr/>
        </p:nvSpPr>
        <p:spPr>
          <a:xfrm>
            <a:off x="4657381" y="3513786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E914820-2D0D-49B3-8C1A-521CC521BD52}"/>
              </a:ext>
            </a:extLst>
          </p:cNvPr>
          <p:cNvSpPr/>
          <p:nvPr/>
        </p:nvSpPr>
        <p:spPr>
          <a:xfrm>
            <a:off x="5490111" y="383297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B37CAED-8352-404A-91C8-52EB76ECDF38}"/>
              </a:ext>
            </a:extLst>
          </p:cNvPr>
          <p:cNvSpPr/>
          <p:nvPr/>
        </p:nvSpPr>
        <p:spPr>
          <a:xfrm>
            <a:off x="5950090" y="4573196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A1EDD05-0B8A-4872-A6CC-7847D7AA5EAA}"/>
              </a:ext>
            </a:extLst>
          </p:cNvPr>
          <p:cNvSpPr/>
          <p:nvPr/>
        </p:nvSpPr>
        <p:spPr>
          <a:xfrm>
            <a:off x="5912617" y="3286820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17277C-FE65-4943-8411-F6119F92925C}"/>
              </a:ext>
            </a:extLst>
          </p:cNvPr>
          <p:cNvSpPr/>
          <p:nvPr/>
        </p:nvSpPr>
        <p:spPr>
          <a:xfrm>
            <a:off x="6577819" y="2937953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6E018C4-6EEB-463A-B9B8-1D5F475B7923}"/>
              </a:ext>
            </a:extLst>
          </p:cNvPr>
          <p:cNvSpPr/>
          <p:nvPr/>
        </p:nvSpPr>
        <p:spPr>
          <a:xfrm>
            <a:off x="7570801" y="3349631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F641BE9-6743-428E-B4C2-9303FA6D2E58}"/>
              </a:ext>
            </a:extLst>
          </p:cNvPr>
          <p:cNvSpPr/>
          <p:nvPr/>
        </p:nvSpPr>
        <p:spPr>
          <a:xfrm>
            <a:off x="7558511" y="439550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92030C9-EFF7-429F-AC53-033E550ED936}"/>
              </a:ext>
            </a:extLst>
          </p:cNvPr>
          <p:cNvSpPr/>
          <p:nvPr/>
        </p:nvSpPr>
        <p:spPr>
          <a:xfrm>
            <a:off x="8211588" y="3752414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8465F22-16D4-411F-8085-63F37C40A803}"/>
              </a:ext>
            </a:extLst>
          </p:cNvPr>
          <p:cNvSpPr/>
          <p:nvPr/>
        </p:nvSpPr>
        <p:spPr>
          <a:xfrm>
            <a:off x="8965997" y="467392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6F44AE2-E755-45EF-8435-C5A4D6DD6434}"/>
              </a:ext>
            </a:extLst>
          </p:cNvPr>
          <p:cNvSpPr/>
          <p:nvPr/>
        </p:nvSpPr>
        <p:spPr>
          <a:xfrm>
            <a:off x="9020493" y="3217031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BA7F257-05BD-4BC4-BF13-F6FC2493FBC4}"/>
              </a:ext>
            </a:extLst>
          </p:cNvPr>
          <p:cNvSpPr/>
          <p:nvPr/>
        </p:nvSpPr>
        <p:spPr>
          <a:xfrm>
            <a:off x="5239953" y="3128722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444B7AA-8BFD-4A51-BE1E-FA6D79310DF4}"/>
              </a:ext>
            </a:extLst>
          </p:cNvPr>
          <p:cNvSpPr/>
          <p:nvPr/>
        </p:nvSpPr>
        <p:spPr>
          <a:xfrm>
            <a:off x="6950856" y="388009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A7B3569-7CF7-416F-9105-4BA65A9C6CD6}"/>
              </a:ext>
            </a:extLst>
          </p:cNvPr>
          <p:cNvSpPr/>
          <p:nvPr/>
        </p:nvSpPr>
        <p:spPr>
          <a:xfrm>
            <a:off x="8343772" y="5453623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4ABEA5E-6E17-4435-B398-1ECE03C94298}"/>
              </a:ext>
            </a:extLst>
          </p:cNvPr>
          <p:cNvSpPr/>
          <p:nvPr/>
        </p:nvSpPr>
        <p:spPr>
          <a:xfrm>
            <a:off x="8326593" y="3023590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F0E2AA0-458F-431B-BD8A-65DBD18C438E}"/>
              </a:ext>
            </a:extLst>
          </p:cNvPr>
          <p:cNvSpPr/>
          <p:nvPr/>
        </p:nvSpPr>
        <p:spPr>
          <a:xfrm>
            <a:off x="9880613" y="3765835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CB40886-56C2-4F3D-AE0D-C62EA52F9902}"/>
              </a:ext>
            </a:extLst>
          </p:cNvPr>
          <p:cNvSpPr/>
          <p:nvPr/>
        </p:nvSpPr>
        <p:spPr>
          <a:xfrm>
            <a:off x="9900755" y="3550609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53FBD43-AAB9-4068-8FB9-72C53CEDD919}"/>
              </a:ext>
            </a:extLst>
          </p:cNvPr>
          <p:cNvSpPr/>
          <p:nvPr/>
        </p:nvSpPr>
        <p:spPr>
          <a:xfrm>
            <a:off x="8338792" y="2776939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6519A2E-DB9A-4D27-B281-0732475D6849}"/>
              </a:ext>
            </a:extLst>
          </p:cNvPr>
          <p:cNvSpPr/>
          <p:nvPr/>
        </p:nvSpPr>
        <p:spPr>
          <a:xfrm>
            <a:off x="8359880" y="5197905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E03D520-D893-457D-AAE9-A275E0ED2886}"/>
              </a:ext>
            </a:extLst>
          </p:cNvPr>
          <p:cNvSpPr/>
          <p:nvPr/>
        </p:nvSpPr>
        <p:spPr>
          <a:xfrm>
            <a:off x="6943476" y="3653883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27EB019-D1E0-4B7C-AF15-88585F9E1E9E}"/>
              </a:ext>
            </a:extLst>
          </p:cNvPr>
          <p:cNvSpPr/>
          <p:nvPr/>
        </p:nvSpPr>
        <p:spPr>
          <a:xfrm>
            <a:off x="5241394" y="2900406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5291D3E-7309-4182-894E-A218EE8B8639}"/>
              </a:ext>
            </a:extLst>
          </p:cNvPr>
          <p:cNvSpPr/>
          <p:nvPr/>
        </p:nvSpPr>
        <p:spPr>
          <a:xfrm>
            <a:off x="4111535" y="3809402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E7B9D60-7667-4C8F-9B6A-2F2D10264402}"/>
              </a:ext>
            </a:extLst>
          </p:cNvPr>
          <p:cNvSpPr/>
          <p:nvPr/>
        </p:nvSpPr>
        <p:spPr>
          <a:xfrm>
            <a:off x="4160345" y="404279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70B27F0-EDAC-401F-93DD-01C01DE63F96}"/>
              </a:ext>
            </a:extLst>
          </p:cNvPr>
          <p:cNvSpPr/>
          <p:nvPr/>
        </p:nvSpPr>
        <p:spPr>
          <a:xfrm>
            <a:off x="4699676" y="2560871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11C2546-4D12-4F67-8872-D97924733B68}"/>
              </a:ext>
            </a:extLst>
          </p:cNvPr>
          <p:cNvSpPr/>
          <p:nvPr/>
        </p:nvSpPr>
        <p:spPr>
          <a:xfrm>
            <a:off x="6488712" y="3276825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3D1420D-9806-4772-841A-FD8C6AC7EF11}"/>
              </a:ext>
            </a:extLst>
          </p:cNvPr>
          <p:cNvSpPr/>
          <p:nvPr/>
        </p:nvSpPr>
        <p:spPr>
          <a:xfrm>
            <a:off x="7819603" y="2400388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3BB9C3E-F4F9-4FD8-81B2-F0E011640358}"/>
              </a:ext>
            </a:extLst>
          </p:cNvPr>
          <p:cNvSpPr/>
          <p:nvPr/>
        </p:nvSpPr>
        <p:spPr>
          <a:xfrm>
            <a:off x="8038573" y="5819023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9B160F1-39AB-4415-989F-14567B58DB06}"/>
              </a:ext>
            </a:extLst>
          </p:cNvPr>
          <p:cNvSpPr/>
          <p:nvPr/>
        </p:nvSpPr>
        <p:spPr>
          <a:xfrm>
            <a:off x="4210264" y="5437019"/>
            <a:ext cx="300011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= 1 – 2 – 4 – 6   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1A08908-9737-4584-97FA-0446B5A5A085}"/>
              </a:ext>
            </a:extLst>
          </p:cNvPr>
          <p:cNvSpPr/>
          <p:nvPr/>
        </p:nvSpPr>
        <p:spPr>
          <a:xfrm>
            <a:off x="9429099" y="3185556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8AB158D-A49B-4997-9AC9-1959A8F8007F}"/>
              </a:ext>
            </a:extLst>
          </p:cNvPr>
          <p:cNvSpPr/>
          <p:nvPr/>
        </p:nvSpPr>
        <p:spPr>
          <a:xfrm>
            <a:off x="3634147" y="3420472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7120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8F97-654C-4A90-A4F8-791E25C3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3 (CONTINUES…) – ES, EF, LF, LS &amp; TF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1D803E-EC0B-4F29-8330-7A09B1212C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714573"/>
              </p:ext>
            </p:extLst>
          </p:nvPr>
        </p:nvGraphicFramePr>
        <p:xfrm>
          <a:off x="962304" y="1717356"/>
          <a:ext cx="3826513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27">
                  <a:extLst>
                    <a:ext uri="{9D8B030D-6E8A-4147-A177-3AD203B41FA5}">
                      <a16:colId xmlns:a16="http://schemas.microsoft.com/office/drawing/2014/main" val="1512541129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1055802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(ES + 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0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805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519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–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66663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76004-EDD9-4EC3-99AF-47269C70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304" y="638289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0BB7E-88CF-4083-A31F-066B2A80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26</a:t>
            </a:fld>
            <a:endParaRPr lang="LID4096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B95158-B623-46CC-A677-F537E7166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1956578"/>
              </p:ext>
            </p:extLst>
          </p:nvPr>
        </p:nvGraphicFramePr>
        <p:xfrm>
          <a:off x="4967926" y="1717356"/>
          <a:ext cx="3826513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27">
                  <a:extLst>
                    <a:ext uri="{9D8B030D-6E8A-4147-A177-3AD203B41FA5}">
                      <a16:colId xmlns:a16="http://schemas.microsoft.com/office/drawing/2014/main" val="1512541129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1055802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(LF - 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0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805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519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–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666635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42FF3F88-C02E-4507-BD78-50669B923D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9559352"/>
              </p:ext>
            </p:extLst>
          </p:nvPr>
        </p:nvGraphicFramePr>
        <p:xfrm>
          <a:off x="8882390" y="1717356"/>
          <a:ext cx="1949008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48785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961534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(LS - ES)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0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805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519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666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138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6415-536F-4A33-AA8E-66365CC7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3 (CONTINUES…) – FF, IND F &amp; INT F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A098CCF-5D70-4361-9AAE-8AA14E0BF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3819891"/>
              </p:ext>
            </p:extLst>
          </p:nvPr>
        </p:nvGraphicFramePr>
        <p:xfrm>
          <a:off x="1254067" y="1859289"/>
          <a:ext cx="5419643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740">
                  <a:extLst>
                    <a:ext uri="{9D8B030D-6E8A-4147-A177-3AD203B41FA5}">
                      <a16:colId xmlns:a16="http://schemas.microsoft.com/office/drawing/2014/main" val="3657819466"/>
                    </a:ext>
                  </a:extLst>
                </a:gridCol>
                <a:gridCol w="443059">
                  <a:extLst>
                    <a:ext uri="{9D8B030D-6E8A-4147-A177-3AD203B41FA5}">
                      <a16:colId xmlns:a16="http://schemas.microsoft.com/office/drawing/2014/main" val="3164874566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95882201"/>
                    </a:ext>
                  </a:extLst>
                </a:gridCol>
                <a:gridCol w="471341">
                  <a:extLst>
                    <a:ext uri="{9D8B030D-6E8A-4147-A177-3AD203B41FA5}">
                      <a16:colId xmlns:a16="http://schemas.microsoft.com/office/drawing/2014/main" val="3443212205"/>
                    </a:ext>
                  </a:extLst>
                </a:gridCol>
                <a:gridCol w="1027521">
                  <a:extLst>
                    <a:ext uri="{9D8B030D-6E8A-4147-A177-3AD203B41FA5}">
                      <a16:colId xmlns:a16="http://schemas.microsoft.com/office/drawing/2014/main" val="1328624491"/>
                    </a:ext>
                  </a:extLst>
                </a:gridCol>
                <a:gridCol w="970961">
                  <a:extLst>
                    <a:ext uri="{9D8B030D-6E8A-4147-A177-3AD203B41FA5}">
                      <a16:colId xmlns:a16="http://schemas.microsoft.com/office/drawing/2014/main" val="1502003886"/>
                    </a:ext>
                  </a:extLst>
                </a:gridCol>
                <a:gridCol w="1027522">
                  <a:extLst>
                    <a:ext uri="{9D8B030D-6E8A-4147-A177-3AD203B41FA5}">
                      <a16:colId xmlns:a16="http://schemas.microsoft.com/office/drawing/2014/main" val="130799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(TF – H)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 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(FF – T)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 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(TF – FF)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723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6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069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860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796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06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3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706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946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29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–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6832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2ABE0-BE7E-4E55-AB78-7EEEE011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1" y="6239482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BDF17-0748-4027-AD8C-FC3CBBCA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3533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3293-16EC-436A-8D11-8117973B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4 </a:t>
            </a:r>
            <a:endParaRPr lang="LID4096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A867EAF-E24D-4E29-B45B-FE34663631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635960"/>
              </p:ext>
            </p:extLst>
          </p:nvPr>
        </p:nvGraphicFramePr>
        <p:xfrm>
          <a:off x="1141413" y="2249488"/>
          <a:ext cx="24596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276">
                  <a:extLst>
                    <a:ext uri="{9D8B030D-6E8A-4147-A177-3AD203B41FA5}">
                      <a16:colId xmlns:a16="http://schemas.microsoft.com/office/drawing/2014/main" val="3059672655"/>
                    </a:ext>
                  </a:extLst>
                </a:gridCol>
                <a:gridCol w="1178350">
                  <a:extLst>
                    <a:ext uri="{9D8B030D-6E8A-4147-A177-3AD203B41FA5}">
                      <a16:colId xmlns:a16="http://schemas.microsoft.com/office/drawing/2014/main" val="4089301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93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40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05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35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5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62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91425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9C2E6-CA48-41D0-A82D-055D946C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3046" y="621514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D1EEA-3EEE-4A6C-997C-9BD59FBD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28</a:t>
            </a:fld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DACF7C-3DA9-43AA-A80D-BEA405DF2C67}"/>
              </a:ext>
            </a:extLst>
          </p:cNvPr>
          <p:cNvSpPr/>
          <p:nvPr/>
        </p:nvSpPr>
        <p:spPr>
          <a:xfrm>
            <a:off x="3879515" y="3822381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A9F797-6D59-4758-9C43-D690916DBED4}"/>
              </a:ext>
            </a:extLst>
          </p:cNvPr>
          <p:cNvSpPr/>
          <p:nvPr/>
        </p:nvSpPr>
        <p:spPr>
          <a:xfrm>
            <a:off x="4982451" y="2896390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6D26A1-FDEC-4980-9883-D6AA55287355}"/>
              </a:ext>
            </a:extLst>
          </p:cNvPr>
          <p:cNvSpPr/>
          <p:nvPr/>
        </p:nvSpPr>
        <p:spPr>
          <a:xfrm>
            <a:off x="5068677" y="4736105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8C3842-3F8E-4F77-9118-5FA6409C8385}"/>
              </a:ext>
            </a:extLst>
          </p:cNvPr>
          <p:cNvSpPr/>
          <p:nvPr/>
        </p:nvSpPr>
        <p:spPr>
          <a:xfrm>
            <a:off x="10907811" y="2930203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DCF303-43AA-4205-BFE2-B6DB6634AEA0}"/>
              </a:ext>
            </a:extLst>
          </p:cNvPr>
          <p:cNvCxnSpPr>
            <a:stCxn id="7" idx="6"/>
            <a:endCxn id="10" idx="3"/>
          </p:cNvCxnSpPr>
          <p:nvPr/>
        </p:nvCxnSpPr>
        <p:spPr>
          <a:xfrm flipV="1">
            <a:off x="4468306" y="3367258"/>
            <a:ext cx="600371" cy="730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AF9F71-BCC9-4050-A001-17695724AB1C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4468306" y="4098209"/>
            <a:ext cx="600371" cy="913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043C83C-A792-4070-86F3-FDEA138F37A5}"/>
              </a:ext>
            </a:extLst>
          </p:cNvPr>
          <p:cNvSpPr/>
          <p:nvPr/>
        </p:nvSpPr>
        <p:spPr>
          <a:xfrm>
            <a:off x="7525207" y="4719889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6AF264-6F14-4A69-A767-E301C4281C14}"/>
              </a:ext>
            </a:extLst>
          </p:cNvPr>
          <p:cNvCxnSpPr>
            <a:stCxn id="10" idx="6"/>
            <a:endCxn id="19" idx="2"/>
          </p:cNvCxnSpPr>
          <p:nvPr/>
        </p:nvCxnSpPr>
        <p:spPr>
          <a:xfrm>
            <a:off x="5571242" y="3172218"/>
            <a:ext cx="1953965" cy="1823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AE0D60-16B4-4781-A99E-84F4FC5C9FA6}"/>
              </a:ext>
            </a:extLst>
          </p:cNvPr>
          <p:cNvCxnSpPr>
            <a:cxnSpLocks/>
            <a:stCxn id="19" idx="6"/>
          </p:cNvCxnSpPr>
          <p:nvPr/>
        </p:nvCxnSpPr>
        <p:spPr>
          <a:xfrm flipV="1">
            <a:off x="8113998" y="3320642"/>
            <a:ext cx="2726827" cy="1675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EE5F30-5A2A-4F2D-A287-952E8337DFFB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5571242" y="3172218"/>
            <a:ext cx="5336569" cy="33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E290755-85F0-49D9-995F-71F84BE5C356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4173911" y="3822381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DA437A-26AC-4D18-BF3A-AAF1C064A46F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5276847" y="2896390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A2DE4A-B598-4E67-BB1F-1052F7D30497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5363073" y="4736105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827B34-AE51-45D3-9F75-74BFDE6C9234}"/>
              </a:ext>
            </a:extLst>
          </p:cNvPr>
          <p:cNvCxnSpPr>
            <a:stCxn id="19" idx="0"/>
            <a:endCxn id="19" idx="4"/>
          </p:cNvCxnSpPr>
          <p:nvPr/>
        </p:nvCxnSpPr>
        <p:spPr>
          <a:xfrm>
            <a:off x="7819603" y="4719889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EF30E8D-B66C-4DA0-8D6A-14B387B98EEC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11202207" y="2930203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6A6DF83-5937-4E98-8AC6-0FDD2E98783A}"/>
              </a:ext>
            </a:extLst>
          </p:cNvPr>
          <p:cNvCxnSpPr>
            <a:stCxn id="7" idx="6"/>
          </p:cNvCxnSpPr>
          <p:nvPr/>
        </p:nvCxnSpPr>
        <p:spPr>
          <a:xfrm flipH="1">
            <a:off x="4173910" y="4098209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500B580-1EB3-4612-BD6D-F80BF216C1EA}"/>
              </a:ext>
            </a:extLst>
          </p:cNvPr>
          <p:cNvCxnSpPr>
            <a:stCxn id="10" idx="6"/>
          </p:cNvCxnSpPr>
          <p:nvPr/>
        </p:nvCxnSpPr>
        <p:spPr>
          <a:xfrm flipH="1">
            <a:off x="5276846" y="3172218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5ADF148-5B76-4443-826B-6D4AD4E90691}"/>
              </a:ext>
            </a:extLst>
          </p:cNvPr>
          <p:cNvCxnSpPr>
            <a:stCxn id="11" idx="6"/>
          </p:cNvCxnSpPr>
          <p:nvPr/>
        </p:nvCxnSpPr>
        <p:spPr>
          <a:xfrm flipH="1">
            <a:off x="5363072" y="5011933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CA2F3A-5D55-4E7E-95C1-B613CD657DC2}"/>
              </a:ext>
            </a:extLst>
          </p:cNvPr>
          <p:cNvCxnSpPr>
            <a:stCxn id="19" idx="6"/>
          </p:cNvCxnSpPr>
          <p:nvPr/>
        </p:nvCxnSpPr>
        <p:spPr>
          <a:xfrm flipH="1">
            <a:off x="7819602" y="4995717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ACD1C3-8CB7-4F18-8FA8-A9CEF0B54F9E}"/>
              </a:ext>
            </a:extLst>
          </p:cNvPr>
          <p:cNvCxnSpPr>
            <a:stCxn id="12" idx="6"/>
          </p:cNvCxnSpPr>
          <p:nvPr/>
        </p:nvCxnSpPr>
        <p:spPr>
          <a:xfrm flipH="1">
            <a:off x="11202206" y="3206031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4458DE5-B051-4B7C-B744-CABB4CAFDD8F}"/>
              </a:ext>
            </a:extLst>
          </p:cNvPr>
          <p:cNvSpPr/>
          <p:nvPr/>
        </p:nvSpPr>
        <p:spPr>
          <a:xfrm>
            <a:off x="3921615" y="394245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016EF91-8678-4F6B-8902-9BF1041FDDA8}"/>
              </a:ext>
            </a:extLst>
          </p:cNvPr>
          <p:cNvSpPr/>
          <p:nvPr/>
        </p:nvSpPr>
        <p:spPr>
          <a:xfrm>
            <a:off x="4987264" y="2947158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1DD4BE-6424-4D2D-A358-8FBF28962056}"/>
              </a:ext>
            </a:extLst>
          </p:cNvPr>
          <p:cNvSpPr/>
          <p:nvPr/>
        </p:nvSpPr>
        <p:spPr>
          <a:xfrm>
            <a:off x="5079096" y="4813194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1F3DC5-3437-4F98-9E3E-3BED63737FB6}"/>
              </a:ext>
            </a:extLst>
          </p:cNvPr>
          <p:cNvSpPr/>
          <p:nvPr/>
        </p:nvSpPr>
        <p:spPr>
          <a:xfrm>
            <a:off x="10883744" y="303236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23299CF-7C1B-4646-9DDC-D0C9BFC1B789}"/>
              </a:ext>
            </a:extLst>
          </p:cNvPr>
          <p:cNvCxnSpPr>
            <a:stCxn id="11" idx="6"/>
            <a:endCxn id="19" idx="2"/>
          </p:cNvCxnSpPr>
          <p:nvPr/>
        </p:nvCxnSpPr>
        <p:spPr>
          <a:xfrm flipV="1">
            <a:off x="5657468" y="4995717"/>
            <a:ext cx="1867739" cy="162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7C128D6-2DA1-43DA-9CB7-C55E3A4A39FA}"/>
              </a:ext>
            </a:extLst>
          </p:cNvPr>
          <p:cNvSpPr/>
          <p:nvPr/>
        </p:nvSpPr>
        <p:spPr>
          <a:xfrm>
            <a:off x="7525207" y="480679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7EB477-B7DE-4D50-A595-DD79C2572DAD}"/>
              </a:ext>
            </a:extLst>
          </p:cNvPr>
          <p:cNvSpPr/>
          <p:nvPr/>
        </p:nvSpPr>
        <p:spPr>
          <a:xfrm>
            <a:off x="9285333" y="400470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59C20A4-BEC7-4D5F-AA2C-7940E2E0FC75}"/>
              </a:ext>
            </a:extLst>
          </p:cNvPr>
          <p:cNvSpPr/>
          <p:nvPr/>
        </p:nvSpPr>
        <p:spPr>
          <a:xfrm>
            <a:off x="4594063" y="3513786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E914820-2D0D-49B3-8C1A-521CC521BD52}"/>
              </a:ext>
            </a:extLst>
          </p:cNvPr>
          <p:cNvSpPr/>
          <p:nvPr/>
        </p:nvSpPr>
        <p:spPr>
          <a:xfrm>
            <a:off x="4587759" y="4474431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17277C-FE65-4943-8411-F6119F92925C}"/>
              </a:ext>
            </a:extLst>
          </p:cNvPr>
          <p:cNvSpPr/>
          <p:nvPr/>
        </p:nvSpPr>
        <p:spPr>
          <a:xfrm>
            <a:off x="6209596" y="3750556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6E018C4-6EEB-463A-B9B8-1D5F475B7923}"/>
              </a:ext>
            </a:extLst>
          </p:cNvPr>
          <p:cNvSpPr/>
          <p:nvPr/>
        </p:nvSpPr>
        <p:spPr>
          <a:xfrm>
            <a:off x="6418794" y="4813194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F641BE9-6743-428E-B4C2-9303FA6D2E58}"/>
              </a:ext>
            </a:extLst>
          </p:cNvPr>
          <p:cNvSpPr/>
          <p:nvPr/>
        </p:nvSpPr>
        <p:spPr>
          <a:xfrm>
            <a:off x="7558511" y="439550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6F44AE2-E755-45EF-8435-C5A4D6DD6434}"/>
              </a:ext>
            </a:extLst>
          </p:cNvPr>
          <p:cNvSpPr/>
          <p:nvPr/>
        </p:nvSpPr>
        <p:spPr>
          <a:xfrm>
            <a:off x="7724842" y="3008607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BA7F257-05BD-4BC4-BF13-F6FC2493FBC4}"/>
              </a:ext>
            </a:extLst>
          </p:cNvPr>
          <p:cNvSpPr/>
          <p:nvPr/>
        </p:nvSpPr>
        <p:spPr>
          <a:xfrm>
            <a:off x="5176635" y="312872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444B7AA-8BFD-4A51-BE1E-FA6D79310DF4}"/>
              </a:ext>
            </a:extLst>
          </p:cNvPr>
          <p:cNvSpPr/>
          <p:nvPr/>
        </p:nvSpPr>
        <p:spPr>
          <a:xfrm>
            <a:off x="5272427" y="496245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A7B3569-7CF7-416F-9105-4BA65A9C6CD6}"/>
              </a:ext>
            </a:extLst>
          </p:cNvPr>
          <p:cNvSpPr/>
          <p:nvPr/>
        </p:nvSpPr>
        <p:spPr>
          <a:xfrm>
            <a:off x="11087729" y="3116735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4ABEA5E-6E17-4435-B398-1ECE03C94298}"/>
              </a:ext>
            </a:extLst>
          </p:cNvPr>
          <p:cNvSpPr/>
          <p:nvPr/>
        </p:nvSpPr>
        <p:spPr>
          <a:xfrm>
            <a:off x="7725048" y="4905210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53FBD43-AAB9-4068-8FB9-72C53CEDD919}"/>
              </a:ext>
            </a:extLst>
          </p:cNvPr>
          <p:cNvSpPr/>
          <p:nvPr/>
        </p:nvSpPr>
        <p:spPr>
          <a:xfrm>
            <a:off x="7732670" y="4667085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6519A2E-DB9A-4D27-B281-0732475D6849}"/>
              </a:ext>
            </a:extLst>
          </p:cNvPr>
          <p:cNvSpPr/>
          <p:nvPr/>
        </p:nvSpPr>
        <p:spPr>
          <a:xfrm>
            <a:off x="11116798" y="286928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E03D520-D893-457D-AAE9-A275E0ED2886}"/>
              </a:ext>
            </a:extLst>
          </p:cNvPr>
          <p:cNvSpPr/>
          <p:nvPr/>
        </p:nvSpPr>
        <p:spPr>
          <a:xfrm>
            <a:off x="5255804" y="4719123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27EB019-D1E0-4B7C-AF15-88585F9E1E9E}"/>
              </a:ext>
            </a:extLst>
          </p:cNvPr>
          <p:cNvSpPr/>
          <p:nvPr/>
        </p:nvSpPr>
        <p:spPr>
          <a:xfrm>
            <a:off x="5178076" y="2900406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5291D3E-7309-4182-894E-A218EE8B8639}"/>
              </a:ext>
            </a:extLst>
          </p:cNvPr>
          <p:cNvSpPr/>
          <p:nvPr/>
        </p:nvSpPr>
        <p:spPr>
          <a:xfrm>
            <a:off x="4111535" y="3809402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E7B9D60-7667-4C8F-9B6A-2F2D10264402}"/>
              </a:ext>
            </a:extLst>
          </p:cNvPr>
          <p:cNvSpPr/>
          <p:nvPr/>
        </p:nvSpPr>
        <p:spPr>
          <a:xfrm>
            <a:off x="4160345" y="404279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70B27F0-EDAC-401F-93DD-01C01DE63F96}"/>
              </a:ext>
            </a:extLst>
          </p:cNvPr>
          <p:cNvSpPr/>
          <p:nvPr/>
        </p:nvSpPr>
        <p:spPr>
          <a:xfrm>
            <a:off x="4699676" y="2560871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3D1420D-9806-4772-841A-FD8C6AC7EF11}"/>
              </a:ext>
            </a:extLst>
          </p:cNvPr>
          <p:cNvSpPr/>
          <p:nvPr/>
        </p:nvSpPr>
        <p:spPr>
          <a:xfrm>
            <a:off x="10661929" y="2543774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3BB9C3E-F4F9-4FD8-81B2-F0E011640358}"/>
              </a:ext>
            </a:extLst>
          </p:cNvPr>
          <p:cNvSpPr/>
          <p:nvPr/>
        </p:nvSpPr>
        <p:spPr>
          <a:xfrm>
            <a:off x="4813033" y="5245712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9B160F1-39AB-4415-989F-14567B58DB06}"/>
              </a:ext>
            </a:extLst>
          </p:cNvPr>
          <p:cNvSpPr/>
          <p:nvPr/>
        </p:nvSpPr>
        <p:spPr>
          <a:xfrm>
            <a:off x="7732670" y="5692794"/>
            <a:ext cx="262982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= 1 – 2 – 5   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1A08908-9737-4584-97FA-0446B5A5A085}"/>
              </a:ext>
            </a:extLst>
          </p:cNvPr>
          <p:cNvSpPr/>
          <p:nvPr/>
        </p:nvSpPr>
        <p:spPr>
          <a:xfrm>
            <a:off x="7272355" y="5267293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8AB158D-A49B-4997-9AC9-1959A8F8007F}"/>
              </a:ext>
            </a:extLst>
          </p:cNvPr>
          <p:cNvSpPr/>
          <p:nvPr/>
        </p:nvSpPr>
        <p:spPr>
          <a:xfrm>
            <a:off x="3614406" y="4306261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0B647D3-A91E-4E7E-A08F-42092E54CBB2}"/>
              </a:ext>
            </a:extLst>
          </p:cNvPr>
          <p:cNvSpPr/>
          <p:nvPr/>
        </p:nvSpPr>
        <p:spPr>
          <a:xfrm>
            <a:off x="7739502" y="6107296"/>
            <a:ext cx="25299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Duration = 13 + 15</a:t>
            </a:r>
          </a:p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= 2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9091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8F97-654C-4A90-A4F8-791E25C3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4 (CONTINUES…) – ES, EF, LF, LS &amp; TF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1D803E-EC0B-4F29-8330-7A09B1212C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150218"/>
              </p:ext>
            </p:extLst>
          </p:nvPr>
        </p:nvGraphicFramePr>
        <p:xfrm>
          <a:off x="962304" y="1717356"/>
          <a:ext cx="382651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27">
                  <a:extLst>
                    <a:ext uri="{9D8B030D-6E8A-4147-A177-3AD203B41FA5}">
                      <a16:colId xmlns:a16="http://schemas.microsoft.com/office/drawing/2014/main" val="1512541129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1055802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(ES + 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76004-EDD9-4EC3-99AF-47269C70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304" y="638289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0BB7E-88CF-4083-A31F-066B2A80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29</a:t>
            </a:fld>
            <a:endParaRPr lang="LID4096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B95158-B623-46CC-A677-F537E7166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0937563"/>
              </p:ext>
            </p:extLst>
          </p:nvPr>
        </p:nvGraphicFramePr>
        <p:xfrm>
          <a:off x="4967926" y="1717356"/>
          <a:ext cx="382651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27">
                  <a:extLst>
                    <a:ext uri="{9D8B030D-6E8A-4147-A177-3AD203B41FA5}">
                      <a16:colId xmlns:a16="http://schemas.microsoft.com/office/drawing/2014/main" val="1512541129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1055802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(LF - 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42FF3F88-C02E-4507-BD78-50669B923D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169408"/>
              </p:ext>
            </p:extLst>
          </p:nvPr>
        </p:nvGraphicFramePr>
        <p:xfrm>
          <a:off x="8882390" y="1717356"/>
          <a:ext cx="194900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48785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961534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(LS - ES)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831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6415-536F-4A33-AA8E-66365CC7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4 (CONTINUES…) – FF, IND F &amp; INT F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A098CCF-5D70-4361-9AAE-8AA14E0BF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9259779"/>
              </p:ext>
            </p:extLst>
          </p:nvPr>
        </p:nvGraphicFramePr>
        <p:xfrm>
          <a:off x="1254067" y="1859289"/>
          <a:ext cx="541964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740">
                  <a:extLst>
                    <a:ext uri="{9D8B030D-6E8A-4147-A177-3AD203B41FA5}">
                      <a16:colId xmlns:a16="http://schemas.microsoft.com/office/drawing/2014/main" val="3657819466"/>
                    </a:ext>
                  </a:extLst>
                </a:gridCol>
                <a:gridCol w="443059">
                  <a:extLst>
                    <a:ext uri="{9D8B030D-6E8A-4147-A177-3AD203B41FA5}">
                      <a16:colId xmlns:a16="http://schemas.microsoft.com/office/drawing/2014/main" val="3164874566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95882201"/>
                    </a:ext>
                  </a:extLst>
                </a:gridCol>
                <a:gridCol w="471341">
                  <a:extLst>
                    <a:ext uri="{9D8B030D-6E8A-4147-A177-3AD203B41FA5}">
                      <a16:colId xmlns:a16="http://schemas.microsoft.com/office/drawing/2014/main" val="3443212205"/>
                    </a:ext>
                  </a:extLst>
                </a:gridCol>
                <a:gridCol w="1027521">
                  <a:extLst>
                    <a:ext uri="{9D8B030D-6E8A-4147-A177-3AD203B41FA5}">
                      <a16:colId xmlns:a16="http://schemas.microsoft.com/office/drawing/2014/main" val="1328624491"/>
                    </a:ext>
                  </a:extLst>
                </a:gridCol>
                <a:gridCol w="970961">
                  <a:extLst>
                    <a:ext uri="{9D8B030D-6E8A-4147-A177-3AD203B41FA5}">
                      <a16:colId xmlns:a16="http://schemas.microsoft.com/office/drawing/2014/main" val="1502003886"/>
                    </a:ext>
                  </a:extLst>
                </a:gridCol>
                <a:gridCol w="1027522">
                  <a:extLst>
                    <a:ext uri="{9D8B030D-6E8A-4147-A177-3AD203B41FA5}">
                      <a16:colId xmlns:a16="http://schemas.microsoft.com/office/drawing/2014/main" val="130799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(TF – H)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 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(FF – T)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 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(TF – FF)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723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6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069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860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796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06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3097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2ABE0-BE7E-4E55-AB78-7EEEE011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1" y="6239482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BDF17-0748-4027-AD8C-FC3CBBCA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30</a:t>
            </a:fld>
            <a:endParaRPr lang="LID4096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6C6FFF-1BCB-429D-958A-9524FFB8AD0B}"/>
              </a:ext>
            </a:extLst>
          </p:cNvPr>
          <p:cNvSpPr txBox="1">
            <a:spLocks/>
          </p:cNvSpPr>
          <p:nvPr/>
        </p:nvSpPr>
        <p:spPr>
          <a:xfrm>
            <a:off x="-1572554" y="5126037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UP NEXT… EXAMPLE 7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4397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54744-1C7B-45B7-9B9C-3EA567E8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7106" y="63734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0A502-20FA-437B-8933-A0E2F59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31</a:t>
            </a:fld>
            <a:endParaRPr lang="LID4096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EBEA6F9-EBCA-429E-AAC3-827805146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069451"/>
              </p:ext>
            </p:extLst>
          </p:nvPr>
        </p:nvGraphicFramePr>
        <p:xfrm>
          <a:off x="124333" y="114810"/>
          <a:ext cx="9030034" cy="369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580">
                  <a:extLst>
                    <a:ext uri="{9D8B030D-6E8A-4147-A177-3AD203B41FA5}">
                      <a16:colId xmlns:a16="http://schemas.microsoft.com/office/drawing/2014/main" val="3794411509"/>
                    </a:ext>
                  </a:extLst>
                </a:gridCol>
                <a:gridCol w="1018095">
                  <a:extLst>
                    <a:ext uri="{9D8B030D-6E8A-4147-A177-3AD203B41FA5}">
                      <a16:colId xmlns:a16="http://schemas.microsoft.com/office/drawing/2014/main" val="3917761690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1866319361"/>
                    </a:ext>
                  </a:extLst>
                </a:gridCol>
                <a:gridCol w="1018095">
                  <a:extLst>
                    <a:ext uri="{9D8B030D-6E8A-4147-A177-3AD203B41FA5}">
                      <a16:colId xmlns:a16="http://schemas.microsoft.com/office/drawing/2014/main" val="362402828"/>
                    </a:ext>
                  </a:extLst>
                </a:gridCol>
                <a:gridCol w="1008668">
                  <a:extLst>
                    <a:ext uri="{9D8B030D-6E8A-4147-A177-3AD203B41FA5}">
                      <a16:colId xmlns:a16="http://schemas.microsoft.com/office/drawing/2014/main" val="3391750582"/>
                    </a:ext>
                  </a:extLst>
                </a:gridCol>
                <a:gridCol w="1960776">
                  <a:extLst>
                    <a:ext uri="{9D8B030D-6E8A-4147-A177-3AD203B41FA5}">
                      <a16:colId xmlns:a16="http://schemas.microsoft.com/office/drawing/2014/main" val="3770018008"/>
                    </a:ext>
                  </a:extLst>
                </a:gridCol>
                <a:gridCol w="1583703">
                  <a:extLst>
                    <a:ext uri="{9D8B030D-6E8A-4147-A177-3AD203B41FA5}">
                      <a16:colId xmlns:a16="http://schemas.microsoft.com/office/drawing/2014/main" val="1545090175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899892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Optimistic (O or to)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Pessimistic</a:t>
                      </a:r>
                    </a:p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(P or tp)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Most Likely</a:t>
                      </a:r>
                    </a:p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(M or tm)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4tm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 = (to + 4tm + tp) / 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σ = (tp – to) / 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σ²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534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– 2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4(2) =8 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 + 8 + 3) / 6 = 2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(3 – 1) / 6 = 0.33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720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– 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4(6) = 24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(5 + 12 + 7) / 6 = 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(7 – 5) / 6 = 0.33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451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– 4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(3 + 20 + 7) / 6 = 5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(7 – 3) / 6 = 0.66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649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4(7) = 28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(5 + 28 + 9) / 6 = 7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(9 – 5) / 6 = 0.66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35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– 5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4(4) = 16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(2 + 16 + 6) / 6 = 4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(6 – 2) / 6 = 0.66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18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– 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(4 + 20 + 6) / 6 = 5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(6 – 4) / 6 = 0.33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93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– 7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4(6) = 24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(4 + 24 + 8) / 6 = 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(8 – 4) / 6 = 0.66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04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– 7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4(3) = 12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(2 + 12 + 4) /6  = 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(4 – 2) / 6 = 0.33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LID4096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338656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B2426489-F3A2-4390-A8AE-48619AFA6CD2}"/>
              </a:ext>
            </a:extLst>
          </p:cNvPr>
          <p:cNvSpPr/>
          <p:nvPr/>
        </p:nvSpPr>
        <p:spPr>
          <a:xfrm>
            <a:off x="986672" y="4767295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C1690C-AB7D-4D8D-8137-BF26DF7729A8}"/>
              </a:ext>
            </a:extLst>
          </p:cNvPr>
          <p:cNvSpPr/>
          <p:nvPr/>
        </p:nvSpPr>
        <p:spPr>
          <a:xfrm>
            <a:off x="2245919" y="4038070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37D47D-2D2E-4CC9-A09A-F568EF2FDE75}"/>
              </a:ext>
            </a:extLst>
          </p:cNvPr>
          <p:cNvSpPr/>
          <p:nvPr/>
        </p:nvSpPr>
        <p:spPr>
          <a:xfrm>
            <a:off x="2789093" y="4776811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E828C2-4BEE-45F0-A297-345CBE77D837}"/>
              </a:ext>
            </a:extLst>
          </p:cNvPr>
          <p:cNvSpPr/>
          <p:nvPr/>
        </p:nvSpPr>
        <p:spPr>
          <a:xfrm>
            <a:off x="2245919" y="5660482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FBBD33-B3E9-4357-A341-2022BE256F27}"/>
              </a:ext>
            </a:extLst>
          </p:cNvPr>
          <p:cNvSpPr/>
          <p:nvPr/>
        </p:nvSpPr>
        <p:spPr>
          <a:xfrm>
            <a:off x="4173682" y="4786147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ECF7FAD-CA25-45DC-8B12-6E0BEBBF9CB6}"/>
              </a:ext>
            </a:extLst>
          </p:cNvPr>
          <p:cNvSpPr/>
          <p:nvPr/>
        </p:nvSpPr>
        <p:spPr>
          <a:xfrm>
            <a:off x="5618330" y="4786147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FD8F86C-02E1-4B81-8186-DBCBD7F3D254}"/>
              </a:ext>
            </a:extLst>
          </p:cNvPr>
          <p:cNvSpPr/>
          <p:nvPr/>
        </p:nvSpPr>
        <p:spPr>
          <a:xfrm>
            <a:off x="7118005" y="4786147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477AEB-6A06-41F3-A4DC-8432F076C4D3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1494952" y="4292594"/>
            <a:ext cx="750967" cy="729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AA26-9B30-4F6E-877D-8207ED76366A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1494952" y="5021819"/>
            <a:ext cx="750967" cy="8931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7D6799-003D-428C-9CC8-D2825576BEC0}"/>
              </a:ext>
            </a:extLst>
          </p:cNvPr>
          <p:cNvCxnSpPr>
            <a:stCxn id="7" idx="6"/>
          </p:cNvCxnSpPr>
          <p:nvPr/>
        </p:nvCxnSpPr>
        <p:spPr>
          <a:xfrm>
            <a:off x="1494952" y="5021819"/>
            <a:ext cx="1259247" cy="7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DC9A2B-C3F7-4B16-9D83-158017254262}"/>
              </a:ext>
            </a:extLst>
          </p:cNvPr>
          <p:cNvCxnSpPr>
            <a:stCxn id="9" idx="6"/>
            <a:endCxn id="11" idx="2"/>
          </p:cNvCxnSpPr>
          <p:nvPr/>
        </p:nvCxnSpPr>
        <p:spPr>
          <a:xfrm>
            <a:off x="3297373" y="5031335"/>
            <a:ext cx="876309" cy="93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BF2289-261D-418A-A3AD-9E22736696F2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4681962" y="5040671"/>
            <a:ext cx="9363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96AF6E6-89A8-4E84-B0C7-F9C617A0EB2F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6126610" y="5040671"/>
            <a:ext cx="9913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0D39EC-6EF4-4910-BAB5-11E7E09CD05D}"/>
              </a:ext>
            </a:extLst>
          </p:cNvPr>
          <p:cNvCxnSpPr>
            <a:stCxn id="8" idx="6"/>
            <a:endCxn id="11" idx="2"/>
          </p:cNvCxnSpPr>
          <p:nvPr/>
        </p:nvCxnSpPr>
        <p:spPr>
          <a:xfrm>
            <a:off x="2754199" y="4292594"/>
            <a:ext cx="1419483" cy="748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F88EDE-D291-49B6-8C8B-AAD7964D0AC8}"/>
              </a:ext>
            </a:extLst>
          </p:cNvPr>
          <p:cNvCxnSpPr>
            <a:stCxn id="10" idx="6"/>
          </p:cNvCxnSpPr>
          <p:nvPr/>
        </p:nvCxnSpPr>
        <p:spPr>
          <a:xfrm flipV="1">
            <a:off x="2754199" y="5177907"/>
            <a:ext cx="4308779" cy="737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C23A465-E991-40A3-A7A1-ED9ADA6FC259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1240812" y="4767295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438FABB-C59A-400B-8CDE-2A5158A16969}"/>
              </a:ext>
            </a:extLst>
          </p:cNvPr>
          <p:cNvCxnSpPr>
            <a:stCxn id="8" idx="0"/>
            <a:endCxn id="8" idx="4"/>
          </p:cNvCxnSpPr>
          <p:nvPr/>
        </p:nvCxnSpPr>
        <p:spPr>
          <a:xfrm>
            <a:off x="2500059" y="4038070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F4733C5-56A8-484E-925A-5FD6CF6763A3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043233" y="4776811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DF5D885-7815-4E9C-84CA-1B994899DFE1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2500059" y="5660482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5F2A2AA-54FB-4D36-BC2E-4BCB35DC6E80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4427822" y="4786147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70C217E-60EF-4C60-855B-AD2421FB33DA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872470" y="4786147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9D0E4EC-4710-4950-B1BA-508269C3A75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7372145" y="4786147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966A758-3F7B-4D34-A049-296B431E31A1}"/>
              </a:ext>
            </a:extLst>
          </p:cNvPr>
          <p:cNvCxnSpPr>
            <a:stCxn id="7" idx="6"/>
          </p:cNvCxnSpPr>
          <p:nvPr/>
        </p:nvCxnSpPr>
        <p:spPr>
          <a:xfrm flipH="1">
            <a:off x="1240812" y="5021819"/>
            <a:ext cx="254140" cy="7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4EE73AA-050B-4F87-A60A-BDA5A36D8EA6}"/>
              </a:ext>
            </a:extLst>
          </p:cNvPr>
          <p:cNvCxnSpPr>
            <a:stCxn id="9" idx="6"/>
          </p:cNvCxnSpPr>
          <p:nvPr/>
        </p:nvCxnSpPr>
        <p:spPr>
          <a:xfrm flipH="1">
            <a:off x="3043233" y="5031335"/>
            <a:ext cx="254140" cy="9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F0A3ACD-D28F-4501-AFFE-BFFDD5D46023}"/>
              </a:ext>
            </a:extLst>
          </p:cNvPr>
          <p:cNvCxnSpPr>
            <a:stCxn id="8" idx="6"/>
          </p:cNvCxnSpPr>
          <p:nvPr/>
        </p:nvCxnSpPr>
        <p:spPr>
          <a:xfrm flipH="1" flipV="1">
            <a:off x="2500058" y="4292208"/>
            <a:ext cx="254141" cy="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3CA905B-01B4-4EC7-8AAE-42AB24A8921B}"/>
              </a:ext>
            </a:extLst>
          </p:cNvPr>
          <p:cNvCxnSpPr>
            <a:stCxn id="10" idx="6"/>
          </p:cNvCxnSpPr>
          <p:nvPr/>
        </p:nvCxnSpPr>
        <p:spPr>
          <a:xfrm flipH="1" flipV="1">
            <a:off x="2500058" y="5915005"/>
            <a:ext cx="25414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7B507F6-6FF2-474C-B402-314D588CC5B8}"/>
              </a:ext>
            </a:extLst>
          </p:cNvPr>
          <p:cNvCxnSpPr>
            <a:stCxn id="11" idx="6"/>
          </p:cNvCxnSpPr>
          <p:nvPr/>
        </p:nvCxnSpPr>
        <p:spPr>
          <a:xfrm flipH="1" flipV="1">
            <a:off x="4427822" y="5040670"/>
            <a:ext cx="25414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2813FEB-BCDA-4458-A217-E8575F4C0CC5}"/>
              </a:ext>
            </a:extLst>
          </p:cNvPr>
          <p:cNvCxnSpPr>
            <a:stCxn id="12" idx="6"/>
          </p:cNvCxnSpPr>
          <p:nvPr/>
        </p:nvCxnSpPr>
        <p:spPr>
          <a:xfrm flipH="1" flipV="1">
            <a:off x="5872470" y="5040670"/>
            <a:ext cx="25414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EDBEB14-B962-4774-B0DA-8AB01C1C107C}"/>
              </a:ext>
            </a:extLst>
          </p:cNvPr>
          <p:cNvCxnSpPr>
            <a:stCxn id="13" idx="6"/>
          </p:cNvCxnSpPr>
          <p:nvPr/>
        </p:nvCxnSpPr>
        <p:spPr>
          <a:xfrm flipH="1" flipV="1">
            <a:off x="7372145" y="5040670"/>
            <a:ext cx="25414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8D9942C3-3097-45E7-80EE-3F26746FD0B0}"/>
              </a:ext>
            </a:extLst>
          </p:cNvPr>
          <p:cNvSpPr/>
          <p:nvPr/>
        </p:nvSpPr>
        <p:spPr>
          <a:xfrm>
            <a:off x="998248" y="4845026"/>
            <a:ext cx="31130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780224-95B7-4321-BEE5-BFF2CA8EFD75}"/>
              </a:ext>
            </a:extLst>
          </p:cNvPr>
          <p:cNvSpPr/>
          <p:nvPr/>
        </p:nvSpPr>
        <p:spPr>
          <a:xfrm>
            <a:off x="2782879" y="4837152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425C112-A714-4DB5-ACAA-78B6B592298B}"/>
              </a:ext>
            </a:extLst>
          </p:cNvPr>
          <p:cNvSpPr/>
          <p:nvPr/>
        </p:nvSpPr>
        <p:spPr>
          <a:xfrm>
            <a:off x="2242475" y="410320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C9B5837-64FE-44A8-92B8-EDA33BEDB0E0}"/>
              </a:ext>
            </a:extLst>
          </p:cNvPr>
          <p:cNvSpPr/>
          <p:nvPr/>
        </p:nvSpPr>
        <p:spPr>
          <a:xfrm>
            <a:off x="2242475" y="573033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797009-DB76-4203-8765-D381857BCD49}"/>
              </a:ext>
            </a:extLst>
          </p:cNvPr>
          <p:cNvSpPr/>
          <p:nvPr/>
        </p:nvSpPr>
        <p:spPr>
          <a:xfrm>
            <a:off x="4174910" y="4868458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8F5C209-1DC9-488A-8223-06988419F222}"/>
              </a:ext>
            </a:extLst>
          </p:cNvPr>
          <p:cNvSpPr/>
          <p:nvPr/>
        </p:nvSpPr>
        <p:spPr>
          <a:xfrm>
            <a:off x="5616608" y="4845026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9CB9FEC-7DCE-4C25-9721-F56DD3A04816}"/>
              </a:ext>
            </a:extLst>
          </p:cNvPr>
          <p:cNvSpPr/>
          <p:nvPr/>
        </p:nvSpPr>
        <p:spPr>
          <a:xfrm>
            <a:off x="7105238" y="4868458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1073058-39DA-42B2-A112-4793410147D4}"/>
              </a:ext>
            </a:extLst>
          </p:cNvPr>
          <p:cNvSpPr/>
          <p:nvPr/>
        </p:nvSpPr>
        <p:spPr>
          <a:xfrm>
            <a:off x="1725532" y="4547117"/>
            <a:ext cx="263214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1D6A444-F04E-445C-A113-BB14FA507668}"/>
              </a:ext>
            </a:extLst>
          </p:cNvPr>
          <p:cNvSpPr/>
          <p:nvPr/>
        </p:nvSpPr>
        <p:spPr>
          <a:xfrm>
            <a:off x="3224040" y="4479762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45C031F-83CA-4F97-85C3-05F4E0B3438E}"/>
              </a:ext>
            </a:extLst>
          </p:cNvPr>
          <p:cNvSpPr/>
          <p:nvPr/>
        </p:nvSpPr>
        <p:spPr>
          <a:xfrm>
            <a:off x="4902657" y="4912914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ED16930-4297-4E79-965B-D5A25555EF6E}"/>
              </a:ext>
            </a:extLst>
          </p:cNvPr>
          <p:cNvSpPr/>
          <p:nvPr/>
        </p:nvSpPr>
        <p:spPr>
          <a:xfrm>
            <a:off x="6348446" y="4916378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3EE2B23-F21D-464D-97E7-AA1A9F14896D}"/>
              </a:ext>
            </a:extLst>
          </p:cNvPr>
          <p:cNvSpPr/>
          <p:nvPr/>
        </p:nvSpPr>
        <p:spPr>
          <a:xfrm>
            <a:off x="4586096" y="5460896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F09F41C-8726-4638-8914-7DBBB9AABCB0}"/>
              </a:ext>
            </a:extLst>
          </p:cNvPr>
          <p:cNvSpPr/>
          <p:nvPr/>
        </p:nvSpPr>
        <p:spPr>
          <a:xfrm>
            <a:off x="1738828" y="5341544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F88ECF5-7F02-45ED-B6D4-AAE4164CC702}"/>
              </a:ext>
            </a:extLst>
          </p:cNvPr>
          <p:cNvSpPr/>
          <p:nvPr/>
        </p:nvSpPr>
        <p:spPr>
          <a:xfrm>
            <a:off x="2019716" y="4897364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0778EB-EFBC-4335-A134-8E8935BA724E}"/>
              </a:ext>
            </a:extLst>
          </p:cNvPr>
          <p:cNvSpPr/>
          <p:nvPr/>
        </p:nvSpPr>
        <p:spPr>
          <a:xfrm>
            <a:off x="3486864" y="4909530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3B8ED48-CF29-4BF8-B394-FCA954E57950}"/>
              </a:ext>
            </a:extLst>
          </p:cNvPr>
          <p:cNvSpPr/>
          <p:nvPr/>
        </p:nvSpPr>
        <p:spPr>
          <a:xfrm>
            <a:off x="1214291" y="5020218"/>
            <a:ext cx="263214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6C9021C-32BF-477F-90B6-C80781C188F8}"/>
              </a:ext>
            </a:extLst>
          </p:cNvPr>
          <p:cNvSpPr/>
          <p:nvPr/>
        </p:nvSpPr>
        <p:spPr>
          <a:xfrm>
            <a:off x="2460102" y="4278696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F616344-F612-4C50-AE1A-8DD9029EEB3B}"/>
              </a:ext>
            </a:extLst>
          </p:cNvPr>
          <p:cNvSpPr/>
          <p:nvPr/>
        </p:nvSpPr>
        <p:spPr>
          <a:xfrm>
            <a:off x="3000182" y="5041027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DDC502-C958-4F4D-9EAD-53AFFDD9EBB2}"/>
              </a:ext>
            </a:extLst>
          </p:cNvPr>
          <p:cNvSpPr/>
          <p:nvPr/>
        </p:nvSpPr>
        <p:spPr>
          <a:xfrm>
            <a:off x="2480392" y="5905669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77AB367-D06B-4B15-88B2-15787E92970A}"/>
              </a:ext>
            </a:extLst>
          </p:cNvPr>
          <p:cNvSpPr/>
          <p:nvPr/>
        </p:nvSpPr>
        <p:spPr>
          <a:xfrm>
            <a:off x="4354908" y="5022156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62AE2F6-DA33-4158-8DC5-7EE2685615AE}"/>
              </a:ext>
            </a:extLst>
          </p:cNvPr>
          <p:cNvSpPr/>
          <p:nvPr/>
        </p:nvSpPr>
        <p:spPr>
          <a:xfrm>
            <a:off x="5817028" y="5022160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08C3CC1-770C-4870-A58C-6A5BEAFAF3FF}"/>
              </a:ext>
            </a:extLst>
          </p:cNvPr>
          <p:cNvSpPr/>
          <p:nvPr/>
        </p:nvSpPr>
        <p:spPr>
          <a:xfrm>
            <a:off x="7323515" y="5028169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C9094F0-62DC-4923-80B5-2D9DC0BF10EB}"/>
              </a:ext>
            </a:extLst>
          </p:cNvPr>
          <p:cNvSpPr/>
          <p:nvPr/>
        </p:nvSpPr>
        <p:spPr>
          <a:xfrm>
            <a:off x="7317077" y="4805099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45CB3AE-E33D-45BA-AA8B-BBEF18612624}"/>
              </a:ext>
            </a:extLst>
          </p:cNvPr>
          <p:cNvSpPr/>
          <p:nvPr/>
        </p:nvSpPr>
        <p:spPr>
          <a:xfrm>
            <a:off x="5812508" y="4824033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F10FB8C-74DF-46F8-A1A9-1A7662CF18F5}"/>
              </a:ext>
            </a:extLst>
          </p:cNvPr>
          <p:cNvSpPr/>
          <p:nvPr/>
        </p:nvSpPr>
        <p:spPr>
          <a:xfrm>
            <a:off x="4364961" y="4845026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610F2BE-CAB8-43EC-84DE-8E92170CC97E}"/>
              </a:ext>
            </a:extLst>
          </p:cNvPr>
          <p:cNvSpPr/>
          <p:nvPr/>
        </p:nvSpPr>
        <p:spPr>
          <a:xfrm>
            <a:off x="2447333" y="5695490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36BFD0A-CA99-409A-9F0D-F10FD8E3C53F}"/>
              </a:ext>
            </a:extLst>
          </p:cNvPr>
          <p:cNvSpPr/>
          <p:nvPr/>
        </p:nvSpPr>
        <p:spPr>
          <a:xfrm>
            <a:off x="3008361" y="4822459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F20DB5C-FF38-4862-A80A-C18080AACF9F}"/>
              </a:ext>
            </a:extLst>
          </p:cNvPr>
          <p:cNvSpPr/>
          <p:nvPr/>
        </p:nvSpPr>
        <p:spPr>
          <a:xfrm>
            <a:off x="2460663" y="4081893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45FFF18-EE9E-4081-840A-F0002236DB21}"/>
              </a:ext>
            </a:extLst>
          </p:cNvPr>
          <p:cNvSpPr/>
          <p:nvPr/>
        </p:nvSpPr>
        <p:spPr>
          <a:xfrm>
            <a:off x="1225515" y="4804820"/>
            <a:ext cx="263214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868F9F9-7715-432A-A098-B0260B65C05A}"/>
              </a:ext>
            </a:extLst>
          </p:cNvPr>
          <p:cNvSpPr/>
          <p:nvPr/>
        </p:nvSpPr>
        <p:spPr>
          <a:xfrm>
            <a:off x="875167" y="5319534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6C601DF-56B2-4545-95DC-E279B10AB291}"/>
              </a:ext>
            </a:extLst>
          </p:cNvPr>
          <p:cNvSpPr/>
          <p:nvPr/>
        </p:nvSpPr>
        <p:spPr>
          <a:xfrm>
            <a:off x="2149138" y="3810587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6CD1AE8-0A24-4401-8785-187D01BAA297}"/>
              </a:ext>
            </a:extLst>
          </p:cNvPr>
          <p:cNvSpPr/>
          <p:nvPr/>
        </p:nvSpPr>
        <p:spPr>
          <a:xfrm>
            <a:off x="4103143" y="4536119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6035ED2-E267-4B65-8486-4C31FE426E89}"/>
              </a:ext>
            </a:extLst>
          </p:cNvPr>
          <p:cNvSpPr/>
          <p:nvPr/>
        </p:nvSpPr>
        <p:spPr>
          <a:xfrm>
            <a:off x="5491308" y="4518039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A884D03-2859-4D94-A7DF-9101A1EDD1B7}"/>
              </a:ext>
            </a:extLst>
          </p:cNvPr>
          <p:cNvSpPr/>
          <p:nvPr/>
        </p:nvSpPr>
        <p:spPr>
          <a:xfrm>
            <a:off x="7006500" y="4488902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A7A75BD-52E9-42F0-9BAF-5752F367F7E1}"/>
              </a:ext>
            </a:extLst>
          </p:cNvPr>
          <p:cNvSpPr/>
          <p:nvPr/>
        </p:nvSpPr>
        <p:spPr>
          <a:xfrm>
            <a:off x="2684799" y="5281190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1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69C700E-1907-4BF8-A660-C02846C107D1}"/>
              </a:ext>
            </a:extLst>
          </p:cNvPr>
          <p:cNvSpPr/>
          <p:nvPr/>
        </p:nvSpPr>
        <p:spPr>
          <a:xfrm>
            <a:off x="2109864" y="6179045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7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A891294-8E93-4D91-8211-0CD44F0ACC36}"/>
              </a:ext>
            </a:extLst>
          </p:cNvPr>
          <p:cNvSpPr/>
          <p:nvPr/>
        </p:nvSpPr>
        <p:spPr>
          <a:xfrm>
            <a:off x="7658837" y="4090998"/>
            <a:ext cx="324217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= 1 – 3 – 5 – 6 – 7 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1C5C955-3A6A-471F-9252-BC5E6F52491A}"/>
              </a:ext>
            </a:extLst>
          </p:cNvPr>
          <p:cNvSpPr/>
          <p:nvPr/>
        </p:nvSpPr>
        <p:spPr>
          <a:xfrm>
            <a:off x="7658837" y="4371581"/>
            <a:ext cx="45591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Variance = 0.10 + 0.43 + 0.10 + 0.10</a:t>
            </a:r>
          </a:p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0.73         </a:t>
            </a:r>
          </a:p>
          <a:p>
            <a:pPr algn="ctr"/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2D66D02-39CC-48BC-9455-1E6BD60164F6}"/>
              </a:ext>
            </a:extLst>
          </p:cNvPr>
          <p:cNvSpPr/>
          <p:nvPr/>
        </p:nvSpPr>
        <p:spPr>
          <a:xfrm>
            <a:off x="7689795" y="5043874"/>
            <a:ext cx="309424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Duration = 6 + 4 + 5 + 3</a:t>
            </a:r>
          </a:p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= 18</a:t>
            </a:r>
          </a:p>
        </p:txBody>
      </p:sp>
    </p:spTree>
    <p:extLst>
      <p:ext uri="{BB962C8B-B14F-4D97-AF65-F5344CB8AC3E}">
        <p14:creationId xmlns:p14="http://schemas.microsoft.com/office/powerpoint/2010/main" val="2260242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54744-1C7B-45B7-9B9C-3EA567E8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6319" y="619177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0A502-20FA-437B-8933-A0E2F59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5307" y="6495298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32</a:t>
            </a:fld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EBEA6F9-EBCA-429E-AAC3-827805146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974649"/>
              </p:ext>
            </p:extLst>
          </p:nvPr>
        </p:nvGraphicFramePr>
        <p:xfrm>
          <a:off x="92783" y="57714"/>
          <a:ext cx="12006433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656">
                  <a:extLst>
                    <a:ext uri="{9D8B030D-6E8A-4147-A177-3AD203B41FA5}">
                      <a16:colId xmlns:a16="http://schemas.microsoft.com/office/drawing/2014/main" val="3794411509"/>
                    </a:ext>
                  </a:extLst>
                </a:gridCol>
                <a:gridCol w="1168923">
                  <a:extLst>
                    <a:ext uri="{9D8B030D-6E8A-4147-A177-3AD203B41FA5}">
                      <a16:colId xmlns:a16="http://schemas.microsoft.com/office/drawing/2014/main" val="3917761690"/>
                    </a:ext>
                  </a:extLst>
                </a:gridCol>
                <a:gridCol w="1319753">
                  <a:extLst>
                    <a:ext uri="{9D8B030D-6E8A-4147-A177-3AD203B41FA5}">
                      <a16:colId xmlns:a16="http://schemas.microsoft.com/office/drawing/2014/main" val="1866319361"/>
                    </a:ext>
                  </a:extLst>
                </a:gridCol>
                <a:gridCol w="1319752">
                  <a:extLst>
                    <a:ext uri="{9D8B030D-6E8A-4147-A177-3AD203B41FA5}">
                      <a16:colId xmlns:a16="http://schemas.microsoft.com/office/drawing/2014/main" val="362402828"/>
                    </a:ext>
                  </a:extLst>
                </a:gridCol>
                <a:gridCol w="1348033">
                  <a:extLst>
                    <a:ext uri="{9D8B030D-6E8A-4147-A177-3AD203B41FA5}">
                      <a16:colId xmlns:a16="http://schemas.microsoft.com/office/drawing/2014/main" val="3391750582"/>
                    </a:ext>
                  </a:extLst>
                </a:gridCol>
                <a:gridCol w="2619808">
                  <a:extLst>
                    <a:ext uri="{9D8B030D-6E8A-4147-A177-3AD203B41FA5}">
                      <a16:colId xmlns:a16="http://schemas.microsoft.com/office/drawing/2014/main" val="3770018008"/>
                    </a:ext>
                  </a:extLst>
                </a:gridCol>
                <a:gridCol w="1791092">
                  <a:extLst>
                    <a:ext uri="{9D8B030D-6E8A-4147-A177-3AD203B41FA5}">
                      <a16:colId xmlns:a16="http://schemas.microsoft.com/office/drawing/2014/main" val="1545090175"/>
                    </a:ext>
                  </a:extLst>
                </a:gridCol>
                <a:gridCol w="1364416">
                  <a:extLst>
                    <a:ext uri="{9D8B030D-6E8A-4147-A177-3AD203B41FA5}">
                      <a16:colId xmlns:a16="http://schemas.microsoft.com/office/drawing/2014/main" val="899892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Optimistic (O or to)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Pessimistic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(P or tp)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Most Likely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(M or tm)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4tm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 = to + 4tm + tp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σ = (tp – to) /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σ²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534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4(6) = 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(3 + 24 + 15) / 6 =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(15 – 3) / 6 =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720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(2 + 20 + 14) / 6 =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(14 – 2) / 6 =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451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4(12) = 48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(6 + 48 + 30) / 6 = 14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(30 – 6) / 6 =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649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(2 + 20 + 8) / 6 =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(8 – 2) / 6 =  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35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4(11) = 44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(5 + 44 + 17) / 6 = 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(17 – 5) / 6 =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18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4(6) = 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(3 + 24 + 15) / 6 =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(15 – 3) / 6 =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93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4(9) = 36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(3 + 36 + 27) / 6 = 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(27 – 3) / 6 =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04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–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4(4) = 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(1 + 16 + 7) / 6 =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(7 – 1) / 6 = 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338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 –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(2 + 20 + 8) / 6 =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(8 – 2) / 6 = 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552094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B2426489-F3A2-4390-A8AE-48619AFA6CD2}"/>
              </a:ext>
            </a:extLst>
          </p:cNvPr>
          <p:cNvSpPr/>
          <p:nvPr/>
        </p:nvSpPr>
        <p:spPr>
          <a:xfrm>
            <a:off x="986672" y="4767295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C1690C-AB7D-4D8D-8137-BF26DF7729A8}"/>
              </a:ext>
            </a:extLst>
          </p:cNvPr>
          <p:cNvSpPr/>
          <p:nvPr/>
        </p:nvSpPr>
        <p:spPr>
          <a:xfrm>
            <a:off x="2031327" y="4756576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E828C2-4BEE-45F0-A297-345CBE77D837}"/>
              </a:ext>
            </a:extLst>
          </p:cNvPr>
          <p:cNvSpPr/>
          <p:nvPr/>
        </p:nvSpPr>
        <p:spPr>
          <a:xfrm>
            <a:off x="1988335" y="6150840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477AEB-6A06-41F3-A4DC-8432F076C4D3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1494952" y="5011100"/>
            <a:ext cx="536375" cy="107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AA26-9B30-4F6E-877D-8207ED76366A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1494952" y="5021819"/>
            <a:ext cx="493383" cy="13835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C23A465-E991-40A3-A7A1-ED9ADA6FC259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1240812" y="4767295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438FABB-C59A-400B-8CDE-2A5158A16969}"/>
              </a:ext>
            </a:extLst>
          </p:cNvPr>
          <p:cNvCxnSpPr>
            <a:stCxn id="8" idx="0"/>
            <a:endCxn id="8" idx="4"/>
          </p:cNvCxnSpPr>
          <p:nvPr/>
        </p:nvCxnSpPr>
        <p:spPr>
          <a:xfrm>
            <a:off x="2285467" y="4756576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DF5D885-7815-4E9C-84CA-1B994899DFE1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2242475" y="6150840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966A758-3F7B-4D34-A049-296B431E31A1}"/>
              </a:ext>
            </a:extLst>
          </p:cNvPr>
          <p:cNvCxnSpPr>
            <a:stCxn id="7" idx="6"/>
          </p:cNvCxnSpPr>
          <p:nvPr/>
        </p:nvCxnSpPr>
        <p:spPr>
          <a:xfrm flipH="1">
            <a:off x="1240812" y="5021819"/>
            <a:ext cx="254140" cy="7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F0A3ACD-D28F-4501-AFFE-BFFDD5D46023}"/>
              </a:ext>
            </a:extLst>
          </p:cNvPr>
          <p:cNvCxnSpPr>
            <a:stCxn id="8" idx="6"/>
          </p:cNvCxnSpPr>
          <p:nvPr/>
        </p:nvCxnSpPr>
        <p:spPr>
          <a:xfrm flipH="1" flipV="1">
            <a:off x="2285466" y="5010714"/>
            <a:ext cx="254141" cy="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3CA905B-01B4-4EC7-8AAE-42AB24A8921B}"/>
              </a:ext>
            </a:extLst>
          </p:cNvPr>
          <p:cNvCxnSpPr>
            <a:stCxn id="10" idx="6"/>
          </p:cNvCxnSpPr>
          <p:nvPr/>
        </p:nvCxnSpPr>
        <p:spPr>
          <a:xfrm flipH="1" flipV="1">
            <a:off x="2242474" y="6405363"/>
            <a:ext cx="25414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8D9942C3-3097-45E7-80EE-3F26746FD0B0}"/>
              </a:ext>
            </a:extLst>
          </p:cNvPr>
          <p:cNvSpPr/>
          <p:nvPr/>
        </p:nvSpPr>
        <p:spPr>
          <a:xfrm>
            <a:off x="998248" y="4845026"/>
            <a:ext cx="31130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C9B5837-64FE-44A8-92B8-EDA33BEDB0E0}"/>
              </a:ext>
            </a:extLst>
          </p:cNvPr>
          <p:cNvSpPr/>
          <p:nvPr/>
        </p:nvSpPr>
        <p:spPr>
          <a:xfrm>
            <a:off x="1997035" y="6183300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1073058-39DA-42B2-A112-4793410147D4}"/>
              </a:ext>
            </a:extLst>
          </p:cNvPr>
          <p:cNvSpPr/>
          <p:nvPr/>
        </p:nvSpPr>
        <p:spPr>
          <a:xfrm>
            <a:off x="1586820" y="4898887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3B8ED48-CF29-4BF8-B394-FCA954E57950}"/>
              </a:ext>
            </a:extLst>
          </p:cNvPr>
          <p:cNvSpPr/>
          <p:nvPr/>
        </p:nvSpPr>
        <p:spPr>
          <a:xfrm>
            <a:off x="1214291" y="5020218"/>
            <a:ext cx="263214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45FFF18-EE9E-4081-840A-F0002236DB21}"/>
              </a:ext>
            </a:extLst>
          </p:cNvPr>
          <p:cNvSpPr/>
          <p:nvPr/>
        </p:nvSpPr>
        <p:spPr>
          <a:xfrm>
            <a:off x="1225515" y="4804820"/>
            <a:ext cx="263214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868F9F9-7715-432A-A098-B0260B65C05A}"/>
              </a:ext>
            </a:extLst>
          </p:cNvPr>
          <p:cNvSpPr/>
          <p:nvPr/>
        </p:nvSpPr>
        <p:spPr>
          <a:xfrm>
            <a:off x="829768" y="4525899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A891294-8E93-4D91-8211-0CD44F0ACC36}"/>
              </a:ext>
            </a:extLst>
          </p:cNvPr>
          <p:cNvSpPr/>
          <p:nvPr/>
        </p:nvSpPr>
        <p:spPr>
          <a:xfrm>
            <a:off x="5966616" y="4136874"/>
            <a:ext cx="262982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= 1 – 4 – 7   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1C5C955-3A6A-471F-9252-BC5E6F52491A}"/>
              </a:ext>
            </a:extLst>
          </p:cNvPr>
          <p:cNvSpPr/>
          <p:nvPr/>
        </p:nvSpPr>
        <p:spPr>
          <a:xfrm>
            <a:off x="5966616" y="4482802"/>
            <a:ext cx="277665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Variance = 16 + 16</a:t>
            </a:r>
          </a:p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= 32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BA2C8E8-2FC5-4D32-88A1-3327256166BA}"/>
              </a:ext>
            </a:extLst>
          </p:cNvPr>
          <p:cNvSpPr/>
          <p:nvPr/>
        </p:nvSpPr>
        <p:spPr>
          <a:xfrm>
            <a:off x="2040330" y="4838887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DC71F49-662C-443C-ADC8-1CC9F63A8420}"/>
              </a:ext>
            </a:extLst>
          </p:cNvPr>
          <p:cNvSpPr/>
          <p:nvPr/>
        </p:nvSpPr>
        <p:spPr>
          <a:xfrm>
            <a:off x="3052160" y="4259343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AD9BB2-2061-447D-84DE-FC2FCB83FD63}"/>
              </a:ext>
            </a:extLst>
          </p:cNvPr>
          <p:cNvCxnSpPr>
            <a:cxnSpLocks/>
            <a:stCxn id="104" idx="0"/>
            <a:endCxn id="104" idx="4"/>
          </p:cNvCxnSpPr>
          <p:nvPr/>
        </p:nvCxnSpPr>
        <p:spPr>
          <a:xfrm>
            <a:off x="3306300" y="4259343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588ADC-884A-4AD3-ABBD-8C2689A6BD25}"/>
              </a:ext>
            </a:extLst>
          </p:cNvPr>
          <p:cNvCxnSpPr>
            <a:stCxn id="104" idx="6"/>
          </p:cNvCxnSpPr>
          <p:nvPr/>
        </p:nvCxnSpPr>
        <p:spPr>
          <a:xfrm flipH="1" flipV="1">
            <a:off x="3306300" y="4513866"/>
            <a:ext cx="25414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C8E01AF-5201-44AC-8484-0B093599B586}"/>
              </a:ext>
            </a:extLst>
          </p:cNvPr>
          <p:cNvSpPr/>
          <p:nvPr/>
        </p:nvSpPr>
        <p:spPr>
          <a:xfrm>
            <a:off x="3061319" y="4355711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772BCC-8B3F-411A-8769-EF399D027F85}"/>
              </a:ext>
            </a:extLst>
          </p:cNvPr>
          <p:cNvCxnSpPr>
            <a:stCxn id="8" idx="6"/>
            <a:endCxn id="104" idx="2"/>
          </p:cNvCxnSpPr>
          <p:nvPr/>
        </p:nvCxnSpPr>
        <p:spPr>
          <a:xfrm flipV="1">
            <a:off x="2539607" y="4513867"/>
            <a:ext cx="512553" cy="497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B3A895E8-96DC-4EC3-AA07-91178624378B}"/>
              </a:ext>
            </a:extLst>
          </p:cNvPr>
          <p:cNvSpPr/>
          <p:nvPr/>
        </p:nvSpPr>
        <p:spPr>
          <a:xfrm>
            <a:off x="2980428" y="5581144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F0E6B3-B148-4945-AE4A-F6F508FDED9B}"/>
              </a:ext>
            </a:extLst>
          </p:cNvPr>
          <p:cNvCxnSpPr>
            <a:stCxn id="109" idx="0"/>
            <a:endCxn id="109" idx="4"/>
          </p:cNvCxnSpPr>
          <p:nvPr/>
        </p:nvCxnSpPr>
        <p:spPr>
          <a:xfrm>
            <a:off x="3234568" y="5581144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31321F0-FB63-434D-A06E-9ABDC2727F47}"/>
              </a:ext>
            </a:extLst>
          </p:cNvPr>
          <p:cNvCxnSpPr>
            <a:stCxn id="109" idx="6"/>
          </p:cNvCxnSpPr>
          <p:nvPr/>
        </p:nvCxnSpPr>
        <p:spPr>
          <a:xfrm flipH="1" flipV="1">
            <a:off x="3234568" y="5835667"/>
            <a:ext cx="25414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76E1D0-DA35-4363-9362-83D0FC54AAE6}"/>
              </a:ext>
            </a:extLst>
          </p:cNvPr>
          <p:cNvCxnSpPr>
            <a:stCxn id="8" idx="6"/>
            <a:endCxn id="109" idx="2"/>
          </p:cNvCxnSpPr>
          <p:nvPr/>
        </p:nvCxnSpPr>
        <p:spPr>
          <a:xfrm>
            <a:off x="2539607" y="5011100"/>
            <a:ext cx="440821" cy="8245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AD462A3-F8A0-4AC0-9F57-530A23DDED71}"/>
              </a:ext>
            </a:extLst>
          </p:cNvPr>
          <p:cNvSpPr/>
          <p:nvPr/>
        </p:nvSpPr>
        <p:spPr>
          <a:xfrm>
            <a:off x="2986564" y="5651001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65B349CF-F75E-40E3-8804-FF7499D4A93E}"/>
              </a:ext>
            </a:extLst>
          </p:cNvPr>
          <p:cNvSpPr/>
          <p:nvPr/>
        </p:nvSpPr>
        <p:spPr>
          <a:xfrm>
            <a:off x="4026661" y="4927845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A99912A-FB45-43C3-9499-EE2B2C01907D}"/>
              </a:ext>
            </a:extLst>
          </p:cNvPr>
          <p:cNvCxnSpPr>
            <a:stCxn id="112" idx="0"/>
            <a:endCxn id="112" idx="4"/>
          </p:cNvCxnSpPr>
          <p:nvPr/>
        </p:nvCxnSpPr>
        <p:spPr>
          <a:xfrm>
            <a:off x="4280801" y="4927845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558CB2D-9482-4708-93EC-3CF8CB0BFED6}"/>
              </a:ext>
            </a:extLst>
          </p:cNvPr>
          <p:cNvCxnSpPr>
            <a:stCxn id="112" idx="6"/>
          </p:cNvCxnSpPr>
          <p:nvPr/>
        </p:nvCxnSpPr>
        <p:spPr>
          <a:xfrm flipH="1" flipV="1">
            <a:off x="4280801" y="5182368"/>
            <a:ext cx="25414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825B3E-4BFD-40FA-B655-76648FD72F21}"/>
              </a:ext>
            </a:extLst>
          </p:cNvPr>
          <p:cNvSpPr/>
          <p:nvPr/>
        </p:nvSpPr>
        <p:spPr>
          <a:xfrm>
            <a:off x="4017570" y="4966357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7B02166-BB23-4734-B56E-EE56DF275767}"/>
              </a:ext>
            </a:extLst>
          </p:cNvPr>
          <p:cNvCxnSpPr>
            <a:stCxn id="8" idx="6"/>
            <a:endCxn id="117" idx="1"/>
          </p:cNvCxnSpPr>
          <p:nvPr/>
        </p:nvCxnSpPr>
        <p:spPr>
          <a:xfrm>
            <a:off x="2539607" y="5011100"/>
            <a:ext cx="1477963" cy="1399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ECCFB23-3522-475A-83B3-CB76544BA287}"/>
              </a:ext>
            </a:extLst>
          </p:cNvPr>
          <p:cNvCxnSpPr>
            <a:stCxn id="104" idx="6"/>
            <a:endCxn id="117" idx="1"/>
          </p:cNvCxnSpPr>
          <p:nvPr/>
        </p:nvCxnSpPr>
        <p:spPr>
          <a:xfrm>
            <a:off x="3560440" y="4513867"/>
            <a:ext cx="457130" cy="637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43EC51AF-92C9-4747-9C3F-029219A5E83A}"/>
              </a:ext>
            </a:extLst>
          </p:cNvPr>
          <p:cNvSpPr/>
          <p:nvPr/>
        </p:nvSpPr>
        <p:spPr>
          <a:xfrm>
            <a:off x="6195973" y="6150840"/>
            <a:ext cx="508280" cy="5090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4267E36-84EC-42B7-9DE5-6F5CF923831A}"/>
              </a:ext>
            </a:extLst>
          </p:cNvPr>
          <p:cNvCxnSpPr>
            <a:stCxn id="124" idx="0"/>
            <a:endCxn id="124" idx="4"/>
          </p:cNvCxnSpPr>
          <p:nvPr/>
        </p:nvCxnSpPr>
        <p:spPr>
          <a:xfrm>
            <a:off x="6450113" y="6150840"/>
            <a:ext cx="0" cy="50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EED8ABD-9D6F-4201-A593-6FBC94A001D6}"/>
              </a:ext>
            </a:extLst>
          </p:cNvPr>
          <p:cNvCxnSpPr>
            <a:stCxn id="124" idx="6"/>
          </p:cNvCxnSpPr>
          <p:nvPr/>
        </p:nvCxnSpPr>
        <p:spPr>
          <a:xfrm flipH="1" flipV="1">
            <a:off x="6450113" y="6405363"/>
            <a:ext cx="25414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C761098-C2E9-4E31-BA9E-F4E8CFE31DB1}"/>
              </a:ext>
            </a:extLst>
          </p:cNvPr>
          <p:cNvSpPr/>
          <p:nvPr/>
        </p:nvSpPr>
        <p:spPr>
          <a:xfrm>
            <a:off x="6168649" y="6220697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F17F9BA-D6E6-471B-AC3E-24A9C748DD07}"/>
              </a:ext>
            </a:extLst>
          </p:cNvPr>
          <p:cNvCxnSpPr>
            <a:cxnSpLocks/>
            <a:stCxn id="10" idx="6"/>
            <a:endCxn id="129" idx="1"/>
          </p:cNvCxnSpPr>
          <p:nvPr/>
        </p:nvCxnSpPr>
        <p:spPr>
          <a:xfrm flipV="1">
            <a:off x="2496615" y="6405363"/>
            <a:ext cx="367203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CE55BEF-7A12-4A55-82CB-0D364BA20878}"/>
              </a:ext>
            </a:extLst>
          </p:cNvPr>
          <p:cNvCxnSpPr>
            <a:cxnSpLocks/>
            <a:stCxn id="109" idx="6"/>
          </p:cNvCxnSpPr>
          <p:nvPr/>
        </p:nvCxnSpPr>
        <p:spPr>
          <a:xfrm>
            <a:off x="3488708" y="5835668"/>
            <a:ext cx="2534644" cy="486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DBDE8C06-6928-4E1C-AFF9-2A4AB7B408A1}"/>
              </a:ext>
            </a:extLst>
          </p:cNvPr>
          <p:cNvCxnSpPr>
            <a:stCxn id="112" idx="6"/>
          </p:cNvCxnSpPr>
          <p:nvPr/>
        </p:nvCxnSpPr>
        <p:spPr>
          <a:xfrm>
            <a:off x="4534941" y="5182369"/>
            <a:ext cx="1488411" cy="10094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89F730C-A432-4C53-A3B4-F1CF35F25B93}"/>
              </a:ext>
            </a:extLst>
          </p:cNvPr>
          <p:cNvSpPr/>
          <p:nvPr/>
        </p:nvSpPr>
        <p:spPr>
          <a:xfrm>
            <a:off x="2639466" y="4670828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65BE8C2-CD0B-4A0E-B556-3668C3C4898D}"/>
              </a:ext>
            </a:extLst>
          </p:cNvPr>
          <p:cNvSpPr/>
          <p:nvPr/>
        </p:nvSpPr>
        <p:spPr>
          <a:xfrm>
            <a:off x="1561285" y="5614653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C83E906-1A2A-40F6-BF42-652ABEB63474}"/>
              </a:ext>
            </a:extLst>
          </p:cNvPr>
          <p:cNvSpPr/>
          <p:nvPr/>
        </p:nvSpPr>
        <p:spPr>
          <a:xfrm>
            <a:off x="2600668" y="5262449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3C0889B-8653-4A4B-91D9-30C02772D135}"/>
              </a:ext>
            </a:extLst>
          </p:cNvPr>
          <p:cNvSpPr/>
          <p:nvPr/>
        </p:nvSpPr>
        <p:spPr>
          <a:xfrm>
            <a:off x="3063519" y="4959586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7578589-7F33-4C6E-A59E-58AC1213FD7A}"/>
              </a:ext>
            </a:extLst>
          </p:cNvPr>
          <p:cNvSpPr/>
          <p:nvPr/>
        </p:nvSpPr>
        <p:spPr>
          <a:xfrm>
            <a:off x="3655876" y="4699915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3A96E11-9C57-4FCB-B7C5-7ABD0A2C6B65}"/>
              </a:ext>
            </a:extLst>
          </p:cNvPr>
          <p:cNvSpPr/>
          <p:nvPr/>
        </p:nvSpPr>
        <p:spPr>
          <a:xfrm>
            <a:off x="3793903" y="6293524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362C3E5-A2DB-4A46-B5EF-871FB237BC73}"/>
              </a:ext>
            </a:extLst>
          </p:cNvPr>
          <p:cNvSpPr/>
          <p:nvPr/>
        </p:nvSpPr>
        <p:spPr>
          <a:xfrm>
            <a:off x="4375994" y="5903171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C43630B-BB3B-4753-8F36-14FD4217C959}"/>
              </a:ext>
            </a:extLst>
          </p:cNvPr>
          <p:cNvSpPr/>
          <p:nvPr/>
        </p:nvSpPr>
        <p:spPr>
          <a:xfrm>
            <a:off x="4943709" y="5423468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B74EA32-1443-4624-AFDD-1D2E188DE734}"/>
              </a:ext>
            </a:extLst>
          </p:cNvPr>
          <p:cNvSpPr/>
          <p:nvPr/>
        </p:nvSpPr>
        <p:spPr>
          <a:xfrm>
            <a:off x="2244063" y="5000839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1FB24D3-5F7A-464A-89C0-8582045F722E}"/>
              </a:ext>
            </a:extLst>
          </p:cNvPr>
          <p:cNvSpPr/>
          <p:nvPr/>
        </p:nvSpPr>
        <p:spPr>
          <a:xfrm>
            <a:off x="2164783" y="6389839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CB44E5F-3ADF-4BFD-B5BE-70EA4A7D736C}"/>
              </a:ext>
            </a:extLst>
          </p:cNvPr>
          <p:cNvSpPr/>
          <p:nvPr/>
        </p:nvSpPr>
        <p:spPr>
          <a:xfrm>
            <a:off x="3253804" y="4501625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9A56CA6-42C7-4D09-A8C6-5C2EBAAB1072}"/>
              </a:ext>
            </a:extLst>
          </p:cNvPr>
          <p:cNvSpPr/>
          <p:nvPr/>
        </p:nvSpPr>
        <p:spPr>
          <a:xfrm>
            <a:off x="4221809" y="5172390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04DB067C-E7F5-4E53-9645-9B00B5A507A4}"/>
              </a:ext>
            </a:extLst>
          </p:cNvPr>
          <p:cNvSpPr/>
          <p:nvPr/>
        </p:nvSpPr>
        <p:spPr>
          <a:xfrm>
            <a:off x="3174288" y="5828580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3EF0E5A-0720-4A25-A2C7-DEEB2A7917D8}"/>
              </a:ext>
            </a:extLst>
          </p:cNvPr>
          <p:cNvSpPr/>
          <p:nvPr/>
        </p:nvSpPr>
        <p:spPr>
          <a:xfrm>
            <a:off x="6385285" y="6397396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8C691D3-7196-4512-A5E7-366C8F68531C}"/>
              </a:ext>
            </a:extLst>
          </p:cNvPr>
          <p:cNvSpPr/>
          <p:nvPr/>
        </p:nvSpPr>
        <p:spPr>
          <a:xfrm>
            <a:off x="6400110" y="6201871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B4218B3-B13C-429B-A805-C0C9E324BAC2}"/>
              </a:ext>
            </a:extLst>
          </p:cNvPr>
          <p:cNvSpPr/>
          <p:nvPr/>
        </p:nvSpPr>
        <p:spPr>
          <a:xfrm>
            <a:off x="4221809" y="4944720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C6812FB-7849-413D-B2EF-2E1A855FC60B}"/>
              </a:ext>
            </a:extLst>
          </p:cNvPr>
          <p:cNvSpPr/>
          <p:nvPr/>
        </p:nvSpPr>
        <p:spPr>
          <a:xfrm>
            <a:off x="3186724" y="5612530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9ACD6C2-61E2-4504-A969-0A4EC0D4585B}"/>
              </a:ext>
            </a:extLst>
          </p:cNvPr>
          <p:cNvSpPr/>
          <p:nvPr/>
        </p:nvSpPr>
        <p:spPr>
          <a:xfrm>
            <a:off x="2157193" y="6201084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E90DECF-BC1B-492D-BBE8-67AFD4323102}"/>
              </a:ext>
            </a:extLst>
          </p:cNvPr>
          <p:cNvSpPr/>
          <p:nvPr/>
        </p:nvSpPr>
        <p:spPr>
          <a:xfrm>
            <a:off x="3249878" y="4321540"/>
            <a:ext cx="34176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4CADED4-B14B-484B-A0F3-97C79D2A6A85}"/>
              </a:ext>
            </a:extLst>
          </p:cNvPr>
          <p:cNvSpPr/>
          <p:nvPr/>
        </p:nvSpPr>
        <p:spPr>
          <a:xfrm>
            <a:off x="2251892" y="4800878"/>
            <a:ext cx="263213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DA0C073-F544-4D89-B00C-F1E8669FB8E6}"/>
              </a:ext>
            </a:extLst>
          </p:cNvPr>
          <p:cNvSpPr/>
          <p:nvPr/>
        </p:nvSpPr>
        <p:spPr>
          <a:xfrm>
            <a:off x="1876829" y="5905091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D682A8C-C3C4-46EB-917D-93AC5B2CB789}"/>
              </a:ext>
            </a:extLst>
          </p:cNvPr>
          <p:cNvSpPr/>
          <p:nvPr/>
        </p:nvSpPr>
        <p:spPr>
          <a:xfrm>
            <a:off x="2924586" y="4029118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4E20C7A-E447-4961-A2E6-7F3B883912A9}"/>
              </a:ext>
            </a:extLst>
          </p:cNvPr>
          <p:cNvSpPr/>
          <p:nvPr/>
        </p:nvSpPr>
        <p:spPr>
          <a:xfrm>
            <a:off x="3958561" y="4688840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F23751B-76CE-49B8-8C75-83AE366E7DE1}"/>
              </a:ext>
            </a:extLst>
          </p:cNvPr>
          <p:cNvSpPr/>
          <p:nvPr/>
        </p:nvSpPr>
        <p:spPr>
          <a:xfrm>
            <a:off x="6059027" y="5876933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19ED504-904D-4AB0-9937-27B9480C1C58}"/>
              </a:ext>
            </a:extLst>
          </p:cNvPr>
          <p:cNvSpPr/>
          <p:nvPr/>
        </p:nvSpPr>
        <p:spPr>
          <a:xfrm>
            <a:off x="1893944" y="4510407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8E85F1C9-BA62-4B83-B2F2-D85DF859B22C}"/>
              </a:ext>
            </a:extLst>
          </p:cNvPr>
          <p:cNvSpPr/>
          <p:nvPr/>
        </p:nvSpPr>
        <p:spPr>
          <a:xfrm>
            <a:off x="2885312" y="5358997"/>
            <a:ext cx="731290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9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B180D5D-995B-44BD-A96E-29FB29DDB67E}"/>
              </a:ext>
            </a:extLst>
          </p:cNvPr>
          <p:cNvSpPr/>
          <p:nvPr/>
        </p:nvSpPr>
        <p:spPr>
          <a:xfrm>
            <a:off x="9267414" y="4153233"/>
            <a:ext cx="25299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Duration = 14 + 11</a:t>
            </a:r>
          </a:p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= 25</a:t>
            </a:r>
          </a:p>
        </p:txBody>
      </p:sp>
    </p:spTree>
    <p:extLst>
      <p:ext uri="{BB962C8B-B14F-4D97-AF65-F5344CB8AC3E}">
        <p14:creationId xmlns:p14="http://schemas.microsoft.com/office/powerpoint/2010/main" val="4035197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FF33D-8CC0-429B-8B37-E5C2E2DBD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5</a:t>
            </a:r>
            <a:endParaRPr lang="LID4096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6AFFE8B-A867-4397-960B-0A45E200B8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600602"/>
              </p:ext>
            </p:extLst>
          </p:nvPr>
        </p:nvGraphicFramePr>
        <p:xfrm>
          <a:off x="2093670" y="2296622"/>
          <a:ext cx="856819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832">
                  <a:extLst>
                    <a:ext uri="{9D8B030D-6E8A-4147-A177-3AD203B41FA5}">
                      <a16:colId xmlns:a16="http://schemas.microsoft.com/office/drawing/2014/main" val="4177855021"/>
                    </a:ext>
                  </a:extLst>
                </a:gridCol>
                <a:gridCol w="452487">
                  <a:extLst>
                    <a:ext uri="{9D8B030D-6E8A-4147-A177-3AD203B41FA5}">
                      <a16:colId xmlns:a16="http://schemas.microsoft.com/office/drawing/2014/main" val="235096661"/>
                    </a:ext>
                  </a:extLst>
                </a:gridCol>
                <a:gridCol w="405353">
                  <a:extLst>
                    <a:ext uri="{9D8B030D-6E8A-4147-A177-3AD203B41FA5}">
                      <a16:colId xmlns:a16="http://schemas.microsoft.com/office/drawing/2014/main" val="2237973137"/>
                    </a:ext>
                  </a:extLst>
                </a:gridCol>
                <a:gridCol w="424206">
                  <a:extLst>
                    <a:ext uri="{9D8B030D-6E8A-4147-A177-3AD203B41FA5}">
                      <a16:colId xmlns:a16="http://schemas.microsoft.com/office/drawing/2014/main" val="1837784289"/>
                    </a:ext>
                  </a:extLst>
                </a:gridCol>
                <a:gridCol w="4402317">
                  <a:extLst>
                    <a:ext uri="{9D8B030D-6E8A-4147-A177-3AD203B41FA5}">
                      <a16:colId xmlns:a16="http://schemas.microsoft.com/office/drawing/2014/main" val="3972717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Dependences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25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Identify compromised systems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None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14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Patch vulnerabilities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Identify compromised vulnerabilities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144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Secure User Accounts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Patch vulnerabilities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6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Restore data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Patch vulnerabilities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48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 additional controls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Secure User Accounts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23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Revise Policies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Identify compromised systems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37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Final audit and testing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 additional controls, restore data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67840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2AC42-47CB-4FC8-BDCD-443062DC8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344F3-9261-4EBB-ACB4-7FCAF24C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7753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5FF7-6FA4-4224-824C-D9D4D8D94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5 (Continues…)</a:t>
            </a:r>
            <a:endParaRPr lang="LID4096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BDC7BA-F2E7-4239-80ED-366F88EC2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500866"/>
              </p:ext>
            </p:extLst>
          </p:nvPr>
        </p:nvGraphicFramePr>
        <p:xfrm>
          <a:off x="1590808" y="2097088"/>
          <a:ext cx="9007208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438">
                  <a:extLst>
                    <a:ext uri="{9D8B030D-6E8A-4147-A177-3AD203B41FA5}">
                      <a16:colId xmlns:a16="http://schemas.microsoft.com/office/drawing/2014/main" val="1422316841"/>
                    </a:ext>
                  </a:extLst>
                </a:gridCol>
                <a:gridCol w="2356701">
                  <a:extLst>
                    <a:ext uri="{9D8B030D-6E8A-4147-A177-3AD203B41FA5}">
                      <a16:colId xmlns:a16="http://schemas.microsoft.com/office/drawing/2014/main" val="126207876"/>
                    </a:ext>
                  </a:extLst>
                </a:gridCol>
                <a:gridCol w="1395167">
                  <a:extLst>
                    <a:ext uri="{9D8B030D-6E8A-4147-A177-3AD203B41FA5}">
                      <a16:colId xmlns:a16="http://schemas.microsoft.com/office/drawing/2014/main" val="20915266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84450591"/>
                    </a:ext>
                  </a:extLst>
                </a:gridCol>
                <a:gridCol w="966033">
                  <a:extLst>
                    <a:ext uri="{9D8B030D-6E8A-4147-A177-3AD203B41FA5}">
                      <a16:colId xmlns:a16="http://schemas.microsoft.com/office/drawing/2014/main" val="2607185869"/>
                    </a:ext>
                  </a:extLst>
                </a:gridCol>
                <a:gridCol w="373834">
                  <a:extLst>
                    <a:ext uri="{9D8B030D-6E8A-4147-A177-3AD203B41FA5}">
                      <a16:colId xmlns:a16="http://schemas.microsoft.com/office/drawing/2014/main" val="3179112613"/>
                    </a:ext>
                  </a:extLst>
                </a:gridCol>
                <a:gridCol w="385294">
                  <a:extLst>
                    <a:ext uri="{9D8B030D-6E8A-4147-A177-3AD203B41FA5}">
                      <a16:colId xmlns:a16="http://schemas.microsoft.com/office/drawing/2014/main" val="2751752804"/>
                    </a:ext>
                  </a:extLst>
                </a:gridCol>
                <a:gridCol w="490374">
                  <a:extLst>
                    <a:ext uri="{9D8B030D-6E8A-4147-A177-3AD203B41FA5}">
                      <a16:colId xmlns:a16="http://schemas.microsoft.com/office/drawing/2014/main" val="1032044800"/>
                    </a:ext>
                  </a:extLst>
                </a:gridCol>
                <a:gridCol w="577941">
                  <a:extLst>
                    <a:ext uri="{9D8B030D-6E8A-4147-A177-3AD203B41FA5}">
                      <a16:colId xmlns:a16="http://schemas.microsoft.com/office/drawing/2014/main" val="3969548834"/>
                    </a:ext>
                  </a:extLst>
                </a:gridCol>
                <a:gridCol w="551672">
                  <a:extLst>
                    <a:ext uri="{9D8B030D-6E8A-4147-A177-3AD203B41FA5}">
                      <a16:colId xmlns:a16="http://schemas.microsoft.com/office/drawing/2014/main" val="446610486"/>
                    </a:ext>
                  </a:extLst>
                </a:gridCol>
                <a:gridCol w="639237">
                  <a:extLst>
                    <a:ext uri="{9D8B030D-6E8A-4147-A177-3AD203B41FA5}">
                      <a16:colId xmlns:a16="http://schemas.microsoft.com/office/drawing/2014/main" val="2988871589"/>
                    </a:ext>
                  </a:extLst>
                </a:gridCol>
                <a:gridCol w="639237">
                  <a:extLst>
                    <a:ext uri="{9D8B030D-6E8A-4147-A177-3AD203B41FA5}">
                      <a16:colId xmlns:a16="http://schemas.microsoft.com/office/drawing/2014/main" val="2886691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tp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tm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4tm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σ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σ²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67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Identify Compromised Systems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63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Path Vulnerability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2.5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341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Secure User Accounts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0.33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Restore Data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2.1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219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Implement additional Controls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5.1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0.83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0.68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47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Revise polices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62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Final Audit and Testing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5,4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7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0.33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946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– 7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0.33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945453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169C6-5B67-410A-B7AE-F59D2A24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8825" y="624839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49E8A-7C8A-4709-B18F-4062C2F9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6175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99838-BF7E-47A7-A52F-31A72D90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0E293-2619-430B-AC0D-A6096E60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35</a:t>
            </a:fld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C1271C-3E54-42E9-8781-F17C2708342B}"/>
              </a:ext>
            </a:extLst>
          </p:cNvPr>
          <p:cNvSpPr/>
          <p:nvPr/>
        </p:nvSpPr>
        <p:spPr>
          <a:xfrm>
            <a:off x="810705" y="2884602"/>
            <a:ext cx="1036949" cy="942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64D775-E1E7-48B4-A6EB-A1FEE6A32451}"/>
              </a:ext>
            </a:extLst>
          </p:cNvPr>
          <p:cNvSpPr/>
          <p:nvPr/>
        </p:nvSpPr>
        <p:spPr>
          <a:xfrm>
            <a:off x="2509101" y="1472153"/>
            <a:ext cx="1036949" cy="942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E3CC1D-A5EF-4BD5-9BED-7A9AED91787D}"/>
              </a:ext>
            </a:extLst>
          </p:cNvPr>
          <p:cNvSpPr/>
          <p:nvPr/>
        </p:nvSpPr>
        <p:spPr>
          <a:xfrm>
            <a:off x="2329992" y="4187072"/>
            <a:ext cx="1036949" cy="942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FD597F-DB98-43E4-95AD-97C4BB966473}"/>
              </a:ext>
            </a:extLst>
          </p:cNvPr>
          <p:cNvCxnSpPr>
            <a:stCxn id="6" idx="0"/>
            <a:endCxn id="6" idx="4"/>
          </p:cNvCxnSpPr>
          <p:nvPr/>
        </p:nvCxnSpPr>
        <p:spPr>
          <a:xfrm>
            <a:off x="1329180" y="2884602"/>
            <a:ext cx="0" cy="942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787593-4FC6-4588-89DB-8D149D7E0F62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3027576" y="1472153"/>
            <a:ext cx="0" cy="942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28FF29-5D24-4DA7-B887-30852A44DAE3}"/>
              </a:ext>
            </a:extLst>
          </p:cNvPr>
          <p:cNvCxnSpPr>
            <a:stCxn id="8" idx="0"/>
            <a:endCxn id="8" idx="4"/>
          </p:cNvCxnSpPr>
          <p:nvPr/>
        </p:nvCxnSpPr>
        <p:spPr>
          <a:xfrm>
            <a:off x="2848467" y="4187072"/>
            <a:ext cx="0" cy="942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665541-B0B1-453A-99CD-29927F09BD81}"/>
              </a:ext>
            </a:extLst>
          </p:cNvPr>
          <p:cNvCxnSpPr>
            <a:stCxn id="7" idx="6"/>
          </p:cNvCxnSpPr>
          <p:nvPr/>
        </p:nvCxnSpPr>
        <p:spPr>
          <a:xfrm flipH="1">
            <a:off x="3027575" y="1943493"/>
            <a:ext cx="518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1AD9DC-F3E2-4620-8E40-CDF5C506ABE7}"/>
              </a:ext>
            </a:extLst>
          </p:cNvPr>
          <p:cNvCxnSpPr>
            <a:stCxn id="6" idx="6"/>
          </p:cNvCxnSpPr>
          <p:nvPr/>
        </p:nvCxnSpPr>
        <p:spPr>
          <a:xfrm flipH="1">
            <a:off x="1329179" y="3355942"/>
            <a:ext cx="518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CF6D6C-0F4B-44FD-9E14-22D6BE64DE70}"/>
              </a:ext>
            </a:extLst>
          </p:cNvPr>
          <p:cNvCxnSpPr>
            <a:stCxn id="8" idx="6"/>
          </p:cNvCxnSpPr>
          <p:nvPr/>
        </p:nvCxnSpPr>
        <p:spPr>
          <a:xfrm flipH="1">
            <a:off x="2848466" y="4658412"/>
            <a:ext cx="518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1990EA-CA46-4A48-BA61-20BCF0ACA11D}"/>
              </a:ext>
            </a:extLst>
          </p:cNvPr>
          <p:cNvCxnSpPr>
            <a:stCxn id="6" idx="6"/>
            <a:endCxn id="7" idx="2"/>
          </p:cNvCxnSpPr>
          <p:nvPr/>
        </p:nvCxnSpPr>
        <p:spPr>
          <a:xfrm flipV="1">
            <a:off x="1847654" y="1943493"/>
            <a:ext cx="661447" cy="14124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BB9286-D109-42FE-A191-2E7A90E93ADC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1847654" y="3355942"/>
            <a:ext cx="482338" cy="13024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BAC5526-3A2E-4E59-BC42-86D14CB93091}"/>
              </a:ext>
            </a:extLst>
          </p:cNvPr>
          <p:cNvSpPr/>
          <p:nvPr/>
        </p:nvSpPr>
        <p:spPr>
          <a:xfrm>
            <a:off x="810704" y="2903952"/>
            <a:ext cx="566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3AF84E-C0D3-46AD-9BD2-66879DEBA464}"/>
              </a:ext>
            </a:extLst>
          </p:cNvPr>
          <p:cNvSpPr/>
          <p:nvPr/>
        </p:nvSpPr>
        <p:spPr>
          <a:xfrm>
            <a:off x="2510672" y="1455117"/>
            <a:ext cx="566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9C2B3B-E7B8-400D-9E4A-D788BB3B6736}"/>
              </a:ext>
            </a:extLst>
          </p:cNvPr>
          <p:cNvSpPr/>
          <p:nvPr/>
        </p:nvSpPr>
        <p:spPr>
          <a:xfrm>
            <a:off x="2329991" y="4187072"/>
            <a:ext cx="566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896E9D1-A0A0-4EE6-B14F-B15EB0205BE0}"/>
              </a:ext>
            </a:extLst>
          </p:cNvPr>
          <p:cNvSpPr/>
          <p:nvPr/>
        </p:nvSpPr>
        <p:spPr>
          <a:xfrm>
            <a:off x="4754252" y="138260"/>
            <a:ext cx="1036949" cy="942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8DE1D3-07CE-46AC-817B-7B51CB19DB8B}"/>
              </a:ext>
            </a:extLst>
          </p:cNvPr>
          <p:cNvSpPr/>
          <p:nvPr/>
        </p:nvSpPr>
        <p:spPr>
          <a:xfrm>
            <a:off x="4754251" y="2649717"/>
            <a:ext cx="1036949" cy="942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A245D2-5581-48C6-B8C7-8DDCC51F4E86}"/>
              </a:ext>
            </a:extLst>
          </p:cNvPr>
          <p:cNvCxnSpPr>
            <a:stCxn id="7" idx="6"/>
            <a:endCxn id="28" idx="2"/>
          </p:cNvCxnSpPr>
          <p:nvPr/>
        </p:nvCxnSpPr>
        <p:spPr>
          <a:xfrm flipV="1">
            <a:off x="3546050" y="609600"/>
            <a:ext cx="1208202" cy="13338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89D788-2B3C-4AE0-B62D-8D5ED41CC36E}"/>
              </a:ext>
            </a:extLst>
          </p:cNvPr>
          <p:cNvCxnSpPr>
            <a:stCxn id="7" idx="6"/>
            <a:endCxn id="29" idx="2"/>
          </p:cNvCxnSpPr>
          <p:nvPr/>
        </p:nvCxnSpPr>
        <p:spPr>
          <a:xfrm>
            <a:off x="3546050" y="1943493"/>
            <a:ext cx="1208201" cy="11775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279EBB-97DD-45CC-830B-9C2184E20000}"/>
              </a:ext>
            </a:extLst>
          </p:cNvPr>
          <p:cNvCxnSpPr>
            <a:stCxn id="28" idx="0"/>
            <a:endCxn id="28" idx="4"/>
          </p:cNvCxnSpPr>
          <p:nvPr/>
        </p:nvCxnSpPr>
        <p:spPr>
          <a:xfrm>
            <a:off x="5272727" y="138260"/>
            <a:ext cx="0" cy="942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019140-9EFD-4980-989E-50BFA0B98DE5}"/>
              </a:ext>
            </a:extLst>
          </p:cNvPr>
          <p:cNvCxnSpPr>
            <a:stCxn id="29" idx="0"/>
            <a:endCxn id="29" idx="4"/>
          </p:cNvCxnSpPr>
          <p:nvPr/>
        </p:nvCxnSpPr>
        <p:spPr>
          <a:xfrm>
            <a:off x="5272726" y="2649717"/>
            <a:ext cx="0" cy="942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86F7F2-55B1-4CD5-B78D-79135E09C4F7}"/>
              </a:ext>
            </a:extLst>
          </p:cNvPr>
          <p:cNvCxnSpPr>
            <a:stCxn id="28" idx="6"/>
          </p:cNvCxnSpPr>
          <p:nvPr/>
        </p:nvCxnSpPr>
        <p:spPr>
          <a:xfrm flipH="1">
            <a:off x="5272725" y="609600"/>
            <a:ext cx="5184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9C77EC9-8B60-4EB3-9E51-ECA2A0B19E39}"/>
              </a:ext>
            </a:extLst>
          </p:cNvPr>
          <p:cNvCxnSpPr>
            <a:stCxn id="29" idx="6"/>
          </p:cNvCxnSpPr>
          <p:nvPr/>
        </p:nvCxnSpPr>
        <p:spPr>
          <a:xfrm flipH="1">
            <a:off x="5272725" y="3121057"/>
            <a:ext cx="518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DC06D92-43B5-4CC2-A3A5-18D5CCAD0497}"/>
              </a:ext>
            </a:extLst>
          </p:cNvPr>
          <p:cNvSpPr/>
          <p:nvPr/>
        </p:nvSpPr>
        <p:spPr>
          <a:xfrm>
            <a:off x="4754251" y="162739"/>
            <a:ext cx="566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4264CD-D0EA-406D-B5AE-F740163F2DD3}"/>
              </a:ext>
            </a:extLst>
          </p:cNvPr>
          <p:cNvSpPr/>
          <p:nvPr/>
        </p:nvSpPr>
        <p:spPr>
          <a:xfrm>
            <a:off x="4703401" y="2627267"/>
            <a:ext cx="566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629FDE5-13E7-4B80-98FC-7344816688A0}"/>
              </a:ext>
            </a:extLst>
          </p:cNvPr>
          <p:cNvSpPr/>
          <p:nvPr/>
        </p:nvSpPr>
        <p:spPr>
          <a:xfrm>
            <a:off x="6919275" y="162739"/>
            <a:ext cx="1036949" cy="942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3493CD6-F63A-477E-A062-9273176AA5DF}"/>
              </a:ext>
            </a:extLst>
          </p:cNvPr>
          <p:cNvCxnSpPr>
            <a:stCxn id="28" idx="6"/>
            <a:endCxn id="44" idx="2"/>
          </p:cNvCxnSpPr>
          <p:nvPr/>
        </p:nvCxnSpPr>
        <p:spPr>
          <a:xfrm>
            <a:off x="5791201" y="609600"/>
            <a:ext cx="1128074" cy="24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9426EAD-B654-4298-AEF9-BCA20CCFCC64}"/>
              </a:ext>
            </a:extLst>
          </p:cNvPr>
          <p:cNvCxnSpPr>
            <a:stCxn id="44" idx="0"/>
            <a:endCxn id="44" idx="4"/>
          </p:cNvCxnSpPr>
          <p:nvPr/>
        </p:nvCxnSpPr>
        <p:spPr>
          <a:xfrm>
            <a:off x="7437750" y="162739"/>
            <a:ext cx="0" cy="942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36B0B8A-2D45-4E80-BED3-D5425E1FBBA3}"/>
              </a:ext>
            </a:extLst>
          </p:cNvPr>
          <p:cNvCxnSpPr>
            <a:stCxn id="44" idx="6"/>
          </p:cNvCxnSpPr>
          <p:nvPr/>
        </p:nvCxnSpPr>
        <p:spPr>
          <a:xfrm flipH="1">
            <a:off x="7437749" y="634079"/>
            <a:ext cx="518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B1F0632-8B48-46B7-890C-9052564CD5A6}"/>
              </a:ext>
            </a:extLst>
          </p:cNvPr>
          <p:cNvSpPr/>
          <p:nvPr/>
        </p:nvSpPr>
        <p:spPr>
          <a:xfrm>
            <a:off x="6889709" y="138260"/>
            <a:ext cx="566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C6C14A4-FEAF-4CE9-A2BD-A2C4B6656FA5}"/>
              </a:ext>
            </a:extLst>
          </p:cNvPr>
          <p:cNvSpPr/>
          <p:nvPr/>
        </p:nvSpPr>
        <p:spPr>
          <a:xfrm>
            <a:off x="9497504" y="2659640"/>
            <a:ext cx="1036949" cy="942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F35CDF-23FA-43EF-8666-37D9C18B5170}"/>
              </a:ext>
            </a:extLst>
          </p:cNvPr>
          <p:cNvCxnSpPr>
            <a:stCxn id="29" idx="6"/>
          </p:cNvCxnSpPr>
          <p:nvPr/>
        </p:nvCxnSpPr>
        <p:spPr>
          <a:xfrm>
            <a:off x="5791200" y="3121057"/>
            <a:ext cx="37063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70843D8-29B5-4E58-AD69-88585E64C077}"/>
              </a:ext>
            </a:extLst>
          </p:cNvPr>
          <p:cNvCxnSpPr>
            <a:stCxn id="52" idx="0"/>
            <a:endCxn id="52" idx="4"/>
          </p:cNvCxnSpPr>
          <p:nvPr/>
        </p:nvCxnSpPr>
        <p:spPr>
          <a:xfrm>
            <a:off x="10015979" y="2659640"/>
            <a:ext cx="0" cy="942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490FEE7-980A-4528-AA6B-D5A2C725ACC4}"/>
              </a:ext>
            </a:extLst>
          </p:cNvPr>
          <p:cNvCxnSpPr>
            <a:stCxn id="52" idx="6"/>
          </p:cNvCxnSpPr>
          <p:nvPr/>
        </p:nvCxnSpPr>
        <p:spPr>
          <a:xfrm flipH="1">
            <a:off x="10015978" y="3130980"/>
            <a:ext cx="518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2E1304D-A061-4B7A-A920-2C279E243AC2}"/>
              </a:ext>
            </a:extLst>
          </p:cNvPr>
          <p:cNvSpPr/>
          <p:nvPr/>
        </p:nvSpPr>
        <p:spPr>
          <a:xfrm>
            <a:off x="9494359" y="2627267"/>
            <a:ext cx="566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A14CD5F-8375-4E66-87EC-E5A41F63ED87}"/>
              </a:ext>
            </a:extLst>
          </p:cNvPr>
          <p:cNvCxnSpPr>
            <a:stCxn id="44" idx="6"/>
            <a:endCxn id="59" idx="1"/>
          </p:cNvCxnSpPr>
          <p:nvPr/>
        </p:nvCxnSpPr>
        <p:spPr>
          <a:xfrm>
            <a:off x="7956224" y="634079"/>
            <a:ext cx="1538135" cy="24548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AC3D6E9-F9F3-46E7-94D2-344B77C7D2E7}"/>
              </a:ext>
            </a:extLst>
          </p:cNvPr>
          <p:cNvCxnSpPr>
            <a:stCxn id="8" idx="6"/>
          </p:cNvCxnSpPr>
          <p:nvPr/>
        </p:nvCxnSpPr>
        <p:spPr>
          <a:xfrm flipV="1">
            <a:off x="3366941" y="3233394"/>
            <a:ext cx="6003302" cy="1425018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F628FC4-7076-47F7-B0F6-15E97673CE7D}"/>
              </a:ext>
            </a:extLst>
          </p:cNvPr>
          <p:cNvSpPr/>
          <p:nvPr/>
        </p:nvSpPr>
        <p:spPr>
          <a:xfrm>
            <a:off x="1891847" y="2360755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BF3E49-3C35-4B79-8FC4-E0F757C4A562}"/>
              </a:ext>
            </a:extLst>
          </p:cNvPr>
          <p:cNvSpPr/>
          <p:nvPr/>
        </p:nvSpPr>
        <p:spPr>
          <a:xfrm>
            <a:off x="3982072" y="102686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F238FA2-FF52-4956-B615-3B1612CC975A}"/>
              </a:ext>
            </a:extLst>
          </p:cNvPr>
          <p:cNvSpPr/>
          <p:nvPr/>
        </p:nvSpPr>
        <p:spPr>
          <a:xfrm>
            <a:off x="3911582" y="2333796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90E02A9-7B6E-4853-9801-A994EE6ACF94}"/>
              </a:ext>
            </a:extLst>
          </p:cNvPr>
          <p:cNvSpPr/>
          <p:nvPr/>
        </p:nvSpPr>
        <p:spPr>
          <a:xfrm>
            <a:off x="6075320" y="403246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0F3D13A-37BD-48D5-B484-80FC28DC00F2}"/>
              </a:ext>
            </a:extLst>
          </p:cNvPr>
          <p:cNvSpPr/>
          <p:nvPr/>
        </p:nvSpPr>
        <p:spPr>
          <a:xfrm>
            <a:off x="1810976" y="3667150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BF282F2-524D-4CE6-AF98-C2C90026B0B9}"/>
              </a:ext>
            </a:extLst>
          </p:cNvPr>
          <p:cNvSpPr/>
          <p:nvPr/>
        </p:nvSpPr>
        <p:spPr>
          <a:xfrm>
            <a:off x="6963203" y="2868480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18F66C3-7082-42C6-9F36-01717AF39C4A}"/>
              </a:ext>
            </a:extLst>
          </p:cNvPr>
          <p:cNvSpPr/>
          <p:nvPr/>
        </p:nvSpPr>
        <p:spPr>
          <a:xfrm>
            <a:off x="8370707" y="134499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7FFDE61-2151-4BF7-9931-3642096040A4}"/>
              </a:ext>
            </a:extLst>
          </p:cNvPr>
          <p:cNvSpPr/>
          <p:nvPr/>
        </p:nvSpPr>
        <p:spPr>
          <a:xfrm>
            <a:off x="1341519" y="3319764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7E0B517-DF2A-4FCE-B5B8-A788D25A4E9E}"/>
              </a:ext>
            </a:extLst>
          </p:cNvPr>
          <p:cNvSpPr/>
          <p:nvPr/>
        </p:nvSpPr>
        <p:spPr>
          <a:xfrm>
            <a:off x="2963106" y="1885609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6610193-86E7-4829-A583-BF51702874F2}"/>
              </a:ext>
            </a:extLst>
          </p:cNvPr>
          <p:cNvSpPr/>
          <p:nvPr/>
        </p:nvSpPr>
        <p:spPr>
          <a:xfrm>
            <a:off x="2822816" y="4570368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00F9EC-6B75-46A7-962E-90CDF62552B1}"/>
              </a:ext>
            </a:extLst>
          </p:cNvPr>
          <p:cNvSpPr/>
          <p:nvPr/>
        </p:nvSpPr>
        <p:spPr>
          <a:xfrm>
            <a:off x="5197798" y="3044910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4.6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AD41DA6-588E-4BB1-8671-1C36182B4B66}"/>
              </a:ext>
            </a:extLst>
          </p:cNvPr>
          <p:cNvSpPr/>
          <p:nvPr/>
        </p:nvSpPr>
        <p:spPr>
          <a:xfrm>
            <a:off x="5181233" y="574376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7.5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D2DB652-B621-43AB-B570-5FC685EB3BD1}"/>
              </a:ext>
            </a:extLst>
          </p:cNvPr>
          <p:cNvSpPr/>
          <p:nvPr/>
        </p:nvSpPr>
        <p:spPr>
          <a:xfrm>
            <a:off x="7389247" y="640612"/>
            <a:ext cx="52290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12.6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67A189B-E912-49B1-BE31-0AB7F106FECC}"/>
              </a:ext>
            </a:extLst>
          </p:cNvPr>
          <p:cNvSpPr/>
          <p:nvPr/>
        </p:nvSpPr>
        <p:spPr>
          <a:xfrm>
            <a:off x="9968875" y="3118950"/>
            <a:ext cx="52290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15.6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F2323EF-E46E-40DD-9EEC-13B46F703007}"/>
              </a:ext>
            </a:extLst>
          </p:cNvPr>
          <p:cNvSpPr/>
          <p:nvPr/>
        </p:nvSpPr>
        <p:spPr>
          <a:xfrm>
            <a:off x="9968875" y="2760731"/>
            <a:ext cx="52290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15.6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38B32E1-1BE3-45AB-9BE8-DCBB8BE469BA}"/>
              </a:ext>
            </a:extLst>
          </p:cNvPr>
          <p:cNvSpPr/>
          <p:nvPr/>
        </p:nvSpPr>
        <p:spPr>
          <a:xfrm>
            <a:off x="7379076" y="289006"/>
            <a:ext cx="52290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12.6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B75FBBB-70E3-4800-8F07-78F99506FA80}"/>
              </a:ext>
            </a:extLst>
          </p:cNvPr>
          <p:cNvSpPr/>
          <p:nvPr/>
        </p:nvSpPr>
        <p:spPr>
          <a:xfrm>
            <a:off x="5208441" y="217255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7.5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F783C60-6B2C-4D21-9D47-2FFE2C2B7FE2}"/>
              </a:ext>
            </a:extLst>
          </p:cNvPr>
          <p:cNvSpPr/>
          <p:nvPr/>
        </p:nvSpPr>
        <p:spPr>
          <a:xfrm>
            <a:off x="2954221" y="1497414"/>
            <a:ext cx="591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813D21D-27F5-4CEC-B407-4DC94F12FF34}"/>
              </a:ext>
            </a:extLst>
          </p:cNvPr>
          <p:cNvSpPr/>
          <p:nvPr/>
        </p:nvSpPr>
        <p:spPr>
          <a:xfrm>
            <a:off x="5215697" y="2781155"/>
            <a:ext cx="52290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13.6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E2346DC-DBFA-4561-A69C-14A0B0EB8E90}"/>
              </a:ext>
            </a:extLst>
          </p:cNvPr>
          <p:cNvSpPr/>
          <p:nvPr/>
        </p:nvSpPr>
        <p:spPr>
          <a:xfrm>
            <a:off x="2791477" y="4306613"/>
            <a:ext cx="52290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15.6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C5EA1B8-904F-469E-B942-D0123A21D2BC}"/>
              </a:ext>
            </a:extLst>
          </p:cNvPr>
          <p:cNvSpPr/>
          <p:nvPr/>
        </p:nvSpPr>
        <p:spPr>
          <a:xfrm>
            <a:off x="1368694" y="290395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7B14BA5-A43D-4C6B-AAF0-B970E96A5027}"/>
              </a:ext>
            </a:extLst>
          </p:cNvPr>
          <p:cNvSpPr/>
          <p:nvPr/>
        </p:nvSpPr>
        <p:spPr>
          <a:xfrm>
            <a:off x="564145" y="2437450"/>
            <a:ext cx="13802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1AB57F3-9394-4AF8-90AA-3A7F8FC7C7A4}"/>
              </a:ext>
            </a:extLst>
          </p:cNvPr>
          <p:cNvSpPr/>
          <p:nvPr/>
        </p:nvSpPr>
        <p:spPr>
          <a:xfrm>
            <a:off x="2383810" y="968656"/>
            <a:ext cx="13802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049207B-B5B1-4974-B618-68CAB067507B}"/>
              </a:ext>
            </a:extLst>
          </p:cNvPr>
          <p:cNvSpPr/>
          <p:nvPr/>
        </p:nvSpPr>
        <p:spPr>
          <a:xfrm>
            <a:off x="4507672" y="1080940"/>
            <a:ext cx="13802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ED2157-EA07-4ABB-AAAC-A9D387BB4B9A}"/>
              </a:ext>
            </a:extLst>
          </p:cNvPr>
          <p:cNvSpPr/>
          <p:nvPr/>
        </p:nvSpPr>
        <p:spPr>
          <a:xfrm>
            <a:off x="6740289" y="1063070"/>
            <a:ext cx="13802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C7E4AC6-4D44-49E1-B8AA-C6F80A896406}"/>
              </a:ext>
            </a:extLst>
          </p:cNvPr>
          <p:cNvSpPr/>
          <p:nvPr/>
        </p:nvSpPr>
        <p:spPr>
          <a:xfrm>
            <a:off x="9228894" y="2212364"/>
            <a:ext cx="13802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2E18401-606F-497E-86DD-6D12B22A2E87}"/>
              </a:ext>
            </a:extLst>
          </p:cNvPr>
          <p:cNvSpPr/>
          <p:nvPr/>
        </p:nvSpPr>
        <p:spPr>
          <a:xfrm>
            <a:off x="4674125" y="2184000"/>
            <a:ext cx="13802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9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448F863-F988-42B6-AE97-8AB0CCF22F22}"/>
              </a:ext>
            </a:extLst>
          </p:cNvPr>
          <p:cNvSpPr/>
          <p:nvPr/>
        </p:nvSpPr>
        <p:spPr>
          <a:xfrm>
            <a:off x="1898499" y="5073976"/>
            <a:ext cx="178741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12.5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6759CB3-FC05-4145-8592-9FA19793DCDB}"/>
              </a:ext>
            </a:extLst>
          </p:cNvPr>
          <p:cNvSpPr/>
          <p:nvPr/>
        </p:nvSpPr>
        <p:spPr>
          <a:xfrm>
            <a:off x="6375023" y="3949542"/>
            <a:ext cx="42602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= 1 – 2 – 3 – 5 – 7 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8FE5B48-D5EB-4091-9C96-46646EC1A4E0}"/>
              </a:ext>
            </a:extLst>
          </p:cNvPr>
          <p:cNvSpPr/>
          <p:nvPr/>
        </p:nvSpPr>
        <p:spPr>
          <a:xfrm>
            <a:off x="6375023" y="4392228"/>
            <a:ext cx="581697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Variance = 0.02 + 0.10 + 0.68  0.10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0.9        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9522FFF-2F04-4EF9-BA83-9504051897AA}"/>
              </a:ext>
            </a:extLst>
          </p:cNvPr>
          <p:cNvSpPr/>
          <p:nvPr/>
        </p:nvSpPr>
        <p:spPr>
          <a:xfrm>
            <a:off x="6348210" y="5242814"/>
            <a:ext cx="453803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Duration = 2.5 + 5 + 5.1 + 3</a:t>
            </a:r>
          </a:p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= 15.6 </a:t>
            </a:r>
          </a:p>
        </p:txBody>
      </p:sp>
    </p:spTree>
    <p:extLst>
      <p:ext uri="{BB962C8B-B14F-4D97-AF65-F5344CB8AC3E}">
        <p14:creationId xmlns:p14="http://schemas.microsoft.com/office/powerpoint/2010/main" val="1037067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5F67F-AF72-4BDB-B9C9-636D2C93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3923" y="6506904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01551-A3BA-4A20-9701-1A5AFE65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36</a:t>
            </a:fld>
            <a:endParaRPr lang="LID4096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403E0CA-F3C4-4C1C-9899-424DDF6C0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553635"/>
              </p:ext>
            </p:extLst>
          </p:nvPr>
        </p:nvGraphicFramePr>
        <p:xfrm>
          <a:off x="39847" y="2356544"/>
          <a:ext cx="7096244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3899408898"/>
                    </a:ext>
                  </a:extLst>
                </a:gridCol>
                <a:gridCol w="2349311">
                  <a:extLst>
                    <a:ext uri="{9D8B030D-6E8A-4147-A177-3AD203B41FA5}">
                      <a16:colId xmlns:a16="http://schemas.microsoft.com/office/drawing/2014/main" val="2328993114"/>
                    </a:ext>
                  </a:extLst>
                </a:gridCol>
                <a:gridCol w="2639676">
                  <a:extLst>
                    <a:ext uri="{9D8B030D-6E8A-4147-A177-3AD203B41FA5}">
                      <a16:colId xmlns:a16="http://schemas.microsoft.com/office/drawing/2014/main" val="8090554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45922604"/>
                    </a:ext>
                  </a:extLst>
                </a:gridCol>
                <a:gridCol w="1451728">
                  <a:extLst>
                    <a:ext uri="{9D8B030D-6E8A-4147-A177-3AD203B41FA5}">
                      <a16:colId xmlns:a16="http://schemas.microsoft.com/office/drawing/2014/main" val="3813577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DEPENDANCE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22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Root cause analysis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 – 2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665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Patch development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Root cause analysis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 – 3 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8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Pact testing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Patch development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 – 5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3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Schedule Maintenance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Pact testing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 – 4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46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Deploy patch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Pact testing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64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Validate remediation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Deploy patch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 – 6 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237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Update documentation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Validate remediation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 – 7 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2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Notify stakeholders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Update documentation, Deploy patch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 – 8 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– 8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623086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42CBA1D3-3E5A-40C2-8AAB-46E41AB414AE}"/>
              </a:ext>
            </a:extLst>
          </p:cNvPr>
          <p:cNvSpPr/>
          <p:nvPr/>
        </p:nvSpPr>
        <p:spPr>
          <a:xfrm>
            <a:off x="1461154" y="970961"/>
            <a:ext cx="546755" cy="5373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C061CE-EF60-4065-8D4E-86393B6D15CB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1734532" y="970961"/>
            <a:ext cx="0" cy="53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A0E7AB-91A2-46D3-BF6A-C044E351DB16}"/>
              </a:ext>
            </a:extLst>
          </p:cNvPr>
          <p:cNvCxnSpPr>
            <a:stCxn id="7" idx="6"/>
          </p:cNvCxnSpPr>
          <p:nvPr/>
        </p:nvCxnSpPr>
        <p:spPr>
          <a:xfrm flipH="1">
            <a:off x="1734532" y="1239625"/>
            <a:ext cx="273377" cy="14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E47509D-BDE3-4634-B75C-50320D468207}"/>
              </a:ext>
            </a:extLst>
          </p:cNvPr>
          <p:cNvSpPr/>
          <p:nvPr/>
        </p:nvSpPr>
        <p:spPr>
          <a:xfrm>
            <a:off x="1391875" y="961377"/>
            <a:ext cx="4106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5C6F91-3E7F-4A8D-957F-10D2994058AD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007909" y="1239625"/>
            <a:ext cx="753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FCB3ECF-A857-4051-83FF-EBD90DA5A5FD}"/>
              </a:ext>
            </a:extLst>
          </p:cNvPr>
          <p:cNvSpPr/>
          <p:nvPr/>
        </p:nvSpPr>
        <p:spPr>
          <a:xfrm>
            <a:off x="2790754" y="954390"/>
            <a:ext cx="546755" cy="5373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8B6FE5-1C59-44E6-BE22-D72657CA7CEB}"/>
              </a:ext>
            </a:extLst>
          </p:cNvPr>
          <p:cNvCxnSpPr>
            <a:stCxn id="15" idx="0"/>
            <a:endCxn id="15" idx="4"/>
          </p:cNvCxnSpPr>
          <p:nvPr/>
        </p:nvCxnSpPr>
        <p:spPr>
          <a:xfrm>
            <a:off x="3064132" y="954390"/>
            <a:ext cx="0" cy="53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E2A12A-E18D-4CE9-A65F-E993484684AE}"/>
              </a:ext>
            </a:extLst>
          </p:cNvPr>
          <p:cNvCxnSpPr>
            <a:stCxn id="15" idx="6"/>
          </p:cNvCxnSpPr>
          <p:nvPr/>
        </p:nvCxnSpPr>
        <p:spPr>
          <a:xfrm flipH="1">
            <a:off x="3064131" y="1223054"/>
            <a:ext cx="273378" cy="70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10208B0-B594-4C55-979D-2001168CBDA0}"/>
              </a:ext>
            </a:extLst>
          </p:cNvPr>
          <p:cNvSpPr/>
          <p:nvPr/>
        </p:nvSpPr>
        <p:spPr>
          <a:xfrm>
            <a:off x="2761505" y="920923"/>
            <a:ext cx="4106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4610F38-692C-42E2-B6C8-F45166655EE3}"/>
              </a:ext>
            </a:extLst>
          </p:cNvPr>
          <p:cNvSpPr/>
          <p:nvPr/>
        </p:nvSpPr>
        <p:spPr>
          <a:xfrm>
            <a:off x="4131135" y="961064"/>
            <a:ext cx="546755" cy="5373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B4D4F1-60E4-4E44-A786-91F36300D1DB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4404513" y="961064"/>
            <a:ext cx="0" cy="53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C1F9AB4-BB6C-4BA3-85FB-3591E55178CF}"/>
              </a:ext>
            </a:extLst>
          </p:cNvPr>
          <p:cNvCxnSpPr>
            <a:cxnSpLocks/>
            <a:stCxn id="21" idx="6"/>
          </p:cNvCxnSpPr>
          <p:nvPr/>
        </p:nvCxnSpPr>
        <p:spPr>
          <a:xfrm flipH="1">
            <a:off x="4404512" y="1229728"/>
            <a:ext cx="273378" cy="14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9D40AB-8273-4518-A3DD-2FC394F575F0}"/>
              </a:ext>
            </a:extLst>
          </p:cNvPr>
          <p:cNvCxnSpPr>
            <a:cxnSpLocks/>
            <a:stCxn id="15" idx="6"/>
            <a:endCxn id="21" idx="2"/>
          </p:cNvCxnSpPr>
          <p:nvPr/>
        </p:nvCxnSpPr>
        <p:spPr>
          <a:xfrm>
            <a:off x="3337509" y="1223054"/>
            <a:ext cx="793626" cy="6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EE7E1D7-3F3D-42E0-BA76-270E2E695DA5}"/>
              </a:ext>
            </a:extLst>
          </p:cNvPr>
          <p:cNvSpPr/>
          <p:nvPr/>
        </p:nvSpPr>
        <p:spPr>
          <a:xfrm>
            <a:off x="4110121" y="920923"/>
            <a:ext cx="4106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98C1385-6CB3-4F7B-BE09-AEEEC8A91118}"/>
              </a:ext>
            </a:extLst>
          </p:cNvPr>
          <p:cNvSpPr/>
          <p:nvPr/>
        </p:nvSpPr>
        <p:spPr>
          <a:xfrm>
            <a:off x="5491233" y="332072"/>
            <a:ext cx="546755" cy="5373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5F110B9-ECA5-407A-A1BF-2E4B2F76D4DD}"/>
              </a:ext>
            </a:extLst>
          </p:cNvPr>
          <p:cNvSpPr/>
          <p:nvPr/>
        </p:nvSpPr>
        <p:spPr>
          <a:xfrm>
            <a:off x="5515403" y="1536959"/>
            <a:ext cx="546755" cy="5373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EC5EFF5-7E42-4BA9-B387-FE885106E004}"/>
              </a:ext>
            </a:extLst>
          </p:cNvPr>
          <p:cNvCxnSpPr>
            <a:cxnSpLocks/>
            <a:stCxn id="21" idx="6"/>
            <a:endCxn id="29" idx="2"/>
          </p:cNvCxnSpPr>
          <p:nvPr/>
        </p:nvCxnSpPr>
        <p:spPr>
          <a:xfrm flipV="1">
            <a:off x="4677890" y="600736"/>
            <a:ext cx="813343" cy="628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9B18B73-9785-4C3F-B814-CAA3D7E2CF45}"/>
              </a:ext>
            </a:extLst>
          </p:cNvPr>
          <p:cNvCxnSpPr>
            <a:cxnSpLocks/>
            <a:stCxn id="21" idx="6"/>
            <a:endCxn id="30" idx="2"/>
          </p:cNvCxnSpPr>
          <p:nvPr/>
        </p:nvCxnSpPr>
        <p:spPr>
          <a:xfrm>
            <a:off x="4677890" y="1229728"/>
            <a:ext cx="837513" cy="575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F826DB-4F52-4354-AE69-E78A878D6E2B}"/>
              </a:ext>
            </a:extLst>
          </p:cNvPr>
          <p:cNvCxnSpPr>
            <a:stCxn id="29" idx="0"/>
            <a:endCxn id="29" idx="4"/>
          </p:cNvCxnSpPr>
          <p:nvPr/>
        </p:nvCxnSpPr>
        <p:spPr>
          <a:xfrm>
            <a:off x="5764611" y="332072"/>
            <a:ext cx="0" cy="53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0CCA9D5-6752-483C-8EF8-EFF4BB320321}"/>
              </a:ext>
            </a:extLst>
          </p:cNvPr>
          <p:cNvCxnSpPr>
            <a:cxnSpLocks/>
            <a:stCxn id="30" idx="0"/>
            <a:endCxn id="30" idx="4"/>
          </p:cNvCxnSpPr>
          <p:nvPr/>
        </p:nvCxnSpPr>
        <p:spPr>
          <a:xfrm>
            <a:off x="5788781" y="1536959"/>
            <a:ext cx="0" cy="53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B81414-B3EB-4650-9C1A-06E6987325CD}"/>
              </a:ext>
            </a:extLst>
          </p:cNvPr>
          <p:cNvCxnSpPr>
            <a:stCxn id="29" idx="6"/>
          </p:cNvCxnSpPr>
          <p:nvPr/>
        </p:nvCxnSpPr>
        <p:spPr>
          <a:xfrm flipH="1" flipV="1">
            <a:off x="5764610" y="600735"/>
            <a:ext cx="27337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66CE87F-3EF2-4F5E-9735-FEE7EB78D519}"/>
              </a:ext>
            </a:extLst>
          </p:cNvPr>
          <p:cNvCxnSpPr>
            <a:cxnSpLocks/>
            <a:stCxn id="30" idx="6"/>
          </p:cNvCxnSpPr>
          <p:nvPr/>
        </p:nvCxnSpPr>
        <p:spPr>
          <a:xfrm flipH="1" flipV="1">
            <a:off x="5788780" y="1805622"/>
            <a:ext cx="27337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167C337-3A15-42A3-B022-FC9AF68C769E}"/>
              </a:ext>
            </a:extLst>
          </p:cNvPr>
          <p:cNvSpPr/>
          <p:nvPr/>
        </p:nvSpPr>
        <p:spPr>
          <a:xfrm>
            <a:off x="5422576" y="298219"/>
            <a:ext cx="41069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25B3A5-B129-4321-B38D-AE3825306B33}"/>
              </a:ext>
            </a:extLst>
          </p:cNvPr>
          <p:cNvSpPr/>
          <p:nvPr/>
        </p:nvSpPr>
        <p:spPr>
          <a:xfrm>
            <a:off x="5467137" y="1491717"/>
            <a:ext cx="4106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1C43B01-9EFA-42B9-8A7E-39E54970ACBE}"/>
              </a:ext>
            </a:extLst>
          </p:cNvPr>
          <p:cNvCxnSpPr>
            <a:cxnSpLocks/>
            <a:stCxn id="30" idx="6"/>
            <a:endCxn id="93" idx="1"/>
          </p:cNvCxnSpPr>
          <p:nvPr/>
        </p:nvCxnSpPr>
        <p:spPr>
          <a:xfrm flipV="1">
            <a:off x="6062158" y="463549"/>
            <a:ext cx="4887208" cy="1342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C98FC85D-68F0-417B-96A3-CC8E62ED27EF}"/>
              </a:ext>
            </a:extLst>
          </p:cNvPr>
          <p:cNvSpPr/>
          <p:nvPr/>
        </p:nvSpPr>
        <p:spPr>
          <a:xfrm>
            <a:off x="7688070" y="2087880"/>
            <a:ext cx="546755" cy="5373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B735210-D3BB-4875-9EFB-9BBC346318BC}"/>
              </a:ext>
            </a:extLst>
          </p:cNvPr>
          <p:cNvCxnSpPr>
            <a:stCxn id="50" idx="0"/>
            <a:endCxn id="50" idx="4"/>
          </p:cNvCxnSpPr>
          <p:nvPr/>
        </p:nvCxnSpPr>
        <p:spPr>
          <a:xfrm>
            <a:off x="7961448" y="2087880"/>
            <a:ext cx="0" cy="53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6841EFA-F765-4553-B83A-9ED5A528DF9F}"/>
              </a:ext>
            </a:extLst>
          </p:cNvPr>
          <p:cNvCxnSpPr>
            <a:stCxn id="50" idx="6"/>
          </p:cNvCxnSpPr>
          <p:nvPr/>
        </p:nvCxnSpPr>
        <p:spPr>
          <a:xfrm flipH="1" flipV="1">
            <a:off x="7961447" y="2356543"/>
            <a:ext cx="27337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BACD417F-241A-4DC1-8D5A-F18C60A21C67}"/>
              </a:ext>
            </a:extLst>
          </p:cNvPr>
          <p:cNvSpPr/>
          <p:nvPr/>
        </p:nvSpPr>
        <p:spPr>
          <a:xfrm>
            <a:off x="7623393" y="2027150"/>
            <a:ext cx="4106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93D8FA5-6510-4D86-8DE3-12BCF7A6BA7B}"/>
              </a:ext>
            </a:extLst>
          </p:cNvPr>
          <p:cNvSpPr/>
          <p:nvPr/>
        </p:nvSpPr>
        <p:spPr>
          <a:xfrm>
            <a:off x="9613720" y="2094501"/>
            <a:ext cx="546755" cy="5373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F8BE0DC-0AA1-4DF1-A403-B0DB8E11D06A}"/>
              </a:ext>
            </a:extLst>
          </p:cNvPr>
          <p:cNvSpPr/>
          <p:nvPr/>
        </p:nvSpPr>
        <p:spPr>
          <a:xfrm>
            <a:off x="10967662" y="240694"/>
            <a:ext cx="546755" cy="5373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1F88EDB-CB34-4498-9E6B-FFC50F74CE71}"/>
              </a:ext>
            </a:extLst>
          </p:cNvPr>
          <p:cNvCxnSpPr>
            <a:cxnSpLocks/>
            <a:stCxn id="82" idx="0"/>
            <a:endCxn id="82" idx="4"/>
          </p:cNvCxnSpPr>
          <p:nvPr/>
        </p:nvCxnSpPr>
        <p:spPr>
          <a:xfrm>
            <a:off x="9887098" y="2094501"/>
            <a:ext cx="0" cy="53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2358FC8-AFD0-46DE-8706-A48997DE136E}"/>
              </a:ext>
            </a:extLst>
          </p:cNvPr>
          <p:cNvCxnSpPr>
            <a:stCxn id="83" idx="0"/>
            <a:endCxn id="83" idx="4"/>
          </p:cNvCxnSpPr>
          <p:nvPr/>
        </p:nvCxnSpPr>
        <p:spPr>
          <a:xfrm>
            <a:off x="11241040" y="240694"/>
            <a:ext cx="0" cy="53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BF0FC2F-7910-4041-B92E-B5E63728DC0A}"/>
              </a:ext>
            </a:extLst>
          </p:cNvPr>
          <p:cNvCxnSpPr>
            <a:cxnSpLocks/>
            <a:stCxn id="82" idx="6"/>
          </p:cNvCxnSpPr>
          <p:nvPr/>
        </p:nvCxnSpPr>
        <p:spPr>
          <a:xfrm flipH="1" flipV="1">
            <a:off x="9887097" y="2363164"/>
            <a:ext cx="27337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5218F14-1FD9-4857-8F13-551A703FC7F9}"/>
              </a:ext>
            </a:extLst>
          </p:cNvPr>
          <p:cNvCxnSpPr>
            <a:cxnSpLocks/>
            <a:stCxn id="83" idx="6"/>
          </p:cNvCxnSpPr>
          <p:nvPr/>
        </p:nvCxnSpPr>
        <p:spPr>
          <a:xfrm flipH="1">
            <a:off x="11281424" y="509358"/>
            <a:ext cx="232993" cy="168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A11E76B0-24A0-480C-B57F-F4F8B5F8F8ED}"/>
              </a:ext>
            </a:extLst>
          </p:cNvPr>
          <p:cNvSpPr/>
          <p:nvPr/>
        </p:nvSpPr>
        <p:spPr>
          <a:xfrm>
            <a:off x="9558233" y="2037961"/>
            <a:ext cx="4106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C861AD3-4521-4DDC-B273-61442E80306C}"/>
              </a:ext>
            </a:extLst>
          </p:cNvPr>
          <p:cNvSpPr/>
          <p:nvPr/>
        </p:nvSpPr>
        <p:spPr>
          <a:xfrm>
            <a:off x="10949366" y="171161"/>
            <a:ext cx="4106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11B9AC4-D469-4C2A-ACA6-517D55362D4C}"/>
              </a:ext>
            </a:extLst>
          </p:cNvPr>
          <p:cNvCxnSpPr>
            <a:cxnSpLocks/>
            <a:stCxn id="50" idx="6"/>
            <a:endCxn id="82" idx="2"/>
          </p:cNvCxnSpPr>
          <p:nvPr/>
        </p:nvCxnSpPr>
        <p:spPr>
          <a:xfrm>
            <a:off x="8234825" y="2356544"/>
            <a:ext cx="1378895" cy="66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EF7F806-F4C3-4757-A2D1-4351355273B7}"/>
              </a:ext>
            </a:extLst>
          </p:cNvPr>
          <p:cNvCxnSpPr>
            <a:cxnSpLocks/>
            <a:stCxn id="30" idx="6"/>
            <a:endCxn id="50" idx="2"/>
          </p:cNvCxnSpPr>
          <p:nvPr/>
        </p:nvCxnSpPr>
        <p:spPr>
          <a:xfrm>
            <a:off x="6062158" y="1805623"/>
            <a:ext cx="1625912" cy="5509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6E5A0FB-8F61-4DF8-AC94-F44838279C78}"/>
              </a:ext>
            </a:extLst>
          </p:cNvPr>
          <p:cNvCxnSpPr>
            <a:cxnSpLocks/>
            <a:stCxn id="29" idx="6"/>
          </p:cNvCxnSpPr>
          <p:nvPr/>
        </p:nvCxnSpPr>
        <p:spPr>
          <a:xfrm flipV="1">
            <a:off x="6037988" y="441416"/>
            <a:ext cx="4762137" cy="159320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B9A16389-0D70-46AF-B6FF-53ECBECA3FA9}"/>
              </a:ext>
            </a:extLst>
          </p:cNvPr>
          <p:cNvCxnSpPr>
            <a:cxnSpLocks/>
            <a:endCxn id="83" idx="2"/>
          </p:cNvCxnSpPr>
          <p:nvPr/>
        </p:nvCxnSpPr>
        <p:spPr>
          <a:xfrm flipV="1">
            <a:off x="9885874" y="509358"/>
            <a:ext cx="1081788" cy="15785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061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234CB3-29F0-4A4C-845E-4ACACD8B9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TEST 2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E9FC4A2-FED0-4B47-B747-3F0B3E522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ANSWERS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53697-3340-4A45-8D3B-BF2F87A2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9CE1F-5996-4C61-BF6F-B33CC035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8936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9DA8-EDAE-4801-8467-EA7D3F90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032B-5628-42B1-AEC2-760BDA378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Question one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 overflow counts for about 23% according to the CVSS of the attack and therefore, requires deep knowledge and understanding in order to easily identify and mitigate it as a vulnerability. This introduces one’s and two’s compliment numbers in binary number system which the computer is believed to be using.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Add the following numbers in two’s compliment using 8 bits. Determine whether an overflow has occurred. Show all your working. [6 Marks]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CE6E6-D9EB-4E63-9A5B-3CB22AF1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5D005-5CD7-44A1-8A54-D3D7879F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3409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80BC-EEE8-4EF3-9523-3799B294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21B1-84CD-42FC-AE8F-C6D81F8E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 dirty="0"/>
              <a:t>-47 and 19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E584F-FFC1-4558-B1D6-832D7209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434A-80B0-4536-9363-3B04364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39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80BAF-A997-4E55-9EDA-E0957AFBAE5B}"/>
              </a:ext>
            </a:extLst>
          </p:cNvPr>
          <p:cNvSpPr/>
          <p:nvPr/>
        </p:nvSpPr>
        <p:spPr>
          <a:xfrm>
            <a:off x="1642922" y="2807080"/>
            <a:ext cx="35894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-47 + 19 or 19 – 47 = -28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F1267-2763-4FD9-A2D3-44FDDA124E12}"/>
              </a:ext>
            </a:extLst>
          </p:cNvPr>
          <p:cNvSpPr/>
          <p:nvPr/>
        </p:nvSpPr>
        <p:spPr>
          <a:xfrm>
            <a:off x="6183461" y="2807079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B3D5C-D73E-4E0A-9D8A-FBB3CC7E7967}"/>
              </a:ext>
            </a:extLst>
          </p:cNvPr>
          <p:cNvSpPr/>
          <p:nvPr/>
        </p:nvSpPr>
        <p:spPr>
          <a:xfrm>
            <a:off x="6458178" y="3129985"/>
            <a:ext cx="336342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0    1 0 0 1 1 = 19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31352-14CE-441D-8AFF-5FA9E2FC680B}"/>
              </a:ext>
            </a:extLst>
          </p:cNvPr>
          <p:cNvSpPr/>
          <p:nvPr/>
        </p:nvSpPr>
        <p:spPr>
          <a:xfrm>
            <a:off x="6514283" y="3558679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0   0  1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1 = 47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09F68-335E-41A7-AACE-D9A41F4B950C}"/>
              </a:ext>
            </a:extLst>
          </p:cNvPr>
          <p:cNvSpPr/>
          <p:nvPr/>
        </p:nvSpPr>
        <p:spPr>
          <a:xfrm>
            <a:off x="6514283" y="3941910"/>
            <a:ext cx="54369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1 0 0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47’s 1’s compliment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C1959B-7929-4365-B688-121405CC8AB8}"/>
              </a:ext>
            </a:extLst>
          </p:cNvPr>
          <p:cNvSpPr/>
          <p:nvPr/>
        </p:nvSpPr>
        <p:spPr>
          <a:xfrm>
            <a:off x="8717809" y="4292170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C148C-61B0-4E22-88DF-10A28C701185}"/>
              </a:ext>
            </a:extLst>
          </p:cNvPr>
          <p:cNvSpPr/>
          <p:nvPr/>
        </p:nvSpPr>
        <p:spPr>
          <a:xfrm>
            <a:off x="6541453" y="4264816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8997D2-0B51-4CDF-A17D-9E88D8B280AD}"/>
              </a:ext>
            </a:extLst>
          </p:cNvPr>
          <p:cNvCxnSpPr>
            <a:cxnSpLocks/>
          </p:cNvCxnSpPr>
          <p:nvPr/>
        </p:nvCxnSpPr>
        <p:spPr>
          <a:xfrm>
            <a:off x="6736378" y="4753835"/>
            <a:ext cx="224256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F41E32F-50B4-4F2D-B5DE-F9FC5F5A3C90}"/>
              </a:ext>
            </a:extLst>
          </p:cNvPr>
          <p:cNvSpPr/>
          <p:nvPr/>
        </p:nvSpPr>
        <p:spPr>
          <a:xfrm>
            <a:off x="6541453" y="4748060"/>
            <a:ext cx="54369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1 0 0 0 1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47’s 2’s compliment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D84D76-DD40-4041-90DF-18451FAABDD1}"/>
              </a:ext>
            </a:extLst>
          </p:cNvPr>
          <p:cNvSpPr/>
          <p:nvPr/>
        </p:nvSpPr>
        <p:spPr>
          <a:xfrm>
            <a:off x="1738186" y="3377314"/>
            <a:ext cx="150874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 + (-47)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8153E-08E6-4B6A-B88B-46569C8939D0}"/>
              </a:ext>
            </a:extLst>
          </p:cNvPr>
          <p:cNvSpPr/>
          <p:nvPr/>
        </p:nvSpPr>
        <p:spPr>
          <a:xfrm>
            <a:off x="1738186" y="3840261"/>
            <a:ext cx="336342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0    1 0 0 1 1 = 19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555AA7-A7F4-479D-A843-01695170DC3D}"/>
              </a:ext>
            </a:extLst>
          </p:cNvPr>
          <p:cNvSpPr/>
          <p:nvPr/>
        </p:nvSpPr>
        <p:spPr>
          <a:xfrm>
            <a:off x="1795299" y="4241315"/>
            <a:ext cx="47189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1 0 0 0 1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47’s 2’s comp.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4A3555-4B66-4A7C-A481-1FFBF2E183C8}"/>
              </a:ext>
            </a:extLst>
          </p:cNvPr>
          <p:cNvSpPr/>
          <p:nvPr/>
        </p:nvSpPr>
        <p:spPr>
          <a:xfrm>
            <a:off x="1447996" y="4245298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75A36-DC3A-41E3-BEE4-56D36E7FE52B}"/>
              </a:ext>
            </a:extLst>
          </p:cNvPr>
          <p:cNvCxnSpPr/>
          <p:nvPr/>
        </p:nvCxnSpPr>
        <p:spPr>
          <a:xfrm flipV="1">
            <a:off x="1555423" y="4726481"/>
            <a:ext cx="2705642" cy="215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0B6F6B1-9E20-4C72-B229-4C540AB8E231}"/>
              </a:ext>
            </a:extLst>
          </p:cNvPr>
          <p:cNvSpPr/>
          <p:nvPr/>
        </p:nvSpPr>
        <p:spPr>
          <a:xfrm>
            <a:off x="1814938" y="4745011"/>
            <a:ext cx="25555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0 0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1892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80BC-EEE8-4EF3-9523-3799B294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21B1-84CD-42FC-AE8F-C6D81F8E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2"/>
            </a:pPr>
            <a:r>
              <a:rPr lang="en-US" dirty="0"/>
              <a:t>98 and 74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E584F-FFC1-4558-B1D6-832D7209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434A-80B0-4536-9363-3B04364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40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80BAF-A997-4E55-9EDA-E0957AFBAE5B}"/>
              </a:ext>
            </a:extLst>
          </p:cNvPr>
          <p:cNvSpPr/>
          <p:nvPr/>
        </p:nvSpPr>
        <p:spPr>
          <a:xfrm>
            <a:off x="1738186" y="2792789"/>
            <a:ext cx="21243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98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74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172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F1267-2763-4FD9-A2D3-44FDDA124E12}"/>
              </a:ext>
            </a:extLst>
          </p:cNvPr>
          <p:cNvSpPr/>
          <p:nvPr/>
        </p:nvSpPr>
        <p:spPr>
          <a:xfrm>
            <a:off x="6183461" y="2807079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B3D5C-D73E-4E0A-9D8A-FBB3CC7E7967}"/>
              </a:ext>
            </a:extLst>
          </p:cNvPr>
          <p:cNvSpPr/>
          <p:nvPr/>
        </p:nvSpPr>
        <p:spPr>
          <a:xfrm>
            <a:off x="6514283" y="3129985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1 0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98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31352-14CE-441D-8AFF-5FA9E2FC680B}"/>
              </a:ext>
            </a:extLst>
          </p:cNvPr>
          <p:cNvSpPr/>
          <p:nvPr/>
        </p:nvSpPr>
        <p:spPr>
          <a:xfrm>
            <a:off x="6514283" y="3558679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1 0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74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C148C-61B0-4E22-88DF-10A28C701185}"/>
              </a:ext>
            </a:extLst>
          </p:cNvPr>
          <p:cNvSpPr/>
          <p:nvPr/>
        </p:nvSpPr>
        <p:spPr>
          <a:xfrm>
            <a:off x="6139550" y="3549170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75A36-DC3A-41E3-BEE4-56D36E7FE52B}"/>
              </a:ext>
            </a:extLst>
          </p:cNvPr>
          <p:cNvCxnSpPr/>
          <p:nvPr/>
        </p:nvCxnSpPr>
        <p:spPr>
          <a:xfrm flipV="1">
            <a:off x="6271900" y="4019063"/>
            <a:ext cx="2705642" cy="215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0B6F6B1-9E20-4C72-B229-4C540AB8E231}"/>
              </a:ext>
            </a:extLst>
          </p:cNvPr>
          <p:cNvSpPr/>
          <p:nvPr/>
        </p:nvSpPr>
        <p:spPr>
          <a:xfrm>
            <a:off x="6599243" y="4033015"/>
            <a:ext cx="33329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0 1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172</a:t>
            </a:r>
          </a:p>
        </p:txBody>
      </p:sp>
    </p:spTree>
    <p:extLst>
      <p:ext uri="{BB962C8B-B14F-4D97-AF65-F5344CB8AC3E}">
        <p14:creationId xmlns:p14="http://schemas.microsoft.com/office/powerpoint/2010/main" val="478602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1FF9-C9F9-48DB-B225-9E9BAF85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DD62-6BC6-4FFB-9A50-6E797A657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2"/>
            </a:pPr>
            <a:r>
              <a:rPr lang="en-US" dirty="0"/>
              <a:t>Add the following numbers in one’s compliment using 8 bits. Determine whether an overflow has occurred. [6 Marks]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25 and -56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DC3D1-11A6-4BA1-A28B-9C35573F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7647A-0EF7-4433-AC55-14F9D905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41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E755A2-5A8F-4A83-8D82-1E258FA8E67F}"/>
              </a:ext>
            </a:extLst>
          </p:cNvPr>
          <p:cNvSpPr/>
          <p:nvPr/>
        </p:nvSpPr>
        <p:spPr>
          <a:xfrm>
            <a:off x="1642910" y="3674508"/>
            <a:ext cx="232627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(-56) = -31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11C8D-9394-4D16-A78C-98A4B817E49A}"/>
              </a:ext>
            </a:extLst>
          </p:cNvPr>
          <p:cNvSpPr/>
          <p:nvPr/>
        </p:nvSpPr>
        <p:spPr>
          <a:xfrm>
            <a:off x="6781554" y="3674507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934A1C-8914-47D8-BCD3-0AADBDE841FE}"/>
              </a:ext>
            </a:extLst>
          </p:cNvPr>
          <p:cNvSpPr/>
          <p:nvPr/>
        </p:nvSpPr>
        <p:spPr>
          <a:xfrm>
            <a:off x="7104531" y="4020344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0    1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342A68-0EB4-492D-83A3-6F82A1828E6A}"/>
              </a:ext>
            </a:extLst>
          </p:cNvPr>
          <p:cNvSpPr/>
          <p:nvPr/>
        </p:nvSpPr>
        <p:spPr>
          <a:xfrm>
            <a:off x="7104531" y="4403575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0 = 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467041-19CD-4038-931F-D56203B6871D}"/>
              </a:ext>
            </a:extLst>
          </p:cNvPr>
          <p:cNvSpPr/>
          <p:nvPr/>
        </p:nvSpPr>
        <p:spPr>
          <a:xfrm>
            <a:off x="7010263" y="4726480"/>
            <a:ext cx="48021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0 0 1 1 1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56’s 1’s comp.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EFFC01-0E4D-458F-B87A-5C531AC5DC90}"/>
              </a:ext>
            </a:extLst>
          </p:cNvPr>
          <p:cNvSpPr/>
          <p:nvPr/>
        </p:nvSpPr>
        <p:spPr>
          <a:xfrm>
            <a:off x="1625656" y="4177208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0    1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AFD52D-50B2-4A32-BAA4-75F01C9CDFE4}"/>
              </a:ext>
            </a:extLst>
          </p:cNvPr>
          <p:cNvSpPr/>
          <p:nvPr/>
        </p:nvSpPr>
        <p:spPr>
          <a:xfrm>
            <a:off x="1295326" y="4574839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7B9A1F-6A31-4E25-98CE-E5DD0BCE77AC}"/>
              </a:ext>
            </a:extLst>
          </p:cNvPr>
          <p:cNvCxnSpPr/>
          <p:nvPr/>
        </p:nvCxnSpPr>
        <p:spPr>
          <a:xfrm>
            <a:off x="1295326" y="5022104"/>
            <a:ext cx="277705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465193F-A280-43D2-9F88-35723D98B2AC}"/>
              </a:ext>
            </a:extLst>
          </p:cNvPr>
          <p:cNvSpPr/>
          <p:nvPr/>
        </p:nvSpPr>
        <p:spPr>
          <a:xfrm>
            <a:off x="1537385" y="4560439"/>
            <a:ext cx="48021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0 0 1 1 1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56’s 1’s comp.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7F85CE-60AA-46E8-9264-7B87A9A3B2B7}"/>
              </a:ext>
            </a:extLst>
          </p:cNvPr>
          <p:cNvSpPr/>
          <p:nvPr/>
        </p:nvSpPr>
        <p:spPr>
          <a:xfrm>
            <a:off x="1583352" y="5050904"/>
            <a:ext cx="33473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1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0 0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-31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43070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80BC-EEE8-4EF3-9523-3799B294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21B1-84CD-42FC-AE8F-C6D81F8E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2"/>
            </a:pPr>
            <a:r>
              <a:rPr lang="en-US" dirty="0"/>
              <a:t>-77 and -77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E584F-FFC1-4558-B1D6-832D7209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434A-80B0-4536-9363-3B04364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42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80BAF-A997-4E55-9EDA-E0957AFBAE5B}"/>
              </a:ext>
            </a:extLst>
          </p:cNvPr>
          <p:cNvSpPr/>
          <p:nvPr/>
        </p:nvSpPr>
        <p:spPr>
          <a:xfrm>
            <a:off x="1662277" y="2767905"/>
            <a:ext cx="259878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77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(-77)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-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154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F1267-2763-4FD9-A2D3-44FDDA124E12}"/>
              </a:ext>
            </a:extLst>
          </p:cNvPr>
          <p:cNvSpPr/>
          <p:nvPr/>
        </p:nvSpPr>
        <p:spPr>
          <a:xfrm>
            <a:off x="6183461" y="2807079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B3D5C-D73E-4E0A-9D8A-FBB3CC7E7967}"/>
              </a:ext>
            </a:extLst>
          </p:cNvPr>
          <p:cNvSpPr/>
          <p:nvPr/>
        </p:nvSpPr>
        <p:spPr>
          <a:xfrm>
            <a:off x="6514283" y="3129985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0   1  0    0 1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77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09F68-335E-41A7-AACE-D9A41F4B950C}"/>
              </a:ext>
            </a:extLst>
          </p:cNvPr>
          <p:cNvSpPr/>
          <p:nvPr/>
        </p:nvSpPr>
        <p:spPr>
          <a:xfrm>
            <a:off x="6514283" y="3538028"/>
            <a:ext cx="54369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0  1    1 0 0 1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77’s 1’s compliment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4A3555-4B66-4A7C-A481-1FFBF2E183C8}"/>
              </a:ext>
            </a:extLst>
          </p:cNvPr>
          <p:cNvSpPr/>
          <p:nvPr/>
        </p:nvSpPr>
        <p:spPr>
          <a:xfrm>
            <a:off x="1417492" y="3708171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75A36-DC3A-41E3-BEE4-56D36E7FE52B}"/>
              </a:ext>
            </a:extLst>
          </p:cNvPr>
          <p:cNvCxnSpPr/>
          <p:nvPr/>
        </p:nvCxnSpPr>
        <p:spPr>
          <a:xfrm flipV="1">
            <a:off x="1430241" y="4159809"/>
            <a:ext cx="2705642" cy="215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699D3-30BD-4566-9130-D58EA4B233D7}"/>
              </a:ext>
            </a:extLst>
          </p:cNvPr>
          <p:cNvSpPr/>
          <p:nvPr/>
        </p:nvSpPr>
        <p:spPr>
          <a:xfrm>
            <a:off x="1662277" y="3292849"/>
            <a:ext cx="48021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0  1    1 0 0 1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77’s 1’s comp.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38877B-EDB8-430C-948C-C5649FF6DFB8}"/>
              </a:ext>
            </a:extLst>
          </p:cNvPr>
          <p:cNvSpPr/>
          <p:nvPr/>
        </p:nvSpPr>
        <p:spPr>
          <a:xfrm>
            <a:off x="1662277" y="3709695"/>
            <a:ext cx="48021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0  1    1 0 0 1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77’s 1’s comp.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EAC4EF-4FA8-4D18-A782-06C583F059F4}"/>
              </a:ext>
            </a:extLst>
          </p:cNvPr>
          <p:cNvSpPr/>
          <p:nvPr/>
        </p:nvSpPr>
        <p:spPr>
          <a:xfrm>
            <a:off x="1245622" y="4226589"/>
            <a:ext cx="307488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(1) 0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 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B8EDA8-F930-42EF-BD03-C9C8A9B6D6E4}"/>
              </a:ext>
            </a:extLst>
          </p:cNvPr>
          <p:cNvCxnSpPr/>
          <p:nvPr/>
        </p:nvCxnSpPr>
        <p:spPr>
          <a:xfrm>
            <a:off x="1564849" y="4688254"/>
            <a:ext cx="0" cy="411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557CF57-F399-459E-A0CF-FCEDE3CA797D}"/>
              </a:ext>
            </a:extLst>
          </p:cNvPr>
          <p:cNvSpPr/>
          <p:nvPr/>
        </p:nvSpPr>
        <p:spPr>
          <a:xfrm>
            <a:off x="1564849" y="5272439"/>
            <a:ext cx="34086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overflow as occurred </a:t>
            </a:r>
            <a:endParaRPr lang="en-US" sz="24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21182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0EB5-0374-4C31-8C79-E04D3C20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58B8-49BB-4043-A60A-13D360C4B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3"/>
            </a:pPr>
            <a:r>
              <a:rPr lang="en-US" dirty="0"/>
              <a:t>Subtract the following numbers in one’s compliment using 8 bits. Determine whether an overflow has occurred.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66 – (-78)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C0745-E614-441C-8F00-2DEBE35D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5217" y="635657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ED227-0A4B-4E5C-8E15-72EB72B2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43</a:t>
            </a:fld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35153-6516-4D24-860D-CFEFCEEE597E}"/>
              </a:ext>
            </a:extLst>
          </p:cNvPr>
          <p:cNvSpPr/>
          <p:nvPr/>
        </p:nvSpPr>
        <p:spPr>
          <a:xfrm>
            <a:off x="6494546" y="3429000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071B25-7EE1-4862-818F-D3ABFA791C1F}"/>
              </a:ext>
            </a:extLst>
          </p:cNvPr>
          <p:cNvSpPr/>
          <p:nvPr/>
        </p:nvSpPr>
        <p:spPr>
          <a:xfrm>
            <a:off x="6815941" y="3789511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0   1  0    0 0 0 1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66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31F236-84F1-411B-811C-02FD744258FB}"/>
              </a:ext>
            </a:extLst>
          </p:cNvPr>
          <p:cNvSpPr/>
          <p:nvPr/>
        </p:nvSpPr>
        <p:spPr>
          <a:xfrm>
            <a:off x="6815940" y="4199012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0   1  0    0 1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78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8078D-F60F-4D6E-A753-95A263D97708}"/>
              </a:ext>
            </a:extLst>
          </p:cNvPr>
          <p:cNvSpPr/>
          <p:nvPr/>
        </p:nvSpPr>
        <p:spPr>
          <a:xfrm>
            <a:off x="6801520" y="4521917"/>
            <a:ext cx="54369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0  1    1 0 0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78’s 1’s compliment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62D3ED-15DB-46E8-9C34-76CD404DFD09}"/>
              </a:ext>
            </a:extLst>
          </p:cNvPr>
          <p:cNvSpPr/>
          <p:nvPr/>
        </p:nvSpPr>
        <p:spPr>
          <a:xfrm>
            <a:off x="1644446" y="3789511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0   1  0    0 0 0 1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66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ECF569-81BF-42E2-AB42-63C1FAF533E3}"/>
              </a:ext>
            </a:extLst>
          </p:cNvPr>
          <p:cNvSpPr/>
          <p:nvPr/>
        </p:nvSpPr>
        <p:spPr>
          <a:xfrm>
            <a:off x="1577603" y="4203096"/>
            <a:ext cx="48021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0  1    1 0 0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78’s 1’s comp.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DA9BC-080D-4000-A22B-127235BF55F0}"/>
              </a:ext>
            </a:extLst>
          </p:cNvPr>
          <p:cNvSpPr/>
          <p:nvPr/>
        </p:nvSpPr>
        <p:spPr>
          <a:xfrm>
            <a:off x="1343325" y="4199011"/>
            <a:ext cx="2808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F370F9-2CA0-4AB6-AB6E-94FE4B2BEC63}"/>
              </a:ext>
            </a:extLst>
          </p:cNvPr>
          <p:cNvCxnSpPr/>
          <p:nvPr/>
        </p:nvCxnSpPr>
        <p:spPr>
          <a:xfrm>
            <a:off x="1385740" y="4752749"/>
            <a:ext cx="269606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29C24-64BE-4A36-B2FA-44E39096DD30}"/>
              </a:ext>
            </a:extLst>
          </p:cNvPr>
          <p:cNvSpPr/>
          <p:nvPr/>
        </p:nvSpPr>
        <p:spPr>
          <a:xfrm>
            <a:off x="1165217" y="4810310"/>
            <a:ext cx="30748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1 0 0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3D4451-D085-4B2C-BACE-E0225CDC0D95}"/>
              </a:ext>
            </a:extLst>
          </p:cNvPr>
          <p:cNvCxnSpPr/>
          <p:nvPr/>
        </p:nvCxnSpPr>
        <p:spPr>
          <a:xfrm flipV="1">
            <a:off x="3695307" y="3922142"/>
            <a:ext cx="249793" cy="192966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3719D9-FA2F-49C2-A1AB-38DEE576958F}"/>
              </a:ext>
            </a:extLst>
          </p:cNvPr>
          <p:cNvCxnSpPr/>
          <p:nvPr/>
        </p:nvCxnSpPr>
        <p:spPr>
          <a:xfrm flipV="1">
            <a:off x="2158738" y="3966136"/>
            <a:ext cx="226243" cy="9820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C2A3AA0-DC57-4D9F-94CF-4B82B97A82F2}"/>
              </a:ext>
            </a:extLst>
          </p:cNvPr>
          <p:cNvSpPr/>
          <p:nvPr/>
        </p:nvSpPr>
        <p:spPr>
          <a:xfrm>
            <a:off x="3839056" y="3529899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DC41F0-E9CD-45DD-BC17-32E2F393B1A5}"/>
              </a:ext>
            </a:extLst>
          </p:cNvPr>
          <p:cNvSpPr/>
          <p:nvPr/>
        </p:nvSpPr>
        <p:spPr>
          <a:xfrm>
            <a:off x="3580129" y="3528516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3BA1D9-C7AC-4143-B918-60A6BD5B2F1A}"/>
              </a:ext>
            </a:extLst>
          </p:cNvPr>
          <p:cNvSpPr/>
          <p:nvPr/>
        </p:nvSpPr>
        <p:spPr>
          <a:xfrm>
            <a:off x="2060021" y="3538707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DC18C3-6962-4724-A603-AEC378EE1564}"/>
              </a:ext>
            </a:extLst>
          </p:cNvPr>
          <p:cNvSpPr/>
          <p:nvPr/>
        </p:nvSpPr>
        <p:spPr>
          <a:xfrm>
            <a:off x="2389082" y="3531512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792B984-012B-4A5E-882A-83725F38A1CC}"/>
              </a:ext>
            </a:extLst>
          </p:cNvPr>
          <p:cNvCxnSpPr>
            <a:endCxn id="24" idx="3"/>
          </p:cNvCxnSpPr>
          <p:nvPr/>
        </p:nvCxnSpPr>
        <p:spPr>
          <a:xfrm flipV="1">
            <a:off x="2408193" y="3762345"/>
            <a:ext cx="329061" cy="128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0E1C0BD-762C-4022-BF00-A83C72519F30}"/>
              </a:ext>
            </a:extLst>
          </p:cNvPr>
          <p:cNvSpPr/>
          <p:nvPr/>
        </p:nvSpPr>
        <p:spPr>
          <a:xfrm>
            <a:off x="2511311" y="3493410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B1DF6-F699-45D9-8ED9-F661961ADF5B}"/>
              </a:ext>
            </a:extLst>
          </p:cNvPr>
          <p:cNvSpPr/>
          <p:nvPr/>
        </p:nvSpPr>
        <p:spPr>
          <a:xfrm>
            <a:off x="2852432" y="3538707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D0D22A0-AF36-44B1-8AE5-6BA2533E674B}"/>
              </a:ext>
            </a:extLst>
          </p:cNvPr>
          <p:cNvCxnSpPr/>
          <p:nvPr/>
        </p:nvCxnSpPr>
        <p:spPr>
          <a:xfrm>
            <a:off x="1725104" y="5271975"/>
            <a:ext cx="0" cy="411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B590921-C54B-495B-AD9B-A24BCCF04785}"/>
              </a:ext>
            </a:extLst>
          </p:cNvPr>
          <p:cNvSpPr/>
          <p:nvPr/>
        </p:nvSpPr>
        <p:spPr>
          <a:xfrm>
            <a:off x="1565706" y="5763092"/>
            <a:ext cx="34086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overflow as occurred </a:t>
            </a:r>
            <a:endParaRPr lang="en-US" sz="24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75332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80BC-EEE8-4EF3-9523-3799B294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21B1-84CD-42FC-AE8F-C6D81F8E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2"/>
            </a:pPr>
            <a:r>
              <a:rPr lang="en-US" dirty="0"/>
              <a:t>72 - 25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E584F-FFC1-4558-B1D6-832D7209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434A-80B0-4536-9363-3B04364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44</a:t>
            </a:fld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F1267-2763-4FD9-A2D3-44FDDA124E12}"/>
              </a:ext>
            </a:extLst>
          </p:cNvPr>
          <p:cNvSpPr/>
          <p:nvPr/>
        </p:nvSpPr>
        <p:spPr>
          <a:xfrm>
            <a:off x="6194052" y="2391451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B3D5C-D73E-4E0A-9D8A-FBB3CC7E7967}"/>
              </a:ext>
            </a:extLst>
          </p:cNvPr>
          <p:cNvSpPr/>
          <p:nvPr/>
        </p:nvSpPr>
        <p:spPr>
          <a:xfrm>
            <a:off x="6514283" y="3129985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0 0 0 = 72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31352-14CE-441D-8AFF-5FA9E2FC680B}"/>
              </a:ext>
            </a:extLst>
          </p:cNvPr>
          <p:cNvSpPr/>
          <p:nvPr/>
        </p:nvSpPr>
        <p:spPr>
          <a:xfrm>
            <a:off x="6514283" y="3558679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C148C-61B0-4E22-88DF-10A28C701185}"/>
              </a:ext>
            </a:extLst>
          </p:cNvPr>
          <p:cNvSpPr/>
          <p:nvPr/>
        </p:nvSpPr>
        <p:spPr>
          <a:xfrm>
            <a:off x="6194052" y="3549170"/>
            <a:ext cx="2808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75A36-DC3A-41E3-BEE4-56D36E7FE52B}"/>
              </a:ext>
            </a:extLst>
          </p:cNvPr>
          <p:cNvCxnSpPr/>
          <p:nvPr/>
        </p:nvCxnSpPr>
        <p:spPr>
          <a:xfrm flipV="1">
            <a:off x="6271900" y="4019063"/>
            <a:ext cx="2705642" cy="215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0B6F6B1-9E20-4C72-B229-4C540AB8E231}"/>
              </a:ext>
            </a:extLst>
          </p:cNvPr>
          <p:cNvSpPr/>
          <p:nvPr/>
        </p:nvSpPr>
        <p:spPr>
          <a:xfrm>
            <a:off x="6596037" y="4031899"/>
            <a:ext cx="31694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0 1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1 1 </a:t>
            </a:r>
            <a:r>
              <a:rPr lang="en-US" sz="2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47</a:t>
            </a:r>
            <a:endParaRPr lang="en-US" sz="24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DB9E20-3749-4294-BFFD-F5B0CA2B16E9}"/>
              </a:ext>
            </a:extLst>
          </p:cNvPr>
          <p:cNvCxnSpPr/>
          <p:nvPr/>
        </p:nvCxnSpPr>
        <p:spPr>
          <a:xfrm flipV="1">
            <a:off x="8031637" y="3242821"/>
            <a:ext cx="301658" cy="1861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0B916A9-F7F5-4317-8FB0-C73F040896CD}"/>
              </a:ext>
            </a:extLst>
          </p:cNvPr>
          <p:cNvSpPr/>
          <p:nvPr/>
        </p:nvSpPr>
        <p:spPr>
          <a:xfrm>
            <a:off x="7985123" y="2882275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6F541-638D-4B67-91FB-27B00256D2F4}"/>
              </a:ext>
            </a:extLst>
          </p:cNvPr>
          <p:cNvSpPr/>
          <p:nvPr/>
        </p:nvSpPr>
        <p:spPr>
          <a:xfrm>
            <a:off x="8205723" y="2890503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6CF63F-AF07-4C0A-86EA-BFDAC7FC060A}"/>
              </a:ext>
            </a:extLst>
          </p:cNvPr>
          <p:cNvCxnSpPr/>
          <p:nvPr/>
        </p:nvCxnSpPr>
        <p:spPr>
          <a:xfrm flipV="1">
            <a:off x="8265725" y="2965952"/>
            <a:ext cx="265533" cy="2641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85C5AB1-E12D-4BC2-B795-3052FE3FE296}"/>
              </a:ext>
            </a:extLst>
          </p:cNvPr>
          <p:cNvSpPr/>
          <p:nvPr/>
        </p:nvSpPr>
        <p:spPr>
          <a:xfrm>
            <a:off x="8205723" y="2624375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526FB9-D030-40AF-828F-207ABB76EFF8}"/>
              </a:ext>
            </a:extLst>
          </p:cNvPr>
          <p:cNvSpPr/>
          <p:nvPr/>
        </p:nvSpPr>
        <p:spPr>
          <a:xfrm>
            <a:off x="8467061" y="288759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E71D70-8AEF-4906-94A4-35233E23E92A}"/>
              </a:ext>
            </a:extLst>
          </p:cNvPr>
          <p:cNvCxnSpPr/>
          <p:nvPr/>
        </p:nvCxnSpPr>
        <p:spPr>
          <a:xfrm flipV="1">
            <a:off x="8553895" y="2965952"/>
            <a:ext cx="261338" cy="2641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6F90913-5D41-41D2-AA29-C14047CF6AD0}"/>
              </a:ext>
            </a:extLst>
          </p:cNvPr>
          <p:cNvSpPr/>
          <p:nvPr/>
        </p:nvSpPr>
        <p:spPr>
          <a:xfrm>
            <a:off x="8490938" y="2634325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2EA984-D5EB-4567-BA08-F8379157D404}"/>
              </a:ext>
            </a:extLst>
          </p:cNvPr>
          <p:cNvSpPr/>
          <p:nvPr/>
        </p:nvSpPr>
        <p:spPr>
          <a:xfrm>
            <a:off x="8701222" y="2887597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5E01DC-7C71-4C81-BC4F-6D3E1DBAD461}"/>
              </a:ext>
            </a:extLst>
          </p:cNvPr>
          <p:cNvCxnSpPr/>
          <p:nvPr/>
        </p:nvCxnSpPr>
        <p:spPr>
          <a:xfrm flipV="1">
            <a:off x="7013542" y="3280529"/>
            <a:ext cx="245097" cy="13886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BF2CCCF-525A-45ED-AA59-8C104A195FF0}"/>
              </a:ext>
            </a:extLst>
          </p:cNvPr>
          <p:cNvSpPr/>
          <p:nvPr/>
        </p:nvSpPr>
        <p:spPr>
          <a:xfrm>
            <a:off x="6920851" y="2885951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4B2933-A17B-41DC-9816-2C22EEC53767}"/>
              </a:ext>
            </a:extLst>
          </p:cNvPr>
          <p:cNvSpPr/>
          <p:nvPr/>
        </p:nvSpPr>
        <p:spPr>
          <a:xfrm>
            <a:off x="7250452" y="2898622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1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F37BFF6-F64F-455C-B931-A3896FA7E770}"/>
              </a:ext>
            </a:extLst>
          </p:cNvPr>
          <p:cNvCxnSpPr/>
          <p:nvPr/>
        </p:nvCxnSpPr>
        <p:spPr>
          <a:xfrm flipV="1">
            <a:off x="7269023" y="2965952"/>
            <a:ext cx="329601" cy="2641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619F8B1-C6DD-496E-9C77-D4A785566C41}"/>
              </a:ext>
            </a:extLst>
          </p:cNvPr>
          <p:cNvSpPr/>
          <p:nvPr/>
        </p:nvSpPr>
        <p:spPr>
          <a:xfrm>
            <a:off x="7250452" y="2634324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1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9BE7AB-3C3D-4C45-B49F-43C1C13453DA}"/>
              </a:ext>
            </a:extLst>
          </p:cNvPr>
          <p:cNvSpPr/>
          <p:nvPr/>
        </p:nvSpPr>
        <p:spPr>
          <a:xfrm>
            <a:off x="7723712" y="2880696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1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8F5087-9E8C-44DC-95D2-4110DF31942F}"/>
              </a:ext>
            </a:extLst>
          </p:cNvPr>
          <p:cNvCxnSpPr/>
          <p:nvPr/>
        </p:nvCxnSpPr>
        <p:spPr>
          <a:xfrm flipV="1">
            <a:off x="7723712" y="2965952"/>
            <a:ext cx="307925" cy="2641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6D81C97-91CC-4FC7-A18B-7BCA468B65BB}"/>
              </a:ext>
            </a:extLst>
          </p:cNvPr>
          <p:cNvSpPr/>
          <p:nvPr/>
        </p:nvSpPr>
        <p:spPr>
          <a:xfrm>
            <a:off x="7723712" y="2625692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14BE06-7029-4C5E-9D83-F6C545ACCBE6}"/>
              </a:ext>
            </a:extLst>
          </p:cNvPr>
          <p:cNvSpPr/>
          <p:nvPr/>
        </p:nvSpPr>
        <p:spPr>
          <a:xfrm>
            <a:off x="7957974" y="2625164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1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90386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82CC-8073-49E8-865F-7FDA1D03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7435-2B4D-4E1A-AA43-302F4F3B7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4"/>
            </a:pPr>
            <a:r>
              <a:rPr lang="en-US" dirty="0"/>
              <a:t>Subtract the following numbers in two’s compliment using an octet. Determine whether an overflow has occurred. [6 Marks]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70 – 32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30DE3-99D8-4FAA-8AAA-D42FD25F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316" y="6314773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F2431-5342-45D0-BB54-27593A60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314773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45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ADC02-C470-45A5-ADEB-DCC178A8ABF7}"/>
              </a:ext>
            </a:extLst>
          </p:cNvPr>
          <p:cNvSpPr/>
          <p:nvPr/>
        </p:nvSpPr>
        <p:spPr>
          <a:xfrm>
            <a:off x="1651865" y="3759349"/>
            <a:ext cx="222368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(-32)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38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1E3C2-3407-4A35-B409-844C67DC5900}"/>
              </a:ext>
            </a:extLst>
          </p:cNvPr>
          <p:cNvSpPr/>
          <p:nvPr/>
        </p:nvSpPr>
        <p:spPr>
          <a:xfrm>
            <a:off x="6655965" y="3759348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41F0C7-BDBF-4715-A3DC-DD5BAC4CB183}"/>
              </a:ext>
            </a:extLst>
          </p:cNvPr>
          <p:cNvSpPr/>
          <p:nvPr/>
        </p:nvSpPr>
        <p:spPr>
          <a:xfrm>
            <a:off x="7025110" y="4142579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= 7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ABB4C-D2D2-44E5-AB04-6417C16EF491}"/>
              </a:ext>
            </a:extLst>
          </p:cNvPr>
          <p:cNvSpPr/>
          <p:nvPr/>
        </p:nvSpPr>
        <p:spPr>
          <a:xfrm>
            <a:off x="7025109" y="4493032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0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3C6E2-9F37-41F3-9624-BA75DE8E974B}"/>
              </a:ext>
            </a:extLst>
          </p:cNvPr>
          <p:cNvSpPr/>
          <p:nvPr/>
        </p:nvSpPr>
        <p:spPr>
          <a:xfrm>
            <a:off x="6849848" y="4836905"/>
            <a:ext cx="48824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1 1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 1’s comp.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DF409-2311-4726-B16A-B20505588F31}"/>
              </a:ext>
            </a:extLst>
          </p:cNvPr>
          <p:cNvSpPr/>
          <p:nvPr/>
        </p:nvSpPr>
        <p:spPr>
          <a:xfrm>
            <a:off x="9149436" y="5234713"/>
            <a:ext cx="42992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6EB423-DB7E-4673-87C9-33E63D37E8DF}"/>
              </a:ext>
            </a:extLst>
          </p:cNvPr>
          <p:cNvSpPr/>
          <p:nvPr/>
        </p:nvSpPr>
        <p:spPr>
          <a:xfrm>
            <a:off x="7025109" y="5234713"/>
            <a:ext cx="3898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5CB651-2B59-498E-B2BB-B12106DB612A}"/>
              </a:ext>
            </a:extLst>
          </p:cNvPr>
          <p:cNvCxnSpPr/>
          <p:nvPr/>
        </p:nvCxnSpPr>
        <p:spPr>
          <a:xfrm>
            <a:off x="7025109" y="5696378"/>
            <a:ext cx="251337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A769C03-00CE-46A0-B12D-8EC1B4594ABF}"/>
              </a:ext>
            </a:extLst>
          </p:cNvPr>
          <p:cNvSpPr/>
          <p:nvPr/>
        </p:nvSpPr>
        <p:spPr>
          <a:xfrm>
            <a:off x="7025109" y="5712767"/>
            <a:ext cx="47189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1    0 0 0 0 0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32’s 2’s comp.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EB889-91F8-4E6D-B8C9-A2EB261AE595}"/>
              </a:ext>
            </a:extLst>
          </p:cNvPr>
          <p:cNvSpPr/>
          <p:nvPr/>
        </p:nvSpPr>
        <p:spPr>
          <a:xfrm>
            <a:off x="1647820" y="4313610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= 7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8973A1-3055-448D-822E-B998523F8BCC}"/>
              </a:ext>
            </a:extLst>
          </p:cNvPr>
          <p:cNvSpPr/>
          <p:nvPr/>
        </p:nvSpPr>
        <p:spPr>
          <a:xfrm>
            <a:off x="1636138" y="4696841"/>
            <a:ext cx="47189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1    0 0 0 0 0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32’s 2’s comp.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5246A0-F7DA-459B-9721-ACF4523AC500}"/>
              </a:ext>
            </a:extLst>
          </p:cNvPr>
          <p:cNvCxnSpPr>
            <a:endCxn id="17" idx="2"/>
          </p:cNvCxnSpPr>
          <p:nvPr/>
        </p:nvCxnSpPr>
        <p:spPr>
          <a:xfrm>
            <a:off x="1470581" y="5158506"/>
            <a:ext cx="25250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2A00A-945C-4AB5-81F4-67E466C1670A}"/>
              </a:ext>
            </a:extLst>
          </p:cNvPr>
          <p:cNvSpPr/>
          <p:nvPr/>
        </p:nvSpPr>
        <p:spPr>
          <a:xfrm>
            <a:off x="1365265" y="4696841"/>
            <a:ext cx="3898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AE09DD-6947-4692-AADD-6C8923577BB4}"/>
              </a:ext>
            </a:extLst>
          </p:cNvPr>
          <p:cNvSpPr/>
          <p:nvPr/>
        </p:nvSpPr>
        <p:spPr>
          <a:xfrm>
            <a:off x="1230626" y="5215703"/>
            <a:ext cx="368883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(1) 0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38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4E2549-99B7-4AA6-8D2C-E96348474278}"/>
              </a:ext>
            </a:extLst>
          </p:cNvPr>
          <p:cNvCxnSpPr/>
          <p:nvPr/>
        </p:nvCxnSpPr>
        <p:spPr>
          <a:xfrm>
            <a:off x="1545995" y="5712767"/>
            <a:ext cx="0" cy="411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93775-2D1D-47F2-85C8-A47598CF94B6}"/>
              </a:ext>
            </a:extLst>
          </p:cNvPr>
          <p:cNvSpPr/>
          <p:nvPr/>
        </p:nvSpPr>
        <p:spPr>
          <a:xfrm>
            <a:off x="1230626" y="6218233"/>
            <a:ext cx="34086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overflow as occurred </a:t>
            </a:r>
            <a:endParaRPr lang="en-US" sz="24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9574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82CC-8073-49E8-865F-7FDA1D03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7435-2B4D-4E1A-AA43-302F4F3B7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2"/>
            </a:pPr>
            <a:r>
              <a:rPr lang="en-US" dirty="0"/>
              <a:t>99 – (71)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30DE3-99D8-4FAA-8AAA-D42FD25F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6770" y="630128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F2431-5342-45D0-BB54-27593A60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314773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46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ADC02-C470-45A5-ADEB-DCC178A8ABF7}"/>
              </a:ext>
            </a:extLst>
          </p:cNvPr>
          <p:cNvSpPr/>
          <p:nvPr/>
        </p:nvSpPr>
        <p:spPr>
          <a:xfrm>
            <a:off x="1647822" y="2780667"/>
            <a:ext cx="222368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 +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(-71)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1E3C2-3407-4A35-B409-844C67DC5900}"/>
              </a:ext>
            </a:extLst>
          </p:cNvPr>
          <p:cNvSpPr/>
          <p:nvPr/>
        </p:nvSpPr>
        <p:spPr>
          <a:xfrm>
            <a:off x="6655965" y="2965201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41F0C7-BDBF-4715-A3DC-DD5BAC4CB183}"/>
              </a:ext>
            </a:extLst>
          </p:cNvPr>
          <p:cNvSpPr/>
          <p:nvPr/>
        </p:nvSpPr>
        <p:spPr>
          <a:xfrm>
            <a:off x="7025108" y="3312364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0   1  1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ABB4C-D2D2-44E5-AB04-6417C16EF491}"/>
              </a:ext>
            </a:extLst>
          </p:cNvPr>
          <p:cNvSpPr/>
          <p:nvPr/>
        </p:nvSpPr>
        <p:spPr>
          <a:xfrm>
            <a:off x="7025107" y="3693902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71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3C6E2-9F37-41F3-9624-BA75DE8E974B}"/>
              </a:ext>
            </a:extLst>
          </p:cNvPr>
          <p:cNvSpPr/>
          <p:nvPr/>
        </p:nvSpPr>
        <p:spPr>
          <a:xfrm>
            <a:off x="6861605" y="4130180"/>
            <a:ext cx="48824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0  1    1 1 0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71’s 1’s comp.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DF409-2311-4726-B16A-B20505588F31}"/>
              </a:ext>
            </a:extLst>
          </p:cNvPr>
          <p:cNvSpPr/>
          <p:nvPr/>
        </p:nvSpPr>
        <p:spPr>
          <a:xfrm>
            <a:off x="9169638" y="4547788"/>
            <a:ext cx="42992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6EB423-DB7E-4673-87C9-33E63D37E8DF}"/>
              </a:ext>
            </a:extLst>
          </p:cNvPr>
          <p:cNvSpPr/>
          <p:nvPr/>
        </p:nvSpPr>
        <p:spPr>
          <a:xfrm>
            <a:off x="7032564" y="4526418"/>
            <a:ext cx="3898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5CB651-2B59-498E-B2BB-B12106DB612A}"/>
              </a:ext>
            </a:extLst>
          </p:cNvPr>
          <p:cNvCxnSpPr/>
          <p:nvPr/>
        </p:nvCxnSpPr>
        <p:spPr>
          <a:xfrm>
            <a:off x="7025109" y="5092025"/>
            <a:ext cx="251337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A769C03-00CE-46A0-B12D-8EC1B4594ABF}"/>
              </a:ext>
            </a:extLst>
          </p:cNvPr>
          <p:cNvSpPr/>
          <p:nvPr/>
        </p:nvSpPr>
        <p:spPr>
          <a:xfrm>
            <a:off x="7032564" y="5127535"/>
            <a:ext cx="47189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1 0 0 1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 2’s comp.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EB889-91F8-4E6D-B8C9-A2EB261AE595}"/>
              </a:ext>
            </a:extLst>
          </p:cNvPr>
          <p:cNvSpPr/>
          <p:nvPr/>
        </p:nvSpPr>
        <p:spPr>
          <a:xfrm>
            <a:off x="1647822" y="3320764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0   1  1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8973A1-3055-448D-822E-B998523F8BCC}"/>
              </a:ext>
            </a:extLst>
          </p:cNvPr>
          <p:cNvSpPr/>
          <p:nvPr/>
        </p:nvSpPr>
        <p:spPr>
          <a:xfrm>
            <a:off x="1656875" y="3742558"/>
            <a:ext cx="47189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1 0 0 1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 2’s comp.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5246A0-F7DA-459B-9721-ACF4523AC500}"/>
              </a:ext>
            </a:extLst>
          </p:cNvPr>
          <p:cNvCxnSpPr>
            <a:endCxn id="17" idx="2"/>
          </p:cNvCxnSpPr>
          <p:nvPr/>
        </p:nvCxnSpPr>
        <p:spPr>
          <a:xfrm>
            <a:off x="1491318" y="4204223"/>
            <a:ext cx="25250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2A00A-945C-4AB5-81F4-67E466C1670A}"/>
              </a:ext>
            </a:extLst>
          </p:cNvPr>
          <p:cNvSpPr/>
          <p:nvPr/>
        </p:nvSpPr>
        <p:spPr>
          <a:xfrm>
            <a:off x="1376770" y="3742558"/>
            <a:ext cx="3898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AE09DD-6947-4692-AADD-6C8923577BB4}"/>
              </a:ext>
            </a:extLst>
          </p:cNvPr>
          <p:cNvSpPr/>
          <p:nvPr/>
        </p:nvSpPr>
        <p:spPr>
          <a:xfrm>
            <a:off x="1230626" y="4218713"/>
            <a:ext cx="368883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(1) 0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0    1 1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2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4E2549-99B7-4AA6-8D2C-E96348474278}"/>
              </a:ext>
            </a:extLst>
          </p:cNvPr>
          <p:cNvCxnSpPr/>
          <p:nvPr/>
        </p:nvCxnSpPr>
        <p:spPr>
          <a:xfrm>
            <a:off x="1491318" y="4680378"/>
            <a:ext cx="0" cy="411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93775-2D1D-47F2-85C8-A47598CF94B6}"/>
              </a:ext>
            </a:extLst>
          </p:cNvPr>
          <p:cNvSpPr/>
          <p:nvPr/>
        </p:nvSpPr>
        <p:spPr>
          <a:xfrm>
            <a:off x="1230626" y="5202888"/>
            <a:ext cx="34086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overflow as occurred </a:t>
            </a:r>
            <a:endParaRPr lang="en-US" sz="24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3274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9B0E-F348-48AE-A212-1EFEFBB0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D2B98-6447-42D0-94E1-2E204A1EA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Question two [25 Marks]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Mitigation and Remediation require planning in advance. PERT can be used to visualize these plans and make it easy for IT and Project Managers to follow through.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Construct a network diagram with the data given below. [5 Marks]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7BFE6-42D1-48DB-AA25-38D6D0C4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9B16E-11C3-4453-80BB-6E4D8CE9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01206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PERT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7411" y="6380915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48</a:t>
            </a:fld>
            <a:endParaRPr lang="LID4096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13984"/>
              </p:ext>
            </p:extLst>
          </p:nvPr>
        </p:nvGraphicFramePr>
        <p:xfrm>
          <a:off x="1484671" y="2888451"/>
          <a:ext cx="395882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418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577069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  <a:gridCol w="1312334">
                  <a:extLst>
                    <a:ext uri="{9D8B030D-6E8A-4147-A177-3AD203B41FA5}">
                      <a16:colId xmlns:a16="http://schemas.microsoft.com/office/drawing/2014/main" val="3177267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 (Days)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25C958DF-E075-4BBC-8CE6-767EC7AEE888}"/>
              </a:ext>
            </a:extLst>
          </p:cNvPr>
          <p:cNvSpPr/>
          <p:nvPr/>
        </p:nvSpPr>
        <p:spPr>
          <a:xfrm>
            <a:off x="7041221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216EB5-C924-45E0-877D-ACBE927B9050}"/>
              </a:ext>
            </a:extLst>
          </p:cNvPr>
          <p:cNvSpPr/>
          <p:nvPr/>
        </p:nvSpPr>
        <p:spPr>
          <a:xfrm>
            <a:off x="8913427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0AFC9E-B799-470B-8073-00E68B5FEB39}"/>
              </a:ext>
            </a:extLst>
          </p:cNvPr>
          <p:cNvSpPr/>
          <p:nvPr/>
        </p:nvSpPr>
        <p:spPr>
          <a:xfrm>
            <a:off x="10824017" y="3051928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908102" y="4204355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9E04B8-C0D5-4F80-88B2-C9CB9DE20040}"/>
              </a:ext>
            </a:extLst>
          </p:cNvPr>
          <p:cNvSpPr/>
          <p:nvPr/>
        </p:nvSpPr>
        <p:spPr>
          <a:xfrm>
            <a:off x="7041221" y="5339024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AD930B-058C-401A-8A1D-E1F6AD286FB1}"/>
              </a:ext>
            </a:extLst>
          </p:cNvPr>
          <p:cNvCxnSpPr>
            <a:stCxn id="12" idx="7"/>
            <a:endCxn id="9" idx="3"/>
          </p:cNvCxnSpPr>
          <p:nvPr/>
        </p:nvCxnSpPr>
        <p:spPr>
          <a:xfrm flipV="1">
            <a:off x="6567897" y="3701129"/>
            <a:ext cx="586527" cy="6136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F4E928-A460-4AAF-85FB-C8BB75F373D6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7814219" y="3434499"/>
            <a:ext cx="1099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6022CE-9295-4D8D-B1F0-7CBBBCFBA4E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9686425" y="3429000"/>
            <a:ext cx="1137592" cy="5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939D23-5DA1-4072-AE84-3C515EE42016}"/>
              </a:ext>
            </a:extLst>
          </p:cNvPr>
          <p:cNvCxnSpPr>
            <a:stCxn id="12" idx="5"/>
            <a:endCxn id="13" idx="1"/>
          </p:cNvCxnSpPr>
          <p:nvPr/>
        </p:nvCxnSpPr>
        <p:spPr>
          <a:xfrm>
            <a:off x="6567897" y="4848057"/>
            <a:ext cx="586527" cy="601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996616-37EF-4A55-90DB-B601303992CA}"/>
              </a:ext>
            </a:extLst>
          </p:cNvPr>
          <p:cNvCxnSpPr>
            <a:stCxn id="13" idx="6"/>
            <a:endCxn id="10" idx="4"/>
          </p:cNvCxnSpPr>
          <p:nvPr/>
        </p:nvCxnSpPr>
        <p:spPr>
          <a:xfrm flipV="1">
            <a:off x="7814219" y="3811571"/>
            <a:ext cx="1485707" cy="1904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DBE123-1D07-4A5C-B445-0FFD9FE29F97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294601" y="4204355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BB6050-1622-4975-B425-6602FF801E57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7427720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69C70C-7548-4736-A92B-4B4C177BFCE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7427720" y="5339024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7B9D03-E3D6-42DF-8E50-998CB0281AD5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11210516" y="3051928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E82565-223D-4E02-9055-94B539711F96}"/>
              </a:ext>
            </a:extLst>
          </p:cNvPr>
          <p:cNvCxnSpPr>
            <a:stCxn id="12" idx="6"/>
          </p:cNvCxnSpPr>
          <p:nvPr/>
        </p:nvCxnSpPr>
        <p:spPr>
          <a:xfrm flipH="1">
            <a:off x="6294601" y="4581427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CF4AA8-3E03-4A7D-AF85-8C15610CAFCF}"/>
              </a:ext>
            </a:extLst>
          </p:cNvPr>
          <p:cNvCxnSpPr>
            <a:stCxn id="9" idx="6"/>
          </p:cNvCxnSpPr>
          <p:nvPr/>
        </p:nvCxnSpPr>
        <p:spPr>
          <a:xfrm flipH="1" flipV="1">
            <a:off x="7427720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A3F6C0-A9CB-4C66-A6E4-5EE4B3A1D0CC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9299926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DC72AC-9153-4323-AF78-B45E0BE19D2C}"/>
              </a:ext>
            </a:extLst>
          </p:cNvPr>
          <p:cNvCxnSpPr>
            <a:stCxn id="13" idx="6"/>
          </p:cNvCxnSpPr>
          <p:nvPr/>
        </p:nvCxnSpPr>
        <p:spPr>
          <a:xfrm flipH="1">
            <a:off x="7427720" y="5716096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6F08C4-3684-4E41-80CA-6399D2BE258F}"/>
              </a:ext>
            </a:extLst>
          </p:cNvPr>
          <p:cNvCxnSpPr>
            <a:stCxn id="10" idx="6"/>
          </p:cNvCxnSpPr>
          <p:nvPr/>
        </p:nvCxnSpPr>
        <p:spPr>
          <a:xfrm flipH="1" flipV="1">
            <a:off x="9299926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C5D821-5501-4632-A554-C4ACE7450308}"/>
              </a:ext>
            </a:extLst>
          </p:cNvPr>
          <p:cNvCxnSpPr>
            <a:stCxn id="11" idx="6"/>
          </p:cNvCxnSpPr>
          <p:nvPr/>
        </p:nvCxnSpPr>
        <p:spPr>
          <a:xfrm flipH="1">
            <a:off x="11210515" y="3429000"/>
            <a:ext cx="38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AD0A7DC-77A7-4FED-8F58-B0FB454AC33C}"/>
              </a:ext>
            </a:extLst>
          </p:cNvPr>
          <p:cNvSpPr/>
          <p:nvPr/>
        </p:nvSpPr>
        <p:spPr>
          <a:xfrm>
            <a:off x="6744077" y="3797037"/>
            <a:ext cx="30809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8F13DE-CF13-4264-B3AB-7BFE071130FF}"/>
              </a:ext>
            </a:extLst>
          </p:cNvPr>
          <p:cNvSpPr/>
          <p:nvPr/>
        </p:nvSpPr>
        <p:spPr>
          <a:xfrm>
            <a:off x="6726591" y="4958499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3D7308-7746-43A6-842B-5F89284BF11B}"/>
              </a:ext>
            </a:extLst>
          </p:cNvPr>
          <p:cNvSpPr/>
          <p:nvPr/>
        </p:nvSpPr>
        <p:spPr>
          <a:xfrm>
            <a:off x="8525214" y="4810207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3F4B29-539E-4F6B-9FB6-A06BC22E4012}"/>
              </a:ext>
            </a:extLst>
          </p:cNvPr>
          <p:cNvSpPr/>
          <p:nvPr/>
        </p:nvSpPr>
        <p:spPr>
          <a:xfrm>
            <a:off x="8455756" y="4581427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7FC035-0F84-460C-B427-09CABE8EBD69}"/>
              </a:ext>
            </a:extLst>
          </p:cNvPr>
          <p:cNvSpPr/>
          <p:nvPr/>
        </p:nvSpPr>
        <p:spPr>
          <a:xfrm>
            <a:off x="9976327" y="3265222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A712B1-3887-4A39-A6B0-0AC0799DFBF3}"/>
              </a:ext>
            </a:extLst>
          </p:cNvPr>
          <p:cNvSpPr/>
          <p:nvPr/>
        </p:nvSpPr>
        <p:spPr>
          <a:xfrm>
            <a:off x="5954203" y="4350594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FDAFAD-7288-4CB8-BA6F-961E3B0D62F8}"/>
              </a:ext>
            </a:extLst>
          </p:cNvPr>
          <p:cNvSpPr/>
          <p:nvPr/>
        </p:nvSpPr>
        <p:spPr>
          <a:xfrm>
            <a:off x="7068131" y="3193426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BD073B-0761-4D88-B379-F89277E6F35F}"/>
              </a:ext>
            </a:extLst>
          </p:cNvPr>
          <p:cNvSpPr/>
          <p:nvPr/>
        </p:nvSpPr>
        <p:spPr>
          <a:xfrm>
            <a:off x="7049636" y="548051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7968D2-E27C-4318-A0F6-5940C816C70D}"/>
              </a:ext>
            </a:extLst>
          </p:cNvPr>
          <p:cNvSpPr/>
          <p:nvPr/>
        </p:nvSpPr>
        <p:spPr>
          <a:xfrm>
            <a:off x="8952105" y="318157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DF8ED1-1BC5-475A-955C-5A450C0160CA}"/>
              </a:ext>
            </a:extLst>
          </p:cNvPr>
          <p:cNvSpPr/>
          <p:nvPr/>
        </p:nvSpPr>
        <p:spPr>
          <a:xfrm>
            <a:off x="10852465" y="319342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B9F4E8-6672-4E08-8013-EF3C8D69FDDC}"/>
              </a:ext>
            </a:extLst>
          </p:cNvPr>
          <p:cNvSpPr/>
          <p:nvPr/>
        </p:nvSpPr>
        <p:spPr>
          <a:xfrm>
            <a:off x="6505979" y="362517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(5)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A6AA59-0A40-421F-B9FA-1C33758C811D}"/>
              </a:ext>
            </a:extLst>
          </p:cNvPr>
          <p:cNvSpPr/>
          <p:nvPr/>
        </p:nvSpPr>
        <p:spPr>
          <a:xfrm>
            <a:off x="8045634" y="2963254"/>
            <a:ext cx="52450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(10)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91B68B-B65E-42E9-A40F-B8A283C39E05}"/>
              </a:ext>
            </a:extLst>
          </p:cNvPr>
          <p:cNvSpPr/>
          <p:nvPr/>
        </p:nvSpPr>
        <p:spPr>
          <a:xfrm>
            <a:off x="9880477" y="2936884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(6)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1CD3A5F-5F0A-405B-8135-6F41494D08A7}"/>
              </a:ext>
            </a:extLst>
          </p:cNvPr>
          <p:cNvSpPr/>
          <p:nvPr/>
        </p:nvSpPr>
        <p:spPr>
          <a:xfrm>
            <a:off x="6483980" y="5110897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(3)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EFC529-4E3C-419A-8973-1D4A05E6F7E3}"/>
              </a:ext>
            </a:extLst>
          </p:cNvPr>
          <p:cNvSpPr/>
          <p:nvPr/>
        </p:nvSpPr>
        <p:spPr>
          <a:xfrm>
            <a:off x="8285894" y="341762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E6DF513-C01D-4FB9-BD44-6C239838D1CC}"/>
              </a:ext>
            </a:extLst>
          </p:cNvPr>
          <p:cNvSpPr/>
          <p:nvPr/>
        </p:nvSpPr>
        <p:spPr>
          <a:xfrm>
            <a:off x="6298127" y="4555420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6C13860-F605-4954-B716-FFCE1F6EC269}"/>
              </a:ext>
            </a:extLst>
          </p:cNvPr>
          <p:cNvSpPr/>
          <p:nvPr/>
        </p:nvSpPr>
        <p:spPr>
          <a:xfrm>
            <a:off x="7429199" y="3394412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9945FCA-FAAC-47E5-8413-4F57BFC76C8E}"/>
              </a:ext>
            </a:extLst>
          </p:cNvPr>
          <p:cNvSpPr/>
          <p:nvPr/>
        </p:nvSpPr>
        <p:spPr>
          <a:xfrm>
            <a:off x="7429199" y="5697415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44FB4A3-6E35-400C-AD8C-671B23A65137}"/>
              </a:ext>
            </a:extLst>
          </p:cNvPr>
          <p:cNvSpPr/>
          <p:nvPr/>
        </p:nvSpPr>
        <p:spPr>
          <a:xfrm>
            <a:off x="9233727" y="3412411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8B6607-42BC-4100-9310-340FD7610FC0}"/>
              </a:ext>
            </a:extLst>
          </p:cNvPr>
          <p:cNvSpPr/>
          <p:nvPr/>
        </p:nvSpPr>
        <p:spPr>
          <a:xfrm>
            <a:off x="11171162" y="3425870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05E6BF1-CFE4-46BD-AB38-F5CB60791892}"/>
              </a:ext>
            </a:extLst>
          </p:cNvPr>
          <p:cNvSpPr/>
          <p:nvPr/>
        </p:nvSpPr>
        <p:spPr>
          <a:xfrm>
            <a:off x="6290128" y="4294189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C15A153-6F84-4BDB-9AC6-8DC74FB21C62}"/>
              </a:ext>
            </a:extLst>
          </p:cNvPr>
          <p:cNvSpPr/>
          <p:nvPr/>
        </p:nvSpPr>
        <p:spPr>
          <a:xfrm>
            <a:off x="7420958" y="3106638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235446-345C-4D7C-AA5F-2A858199D7F3}"/>
              </a:ext>
            </a:extLst>
          </p:cNvPr>
          <p:cNvSpPr/>
          <p:nvPr/>
        </p:nvSpPr>
        <p:spPr>
          <a:xfrm>
            <a:off x="9220830" y="3106087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038A71C-5EA6-427E-9B1D-1697E50AA4DD}"/>
              </a:ext>
            </a:extLst>
          </p:cNvPr>
          <p:cNvSpPr/>
          <p:nvPr/>
        </p:nvSpPr>
        <p:spPr>
          <a:xfrm>
            <a:off x="7379342" y="5400742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FAB02E-679F-441B-8AED-BD365EE2C255}"/>
              </a:ext>
            </a:extLst>
          </p:cNvPr>
          <p:cNvSpPr/>
          <p:nvPr/>
        </p:nvSpPr>
        <p:spPr>
          <a:xfrm>
            <a:off x="11176839" y="3102524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FDE9198-2212-4C5B-AC67-9A470CE6636F}"/>
              </a:ext>
            </a:extLst>
          </p:cNvPr>
          <p:cNvSpPr/>
          <p:nvPr/>
        </p:nvSpPr>
        <p:spPr>
          <a:xfrm>
            <a:off x="5704146" y="3878725"/>
            <a:ext cx="98065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3596158-582B-417E-A76A-F3DD94ECA39D}"/>
              </a:ext>
            </a:extLst>
          </p:cNvPr>
          <p:cNvSpPr/>
          <p:nvPr/>
        </p:nvSpPr>
        <p:spPr>
          <a:xfrm>
            <a:off x="6918691" y="2725682"/>
            <a:ext cx="98065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9D85D7C-CE8F-49A8-8C37-4A51BC6C4C2E}"/>
              </a:ext>
            </a:extLst>
          </p:cNvPr>
          <p:cNvSpPr/>
          <p:nvPr/>
        </p:nvSpPr>
        <p:spPr>
          <a:xfrm>
            <a:off x="8823842" y="2725682"/>
            <a:ext cx="98065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6941C79-FE23-45F7-B2D2-24D43525FF61}"/>
              </a:ext>
            </a:extLst>
          </p:cNvPr>
          <p:cNvSpPr/>
          <p:nvPr/>
        </p:nvSpPr>
        <p:spPr>
          <a:xfrm>
            <a:off x="10699175" y="2694115"/>
            <a:ext cx="98065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B5473E1-13D8-45C5-A3E9-A611CC94EECA}"/>
              </a:ext>
            </a:extLst>
          </p:cNvPr>
          <p:cNvSpPr/>
          <p:nvPr/>
        </p:nvSpPr>
        <p:spPr>
          <a:xfrm>
            <a:off x="6951070" y="6139741"/>
            <a:ext cx="109446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10</a:t>
            </a:r>
          </a:p>
        </p:txBody>
      </p:sp>
    </p:spTree>
    <p:extLst>
      <p:ext uri="{BB962C8B-B14F-4D97-AF65-F5344CB8AC3E}">
        <p14:creationId xmlns:p14="http://schemas.microsoft.com/office/powerpoint/2010/main" val="5022948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80C4FF-EB3D-4370-854B-23E728CF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B14B32-A3A6-4623-9C1B-84BDDB482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AutoNum type="alphaLcParenR" startAt="2"/>
            </a:pPr>
            <a:r>
              <a:rPr lang="en-US" dirty="0"/>
              <a:t>Compute the Project duration. [2 Marks]</a:t>
            </a:r>
          </a:p>
          <a:p>
            <a:pPr marL="457200" indent="-457200">
              <a:buAutoNum type="alphaLcParenR" startAt="2"/>
            </a:pPr>
            <a:endParaRPr lang="en-US" dirty="0"/>
          </a:p>
          <a:p>
            <a:pPr marL="457200" indent="-457200">
              <a:buAutoNum type="alphaLcParenR" startAt="2"/>
            </a:pPr>
            <a:endParaRPr lang="en-US" dirty="0"/>
          </a:p>
          <a:p>
            <a:pPr marL="457200" indent="-457200">
              <a:buAutoNum type="alphaLcParenR" startAt="2"/>
            </a:pPr>
            <a:r>
              <a:rPr lang="en-US" dirty="0"/>
              <a:t>Determine the critical path. [10 Marks]</a:t>
            </a:r>
          </a:p>
          <a:p>
            <a:pPr marL="457200" indent="-457200">
              <a:buAutoNum type="alphaLcParenR" startAt="2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R" startAt="2"/>
            </a:pPr>
            <a:r>
              <a:rPr lang="en-US" dirty="0"/>
              <a:t>Draw a project network for a remediation plan from the following statement E &gt; B, C; F, G &gt; D; H,I &gt; E, F; J &gt; I, G; K &gt; H; B &gt; A;. [8 Marks]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B855B-C646-4274-9B2D-DEB3039C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C40BD-5A50-4797-9B58-7EAC3742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49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836D0-3A9A-456E-8BA8-12B0B004C8AB}"/>
              </a:ext>
            </a:extLst>
          </p:cNvPr>
          <p:cNvSpPr/>
          <p:nvPr/>
        </p:nvSpPr>
        <p:spPr>
          <a:xfrm>
            <a:off x="1662113" y="2827292"/>
            <a:ext cx="502592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Duration of The Project 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 + 10 + 6 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= 21 Days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B67787-9255-439F-8CC1-B1DA0F37D5F1}"/>
              </a:ext>
            </a:extLst>
          </p:cNvPr>
          <p:cNvSpPr/>
          <p:nvPr/>
        </p:nvSpPr>
        <p:spPr>
          <a:xfrm>
            <a:off x="1595321" y="4263079"/>
            <a:ext cx="46783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(CMP) 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1 – 2 – 4 – 5 </a:t>
            </a:r>
          </a:p>
        </p:txBody>
      </p:sp>
    </p:spTree>
    <p:extLst>
      <p:ext uri="{BB962C8B-B14F-4D97-AF65-F5344CB8AC3E}">
        <p14:creationId xmlns:p14="http://schemas.microsoft.com/office/powerpoint/2010/main" val="12588523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7C2A-F242-4F7F-931C-453EDE06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E98D3-7082-456E-B470-BC76851AE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C7EE1-F5EC-452E-8BF0-9FE6A167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36E16-FC8B-449F-BCD4-E3676926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4874" y="6335391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50</a:t>
            </a:fld>
            <a:endParaRPr lang="LID4096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82CEB58-AE27-4A88-B359-652818B37603}"/>
              </a:ext>
            </a:extLst>
          </p:cNvPr>
          <p:cNvGraphicFramePr>
            <a:graphicFrameLocks noGrp="1"/>
          </p:cNvGraphicFramePr>
          <p:nvPr/>
        </p:nvGraphicFramePr>
        <p:xfrm>
          <a:off x="9158640" y="2314703"/>
          <a:ext cx="286051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808">
                  <a:extLst>
                    <a:ext uri="{9D8B030D-6E8A-4147-A177-3AD203B41FA5}">
                      <a16:colId xmlns:a16="http://schemas.microsoft.com/office/drawing/2014/main" val="3398499393"/>
                    </a:ext>
                  </a:extLst>
                </a:gridCol>
                <a:gridCol w="1583703">
                  <a:extLst>
                    <a:ext uri="{9D8B030D-6E8A-4147-A177-3AD203B41FA5}">
                      <a16:colId xmlns:a16="http://schemas.microsoft.com/office/drawing/2014/main" val="88389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Predecessors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1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99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788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4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356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B, 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49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559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23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E, 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02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E, 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91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I, 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94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07194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A8007C38-2FF2-46FC-B68E-8A3A130EC764}"/>
              </a:ext>
            </a:extLst>
          </p:cNvPr>
          <p:cNvSpPr/>
          <p:nvPr/>
        </p:nvSpPr>
        <p:spPr>
          <a:xfrm>
            <a:off x="376304" y="4147793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5BD9B6-782C-4C78-8761-9337048EB0B3}"/>
              </a:ext>
            </a:extLst>
          </p:cNvPr>
          <p:cNvSpPr/>
          <p:nvPr/>
        </p:nvSpPr>
        <p:spPr>
          <a:xfrm>
            <a:off x="1683487" y="3077975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802D513-99B6-4858-AB96-EAC468319D2E}"/>
              </a:ext>
            </a:extLst>
          </p:cNvPr>
          <p:cNvSpPr/>
          <p:nvPr/>
        </p:nvSpPr>
        <p:spPr>
          <a:xfrm>
            <a:off x="1683487" y="5244446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D87766-3A9E-42E3-A11F-31636050A350}"/>
              </a:ext>
            </a:extLst>
          </p:cNvPr>
          <p:cNvSpPr/>
          <p:nvPr/>
        </p:nvSpPr>
        <p:spPr>
          <a:xfrm>
            <a:off x="3060416" y="4124915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B86800-BC34-41A5-9213-BE995B4D35AF}"/>
              </a:ext>
            </a:extLst>
          </p:cNvPr>
          <p:cNvCxnSpPr>
            <a:stCxn id="9" idx="6"/>
            <a:endCxn id="39" idx="2"/>
          </p:cNvCxnSpPr>
          <p:nvPr/>
        </p:nvCxnSpPr>
        <p:spPr>
          <a:xfrm flipV="1">
            <a:off x="989046" y="3351353"/>
            <a:ext cx="694441" cy="1069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8336EC-4563-4CAC-BD26-FE856AEF43A3}"/>
              </a:ext>
            </a:extLst>
          </p:cNvPr>
          <p:cNvCxnSpPr>
            <a:stCxn id="9" idx="6"/>
            <a:endCxn id="45" idx="2"/>
          </p:cNvCxnSpPr>
          <p:nvPr/>
        </p:nvCxnSpPr>
        <p:spPr>
          <a:xfrm flipV="1">
            <a:off x="989046" y="4398293"/>
            <a:ext cx="2071370" cy="22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198427-0B1D-4970-A378-503A37D811E0}"/>
              </a:ext>
            </a:extLst>
          </p:cNvPr>
          <p:cNvCxnSpPr>
            <a:stCxn id="9" idx="6"/>
            <a:endCxn id="43" idx="2"/>
          </p:cNvCxnSpPr>
          <p:nvPr/>
        </p:nvCxnSpPr>
        <p:spPr>
          <a:xfrm>
            <a:off x="989046" y="4421171"/>
            <a:ext cx="694441" cy="1096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C8A2B43B-CDA9-4A65-AEBD-4AB913EF259E}"/>
              </a:ext>
            </a:extLst>
          </p:cNvPr>
          <p:cNvSpPr/>
          <p:nvPr/>
        </p:nvSpPr>
        <p:spPr>
          <a:xfrm>
            <a:off x="4826979" y="4117999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46C599-F46F-48A1-8C7A-6762CB213464}"/>
              </a:ext>
            </a:extLst>
          </p:cNvPr>
          <p:cNvCxnSpPr>
            <a:stCxn id="45" idx="6"/>
            <a:endCxn id="49" idx="2"/>
          </p:cNvCxnSpPr>
          <p:nvPr/>
        </p:nvCxnSpPr>
        <p:spPr>
          <a:xfrm flipV="1">
            <a:off x="3673158" y="4391377"/>
            <a:ext cx="1153821" cy="6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10C441-138D-4472-B3BD-F59807944932}"/>
              </a:ext>
            </a:extLst>
          </p:cNvPr>
          <p:cNvCxnSpPr>
            <a:cxnSpLocks/>
            <a:stCxn id="43" idx="6"/>
          </p:cNvCxnSpPr>
          <p:nvPr/>
        </p:nvCxnSpPr>
        <p:spPr>
          <a:xfrm flipV="1">
            <a:off x="2296229" y="4496177"/>
            <a:ext cx="2435418" cy="1021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46DD447-03AE-4C39-A0A8-3DE78B28D034}"/>
              </a:ext>
            </a:extLst>
          </p:cNvPr>
          <p:cNvSpPr/>
          <p:nvPr/>
        </p:nvSpPr>
        <p:spPr>
          <a:xfrm>
            <a:off x="6321518" y="3077975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27BE8DB-A892-4A4C-A27F-36210D560336}"/>
              </a:ext>
            </a:extLst>
          </p:cNvPr>
          <p:cNvSpPr/>
          <p:nvPr/>
        </p:nvSpPr>
        <p:spPr>
          <a:xfrm>
            <a:off x="6321518" y="5244446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B205D5-A695-4D4C-BED6-C238AB462D29}"/>
              </a:ext>
            </a:extLst>
          </p:cNvPr>
          <p:cNvCxnSpPr>
            <a:cxnSpLocks/>
            <a:stCxn id="49" idx="6"/>
            <a:endCxn id="54" idx="2"/>
          </p:cNvCxnSpPr>
          <p:nvPr/>
        </p:nvCxnSpPr>
        <p:spPr>
          <a:xfrm flipV="1">
            <a:off x="5439721" y="3351353"/>
            <a:ext cx="881797" cy="1040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72E03D3-6502-48C5-B44B-17184D1A7759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5439721" y="4391377"/>
            <a:ext cx="824477" cy="1040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02754C-DC0A-4E6D-8AFA-CC712B66AAEA}"/>
              </a:ext>
            </a:extLst>
          </p:cNvPr>
          <p:cNvCxnSpPr>
            <a:stCxn id="43" idx="6"/>
            <a:endCxn id="56" idx="2"/>
          </p:cNvCxnSpPr>
          <p:nvPr/>
        </p:nvCxnSpPr>
        <p:spPr>
          <a:xfrm>
            <a:off x="2296229" y="5517824"/>
            <a:ext cx="40252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91B8DCE-C0E2-430D-A176-E049FA8C453A}"/>
              </a:ext>
            </a:extLst>
          </p:cNvPr>
          <p:cNvSpPr/>
          <p:nvPr/>
        </p:nvSpPr>
        <p:spPr>
          <a:xfrm>
            <a:off x="7970471" y="4116724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596B13C-CE24-4FF5-85BC-D7E8BC4106C9}"/>
              </a:ext>
            </a:extLst>
          </p:cNvPr>
          <p:cNvCxnSpPr>
            <a:stCxn id="54" idx="6"/>
            <a:endCxn id="61" idx="2"/>
          </p:cNvCxnSpPr>
          <p:nvPr/>
        </p:nvCxnSpPr>
        <p:spPr>
          <a:xfrm>
            <a:off x="6934260" y="3351353"/>
            <a:ext cx="1036211" cy="1038749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25B8F74-7A17-478D-831F-6B879AD51F1F}"/>
              </a:ext>
            </a:extLst>
          </p:cNvPr>
          <p:cNvCxnSpPr>
            <a:stCxn id="56" idx="6"/>
            <a:endCxn id="61" idx="2"/>
          </p:cNvCxnSpPr>
          <p:nvPr/>
        </p:nvCxnSpPr>
        <p:spPr>
          <a:xfrm flipV="1">
            <a:off x="6934260" y="4390102"/>
            <a:ext cx="1036211" cy="1127722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5F84E7E-2DE7-48FF-910D-F109BDFCD117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682675" y="4147793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3F6049F-74C1-41CA-979F-75C77761DEA9}"/>
              </a:ext>
            </a:extLst>
          </p:cNvPr>
          <p:cNvCxnSpPr>
            <a:stCxn id="39" idx="0"/>
            <a:endCxn id="39" idx="4"/>
          </p:cNvCxnSpPr>
          <p:nvPr/>
        </p:nvCxnSpPr>
        <p:spPr>
          <a:xfrm>
            <a:off x="1989858" y="3077975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757B7AF-7790-48A5-A1AB-B4B0237B9AA7}"/>
              </a:ext>
            </a:extLst>
          </p:cNvPr>
          <p:cNvCxnSpPr>
            <a:stCxn id="45" idx="0"/>
            <a:endCxn id="45" idx="4"/>
          </p:cNvCxnSpPr>
          <p:nvPr/>
        </p:nvCxnSpPr>
        <p:spPr>
          <a:xfrm>
            <a:off x="3366787" y="4124915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BBF8B46-092E-4E71-AF3F-EE5EBBA31451}"/>
              </a:ext>
            </a:extLst>
          </p:cNvPr>
          <p:cNvCxnSpPr>
            <a:stCxn id="43" idx="0"/>
            <a:endCxn id="43" idx="4"/>
          </p:cNvCxnSpPr>
          <p:nvPr/>
        </p:nvCxnSpPr>
        <p:spPr>
          <a:xfrm>
            <a:off x="1989858" y="5244446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7302BB5-6B55-440B-88C8-588ABE4F5D50}"/>
              </a:ext>
            </a:extLst>
          </p:cNvPr>
          <p:cNvCxnSpPr>
            <a:cxnSpLocks/>
            <a:stCxn id="49" idx="0"/>
            <a:endCxn id="49" idx="4"/>
          </p:cNvCxnSpPr>
          <p:nvPr/>
        </p:nvCxnSpPr>
        <p:spPr>
          <a:xfrm>
            <a:off x="5133350" y="4117999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E200B2C-059E-4565-8C0C-6F4B54032BAE}"/>
              </a:ext>
            </a:extLst>
          </p:cNvPr>
          <p:cNvCxnSpPr>
            <a:stCxn id="54" idx="0"/>
            <a:endCxn id="54" idx="4"/>
          </p:cNvCxnSpPr>
          <p:nvPr/>
        </p:nvCxnSpPr>
        <p:spPr>
          <a:xfrm>
            <a:off x="6627889" y="3077975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7B2395F-48EB-45D0-9ABF-E6339F98ECB1}"/>
              </a:ext>
            </a:extLst>
          </p:cNvPr>
          <p:cNvCxnSpPr>
            <a:stCxn id="56" idx="0"/>
            <a:endCxn id="56" idx="4"/>
          </p:cNvCxnSpPr>
          <p:nvPr/>
        </p:nvCxnSpPr>
        <p:spPr>
          <a:xfrm>
            <a:off x="6627889" y="5244446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1261504-F0D5-46D4-95E0-0D9FF5955146}"/>
              </a:ext>
            </a:extLst>
          </p:cNvPr>
          <p:cNvCxnSpPr>
            <a:stCxn id="61" idx="0"/>
            <a:endCxn id="61" idx="4"/>
          </p:cNvCxnSpPr>
          <p:nvPr/>
        </p:nvCxnSpPr>
        <p:spPr>
          <a:xfrm>
            <a:off x="8276842" y="4116724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5A11750-F73E-4D07-85B0-357A3CA70373}"/>
              </a:ext>
            </a:extLst>
          </p:cNvPr>
          <p:cNvCxnSpPr>
            <a:stCxn id="61" idx="6"/>
          </p:cNvCxnSpPr>
          <p:nvPr/>
        </p:nvCxnSpPr>
        <p:spPr>
          <a:xfrm flipH="1" flipV="1">
            <a:off x="8276842" y="4390101"/>
            <a:ext cx="30637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402B844-E7D7-4036-84AB-5E1D70989660}"/>
              </a:ext>
            </a:extLst>
          </p:cNvPr>
          <p:cNvCxnSpPr>
            <a:stCxn id="54" idx="6"/>
          </p:cNvCxnSpPr>
          <p:nvPr/>
        </p:nvCxnSpPr>
        <p:spPr>
          <a:xfrm flipH="1" flipV="1">
            <a:off x="6625632" y="3351352"/>
            <a:ext cx="30862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DDAF705-D01E-427C-A308-492EF473AFBA}"/>
              </a:ext>
            </a:extLst>
          </p:cNvPr>
          <p:cNvCxnSpPr>
            <a:stCxn id="56" idx="6"/>
          </p:cNvCxnSpPr>
          <p:nvPr/>
        </p:nvCxnSpPr>
        <p:spPr>
          <a:xfrm flipH="1" flipV="1">
            <a:off x="6627888" y="5517823"/>
            <a:ext cx="3063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7D6855B-84C7-44B6-81D1-36F048350994}"/>
              </a:ext>
            </a:extLst>
          </p:cNvPr>
          <p:cNvCxnSpPr>
            <a:stCxn id="39" idx="6"/>
          </p:cNvCxnSpPr>
          <p:nvPr/>
        </p:nvCxnSpPr>
        <p:spPr>
          <a:xfrm flipH="1" flipV="1">
            <a:off x="1944134" y="3351352"/>
            <a:ext cx="35209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775D1E1-D7F5-4870-B931-CAE23D97E091}"/>
              </a:ext>
            </a:extLst>
          </p:cNvPr>
          <p:cNvCxnSpPr>
            <a:stCxn id="45" idx="6"/>
          </p:cNvCxnSpPr>
          <p:nvPr/>
        </p:nvCxnSpPr>
        <p:spPr>
          <a:xfrm flipH="1">
            <a:off x="3366786" y="4398293"/>
            <a:ext cx="306372" cy="5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A0F5325-CA7A-4CDF-9A1E-423B94A38601}"/>
              </a:ext>
            </a:extLst>
          </p:cNvPr>
          <p:cNvCxnSpPr>
            <a:stCxn id="49" idx="6"/>
          </p:cNvCxnSpPr>
          <p:nvPr/>
        </p:nvCxnSpPr>
        <p:spPr>
          <a:xfrm flipH="1" flipV="1">
            <a:off x="5132222" y="4387177"/>
            <a:ext cx="307499" cy="4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81EFD15-24C7-4F20-9C23-1F74D7C2B3CE}"/>
              </a:ext>
            </a:extLst>
          </p:cNvPr>
          <p:cNvCxnSpPr>
            <a:cxnSpLocks/>
            <a:stCxn id="43" idx="6"/>
          </p:cNvCxnSpPr>
          <p:nvPr/>
        </p:nvCxnSpPr>
        <p:spPr>
          <a:xfrm flipH="1" flipV="1">
            <a:off x="1989857" y="5517823"/>
            <a:ext cx="3063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A08F946-4143-41E9-B4FD-D8BA701F337C}"/>
              </a:ext>
            </a:extLst>
          </p:cNvPr>
          <p:cNvCxnSpPr>
            <a:cxnSpLocks/>
            <a:stCxn id="9" idx="6"/>
          </p:cNvCxnSpPr>
          <p:nvPr/>
        </p:nvCxnSpPr>
        <p:spPr>
          <a:xfrm flipH="1" flipV="1">
            <a:off x="662566" y="4421170"/>
            <a:ext cx="32648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59520E4-29A5-42A1-86CD-E535DE78729D}"/>
              </a:ext>
            </a:extLst>
          </p:cNvPr>
          <p:cNvSpPr/>
          <p:nvPr/>
        </p:nvSpPr>
        <p:spPr>
          <a:xfrm>
            <a:off x="390425" y="4231376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63F258-45F5-4732-B28D-F178D73C1841}"/>
              </a:ext>
            </a:extLst>
          </p:cNvPr>
          <p:cNvSpPr/>
          <p:nvPr/>
        </p:nvSpPr>
        <p:spPr>
          <a:xfrm>
            <a:off x="1697609" y="3151297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C6AA3AF-D2F6-4B81-8993-2B9CBC8DA2BE}"/>
              </a:ext>
            </a:extLst>
          </p:cNvPr>
          <p:cNvSpPr/>
          <p:nvPr/>
        </p:nvSpPr>
        <p:spPr>
          <a:xfrm>
            <a:off x="3067756" y="4202999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720220D-A5EC-434D-84BE-E6C94A9F5AC7}"/>
              </a:ext>
            </a:extLst>
          </p:cNvPr>
          <p:cNvCxnSpPr>
            <a:stCxn id="39" idx="6"/>
          </p:cNvCxnSpPr>
          <p:nvPr/>
        </p:nvCxnSpPr>
        <p:spPr>
          <a:xfrm>
            <a:off x="2296229" y="3351353"/>
            <a:ext cx="654361" cy="915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3428B73-041F-47DF-BF0D-E25792F243EF}"/>
              </a:ext>
            </a:extLst>
          </p:cNvPr>
          <p:cNvSpPr/>
          <p:nvPr/>
        </p:nvSpPr>
        <p:spPr>
          <a:xfrm>
            <a:off x="1708667" y="5300104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5410483-A0B6-4DB9-A6FE-8DFC65697E32}"/>
              </a:ext>
            </a:extLst>
          </p:cNvPr>
          <p:cNvSpPr/>
          <p:nvPr/>
        </p:nvSpPr>
        <p:spPr>
          <a:xfrm>
            <a:off x="4835768" y="4187122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4FC9A64-0E18-4F3A-83EC-16434D4E23DF}"/>
              </a:ext>
            </a:extLst>
          </p:cNvPr>
          <p:cNvSpPr/>
          <p:nvPr/>
        </p:nvSpPr>
        <p:spPr>
          <a:xfrm>
            <a:off x="6330496" y="5317768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5307738-5662-4420-A1D2-596EA3C0803D}"/>
              </a:ext>
            </a:extLst>
          </p:cNvPr>
          <p:cNvSpPr/>
          <p:nvPr/>
        </p:nvSpPr>
        <p:spPr>
          <a:xfrm>
            <a:off x="6356676" y="3151297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093CED2-609C-483A-B226-C1800C5C0283}"/>
              </a:ext>
            </a:extLst>
          </p:cNvPr>
          <p:cNvSpPr/>
          <p:nvPr/>
        </p:nvSpPr>
        <p:spPr>
          <a:xfrm>
            <a:off x="7994962" y="4187122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68E8FAB-C135-46BB-8F41-C9452A3D9E89}"/>
              </a:ext>
            </a:extLst>
          </p:cNvPr>
          <p:cNvSpPr/>
          <p:nvPr/>
        </p:nvSpPr>
        <p:spPr>
          <a:xfrm>
            <a:off x="1217402" y="3608804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4291B85-B08E-483D-8104-64C31C826AD9}"/>
              </a:ext>
            </a:extLst>
          </p:cNvPr>
          <p:cNvSpPr/>
          <p:nvPr/>
        </p:nvSpPr>
        <p:spPr>
          <a:xfrm>
            <a:off x="2489219" y="3607934"/>
            <a:ext cx="31290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59657B8-3F92-49E8-8F09-9C36C7B573C4}"/>
              </a:ext>
            </a:extLst>
          </p:cNvPr>
          <p:cNvSpPr/>
          <p:nvPr/>
        </p:nvSpPr>
        <p:spPr>
          <a:xfrm>
            <a:off x="1809862" y="4231376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A5F543B-DC6B-46B6-9BD6-B79F7CE0A2A3}"/>
              </a:ext>
            </a:extLst>
          </p:cNvPr>
          <p:cNvSpPr/>
          <p:nvPr/>
        </p:nvSpPr>
        <p:spPr>
          <a:xfrm>
            <a:off x="1191908" y="4753908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F57095E-0ED0-4DF3-89E1-68FE425077DA}"/>
              </a:ext>
            </a:extLst>
          </p:cNvPr>
          <p:cNvSpPr/>
          <p:nvPr/>
        </p:nvSpPr>
        <p:spPr>
          <a:xfrm>
            <a:off x="3978408" y="4194780"/>
            <a:ext cx="2968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23286E0-9030-4C10-9755-79504D45A08D}"/>
              </a:ext>
            </a:extLst>
          </p:cNvPr>
          <p:cNvSpPr/>
          <p:nvPr/>
        </p:nvSpPr>
        <p:spPr>
          <a:xfrm>
            <a:off x="3459570" y="4780970"/>
            <a:ext cx="2968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04D456B-EBA2-40B8-8CCA-6F4DAA758C65}"/>
              </a:ext>
            </a:extLst>
          </p:cNvPr>
          <p:cNvSpPr/>
          <p:nvPr/>
        </p:nvSpPr>
        <p:spPr>
          <a:xfrm>
            <a:off x="4123423" y="5300104"/>
            <a:ext cx="38183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9C440F4-0244-46AF-B463-13596C1B9BAB}"/>
              </a:ext>
            </a:extLst>
          </p:cNvPr>
          <p:cNvSpPr/>
          <p:nvPr/>
        </p:nvSpPr>
        <p:spPr>
          <a:xfrm>
            <a:off x="5746348" y="3670440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0EA29C0-BBED-4183-86B5-C41A2A430AB7}"/>
              </a:ext>
            </a:extLst>
          </p:cNvPr>
          <p:cNvSpPr/>
          <p:nvPr/>
        </p:nvSpPr>
        <p:spPr>
          <a:xfrm>
            <a:off x="5750787" y="4728121"/>
            <a:ext cx="24077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F4CAD2A-4675-42B0-9ED8-589DAF4B60A8}"/>
              </a:ext>
            </a:extLst>
          </p:cNvPr>
          <p:cNvSpPr/>
          <p:nvPr/>
        </p:nvSpPr>
        <p:spPr>
          <a:xfrm>
            <a:off x="7261152" y="4844336"/>
            <a:ext cx="28405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9BB75E7-EB7A-4191-AB5C-6B0C2EF47BF0}"/>
              </a:ext>
            </a:extLst>
          </p:cNvPr>
          <p:cNvSpPr/>
          <p:nvPr/>
        </p:nvSpPr>
        <p:spPr>
          <a:xfrm>
            <a:off x="7180578" y="3550975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4598596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FBA9-7F9E-4A4F-BB57-1F0FA375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F05BE-DC86-429E-A279-3033DE268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Question Three [25 Marks]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Activities of a remediation plan has been assigned to you to come up with the project network which is scheduled to be presented in a managing meeting.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Draw a network diagram for the remediation plan project. [5 Marks]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9992C-D57C-416C-9E6C-A277724F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1603B-6ADA-4D34-84B6-401D7815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52864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3293-16EC-436A-8D11-8117973B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A867EAF-E24D-4E29-B45B-FE34663631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249488"/>
          <a:ext cx="24596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276">
                  <a:extLst>
                    <a:ext uri="{9D8B030D-6E8A-4147-A177-3AD203B41FA5}">
                      <a16:colId xmlns:a16="http://schemas.microsoft.com/office/drawing/2014/main" val="3059672655"/>
                    </a:ext>
                  </a:extLst>
                </a:gridCol>
                <a:gridCol w="1178350">
                  <a:extLst>
                    <a:ext uri="{9D8B030D-6E8A-4147-A177-3AD203B41FA5}">
                      <a16:colId xmlns:a16="http://schemas.microsoft.com/office/drawing/2014/main" val="4089301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93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40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05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35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5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62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91425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9C2E6-CA48-41D0-A82D-055D946C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3046" y="621514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D1EEA-3EEE-4A6C-997C-9BD59FBD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52</a:t>
            </a:fld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DACF7C-3DA9-43AA-A80D-BEA405DF2C67}"/>
              </a:ext>
            </a:extLst>
          </p:cNvPr>
          <p:cNvSpPr/>
          <p:nvPr/>
        </p:nvSpPr>
        <p:spPr>
          <a:xfrm>
            <a:off x="3879515" y="3822381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A9F797-6D59-4758-9C43-D690916DBED4}"/>
              </a:ext>
            </a:extLst>
          </p:cNvPr>
          <p:cNvSpPr/>
          <p:nvPr/>
        </p:nvSpPr>
        <p:spPr>
          <a:xfrm>
            <a:off x="4982451" y="2896390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6D26A1-FDEC-4980-9883-D6AA55287355}"/>
              </a:ext>
            </a:extLst>
          </p:cNvPr>
          <p:cNvSpPr/>
          <p:nvPr/>
        </p:nvSpPr>
        <p:spPr>
          <a:xfrm>
            <a:off x="5068677" y="4736105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8C3842-3F8E-4F77-9118-5FA6409C8385}"/>
              </a:ext>
            </a:extLst>
          </p:cNvPr>
          <p:cNvSpPr/>
          <p:nvPr/>
        </p:nvSpPr>
        <p:spPr>
          <a:xfrm>
            <a:off x="10907811" y="2930203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DCF303-43AA-4205-BFE2-B6DB6634AEA0}"/>
              </a:ext>
            </a:extLst>
          </p:cNvPr>
          <p:cNvCxnSpPr>
            <a:stCxn id="7" idx="6"/>
            <a:endCxn id="10" idx="3"/>
          </p:cNvCxnSpPr>
          <p:nvPr/>
        </p:nvCxnSpPr>
        <p:spPr>
          <a:xfrm flipV="1">
            <a:off x="4468306" y="3367258"/>
            <a:ext cx="600371" cy="730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AF9F71-BCC9-4050-A001-17695724AB1C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4468306" y="4098209"/>
            <a:ext cx="600371" cy="913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043C83C-A792-4070-86F3-FDEA138F37A5}"/>
              </a:ext>
            </a:extLst>
          </p:cNvPr>
          <p:cNvSpPr/>
          <p:nvPr/>
        </p:nvSpPr>
        <p:spPr>
          <a:xfrm>
            <a:off x="7525207" y="4719889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6AF264-6F14-4A69-A767-E301C4281C14}"/>
              </a:ext>
            </a:extLst>
          </p:cNvPr>
          <p:cNvCxnSpPr>
            <a:stCxn id="10" idx="6"/>
            <a:endCxn id="19" idx="2"/>
          </p:cNvCxnSpPr>
          <p:nvPr/>
        </p:nvCxnSpPr>
        <p:spPr>
          <a:xfrm>
            <a:off x="5571242" y="3172218"/>
            <a:ext cx="1953965" cy="1823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AE0D60-16B4-4781-A99E-84F4FC5C9FA6}"/>
              </a:ext>
            </a:extLst>
          </p:cNvPr>
          <p:cNvCxnSpPr>
            <a:cxnSpLocks/>
            <a:stCxn id="19" idx="6"/>
          </p:cNvCxnSpPr>
          <p:nvPr/>
        </p:nvCxnSpPr>
        <p:spPr>
          <a:xfrm flipV="1">
            <a:off x="8113998" y="3320642"/>
            <a:ext cx="2726827" cy="1675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EE5F30-5A2A-4F2D-A287-952E8337DFFB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5571242" y="3172218"/>
            <a:ext cx="5336569" cy="33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E290755-85F0-49D9-995F-71F84BE5C356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4173911" y="3822381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DA437A-26AC-4D18-BF3A-AAF1C064A46F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5276847" y="2896390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A2DE4A-B598-4E67-BB1F-1052F7D30497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5363073" y="4736105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827B34-AE51-45D3-9F75-74BFDE6C9234}"/>
              </a:ext>
            </a:extLst>
          </p:cNvPr>
          <p:cNvCxnSpPr>
            <a:stCxn id="19" idx="0"/>
            <a:endCxn id="19" idx="4"/>
          </p:cNvCxnSpPr>
          <p:nvPr/>
        </p:nvCxnSpPr>
        <p:spPr>
          <a:xfrm>
            <a:off x="7819603" y="4719889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EF30E8D-B66C-4DA0-8D6A-14B387B98EEC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11202207" y="2930203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6A6DF83-5937-4E98-8AC6-0FDD2E98783A}"/>
              </a:ext>
            </a:extLst>
          </p:cNvPr>
          <p:cNvCxnSpPr>
            <a:stCxn id="7" idx="6"/>
          </p:cNvCxnSpPr>
          <p:nvPr/>
        </p:nvCxnSpPr>
        <p:spPr>
          <a:xfrm flipH="1">
            <a:off x="4173910" y="4098209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500B580-1EB3-4612-BD6D-F80BF216C1EA}"/>
              </a:ext>
            </a:extLst>
          </p:cNvPr>
          <p:cNvCxnSpPr>
            <a:stCxn id="10" idx="6"/>
          </p:cNvCxnSpPr>
          <p:nvPr/>
        </p:nvCxnSpPr>
        <p:spPr>
          <a:xfrm flipH="1">
            <a:off x="5276846" y="3172218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5ADF148-5B76-4443-826B-6D4AD4E90691}"/>
              </a:ext>
            </a:extLst>
          </p:cNvPr>
          <p:cNvCxnSpPr>
            <a:stCxn id="11" idx="6"/>
          </p:cNvCxnSpPr>
          <p:nvPr/>
        </p:nvCxnSpPr>
        <p:spPr>
          <a:xfrm flipH="1">
            <a:off x="5363072" y="5011933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CA2F3A-5D55-4E7E-95C1-B613CD657DC2}"/>
              </a:ext>
            </a:extLst>
          </p:cNvPr>
          <p:cNvCxnSpPr>
            <a:stCxn id="19" idx="6"/>
          </p:cNvCxnSpPr>
          <p:nvPr/>
        </p:nvCxnSpPr>
        <p:spPr>
          <a:xfrm flipH="1">
            <a:off x="7819602" y="4995717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ACD1C3-8CB7-4F18-8FA8-A9CEF0B54F9E}"/>
              </a:ext>
            </a:extLst>
          </p:cNvPr>
          <p:cNvCxnSpPr>
            <a:stCxn id="12" idx="6"/>
          </p:cNvCxnSpPr>
          <p:nvPr/>
        </p:nvCxnSpPr>
        <p:spPr>
          <a:xfrm flipH="1">
            <a:off x="11202206" y="3206031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4458DE5-B051-4B7C-B744-CABB4CAFDD8F}"/>
              </a:ext>
            </a:extLst>
          </p:cNvPr>
          <p:cNvSpPr/>
          <p:nvPr/>
        </p:nvSpPr>
        <p:spPr>
          <a:xfrm>
            <a:off x="3921615" y="394245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016EF91-8678-4F6B-8902-9BF1041FDDA8}"/>
              </a:ext>
            </a:extLst>
          </p:cNvPr>
          <p:cNvSpPr/>
          <p:nvPr/>
        </p:nvSpPr>
        <p:spPr>
          <a:xfrm>
            <a:off x="4987264" y="2947158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1DD4BE-6424-4D2D-A358-8FBF28962056}"/>
              </a:ext>
            </a:extLst>
          </p:cNvPr>
          <p:cNvSpPr/>
          <p:nvPr/>
        </p:nvSpPr>
        <p:spPr>
          <a:xfrm>
            <a:off x="5079096" y="4813194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1F3DC5-3437-4F98-9E3E-3BED63737FB6}"/>
              </a:ext>
            </a:extLst>
          </p:cNvPr>
          <p:cNvSpPr/>
          <p:nvPr/>
        </p:nvSpPr>
        <p:spPr>
          <a:xfrm>
            <a:off x="10883744" y="303236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23299CF-7C1B-4646-9DDC-D0C9BFC1B789}"/>
              </a:ext>
            </a:extLst>
          </p:cNvPr>
          <p:cNvCxnSpPr>
            <a:stCxn id="11" idx="6"/>
            <a:endCxn id="19" idx="2"/>
          </p:cNvCxnSpPr>
          <p:nvPr/>
        </p:nvCxnSpPr>
        <p:spPr>
          <a:xfrm flipV="1">
            <a:off x="5657468" y="4995717"/>
            <a:ext cx="1867739" cy="162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7C128D6-2DA1-43DA-9CB7-C55E3A4A39FA}"/>
              </a:ext>
            </a:extLst>
          </p:cNvPr>
          <p:cNvSpPr/>
          <p:nvPr/>
        </p:nvSpPr>
        <p:spPr>
          <a:xfrm>
            <a:off x="7525207" y="480679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7EB477-B7DE-4D50-A595-DD79C2572DAD}"/>
              </a:ext>
            </a:extLst>
          </p:cNvPr>
          <p:cNvSpPr/>
          <p:nvPr/>
        </p:nvSpPr>
        <p:spPr>
          <a:xfrm>
            <a:off x="9285333" y="400470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59C20A4-BEC7-4D5F-AA2C-7940E2E0FC75}"/>
              </a:ext>
            </a:extLst>
          </p:cNvPr>
          <p:cNvSpPr/>
          <p:nvPr/>
        </p:nvSpPr>
        <p:spPr>
          <a:xfrm>
            <a:off x="4594063" y="3513786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E914820-2D0D-49B3-8C1A-521CC521BD52}"/>
              </a:ext>
            </a:extLst>
          </p:cNvPr>
          <p:cNvSpPr/>
          <p:nvPr/>
        </p:nvSpPr>
        <p:spPr>
          <a:xfrm>
            <a:off x="4587759" y="4474431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17277C-FE65-4943-8411-F6119F92925C}"/>
              </a:ext>
            </a:extLst>
          </p:cNvPr>
          <p:cNvSpPr/>
          <p:nvPr/>
        </p:nvSpPr>
        <p:spPr>
          <a:xfrm>
            <a:off x="6209596" y="3750556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6E018C4-6EEB-463A-B9B8-1D5F475B7923}"/>
              </a:ext>
            </a:extLst>
          </p:cNvPr>
          <p:cNvSpPr/>
          <p:nvPr/>
        </p:nvSpPr>
        <p:spPr>
          <a:xfrm>
            <a:off x="6418794" y="4813194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F641BE9-6743-428E-B4C2-9303FA6D2E58}"/>
              </a:ext>
            </a:extLst>
          </p:cNvPr>
          <p:cNvSpPr/>
          <p:nvPr/>
        </p:nvSpPr>
        <p:spPr>
          <a:xfrm>
            <a:off x="7558511" y="439550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6F44AE2-E755-45EF-8435-C5A4D6DD6434}"/>
              </a:ext>
            </a:extLst>
          </p:cNvPr>
          <p:cNvSpPr/>
          <p:nvPr/>
        </p:nvSpPr>
        <p:spPr>
          <a:xfrm>
            <a:off x="7724842" y="3008607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BA7F257-05BD-4BC4-BF13-F6FC2493FBC4}"/>
              </a:ext>
            </a:extLst>
          </p:cNvPr>
          <p:cNvSpPr/>
          <p:nvPr/>
        </p:nvSpPr>
        <p:spPr>
          <a:xfrm>
            <a:off x="5176635" y="312872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444B7AA-8BFD-4A51-BE1E-FA6D79310DF4}"/>
              </a:ext>
            </a:extLst>
          </p:cNvPr>
          <p:cNvSpPr/>
          <p:nvPr/>
        </p:nvSpPr>
        <p:spPr>
          <a:xfrm>
            <a:off x="5272427" y="496245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A7B3569-7CF7-416F-9105-4BA65A9C6CD6}"/>
              </a:ext>
            </a:extLst>
          </p:cNvPr>
          <p:cNvSpPr/>
          <p:nvPr/>
        </p:nvSpPr>
        <p:spPr>
          <a:xfrm>
            <a:off x="11087729" y="3116735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4ABEA5E-6E17-4435-B398-1ECE03C94298}"/>
              </a:ext>
            </a:extLst>
          </p:cNvPr>
          <p:cNvSpPr/>
          <p:nvPr/>
        </p:nvSpPr>
        <p:spPr>
          <a:xfrm>
            <a:off x="7725048" y="4905210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53FBD43-AAB9-4068-8FB9-72C53CEDD919}"/>
              </a:ext>
            </a:extLst>
          </p:cNvPr>
          <p:cNvSpPr/>
          <p:nvPr/>
        </p:nvSpPr>
        <p:spPr>
          <a:xfrm>
            <a:off x="7732670" y="4667085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6519A2E-DB9A-4D27-B281-0732475D6849}"/>
              </a:ext>
            </a:extLst>
          </p:cNvPr>
          <p:cNvSpPr/>
          <p:nvPr/>
        </p:nvSpPr>
        <p:spPr>
          <a:xfrm>
            <a:off x="11116798" y="286928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E03D520-D893-457D-AAE9-A275E0ED2886}"/>
              </a:ext>
            </a:extLst>
          </p:cNvPr>
          <p:cNvSpPr/>
          <p:nvPr/>
        </p:nvSpPr>
        <p:spPr>
          <a:xfrm>
            <a:off x="5255804" y="4719123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27EB019-D1E0-4B7C-AF15-88585F9E1E9E}"/>
              </a:ext>
            </a:extLst>
          </p:cNvPr>
          <p:cNvSpPr/>
          <p:nvPr/>
        </p:nvSpPr>
        <p:spPr>
          <a:xfrm>
            <a:off x="5178076" y="2900406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5291D3E-7309-4182-894E-A218EE8B8639}"/>
              </a:ext>
            </a:extLst>
          </p:cNvPr>
          <p:cNvSpPr/>
          <p:nvPr/>
        </p:nvSpPr>
        <p:spPr>
          <a:xfrm>
            <a:off x="4111535" y="3809402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E7B9D60-7667-4C8F-9B6A-2F2D10264402}"/>
              </a:ext>
            </a:extLst>
          </p:cNvPr>
          <p:cNvSpPr/>
          <p:nvPr/>
        </p:nvSpPr>
        <p:spPr>
          <a:xfrm>
            <a:off x="4160345" y="404279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70B27F0-EDAC-401F-93DD-01C01DE63F96}"/>
              </a:ext>
            </a:extLst>
          </p:cNvPr>
          <p:cNvSpPr/>
          <p:nvPr/>
        </p:nvSpPr>
        <p:spPr>
          <a:xfrm>
            <a:off x="4699676" y="2560871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3D1420D-9806-4772-841A-FD8C6AC7EF11}"/>
              </a:ext>
            </a:extLst>
          </p:cNvPr>
          <p:cNvSpPr/>
          <p:nvPr/>
        </p:nvSpPr>
        <p:spPr>
          <a:xfrm>
            <a:off x="10661929" y="2543774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3BB9C3E-F4F9-4FD8-81B2-F0E011640358}"/>
              </a:ext>
            </a:extLst>
          </p:cNvPr>
          <p:cNvSpPr/>
          <p:nvPr/>
        </p:nvSpPr>
        <p:spPr>
          <a:xfrm>
            <a:off x="4813033" y="5245712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1A08908-9737-4584-97FA-0446B5A5A085}"/>
              </a:ext>
            </a:extLst>
          </p:cNvPr>
          <p:cNvSpPr/>
          <p:nvPr/>
        </p:nvSpPr>
        <p:spPr>
          <a:xfrm>
            <a:off x="7272355" y="5267293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8AB158D-A49B-4997-9AC9-1959A8F8007F}"/>
              </a:ext>
            </a:extLst>
          </p:cNvPr>
          <p:cNvSpPr/>
          <p:nvPr/>
        </p:nvSpPr>
        <p:spPr>
          <a:xfrm>
            <a:off x="3614406" y="4306261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20841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9D27-C323-440E-9B2B-E2AAA4BF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9620C-9CFC-4766-B2E8-360A48C00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2"/>
            </a:pPr>
            <a:r>
              <a:rPr lang="en-US" dirty="0"/>
              <a:t>Determine the critical path and find the Earliest Start (ES), Earliest Finish (EF), Latest Start (LS), and Latest Finish (LF) Time. [10 Marks]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45F76-29F3-4972-A5FA-48D70B1E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F149A-10EF-440D-B8A8-1950DE3F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53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859722-D548-437D-85E1-0738EA5B015F}"/>
              </a:ext>
            </a:extLst>
          </p:cNvPr>
          <p:cNvSpPr/>
          <p:nvPr/>
        </p:nvSpPr>
        <p:spPr>
          <a:xfrm>
            <a:off x="1529585" y="3429000"/>
            <a:ext cx="34427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= 1 – 2 – 5   </a:t>
            </a:r>
            <a:endParaRPr lang="LID4096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3949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8F97-654C-4A90-A4F8-791E25C3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1D803E-EC0B-4F29-8330-7A09B1212C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728415"/>
              </p:ext>
            </p:extLst>
          </p:nvPr>
        </p:nvGraphicFramePr>
        <p:xfrm>
          <a:off x="962304" y="2464947"/>
          <a:ext cx="382651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27">
                  <a:extLst>
                    <a:ext uri="{9D8B030D-6E8A-4147-A177-3AD203B41FA5}">
                      <a16:colId xmlns:a16="http://schemas.microsoft.com/office/drawing/2014/main" val="1512541129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1055802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(ES + 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76004-EDD9-4EC3-99AF-47269C70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304" y="638289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0BB7E-88CF-4083-A31F-066B2A80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54</a:t>
            </a:fld>
            <a:endParaRPr lang="LID4096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B95158-B623-46CC-A677-F537E7166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7140852"/>
              </p:ext>
            </p:extLst>
          </p:nvPr>
        </p:nvGraphicFramePr>
        <p:xfrm>
          <a:off x="5128793" y="2464947"/>
          <a:ext cx="382651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27">
                  <a:extLst>
                    <a:ext uri="{9D8B030D-6E8A-4147-A177-3AD203B41FA5}">
                      <a16:colId xmlns:a16="http://schemas.microsoft.com/office/drawing/2014/main" val="1512541129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1055802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(LF - 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42FF3F88-C02E-4507-BD78-50669B923D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0459598"/>
              </p:ext>
            </p:extLst>
          </p:nvPr>
        </p:nvGraphicFramePr>
        <p:xfrm>
          <a:off x="9280688" y="2464947"/>
          <a:ext cx="194900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48785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961534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(LS - ES)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4905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4FD3-0AB0-419F-82F5-DD604F3D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2A810-AC15-43D5-8D7F-36D18DD8E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4"/>
            </a:pPr>
            <a:r>
              <a:rPr lang="en-US" dirty="0"/>
              <a:t>Calculate the Total Float (TF), Free Float (FF), Independent Float (IND F), and the Interfering Float (INT F). [10 Marks]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51530-AFA6-4B58-A3F9-20D19EB9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510B3-7A1F-43C7-A771-F6022C72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3248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6415-536F-4A33-AA8E-66365CC7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A098CCF-5D70-4361-9AAE-8AA14E0BF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239239"/>
              </p:ext>
            </p:extLst>
          </p:nvPr>
        </p:nvGraphicFramePr>
        <p:xfrm>
          <a:off x="3384590" y="2557621"/>
          <a:ext cx="541964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740">
                  <a:extLst>
                    <a:ext uri="{9D8B030D-6E8A-4147-A177-3AD203B41FA5}">
                      <a16:colId xmlns:a16="http://schemas.microsoft.com/office/drawing/2014/main" val="3657819466"/>
                    </a:ext>
                  </a:extLst>
                </a:gridCol>
                <a:gridCol w="443059">
                  <a:extLst>
                    <a:ext uri="{9D8B030D-6E8A-4147-A177-3AD203B41FA5}">
                      <a16:colId xmlns:a16="http://schemas.microsoft.com/office/drawing/2014/main" val="3164874566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95882201"/>
                    </a:ext>
                  </a:extLst>
                </a:gridCol>
                <a:gridCol w="471341">
                  <a:extLst>
                    <a:ext uri="{9D8B030D-6E8A-4147-A177-3AD203B41FA5}">
                      <a16:colId xmlns:a16="http://schemas.microsoft.com/office/drawing/2014/main" val="3443212205"/>
                    </a:ext>
                  </a:extLst>
                </a:gridCol>
                <a:gridCol w="1027521">
                  <a:extLst>
                    <a:ext uri="{9D8B030D-6E8A-4147-A177-3AD203B41FA5}">
                      <a16:colId xmlns:a16="http://schemas.microsoft.com/office/drawing/2014/main" val="1328624491"/>
                    </a:ext>
                  </a:extLst>
                </a:gridCol>
                <a:gridCol w="970961">
                  <a:extLst>
                    <a:ext uri="{9D8B030D-6E8A-4147-A177-3AD203B41FA5}">
                      <a16:colId xmlns:a16="http://schemas.microsoft.com/office/drawing/2014/main" val="1502003886"/>
                    </a:ext>
                  </a:extLst>
                </a:gridCol>
                <a:gridCol w="1027522">
                  <a:extLst>
                    <a:ext uri="{9D8B030D-6E8A-4147-A177-3AD203B41FA5}">
                      <a16:colId xmlns:a16="http://schemas.microsoft.com/office/drawing/2014/main" val="130799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(TF – H)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 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(FF – T)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 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(TF – FF)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723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6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069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860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796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06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3097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2ABE0-BE7E-4E55-AB78-7EEEE011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1" y="6239482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BDF17-0748-4027-AD8C-FC3CBBCA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17590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E480-4A9A-44FD-B958-5CB7CA26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4EB5B-14C2-4E9E-B35C-104A587B71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Question four [25 Marks]</a:t>
            </a:r>
          </a:p>
          <a:p>
            <a:pPr marL="0" indent="0">
              <a:buNone/>
            </a:pPr>
            <a:r>
              <a:rPr lang="en-US" dirty="0"/>
              <a:t>The following have been given for your convenient as an IT Manager in charge of all ICT work related project.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D72B71-71A5-4F0E-9C67-E67C871AF2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EBA0D-D2A2-4E3F-976C-0A278C5D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6D8F0-93AB-408E-984C-C1291C43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7761" y="6347875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57</a:t>
            </a:fld>
            <a:endParaRPr lang="LID4096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12D752-8B97-451D-B306-0C57F365A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52406"/>
              </p:ext>
            </p:extLst>
          </p:nvPr>
        </p:nvGraphicFramePr>
        <p:xfrm>
          <a:off x="6655245" y="2233662"/>
          <a:ext cx="488308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656">
                  <a:extLst>
                    <a:ext uri="{9D8B030D-6E8A-4147-A177-3AD203B41FA5}">
                      <a16:colId xmlns:a16="http://schemas.microsoft.com/office/drawing/2014/main" val="4133946612"/>
                    </a:ext>
                  </a:extLst>
                </a:gridCol>
                <a:gridCol w="1168923">
                  <a:extLst>
                    <a:ext uri="{9D8B030D-6E8A-4147-A177-3AD203B41FA5}">
                      <a16:colId xmlns:a16="http://schemas.microsoft.com/office/drawing/2014/main" val="2380117571"/>
                    </a:ext>
                  </a:extLst>
                </a:gridCol>
                <a:gridCol w="1319753">
                  <a:extLst>
                    <a:ext uri="{9D8B030D-6E8A-4147-A177-3AD203B41FA5}">
                      <a16:colId xmlns:a16="http://schemas.microsoft.com/office/drawing/2014/main" val="1749997764"/>
                    </a:ext>
                  </a:extLst>
                </a:gridCol>
                <a:gridCol w="1319752">
                  <a:extLst>
                    <a:ext uri="{9D8B030D-6E8A-4147-A177-3AD203B41FA5}">
                      <a16:colId xmlns:a16="http://schemas.microsoft.com/office/drawing/2014/main" val="1490675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Optimistic (O or to)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Pessimistic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(P or tp)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Most Likely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(M or tm)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996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81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0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025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62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26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51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03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–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372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 –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4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9646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1FF8-DAD0-4532-BA69-136016E7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C466C-7A86-4504-8683-D886108EF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en-US" dirty="0"/>
              <a:t>Draw the corresponding network diagram.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D5D28-68D1-475A-9D2E-BB03E012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5D522-EC3B-4356-9E36-16F1AEA0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58</a:t>
            </a:fld>
            <a:endParaRPr lang="LID4096" dirty="0"/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72E7F944-1584-4145-BD28-4A162E703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085" y="2950358"/>
            <a:ext cx="6884123" cy="284084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44D0576B-30FE-4187-A2A7-4F731874E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567" y="2673502"/>
            <a:ext cx="834937" cy="36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603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3439-36C0-482F-AD03-1271A8F1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65409-879B-410A-950E-B1D6CA26FF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lphaLcParenR" startAt="2"/>
            </a:pPr>
            <a:r>
              <a:rPr lang="en-US" dirty="0"/>
              <a:t>Compute the expected duration for each activity. [5 Marks]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7CBD93-61C7-4E01-AADD-ADAC0B021C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C157F-AD5F-42A5-A600-F2495CD3D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F203F-6504-4A5E-A09F-746BEB3A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248400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59</a:t>
            </a:fld>
            <a:endParaRPr lang="LID4096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B186A2-CAD5-4F1D-A008-FF11DF3D9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446831"/>
              </p:ext>
            </p:extLst>
          </p:nvPr>
        </p:nvGraphicFramePr>
        <p:xfrm>
          <a:off x="6694024" y="2357436"/>
          <a:ext cx="39678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033">
                  <a:extLst>
                    <a:ext uri="{9D8B030D-6E8A-4147-A177-3AD203B41FA5}">
                      <a16:colId xmlns:a16="http://schemas.microsoft.com/office/drawing/2014/main" val="2201911990"/>
                    </a:ext>
                  </a:extLst>
                </a:gridCol>
                <a:gridCol w="2619808">
                  <a:extLst>
                    <a:ext uri="{9D8B030D-6E8A-4147-A177-3AD203B41FA5}">
                      <a16:colId xmlns:a16="http://schemas.microsoft.com/office/drawing/2014/main" val="3033722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4tm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 = to + 4tm + tp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915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4(6) = 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(3 + 24 + 15) / 6 =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791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(2 + 20 + 14) / 6 =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6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4(12) = 48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(6 + 48 + 30) / 6 = 14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(2 + 20 + 8) / 6 =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5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4(11) = 44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(5 + 44 + 17) / 6 = 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98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4(6) = 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(3 + 24 + 15) / 6 =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556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4(9) = 36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(3 + 36 + 27) / 6 = 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43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4(4) = 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(1 + 16 + 7) / 6 =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59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(2 + 20 + 8) / 6 =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937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3979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6368-47EC-4962-BC0D-8FF9A358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E728E-E2A3-4D82-90DB-BDBF6D3C24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lphaLcParenR" startAt="3"/>
            </a:pPr>
            <a:r>
              <a:rPr lang="en-US" dirty="0"/>
              <a:t>Calculate the expected variance of each activity. [5 Marks]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A7C14B9-8CDE-4AAE-8FF5-FE726206E06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97946252"/>
              </p:ext>
            </p:extLst>
          </p:nvPr>
        </p:nvGraphicFramePr>
        <p:xfrm>
          <a:off x="7037428" y="2366642"/>
          <a:ext cx="179109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1092">
                  <a:extLst>
                    <a:ext uri="{9D8B030D-6E8A-4147-A177-3AD203B41FA5}">
                      <a16:colId xmlns:a16="http://schemas.microsoft.com/office/drawing/2014/main" val="2118023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σ = (tp – to) / 6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809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(15 – 3) / 6 =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392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(14 – 2) / 6 =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61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(30 – 6) / 6 =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20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(8 – 2) / 6 =  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32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(17 – 5) / 6 =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00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(15 – 3) / 6 =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999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(27 – 3) / 6 =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317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(7 – 1) / 6 = 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341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(8 – 2) / 6 = 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53025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57E83-E7D8-4A21-BD62-8B4A8F3D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E040D-F829-4E0A-B4FE-9696E115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60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66841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96B96-825E-483A-B008-EFBA6262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BF182-61DA-4107-AF50-A9062E34AA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lphaLcParenR" startAt="4"/>
            </a:pPr>
            <a:r>
              <a:rPr lang="en-US" dirty="0"/>
              <a:t>Determine the expected critical path variance. [5 Marks]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E418E-35BB-418D-AF9B-C30F6FD32E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AutoNum type="alphaLcParenR" startAt="5"/>
            </a:pPr>
            <a:r>
              <a:rPr lang="en-US" dirty="0"/>
              <a:t>Compute the standard deviation of each activity. [5 Marks]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D9877-8319-4813-AC1C-9CDA7F566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FFFA6-77C5-421A-9C23-A2C1AA0A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4750" y="6446519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61</a:t>
            </a:fld>
            <a:endParaRPr lang="LID409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100F6-8288-4084-950D-B72BA302EC02}"/>
              </a:ext>
            </a:extLst>
          </p:cNvPr>
          <p:cNvSpPr/>
          <p:nvPr/>
        </p:nvSpPr>
        <p:spPr>
          <a:xfrm>
            <a:off x="1572257" y="3429000"/>
            <a:ext cx="34427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= 1 – 4 – 7   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C6A155-801A-4ADC-844B-9CEEE23A62CE}"/>
              </a:ext>
            </a:extLst>
          </p:cNvPr>
          <p:cNvSpPr/>
          <p:nvPr/>
        </p:nvSpPr>
        <p:spPr>
          <a:xfrm>
            <a:off x="1572257" y="3982740"/>
            <a:ext cx="364330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Variance = 16 + 16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= 32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F39F1F-D4AA-443D-BC5F-072E965D9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595104"/>
              </p:ext>
            </p:extLst>
          </p:nvPr>
        </p:nvGraphicFramePr>
        <p:xfrm>
          <a:off x="10136853" y="2798762"/>
          <a:ext cx="136441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4416">
                  <a:extLst>
                    <a:ext uri="{9D8B030D-6E8A-4147-A177-3AD203B41FA5}">
                      <a16:colId xmlns:a16="http://schemas.microsoft.com/office/drawing/2014/main" val="2269853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σ²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615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15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880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66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948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33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148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78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61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882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826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6468</TotalTime>
  <Words>6638</Words>
  <Application>Microsoft Office PowerPoint</Application>
  <PresentationFormat>Widescreen</PresentationFormat>
  <Paragraphs>2401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Arial</vt:lpstr>
      <vt:lpstr>Calibri</vt:lpstr>
      <vt:lpstr>Tw Cen MT</vt:lpstr>
      <vt:lpstr>Circuit</vt:lpstr>
      <vt:lpstr>PERT Chart</vt:lpstr>
      <vt:lpstr>Benefits of a PERT Chart</vt:lpstr>
      <vt:lpstr>Challenges of PERT Charts </vt:lpstr>
      <vt:lpstr> Software for developing PERT Charts</vt:lpstr>
      <vt:lpstr>PERT Chart Example 1</vt:lpstr>
      <vt:lpstr>PERT Chart Example 2</vt:lpstr>
      <vt:lpstr>PERT Chart Example 2</vt:lpstr>
      <vt:lpstr>Question</vt:lpstr>
      <vt:lpstr>PERT Chart Example 3</vt:lpstr>
      <vt:lpstr>PERT Chart Example 4</vt:lpstr>
      <vt:lpstr>PERT Chart</vt:lpstr>
      <vt:lpstr>TASK 1</vt:lpstr>
      <vt:lpstr>TASK 1 (Continues…)</vt:lpstr>
      <vt:lpstr>PERT CHART GUIDE</vt:lpstr>
      <vt:lpstr>Steps When Creating a PERT Chart</vt:lpstr>
      <vt:lpstr>Steps When Creating a PERT Chart (Continues…)</vt:lpstr>
      <vt:lpstr>Steps When Creating a PERT Chart (Continues…)</vt:lpstr>
      <vt:lpstr>Steps When Creating a PERT Chart (Continues…)</vt:lpstr>
      <vt:lpstr>Steps When Creating a PERT Chart (Continues…)</vt:lpstr>
      <vt:lpstr>Steps When Creating a PERT Chart (Continues…)</vt:lpstr>
      <vt:lpstr>Steps When Creating a PERT Chart (Continues…)</vt:lpstr>
      <vt:lpstr>EXAMPLE 5</vt:lpstr>
      <vt:lpstr>EXAMPLE 6</vt:lpstr>
      <vt:lpstr>TASK 3</vt:lpstr>
      <vt:lpstr>TASK 3 (CONTINUES…) – NETWORK DIAGRAM </vt:lpstr>
      <vt:lpstr>TASK 3 (CONTINUES…) – ES, EF, LF, LS &amp; TF</vt:lpstr>
      <vt:lpstr>TASK 3 (CONTINUES…) – FF, IND F &amp; INT F</vt:lpstr>
      <vt:lpstr>TASK 4 </vt:lpstr>
      <vt:lpstr>TASK 4 (CONTINUES…) – ES, EF, LF, LS &amp; TF</vt:lpstr>
      <vt:lpstr>TASK 4 (CONTINUES…) – FF, IND F &amp; INT F</vt:lpstr>
      <vt:lpstr>PowerPoint Presentation</vt:lpstr>
      <vt:lpstr>PowerPoint Presentation</vt:lpstr>
      <vt:lpstr>TASK 5</vt:lpstr>
      <vt:lpstr>TASK 5 (Continues…)</vt:lpstr>
      <vt:lpstr>PowerPoint Presentation</vt:lpstr>
      <vt:lpstr>PowerPoint Presentation</vt:lpstr>
      <vt:lpstr>TEST 2</vt:lpstr>
      <vt:lpstr>BINARY</vt:lpstr>
      <vt:lpstr>BINARY (Continues…)</vt:lpstr>
      <vt:lpstr>BINARY (Continues…)</vt:lpstr>
      <vt:lpstr>BINARY (Continues…)</vt:lpstr>
      <vt:lpstr>BINARY (Continues…)</vt:lpstr>
      <vt:lpstr>BINARY (Continues…)</vt:lpstr>
      <vt:lpstr>BINARY (Continues…)</vt:lpstr>
      <vt:lpstr>BINARY (Continues…)</vt:lpstr>
      <vt:lpstr>BINARY (Continues…)</vt:lpstr>
      <vt:lpstr>PERT Chart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VULNERABILITY ASSESSMENT</dc:title>
  <dc:creator>James Soko</dc:creator>
  <cp:lastModifiedBy>James Soko</cp:lastModifiedBy>
  <cp:revision>546</cp:revision>
  <dcterms:created xsi:type="dcterms:W3CDTF">2025-03-10T06:53:39Z</dcterms:created>
  <dcterms:modified xsi:type="dcterms:W3CDTF">2025-09-17T09:06:20Z</dcterms:modified>
</cp:coreProperties>
</file>