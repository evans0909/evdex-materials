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6" r:id="rId2"/>
    <p:sldId id="260" r:id="rId3"/>
    <p:sldId id="257" r:id="rId4"/>
    <p:sldId id="261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C178B-13F4-4D6D-A8AC-71112E148215}" type="datetimeFigureOut">
              <a:rPr lang="LID4096" smtClean="0"/>
              <a:t>03/04/2025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C0F2B-2324-491D-8086-C7B84E60DB7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0541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7AC0D0E-5D8C-4C1C-AB8F-7C07D95AA62D}" type="datetime1">
              <a:rPr lang="LID4096" smtClean="0"/>
              <a:t>03/04/2025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90956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47FDC-DB47-4582-B4F1-69217056A91D}" type="datetime1">
              <a:rPr lang="LID4096" smtClean="0"/>
              <a:t>03/04/2025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52868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7518D-5C43-4073-B9C7-5C69B39E1A1C}" type="datetime1">
              <a:rPr lang="LID4096" smtClean="0"/>
              <a:t>03/04/2025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2236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94AC4-C785-4FA7-82C8-1F2F5F6ECFBA}" type="datetime1">
              <a:rPr lang="LID4096" smtClean="0"/>
              <a:t>03/04/2025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269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93F9-A4F9-42FB-A448-4B2AE01A7CD2}" type="datetime1">
              <a:rPr lang="LID4096" smtClean="0"/>
              <a:t>03/04/2025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449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B82DE-34DD-41BB-B804-86F83AD89FA6}" type="datetime1">
              <a:rPr lang="LID4096" smtClean="0"/>
              <a:t>03/04/2025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7054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0E1AA-E183-43D3-B340-9D7EA5E3ED8E}" type="datetime1">
              <a:rPr lang="LID4096" smtClean="0"/>
              <a:t>03/04/2025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20546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BF325-B8DF-48FF-8F30-7565AAC14300}" type="datetime1">
              <a:rPr lang="LID4096" smtClean="0"/>
              <a:t>03/04/2025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5601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CFE8-DE5F-4ECD-B436-04C4546076C2}" type="datetime1">
              <a:rPr lang="LID4096" smtClean="0"/>
              <a:t>03/04/2025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9513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AFECC-2073-46C9-BCF6-EE7919DB5706}" type="datetime1">
              <a:rPr lang="LID4096" smtClean="0"/>
              <a:t>03/04/2025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30219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52A8-770E-49E5-A849-CC089152C774}" type="datetime1">
              <a:rPr lang="LID4096" smtClean="0"/>
              <a:t>03/04/2025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72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E9D44-BA5C-4932-9C00-CD6851D048C5}" type="datetime1">
              <a:rPr lang="LID4096" smtClean="0"/>
              <a:t>03/04/2025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0053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FE7E-4B57-4EB9-B039-42959F3C41B7}" type="datetime1">
              <a:rPr lang="LID4096" smtClean="0"/>
              <a:t>03/04/2025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826141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20A47-CCE0-4910-BC3E-00BBA1884F81}" type="datetime1">
              <a:rPr lang="LID4096" smtClean="0"/>
              <a:t>03/04/2025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403413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32E8-B85C-429B-B883-6B1F183B0770}" type="datetime1">
              <a:rPr lang="LID4096" smtClean="0"/>
              <a:t>03/04/2025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1703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768C9-192D-42CB-B17C-9B5D07609BF0}" type="datetime1">
              <a:rPr lang="LID4096" smtClean="0"/>
              <a:t>03/04/2025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4621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4DA52-0832-4789-8A67-6B4AE5F72D62}" type="datetime1">
              <a:rPr lang="LID4096" smtClean="0"/>
              <a:t>03/04/2025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6760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E7E3B-58F5-49CB-B5EC-8822A494E9AE}" type="datetime1">
              <a:rPr lang="LID4096" smtClean="0"/>
              <a:t>03/04/2025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0DFA2-D235-4E99-8792-72CB888CFA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11812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C50B-0F7A-4ADC-A581-0D5640C942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Removing a hard disk from a pc</a:t>
            </a:r>
            <a:endParaRPr lang="LID4096" sz="7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2883E-66DC-499E-89D9-F52EF1290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375956"/>
            <a:ext cx="8791575" cy="1655762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/>
              <a:t>HDD &amp; SSD</a:t>
            </a:r>
            <a:endParaRPr lang="LID4096" sz="7200" b="1" dirty="0"/>
          </a:p>
        </p:txBody>
      </p:sp>
    </p:spTree>
    <p:extLst>
      <p:ext uri="{BB962C8B-B14F-4D97-AF65-F5344CB8AC3E}">
        <p14:creationId xmlns:p14="http://schemas.microsoft.com/office/powerpoint/2010/main" val="3731129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701BC-23A1-4C19-A9AB-09C3DE5BB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400" b="1" dirty="0"/>
              <a:t>How to remove a hard drive </a:t>
            </a:r>
            <a:endParaRPr lang="LID4096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2AA3B-7336-491D-B821-66D8D631C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459694"/>
            <a:ext cx="9905999" cy="354171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4000" dirty="0"/>
              <a:t> Power Off &amp; Unplug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dirty="0"/>
              <a:t> Remove the Battery (If Removable)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dirty="0"/>
              <a:t> Flip the laptop over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dirty="0"/>
              <a:t> Unscrew and carefully remove the panel</a:t>
            </a:r>
            <a:endParaRPr lang="LID4096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3500B-4E2D-4702-A4DA-4AD1D2546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A00F7-9411-493C-832A-E42CA7E5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07045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65D55C-6839-4DB0-AB0F-F80780D283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132086" y="-785121"/>
            <a:ext cx="5108028" cy="7567450"/>
          </a:xfr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D76F6D-71CF-4B3F-BD85-B0C1DA425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57A82C-110A-4A7B-AF38-ED387014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3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10F57-B329-480C-A98E-AF1580089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400" b="1" dirty="0"/>
              <a:t>How to remove a hard drive  (Continues…)</a:t>
            </a:r>
            <a:endParaRPr lang="LID4096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B755D-B5A1-428E-9016-E22F62FBD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438673"/>
            <a:ext cx="9905999" cy="3541714"/>
          </a:xfrm>
        </p:spPr>
        <p:txBody>
          <a:bodyPr>
            <a:normAutofit/>
          </a:bodyPr>
          <a:lstStyle/>
          <a:p>
            <a:pPr marL="457200" indent="-457200">
              <a:buAutoNum type="arabicPeriod" startAt="5"/>
            </a:pPr>
            <a:r>
              <a:rPr lang="en-US" sz="4400" dirty="0"/>
              <a:t> Locate the Hard Drive</a:t>
            </a:r>
          </a:p>
          <a:p>
            <a:pPr marL="457200" indent="-457200">
              <a:buAutoNum type="arabicPeriod" startAt="5"/>
            </a:pPr>
            <a:r>
              <a:rPr lang="en-US" sz="4400" dirty="0"/>
              <a:t> Disconnect the Drive</a:t>
            </a:r>
          </a:p>
          <a:p>
            <a:pPr marL="457200" indent="-457200">
              <a:buAutoNum type="arabicPeriod" startAt="5"/>
            </a:pPr>
            <a:r>
              <a:rPr lang="en-US" sz="4400" dirty="0"/>
              <a:t> Remove the Screws &amp; Slide Out the Drive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2D7A5-1437-43DB-B35F-F5D25498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CFD02-5E2A-4CB3-80C1-A14E7B86F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034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81F5BD-6FFA-411B-8486-55F75923D9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132" y="113114"/>
            <a:ext cx="7336220" cy="5616794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34FE6-887E-40EE-AB7A-4779D529E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2A62E-700C-4C2F-8FD2-093321162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38052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5AE6D7-5A16-457E-8526-09F3DF314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7EEE36-4F0C-42BA-B3C6-B807A967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6</a:t>
            </a:fld>
            <a:endParaRPr lang="LID4096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A6F536-9135-415B-BFE4-D5E322C75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55245">
            <a:off x="3132556" y="1186043"/>
            <a:ext cx="6383233" cy="408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809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39F3EFF-86ED-4AA0-9854-E3D405FBA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800" b="1" dirty="0"/>
              <a:t>UP NEXT…</a:t>
            </a:r>
            <a:endParaRPr lang="LID4096" sz="8800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CCACBE-1D85-432C-BE6C-8DCA8DF67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CREATING A FORENSIC IMAGE </a:t>
            </a:r>
            <a:endParaRPr lang="LID4096" sz="28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8AB43-5515-4A2B-AD93-3001132DC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GROUP 2 ℗ KAPASA MAKASA UNIVERSITY | PREPARED BY JAMES SOKO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70E7A-FA51-47CB-B3CC-D9E7AB06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DFA2-D235-4E99-8792-72CB888CFABD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63619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91</TotalTime>
  <Words>153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Tw Cen MT</vt:lpstr>
      <vt:lpstr>Circuit</vt:lpstr>
      <vt:lpstr>Removing a hard disk from a pc</vt:lpstr>
      <vt:lpstr>How to remove a hard drive </vt:lpstr>
      <vt:lpstr>PowerPoint Presentation</vt:lpstr>
      <vt:lpstr>How to remove a hard drive  (Continues…)</vt:lpstr>
      <vt:lpstr>PowerPoint Presentation</vt:lpstr>
      <vt:lpstr>PowerPoint Presentation</vt:lpstr>
      <vt:lpstr>UP NEXT…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RECOVERY </dc:title>
  <dc:creator>James Soko</dc:creator>
  <cp:lastModifiedBy>James Soko</cp:lastModifiedBy>
  <cp:revision>4</cp:revision>
  <dcterms:created xsi:type="dcterms:W3CDTF">2025-03-04T09:29:09Z</dcterms:created>
  <dcterms:modified xsi:type="dcterms:W3CDTF">2025-03-04T11:00:37Z</dcterms:modified>
</cp:coreProperties>
</file>