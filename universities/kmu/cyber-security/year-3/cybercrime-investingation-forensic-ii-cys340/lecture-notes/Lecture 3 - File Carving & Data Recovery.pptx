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320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3" r:id="rId58"/>
    <p:sldId id="314" r:id="rId59"/>
    <p:sldId id="315" r:id="rId60"/>
    <p:sldId id="316" r:id="rId61"/>
    <p:sldId id="317" r:id="rId62"/>
    <p:sldId id="318" r:id="rId63"/>
    <p:sldId id="319" r:id="rId6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17259"/>
            <a:ext cx="9144000" cy="10375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435861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9144000" y="0"/>
                </a:moveTo>
                <a:lnTo>
                  <a:pt x="0" y="0"/>
                </a:lnTo>
                <a:lnTo>
                  <a:pt x="0" y="45720"/>
                </a:lnTo>
                <a:lnTo>
                  <a:pt x="9144000" y="4572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1433830"/>
          </a:xfrm>
          <a:custGeom>
            <a:avLst/>
            <a:gdLst/>
            <a:ahLst/>
            <a:cxnLst/>
            <a:rect l="l" t="t" r="r" b="b"/>
            <a:pathLst>
              <a:path w="9144000" h="1433830">
                <a:moveTo>
                  <a:pt x="9144000" y="0"/>
                </a:moveTo>
                <a:lnTo>
                  <a:pt x="0" y="0"/>
                </a:lnTo>
                <a:lnTo>
                  <a:pt x="0" y="1433703"/>
                </a:lnTo>
                <a:lnTo>
                  <a:pt x="9144000" y="1433703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237" y="1828241"/>
            <a:ext cx="790752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9057" y="2803906"/>
            <a:ext cx="7945884" cy="3440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6.jp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eek.com/news/" TargetMode="External"/><Relationship Id="rId3" Type="http://schemas.openxmlformats.org/officeDocument/2006/relationships/hyperlink" Target="http://www.geocities.com/spezzin_grazer/ca" TargetMode="External"/><Relationship Id="rId7" Type="http://schemas.openxmlformats.org/officeDocument/2006/relationships/hyperlink" Target="http://www.softwareshelf.com/" TargetMode="Externa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www.executivesoftware.com/" TargetMode="External"/><Relationship Id="rId5" Type="http://schemas.openxmlformats.org/officeDocument/2006/relationships/hyperlink" Target="http://sfgate.com/" TargetMode="External"/><Relationship Id="rId10" Type="http://schemas.openxmlformats.org/officeDocument/2006/relationships/hyperlink" Target="http://www.compdisk.com/" TargetMode="External"/><Relationship Id="rId4" Type="http://schemas.openxmlformats.org/officeDocument/2006/relationships/hyperlink" Target="http://www.cs.auckland.ac.nz/~pgut001/pubs/secure_del.html" TargetMode="External"/><Relationship Id="rId9" Type="http://schemas.openxmlformats.org/officeDocument/2006/relationships/hyperlink" Target="http://www.slashdot.com/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24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5880"/>
            </a:xfrm>
            <a:custGeom>
              <a:avLst/>
              <a:gdLst/>
              <a:ahLst/>
              <a:cxnLst/>
              <a:rect l="l" t="t" r="r" b="b"/>
              <a:pathLst>
                <a:path w="9144000" h="5135880">
                  <a:moveTo>
                    <a:pt x="9144000" y="0"/>
                  </a:moveTo>
                  <a:lnTo>
                    <a:pt x="0" y="0"/>
                  </a:lnTo>
                  <a:lnTo>
                    <a:pt x="0" y="5135372"/>
                  </a:lnTo>
                  <a:lnTo>
                    <a:pt x="9144000" y="513537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105399"/>
              <a:ext cx="9144000" cy="112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8386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43400" y="3465573"/>
            <a:ext cx="4186426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solidFill>
                  <a:schemeClr val="bg1"/>
                </a:solidFill>
                <a:latin typeface="Tahoma"/>
                <a:cs typeface="Tahoma"/>
              </a:rPr>
              <a:t>NGOSA GATHAM</a:t>
            </a:r>
            <a:br>
              <a:rPr lang="en-US" sz="2000" dirty="0" smtClean="0">
                <a:solidFill>
                  <a:schemeClr val="bg1"/>
                </a:solidFill>
                <a:latin typeface="Tahoma"/>
                <a:cs typeface="Tahoma"/>
              </a:rPr>
            </a:br>
            <a:r>
              <a:rPr lang="en-US" sz="2000" dirty="0" smtClean="0">
                <a:solidFill>
                  <a:schemeClr val="bg1"/>
                </a:solidFill>
                <a:latin typeface="Tahoma"/>
                <a:cs typeface="Tahoma"/>
              </a:rPr>
              <a:t>Master Cyber Security</a:t>
            </a:r>
            <a:br>
              <a:rPr lang="en-US" sz="2000" dirty="0" smtClean="0">
                <a:solidFill>
                  <a:schemeClr val="bg1"/>
                </a:solidFill>
                <a:latin typeface="Tahoma"/>
                <a:cs typeface="Tahoma"/>
              </a:rPr>
            </a:br>
            <a:r>
              <a:rPr lang="en-US" sz="2000" dirty="0" smtClean="0">
                <a:solidFill>
                  <a:schemeClr val="bg1"/>
                </a:solidFill>
                <a:latin typeface="Tahoma"/>
                <a:cs typeface="Tahoma"/>
              </a:rPr>
              <a:t>Master Computer Science (India)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219200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FFC000"/>
                </a:solidFill>
                <a:latin typeface="Elephant" panose="02020904090505020303" pitchFamily="18" charset="0"/>
              </a:rPr>
              <a:t>FILE CARVING AND DATA RECOVERY.</a:t>
            </a:r>
            <a:endParaRPr lang="en-US" sz="3600" dirty="0">
              <a:solidFill>
                <a:srgbClr val="FFC000"/>
              </a:solidFill>
              <a:latin typeface="Elephant" panose="020209040905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163" y="565404"/>
            <a:ext cx="3401568" cy="419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79473"/>
            <a:ext cx="7539355" cy="44653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32105" marR="31115" indent="-320040">
              <a:lnSpc>
                <a:spcPts val="3460"/>
              </a:lnSpc>
              <a:spcBef>
                <a:spcPts val="53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70" dirty="0">
                <a:latin typeface="Tahoma"/>
                <a:cs typeface="Tahoma"/>
              </a:rPr>
              <a:t>Computer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data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information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processed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or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stored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by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ahoma"/>
                <a:cs typeface="Tahoma"/>
              </a:rPr>
              <a:t>a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computer.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0AC00"/>
              </a:buClr>
              <a:buFont typeface="DejaVu Sans"/>
              <a:buChar char="◾"/>
            </a:pPr>
            <a:endParaRPr sz="2800">
              <a:latin typeface="Tahoma"/>
              <a:cs typeface="Tahoma"/>
            </a:endParaRPr>
          </a:p>
          <a:p>
            <a:pPr marL="332105" marR="5080" indent="-320040">
              <a:lnSpc>
                <a:spcPct val="9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80" dirty="0">
                <a:latin typeface="Tahoma"/>
                <a:cs typeface="Tahoma"/>
              </a:rPr>
              <a:t>This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ahoma"/>
                <a:cs typeface="Tahoma"/>
              </a:rPr>
              <a:t>information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may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in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the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form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of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text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documents,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images,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audio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clips,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software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programs,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or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other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types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of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data.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0AC00"/>
              </a:buClr>
              <a:buFont typeface="DejaVu Sans"/>
              <a:buChar char="◾"/>
            </a:pPr>
            <a:endParaRPr sz="2900">
              <a:latin typeface="Tahoma"/>
              <a:cs typeface="Tahoma"/>
            </a:endParaRPr>
          </a:p>
          <a:p>
            <a:pPr marL="332105" marR="387350" indent="-320040" algn="just">
              <a:lnSpc>
                <a:spcPts val="3460"/>
              </a:lnSpc>
              <a:spcBef>
                <a:spcPts val="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70" dirty="0">
                <a:latin typeface="Tahoma"/>
                <a:cs typeface="Tahoma"/>
              </a:rPr>
              <a:t>Computer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data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ahoma"/>
                <a:cs typeface="Tahoma"/>
              </a:rPr>
              <a:t>may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ahoma"/>
                <a:cs typeface="Tahoma"/>
              </a:rPr>
              <a:t>be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processed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ahoma"/>
                <a:cs typeface="Tahoma"/>
              </a:rPr>
              <a:t>by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the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computer's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b="1" spc="-340" dirty="0">
                <a:latin typeface="Arial"/>
                <a:cs typeface="Arial"/>
              </a:rPr>
              <a:t>CPU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ahoma"/>
                <a:cs typeface="Tahoma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is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stored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in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files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and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b="1" spc="-180" dirty="0">
                <a:latin typeface="Arial"/>
                <a:cs typeface="Arial"/>
              </a:rPr>
              <a:t>folders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on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the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computer's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b="1" spc="-165" dirty="0">
                <a:latin typeface="Arial"/>
                <a:cs typeface="Arial"/>
              </a:rPr>
              <a:t>hard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Arial"/>
                <a:cs typeface="Arial"/>
              </a:rPr>
              <a:t>disk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163" y="565404"/>
            <a:ext cx="5766816" cy="5425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1037" y="1653286"/>
            <a:ext cx="836803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6535" marR="3352165" indent="-20447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200" dirty="0">
                <a:latin typeface="Tahoma"/>
                <a:cs typeface="Tahoma"/>
              </a:rPr>
              <a:t>It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the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process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of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salvaging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data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from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damaged,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failed,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corrupted,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or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inaccessible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secondary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storage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media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when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it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cannot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accessed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normally.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0AC00"/>
              </a:buClr>
              <a:buFont typeface="DejaVu Sans"/>
              <a:buChar char="◾"/>
            </a:pPr>
            <a:endParaRPr sz="3150">
              <a:latin typeface="Tahoma"/>
              <a:cs typeface="Tahoma"/>
            </a:endParaRPr>
          </a:p>
          <a:p>
            <a:pPr marL="332740" marR="5080" indent="-320040">
              <a:lnSpc>
                <a:spcPct val="100000"/>
              </a:lnSpc>
              <a:spcBef>
                <a:spcPts val="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105" dirty="0">
                <a:latin typeface="Tahoma"/>
                <a:cs typeface="Tahoma"/>
              </a:rPr>
              <a:t>Recovery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may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required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due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physical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ahoma"/>
                <a:cs typeface="Tahoma"/>
              </a:rPr>
              <a:t>damage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the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storage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device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or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logical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damage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the</a:t>
            </a:r>
            <a:r>
              <a:rPr sz="3200" spc="-18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file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system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2090" y="1700783"/>
            <a:ext cx="3839463" cy="35284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59308"/>
            <a:ext cx="7095744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79473"/>
            <a:ext cx="7866380" cy="44653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32105" marR="5080" indent="-320040">
              <a:lnSpc>
                <a:spcPts val="3460"/>
              </a:lnSpc>
              <a:spcBef>
                <a:spcPts val="53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55" dirty="0">
                <a:latin typeface="Tahoma"/>
                <a:cs typeface="Tahoma"/>
              </a:rPr>
              <a:t>Data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recovery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means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retrieving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lost,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ahoma"/>
                <a:cs typeface="Tahoma"/>
              </a:rPr>
              <a:t>deleted,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unusable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or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inaccessible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data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ahoma"/>
                <a:cs typeface="Tahoma"/>
              </a:rPr>
              <a:t>that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ahoma"/>
                <a:cs typeface="Tahoma"/>
              </a:rPr>
              <a:t>lost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for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various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reasons.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0AC00"/>
              </a:buClr>
              <a:buFont typeface="DejaVu Sans"/>
              <a:buChar char="◾"/>
            </a:pPr>
            <a:endParaRPr sz="2850">
              <a:latin typeface="Tahoma"/>
              <a:cs typeface="Tahoma"/>
            </a:endParaRPr>
          </a:p>
          <a:p>
            <a:pPr marL="332105" marR="163830" indent="-320040">
              <a:lnSpc>
                <a:spcPts val="346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55" dirty="0">
                <a:latin typeface="Tahoma"/>
                <a:cs typeface="Tahoma"/>
              </a:rPr>
              <a:t>Data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recovery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ahoma"/>
                <a:cs typeface="Tahoma"/>
              </a:rPr>
              <a:t>not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only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restores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ahoma"/>
                <a:cs typeface="Tahoma"/>
              </a:rPr>
              <a:t>lost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files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but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also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recovers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corrupted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data.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0AC00"/>
              </a:buClr>
              <a:buFont typeface="DejaVu Sans"/>
              <a:buChar char="◾"/>
            </a:pPr>
            <a:endParaRPr sz="2850">
              <a:latin typeface="Tahoma"/>
              <a:cs typeface="Tahoma"/>
            </a:endParaRPr>
          </a:p>
          <a:p>
            <a:pPr marL="332105" marR="567690" indent="-320040" algn="just">
              <a:lnSpc>
                <a:spcPts val="346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120" dirty="0">
                <a:latin typeface="Tahoma"/>
                <a:cs typeface="Tahoma"/>
              </a:rPr>
              <a:t>There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ahoma"/>
                <a:cs typeface="Tahoma"/>
              </a:rPr>
              <a:t>are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software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ahoma"/>
                <a:cs typeface="Tahoma"/>
              </a:rPr>
              <a:t>and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ahoma"/>
                <a:cs typeface="Tahoma"/>
              </a:rPr>
              <a:t>hardware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reasons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ahoma"/>
                <a:cs typeface="Tahoma"/>
              </a:rPr>
              <a:t>that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ahoma"/>
                <a:cs typeface="Tahoma"/>
              </a:rPr>
              <a:t>cause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data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loss,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while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80" dirty="0">
                <a:latin typeface="Tahoma"/>
                <a:cs typeface="Tahoma"/>
              </a:rPr>
              <a:t>we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ahoma"/>
                <a:cs typeface="Tahoma"/>
              </a:rPr>
              <a:t>can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recover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data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by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software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and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hardware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ways.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23" y="559308"/>
            <a:ext cx="4395216" cy="5486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790" y="2327275"/>
            <a:ext cx="2253842" cy="15525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7337" y="4113763"/>
            <a:ext cx="2647315" cy="13976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80"/>
              </a:spcBef>
            </a:pPr>
            <a:r>
              <a:rPr sz="1800" spc="-20" dirty="0">
                <a:latin typeface="Tahoma"/>
                <a:cs typeface="Tahoma"/>
              </a:rPr>
              <a:t>FIRE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080"/>
              </a:spcBef>
            </a:pPr>
            <a:r>
              <a:rPr sz="1800" spc="-55" dirty="0">
                <a:latin typeface="Tahoma"/>
                <a:cs typeface="Tahoma"/>
              </a:rPr>
              <a:t>Found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ahoma"/>
                <a:cs typeface="Tahoma"/>
              </a:rPr>
              <a:t>after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ahoma"/>
                <a:cs typeface="Tahoma"/>
              </a:rPr>
              <a:t>a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ahoma"/>
                <a:cs typeface="Tahoma"/>
              </a:rPr>
              <a:t>fire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ahoma"/>
                <a:cs typeface="Tahoma"/>
              </a:rPr>
              <a:t>destroyed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ahoma"/>
                <a:cs typeface="Tahoma"/>
              </a:rPr>
              <a:t>a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ahoma"/>
                <a:cs typeface="Tahoma"/>
              </a:rPr>
              <a:t>100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ahoma"/>
                <a:cs typeface="Tahoma"/>
              </a:rPr>
              <a:t>year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ahoma"/>
                <a:cs typeface="Tahoma"/>
              </a:rPr>
              <a:t>old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ahoma"/>
                <a:cs typeface="Tahoma"/>
              </a:rPr>
              <a:t>home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ahoma"/>
                <a:cs typeface="Tahoma"/>
              </a:rPr>
              <a:t>–</a:t>
            </a:r>
            <a:r>
              <a:rPr sz="1800" spc="-2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All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data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Recovered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3800" y="2098675"/>
            <a:ext cx="1944546" cy="18743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660775" y="4202684"/>
            <a:ext cx="2439035" cy="112268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762000">
              <a:lnSpc>
                <a:spcPct val="100000"/>
              </a:lnSpc>
              <a:spcBef>
                <a:spcPts val="1180"/>
              </a:spcBef>
            </a:pPr>
            <a:r>
              <a:rPr sz="1800" spc="-10" dirty="0">
                <a:latin typeface="Tahoma"/>
                <a:cs typeface="Tahoma"/>
              </a:rPr>
              <a:t>CRUSHED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50" dirty="0">
                <a:latin typeface="Tahoma"/>
                <a:cs typeface="Tahoma"/>
              </a:rPr>
              <a:t>A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ahoma"/>
                <a:cs typeface="Tahoma"/>
              </a:rPr>
              <a:t>bus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ahoma"/>
                <a:cs typeface="Tahoma"/>
              </a:rPr>
              <a:t>runs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ahoma"/>
                <a:cs typeface="Tahoma"/>
              </a:rPr>
              <a:t>over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ahoma"/>
                <a:cs typeface="Tahoma"/>
              </a:rPr>
              <a:t>a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ahoma"/>
                <a:cs typeface="Tahoma"/>
              </a:rPr>
              <a:t>laptop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–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All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data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recovered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05600" y="2098675"/>
            <a:ext cx="2201461" cy="18764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709025" y="4148709"/>
            <a:ext cx="1905000" cy="167195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634365">
              <a:lnSpc>
                <a:spcPct val="100000"/>
              </a:lnSpc>
              <a:spcBef>
                <a:spcPts val="1180"/>
              </a:spcBef>
            </a:pPr>
            <a:r>
              <a:rPr sz="1800" spc="-10" dirty="0">
                <a:latin typeface="Tahoma"/>
                <a:cs typeface="Tahoma"/>
              </a:rPr>
              <a:t>SOAKED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080"/>
              </a:spcBef>
            </a:pPr>
            <a:r>
              <a:rPr sz="1800" spc="-40" dirty="0">
                <a:latin typeface="Tahoma"/>
                <a:cs typeface="Tahoma"/>
              </a:rPr>
              <a:t>PowerBook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trapped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underwater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ahoma"/>
                <a:cs typeface="Tahoma"/>
              </a:rPr>
              <a:t>for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ahoma"/>
                <a:cs typeface="Tahoma"/>
              </a:rPr>
              <a:t>two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ahoma"/>
                <a:cs typeface="Tahoma"/>
              </a:rPr>
              <a:t>days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ahoma"/>
                <a:cs typeface="Tahoma"/>
              </a:rPr>
              <a:t>–</a:t>
            </a:r>
            <a:r>
              <a:rPr sz="1800" spc="-2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recovered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263" y="559308"/>
            <a:ext cx="5247132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27643"/>
            <a:ext cx="7293609" cy="41776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94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90" dirty="0">
                <a:latin typeface="Tahoma"/>
                <a:cs typeface="Tahoma"/>
              </a:rPr>
              <a:t>Average</a:t>
            </a:r>
            <a:r>
              <a:rPr sz="3200" spc="-2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User:</a:t>
            </a:r>
            <a:endParaRPr sz="32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690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95" dirty="0">
                <a:latin typeface="Tahoma"/>
                <a:cs typeface="Tahoma"/>
              </a:rPr>
              <a:t>Recover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ahoma"/>
                <a:cs typeface="Tahoma"/>
              </a:rPr>
              <a:t>important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ahoma"/>
                <a:cs typeface="Tahoma"/>
              </a:rPr>
              <a:t>lost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files</a:t>
            </a:r>
            <a:endParaRPr sz="28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670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75" dirty="0">
                <a:latin typeface="Tahoma"/>
                <a:cs typeface="Tahoma"/>
              </a:rPr>
              <a:t>Keep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ahoma"/>
                <a:cs typeface="Tahoma"/>
              </a:rPr>
              <a:t>your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ahoma"/>
                <a:cs typeface="Tahoma"/>
              </a:rPr>
              <a:t>private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ahoma"/>
                <a:cs typeface="Tahoma"/>
              </a:rPr>
              <a:t>information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private</a:t>
            </a:r>
            <a:endParaRPr sz="28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5FB5CC"/>
              </a:buClr>
              <a:buFont typeface="Arial"/>
              <a:buChar char="▪"/>
            </a:pPr>
            <a:endParaRPr sz="3300">
              <a:latin typeface="Tahoma"/>
              <a:cs typeface="Tahoma"/>
            </a:endParaRPr>
          </a:p>
          <a:p>
            <a:pPr marL="413384" indent="-401320">
              <a:lnSpc>
                <a:spcPct val="100000"/>
              </a:lnSpc>
              <a:spcBef>
                <a:spcPts val="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413384" algn="l"/>
                <a:tab pos="414020" algn="l"/>
              </a:tabLst>
            </a:pPr>
            <a:r>
              <a:rPr sz="3200" spc="-55" dirty="0">
                <a:latin typeface="Tahoma"/>
                <a:cs typeface="Tahoma"/>
              </a:rPr>
              <a:t>Law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enforcement:</a:t>
            </a:r>
            <a:endParaRPr sz="32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685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40" dirty="0">
                <a:latin typeface="Tahoma"/>
                <a:cs typeface="Tahoma"/>
              </a:rPr>
              <a:t>Locate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ahoma"/>
                <a:cs typeface="Tahoma"/>
              </a:rPr>
              <a:t>illegal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ahoma"/>
                <a:cs typeface="Tahoma"/>
              </a:rPr>
              <a:t>data</a:t>
            </a:r>
            <a:endParaRPr sz="28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675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85" dirty="0">
                <a:latin typeface="Tahoma"/>
                <a:cs typeface="Tahoma"/>
              </a:rPr>
              <a:t>Restore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ahoma"/>
                <a:cs typeface="Tahoma"/>
              </a:rPr>
              <a:t>deleted/overwritten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information.</a:t>
            </a:r>
            <a:endParaRPr sz="28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670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70" dirty="0">
                <a:latin typeface="Tahoma"/>
                <a:cs typeface="Tahoma"/>
              </a:rPr>
              <a:t>Prosecute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ahoma"/>
                <a:cs typeface="Tahoma"/>
              </a:rPr>
              <a:t>criminals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ahoma"/>
                <a:cs typeface="Tahoma"/>
              </a:rPr>
              <a:t>based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ahoma"/>
                <a:cs typeface="Tahoma"/>
              </a:rPr>
              <a:t>on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ahoma"/>
                <a:cs typeface="Tahoma"/>
              </a:rPr>
              <a:t>discovered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ahoma"/>
                <a:cs typeface="Tahoma"/>
              </a:rPr>
              <a:t>data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95" y="559308"/>
            <a:ext cx="6463283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47215"/>
            <a:ext cx="7793355" cy="437007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105" marR="315595" indent="-320040">
              <a:lnSpc>
                <a:spcPts val="2880"/>
              </a:lnSpc>
              <a:spcBef>
                <a:spcPts val="795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60" dirty="0">
                <a:latin typeface="Tahoma"/>
                <a:cs typeface="Tahoma"/>
              </a:rPr>
              <a:t>Generally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ahoma"/>
                <a:cs typeface="Tahoma"/>
              </a:rPr>
              <a:t>only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ahoma"/>
                <a:cs typeface="Tahoma"/>
              </a:rPr>
              <a:t>restore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data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ahoma"/>
                <a:cs typeface="Tahoma"/>
              </a:rPr>
              <a:t>which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125" dirty="0">
                <a:latin typeface="Tahoma"/>
                <a:cs typeface="Tahoma"/>
              </a:rPr>
              <a:t>was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40" dirty="0">
                <a:latin typeface="Tahoma"/>
                <a:cs typeface="Tahoma"/>
              </a:rPr>
              <a:t>not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ahoma"/>
                <a:cs typeface="Tahoma"/>
              </a:rPr>
              <a:t>yet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ahoma"/>
                <a:cs typeface="Tahoma"/>
              </a:rPr>
              <a:t>overwritten.</a:t>
            </a:r>
            <a:endParaRPr sz="30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spcBef>
                <a:spcPts val="2190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45" dirty="0">
                <a:latin typeface="Tahoma"/>
                <a:cs typeface="Tahoma"/>
              </a:rPr>
              <a:t>Do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40" dirty="0">
                <a:latin typeface="Tahoma"/>
                <a:cs typeface="Tahoma"/>
              </a:rPr>
              <a:t>not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work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ahoma"/>
                <a:cs typeface="Tahoma"/>
              </a:rPr>
              <a:t>on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physically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95" dirty="0">
                <a:latin typeface="Tahoma"/>
                <a:cs typeface="Tahoma"/>
              </a:rPr>
              <a:t>damaged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ahoma"/>
                <a:cs typeface="Tahoma"/>
              </a:rPr>
              <a:t>drives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0AC00"/>
              </a:buClr>
              <a:buFont typeface="DejaVu Sans"/>
              <a:buChar char="◾"/>
            </a:pPr>
            <a:endParaRPr sz="2300">
              <a:latin typeface="Tahoma"/>
              <a:cs typeface="Tahoma"/>
            </a:endParaRPr>
          </a:p>
          <a:p>
            <a:pPr marL="332105" marR="5080" indent="-320040">
              <a:lnSpc>
                <a:spcPct val="90000"/>
              </a:lnSpc>
              <a:spcBef>
                <a:spcPts val="5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80" dirty="0">
                <a:latin typeface="Tahoma"/>
                <a:cs typeface="Tahoma"/>
              </a:rPr>
              <a:t>Examples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ahoma"/>
                <a:cs typeface="Tahoma"/>
              </a:rPr>
              <a:t>of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114" dirty="0">
                <a:latin typeface="Tahoma"/>
                <a:cs typeface="Tahoma"/>
              </a:rPr>
              <a:t>such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90" dirty="0">
                <a:latin typeface="Tahoma"/>
                <a:cs typeface="Tahoma"/>
              </a:rPr>
              <a:t>recovery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ahoma"/>
                <a:cs typeface="Tahoma"/>
              </a:rPr>
              <a:t>softwares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ahoma"/>
                <a:cs typeface="Tahoma"/>
              </a:rPr>
              <a:t>are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90" dirty="0">
                <a:latin typeface="Tahoma"/>
                <a:cs typeface="Tahoma"/>
              </a:rPr>
              <a:t>’Recover</a:t>
            </a:r>
            <a:r>
              <a:rPr sz="3000" spc="-310" dirty="0">
                <a:latin typeface="Tahoma"/>
                <a:cs typeface="Tahoma"/>
              </a:rPr>
              <a:t> </a:t>
            </a:r>
            <a:r>
              <a:rPr sz="3000" spc="-65" dirty="0">
                <a:latin typeface="Tahoma"/>
                <a:cs typeface="Tahoma"/>
              </a:rPr>
              <a:t>my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45" dirty="0">
                <a:latin typeface="Tahoma"/>
                <a:cs typeface="Tahoma"/>
              </a:rPr>
              <a:t>files’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125" dirty="0">
                <a:latin typeface="Tahoma"/>
                <a:cs typeface="Tahoma"/>
              </a:rPr>
              <a:t>,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25" dirty="0">
                <a:latin typeface="Tahoma"/>
                <a:cs typeface="Tahoma"/>
              </a:rPr>
              <a:t>’Ultimate</a:t>
            </a:r>
            <a:r>
              <a:rPr sz="3000" spc="-295" dirty="0">
                <a:latin typeface="Tahoma"/>
                <a:cs typeface="Tahoma"/>
              </a:rPr>
              <a:t> </a:t>
            </a:r>
            <a:r>
              <a:rPr sz="3000" spc="-80" dirty="0">
                <a:latin typeface="Tahoma"/>
                <a:cs typeface="Tahoma"/>
              </a:rPr>
              <a:t>recovery’</a:t>
            </a:r>
            <a:r>
              <a:rPr sz="3000" spc="-310" dirty="0">
                <a:latin typeface="Tahoma"/>
                <a:cs typeface="Tahoma"/>
              </a:rPr>
              <a:t> </a:t>
            </a:r>
            <a:r>
              <a:rPr sz="3000" spc="-50" dirty="0">
                <a:latin typeface="Tahoma"/>
                <a:cs typeface="Tahoma"/>
              </a:rPr>
              <a:t>etc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ahoma"/>
                <a:cs typeface="Tahoma"/>
              </a:rPr>
              <a:t>in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85" dirty="0">
                <a:latin typeface="Tahoma"/>
                <a:cs typeface="Tahoma"/>
              </a:rPr>
              <a:t>windows</a:t>
            </a:r>
            <a:r>
              <a:rPr sz="3000" spc="-265" dirty="0">
                <a:latin typeface="Tahoma"/>
                <a:cs typeface="Tahoma"/>
              </a:rPr>
              <a:t> </a:t>
            </a:r>
            <a:r>
              <a:rPr sz="3000" spc="-55" dirty="0">
                <a:latin typeface="Tahoma"/>
                <a:cs typeface="Tahoma"/>
              </a:rPr>
              <a:t>platform</a:t>
            </a:r>
            <a:r>
              <a:rPr sz="3000" spc="-290" dirty="0">
                <a:latin typeface="Tahoma"/>
                <a:cs typeface="Tahoma"/>
              </a:rPr>
              <a:t> </a:t>
            </a:r>
            <a:r>
              <a:rPr sz="3000" spc="-100" dirty="0">
                <a:latin typeface="Tahoma"/>
                <a:cs typeface="Tahoma"/>
              </a:rPr>
              <a:t>and</a:t>
            </a:r>
            <a:r>
              <a:rPr sz="3000" spc="-280" dirty="0">
                <a:latin typeface="Tahoma"/>
                <a:cs typeface="Tahoma"/>
              </a:rPr>
              <a:t> </a:t>
            </a:r>
            <a:r>
              <a:rPr sz="3000" spc="-80" dirty="0">
                <a:latin typeface="Tahoma"/>
                <a:cs typeface="Tahoma"/>
              </a:rPr>
              <a:t>’Ext3grep’,</a:t>
            </a:r>
            <a:r>
              <a:rPr sz="3000" spc="-325" dirty="0">
                <a:latin typeface="Tahoma"/>
                <a:cs typeface="Tahoma"/>
              </a:rPr>
              <a:t> </a:t>
            </a:r>
            <a:r>
              <a:rPr sz="3000" spc="-65" dirty="0">
                <a:latin typeface="Tahoma"/>
                <a:cs typeface="Tahoma"/>
              </a:rPr>
              <a:t>’Recoverext3’ </a:t>
            </a:r>
            <a:r>
              <a:rPr sz="3000" spc="-50" dirty="0">
                <a:latin typeface="Tahoma"/>
                <a:cs typeface="Tahoma"/>
              </a:rPr>
              <a:t>etc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in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Linux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ahoma"/>
                <a:cs typeface="Tahoma"/>
              </a:rPr>
              <a:t>platform.</a:t>
            </a:r>
            <a:endParaRPr sz="30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spcBef>
                <a:spcPts val="2590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60" dirty="0">
                <a:latin typeface="Tahoma"/>
                <a:cs typeface="Tahoma"/>
              </a:rPr>
              <a:t>Prices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100" dirty="0">
                <a:latin typeface="Tahoma"/>
                <a:cs typeface="Tahoma"/>
              </a:rPr>
              <a:t>range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from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90" dirty="0">
                <a:latin typeface="Tahoma"/>
                <a:cs typeface="Tahoma"/>
              </a:rPr>
              <a:t>Free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190" dirty="0">
                <a:latin typeface="Tahoma"/>
                <a:cs typeface="Tahoma"/>
              </a:rPr>
              <a:t>–</a:t>
            </a:r>
            <a:r>
              <a:rPr sz="3000" spc="-315" dirty="0">
                <a:latin typeface="Tahoma"/>
                <a:cs typeface="Tahoma"/>
              </a:rPr>
              <a:t> </a:t>
            </a:r>
            <a:r>
              <a:rPr sz="3000" spc="-20" dirty="0">
                <a:latin typeface="Tahoma"/>
                <a:cs typeface="Tahoma"/>
              </a:rPr>
              <a:t>1000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59308"/>
            <a:ext cx="6577584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28241"/>
            <a:ext cx="3587115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635" marR="5080" indent="-24257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dirty="0"/>
              <a:t>	</a:t>
            </a:r>
            <a:r>
              <a:rPr sz="3200" spc="-100" dirty="0">
                <a:latin typeface="Tahoma"/>
                <a:cs typeface="Tahoma"/>
              </a:rPr>
              <a:t>There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ahoma"/>
                <a:cs typeface="Tahoma"/>
              </a:rPr>
              <a:t>are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so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many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forms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and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phenomenon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on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data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problem,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we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ahoma"/>
                <a:cs typeface="Tahoma"/>
              </a:rPr>
              <a:t>can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divide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the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objects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or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scope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of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data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recovery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according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to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different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symptoms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4009" y="1700872"/>
            <a:ext cx="4415282" cy="47524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59308"/>
            <a:ext cx="6577584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28241"/>
            <a:ext cx="31121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60" dirty="0">
                <a:latin typeface="Tahoma"/>
                <a:cs typeface="Tahoma"/>
              </a:rPr>
              <a:t>System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ahoma"/>
                <a:cs typeface="Tahoma"/>
              </a:rPr>
              <a:t>problem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9708" y="2541425"/>
            <a:ext cx="7109225" cy="41999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59308"/>
            <a:ext cx="6577584" cy="5486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5"/>
              </a:spcBef>
            </a:pPr>
            <a:r>
              <a:rPr spc="-175" dirty="0"/>
              <a:t>System</a:t>
            </a:r>
            <a:r>
              <a:rPr b="0" spc="-110" dirty="0">
                <a:latin typeface="Times New Roman"/>
                <a:cs typeface="Times New Roman"/>
              </a:rPr>
              <a:t> </a:t>
            </a:r>
            <a:r>
              <a:rPr spc="-130" dirty="0"/>
              <a:t>problem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1155" marR="614045" indent="-32004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417195" algn="l"/>
                <a:tab pos="417830" algn="l"/>
              </a:tabLst>
            </a:pPr>
            <a:r>
              <a:rPr dirty="0"/>
              <a:t>	</a:t>
            </a:r>
            <a:r>
              <a:rPr spc="-90" dirty="0"/>
              <a:t>Can</a:t>
            </a:r>
            <a:r>
              <a:rPr spc="-165" dirty="0">
                <a:latin typeface="Times New Roman"/>
                <a:cs typeface="Times New Roman"/>
              </a:rPr>
              <a:t> </a:t>
            </a:r>
            <a:r>
              <a:rPr spc="-40" dirty="0"/>
              <a:t>not</a:t>
            </a:r>
            <a:r>
              <a:rPr spc="-145" dirty="0">
                <a:latin typeface="Times New Roman"/>
                <a:cs typeface="Times New Roman"/>
              </a:rPr>
              <a:t> </a:t>
            </a:r>
            <a:r>
              <a:rPr spc="-75" dirty="0"/>
              <a:t>enter</a:t>
            </a:r>
            <a:r>
              <a:rPr spc="-155" dirty="0">
                <a:latin typeface="Times New Roman"/>
                <a:cs typeface="Times New Roman"/>
              </a:rPr>
              <a:t> </a:t>
            </a:r>
            <a:r>
              <a:rPr spc="-65" dirty="0"/>
              <a:t>the</a:t>
            </a:r>
            <a:r>
              <a:rPr spc="-155" dirty="0">
                <a:latin typeface="Times New Roman"/>
                <a:cs typeface="Times New Roman"/>
              </a:rPr>
              <a:t> </a:t>
            </a:r>
            <a:r>
              <a:rPr spc="-80" dirty="0"/>
              <a:t>system</a:t>
            </a:r>
            <a:r>
              <a:rPr spc="-155" dirty="0">
                <a:latin typeface="Times New Roman"/>
                <a:cs typeface="Times New Roman"/>
              </a:rPr>
              <a:t> </a:t>
            </a:r>
            <a:r>
              <a:rPr spc="-65" dirty="0"/>
              <a:t>or</a:t>
            </a:r>
            <a:r>
              <a:rPr spc="-140" dirty="0">
                <a:latin typeface="Times New Roman"/>
                <a:cs typeface="Times New Roman"/>
              </a:rPr>
              <a:t> </a:t>
            </a:r>
            <a:r>
              <a:rPr spc="-65" dirty="0"/>
              <a:t>the</a:t>
            </a:r>
            <a:r>
              <a:rPr spc="-155" dirty="0">
                <a:latin typeface="Times New Roman"/>
                <a:cs typeface="Times New Roman"/>
              </a:rPr>
              <a:t> </a:t>
            </a:r>
            <a:r>
              <a:rPr spc="-80" dirty="0"/>
              <a:t>system</a:t>
            </a:r>
            <a:r>
              <a:rPr spc="-155" dirty="0">
                <a:latin typeface="Times New Roman"/>
                <a:cs typeface="Times New Roman"/>
              </a:rPr>
              <a:t> </a:t>
            </a:r>
            <a:r>
              <a:rPr spc="-25" dirty="0"/>
              <a:t>is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80" dirty="0"/>
              <a:t>abnormal</a:t>
            </a:r>
            <a:r>
              <a:rPr spc="-170" dirty="0">
                <a:latin typeface="Times New Roman"/>
                <a:cs typeface="Times New Roman"/>
              </a:rPr>
              <a:t> </a:t>
            </a:r>
            <a:r>
              <a:rPr spc="-65" dirty="0"/>
              <a:t>or</a:t>
            </a:r>
            <a:r>
              <a:rPr spc="-125" dirty="0">
                <a:latin typeface="Times New Roman"/>
                <a:cs typeface="Times New Roman"/>
              </a:rPr>
              <a:t> </a:t>
            </a:r>
            <a:r>
              <a:rPr spc="-75" dirty="0"/>
              <a:t>computer</a:t>
            </a:r>
            <a:r>
              <a:rPr spc="-135" dirty="0">
                <a:latin typeface="Times New Roman"/>
                <a:cs typeface="Times New Roman"/>
              </a:rPr>
              <a:t> </a:t>
            </a:r>
            <a:r>
              <a:rPr spc="-85" dirty="0"/>
              <a:t>closes</a:t>
            </a:r>
            <a:r>
              <a:rPr spc="-145" dirty="0">
                <a:latin typeface="Times New Roman"/>
                <a:cs typeface="Times New Roman"/>
              </a:rPr>
              <a:t> </a:t>
            </a:r>
            <a:r>
              <a:rPr spc="-10" dirty="0"/>
              <a:t>down.</a:t>
            </a:r>
          </a:p>
          <a:p>
            <a:pPr marL="19050">
              <a:lnSpc>
                <a:spcPct val="100000"/>
              </a:lnSpc>
              <a:spcBef>
                <a:spcPts val="35"/>
              </a:spcBef>
              <a:buClr>
                <a:srgbClr val="F0AC00"/>
              </a:buClr>
              <a:buFont typeface="DejaVu Sans"/>
              <a:buChar char="◾"/>
            </a:pPr>
            <a:endParaRPr sz="3150"/>
          </a:p>
          <a:p>
            <a:pPr marL="351155" marR="5080" indent="-320040">
              <a:lnSpc>
                <a:spcPct val="100000"/>
              </a:lnSpc>
              <a:spcBef>
                <a:spcPts val="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51790" algn="l"/>
              </a:tabLst>
            </a:pPr>
            <a:r>
              <a:rPr spc="-60" dirty="0"/>
              <a:t>Key</a:t>
            </a:r>
            <a:r>
              <a:rPr spc="-170" dirty="0">
                <a:latin typeface="Times New Roman"/>
                <a:cs typeface="Times New Roman"/>
              </a:rPr>
              <a:t> </a:t>
            </a:r>
            <a:r>
              <a:rPr spc="-30" dirty="0"/>
              <a:t>file</a:t>
            </a:r>
            <a:r>
              <a:rPr spc="-165" dirty="0">
                <a:latin typeface="Times New Roman"/>
                <a:cs typeface="Times New Roman"/>
              </a:rPr>
              <a:t> </a:t>
            </a:r>
            <a:r>
              <a:rPr spc="-30" dirty="0"/>
              <a:t>of</a:t>
            </a:r>
            <a:r>
              <a:rPr spc="-145" dirty="0">
                <a:latin typeface="Times New Roman"/>
                <a:cs typeface="Times New Roman"/>
              </a:rPr>
              <a:t> </a:t>
            </a:r>
            <a:r>
              <a:rPr spc="-80" dirty="0"/>
              <a:t>system</a:t>
            </a:r>
            <a:r>
              <a:rPr spc="-155" dirty="0">
                <a:latin typeface="Times New Roman"/>
                <a:cs typeface="Times New Roman"/>
              </a:rPr>
              <a:t> </a:t>
            </a:r>
            <a:r>
              <a:rPr spc="-70" dirty="0"/>
              <a:t>is</a:t>
            </a:r>
            <a:r>
              <a:rPr spc="-140" dirty="0">
                <a:latin typeface="Times New Roman"/>
                <a:cs typeface="Times New Roman"/>
              </a:rPr>
              <a:t> </a:t>
            </a:r>
            <a:r>
              <a:rPr spc="-45" dirty="0"/>
              <a:t>lost</a:t>
            </a:r>
            <a:r>
              <a:rPr spc="-140" dirty="0">
                <a:latin typeface="Times New Roman"/>
                <a:cs typeface="Times New Roman"/>
              </a:rPr>
              <a:t> </a:t>
            </a:r>
            <a:r>
              <a:rPr spc="-70" dirty="0"/>
              <a:t>or</a:t>
            </a:r>
            <a:r>
              <a:rPr spc="-140" dirty="0">
                <a:latin typeface="Times New Roman"/>
                <a:cs typeface="Times New Roman"/>
              </a:rPr>
              <a:t> </a:t>
            </a:r>
            <a:r>
              <a:rPr spc="-85" dirty="0"/>
              <a:t>corrupted,</a:t>
            </a:r>
            <a:r>
              <a:rPr spc="-145" dirty="0">
                <a:latin typeface="Times New Roman"/>
                <a:cs typeface="Times New Roman"/>
              </a:rPr>
              <a:t> </a:t>
            </a:r>
            <a:r>
              <a:rPr spc="-75" dirty="0"/>
              <a:t>there</a:t>
            </a:r>
            <a:r>
              <a:rPr spc="-155" dirty="0">
                <a:latin typeface="Times New Roman"/>
                <a:cs typeface="Times New Roman"/>
              </a:rPr>
              <a:t> </a:t>
            </a:r>
            <a:r>
              <a:rPr spc="-25" dirty="0"/>
              <a:t>is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85" dirty="0"/>
              <a:t>some</a:t>
            </a:r>
            <a:r>
              <a:rPr spc="-160" dirty="0">
                <a:latin typeface="Times New Roman"/>
                <a:cs typeface="Times New Roman"/>
              </a:rPr>
              <a:t> </a:t>
            </a:r>
            <a:r>
              <a:rPr spc="-95" dirty="0"/>
              <a:t>bad</a:t>
            </a:r>
            <a:r>
              <a:rPr spc="-160" dirty="0">
                <a:latin typeface="Times New Roman"/>
                <a:cs typeface="Times New Roman"/>
              </a:rPr>
              <a:t> </a:t>
            </a:r>
            <a:r>
              <a:rPr spc="-60" dirty="0"/>
              <a:t>track</a:t>
            </a:r>
            <a:r>
              <a:rPr spc="-155" dirty="0">
                <a:latin typeface="Times New Roman"/>
                <a:cs typeface="Times New Roman"/>
              </a:rPr>
              <a:t> </a:t>
            </a:r>
            <a:r>
              <a:rPr spc="-80" dirty="0"/>
              <a:t>on</a:t>
            </a:r>
            <a:r>
              <a:rPr spc="-150" dirty="0">
                <a:latin typeface="Times New Roman"/>
                <a:cs typeface="Times New Roman"/>
              </a:rPr>
              <a:t> </a:t>
            </a:r>
            <a:r>
              <a:rPr spc="-90" dirty="0"/>
              <a:t>hard</a:t>
            </a:r>
            <a:r>
              <a:rPr spc="-175" dirty="0">
                <a:latin typeface="Times New Roman"/>
                <a:cs typeface="Times New Roman"/>
              </a:rPr>
              <a:t> </a:t>
            </a:r>
            <a:r>
              <a:rPr spc="-75" dirty="0"/>
              <a:t>disk,</a:t>
            </a:r>
            <a:r>
              <a:rPr spc="-145" dirty="0">
                <a:latin typeface="Times New Roman"/>
                <a:cs typeface="Times New Roman"/>
              </a:rPr>
              <a:t> </a:t>
            </a:r>
            <a:r>
              <a:rPr spc="-65" dirty="0"/>
              <a:t>the</a:t>
            </a:r>
            <a:r>
              <a:rPr spc="-155" dirty="0">
                <a:latin typeface="Times New Roman"/>
                <a:cs typeface="Times New Roman"/>
              </a:rPr>
              <a:t> </a:t>
            </a:r>
            <a:r>
              <a:rPr spc="-90" dirty="0"/>
              <a:t>hard</a:t>
            </a:r>
            <a:r>
              <a:rPr spc="-175" dirty="0">
                <a:latin typeface="Times New Roman"/>
                <a:cs typeface="Times New Roman"/>
              </a:rPr>
              <a:t> </a:t>
            </a:r>
            <a:r>
              <a:rPr spc="-60" dirty="0"/>
              <a:t>disk</a:t>
            </a:r>
            <a:r>
              <a:rPr spc="-150" dirty="0">
                <a:latin typeface="Times New Roman"/>
                <a:cs typeface="Times New Roman"/>
              </a:rPr>
              <a:t> </a:t>
            </a:r>
            <a:r>
              <a:rPr spc="-25" dirty="0"/>
              <a:t>is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95" dirty="0"/>
              <a:t>damaged,</a:t>
            </a:r>
            <a:r>
              <a:rPr spc="-170" dirty="0">
                <a:latin typeface="Times New Roman"/>
                <a:cs typeface="Times New Roman"/>
              </a:rPr>
              <a:t> </a:t>
            </a:r>
            <a:r>
              <a:rPr dirty="0"/>
              <a:t>MBR</a:t>
            </a:r>
            <a:r>
              <a:rPr spc="-125" dirty="0">
                <a:latin typeface="Times New Roman"/>
                <a:cs typeface="Times New Roman"/>
              </a:rPr>
              <a:t> </a:t>
            </a:r>
            <a:r>
              <a:rPr spc="-65" dirty="0"/>
              <a:t>or</a:t>
            </a:r>
            <a:r>
              <a:rPr spc="-125" dirty="0">
                <a:latin typeface="Times New Roman"/>
                <a:cs typeface="Times New Roman"/>
              </a:rPr>
              <a:t> </a:t>
            </a:r>
            <a:r>
              <a:rPr spc="-45" dirty="0"/>
              <a:t>DBR</a:t>
            </a:r>
            <a:r>
              <a:rPr spc="-125" dirty="0">
                <a:latin typeface="Times New Roman"/>
                <a:cs typeface="Times New Roman"/>
              </a:rPr>
              <a:t> </a:t>
            </a:r>
            <a:r>
              <a:rPr spc="-70" dirty="0"/>
              <a:t>is</a:t>
            </a:r>
            <a:r>
              <a:rPr spc="-140" dirty="0">
                <a:latin typeface="Times New Roman"/>
                <a:cs typeface="Times New Roman"/>
              </a:rPr>
              <a:t> </a:t>
            </a:r>
            <a:r>
              <a:rPr spc="-55" dirty="0"/>
              <a:t>lost,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spc="-70" dirty="0"/>
              <a:t>or</a:t>
            </a:r>
            <a:r>
              <a:rPr spc="-135" dirty="0">
                <a:latin typeface="Times New Roman"/>
                <a:cs typeface="Times New Roman"/>
              </a:rPr>
              <a:t> </a:t>
            </a:r>
            <a:r>
              <a:rPr spc="-65" dirty="0"/>
              <a:t>the</a:t>
            </a:r>
            <a:r>
              <a:rPr spc="-285" dirty="0">
                <a:latin typeface="Times New Roman"/>
                <a:cs typeface="Times New Roman"/>
              </a:rPr>
              <a:t> </a:t>
            </a:r>
            <a:r>
              <a:rPr spc="-20" dirty="0"/>
              <a:t>CMOS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55" dirty="0"/>
              <a:t>setting</a:t>
            </a:r>
            <a:r>
              <a:rPr spc="-170" dirty="0">
                <a:latin typeface="Times New Roman"/>
                <a:cs typeface="Times New Roman"/>
              </a:rPr>
              <a:t> </a:t>
            </a:r>
            <a:r>
              <a:rPr spc="-70" dirty="0"/>
              <a:t>is</a:t>
            </a:r>
            <a:r>
              <a:rPr spc="-140" dirty="0">
                <a:latin typeface="Times New Roman"/>
                <a:cs typeface="Times New Roman"/>
              </a:rPr>
              <a:t> </a:t>
            </a:r>
            <a:r>
              <a:rPr spc="-65" dirty="0"/>
              <a:t>incorrect</a:t>
            </a:r>
            <a:r>
              <a:rPr spc="-155" dirty="0">
                <a:latin typeface="Times New Roman"/>
                <a:cs typeface="Times New Roman"/>
              </a:rPr>
              <a:t> </a:t>
            </a:r>
            <a:r>
              <a:rPr spc="-95" dirty="0"/>
              <a:t>and</a:t>
            </a:r>
            <a:r>
              <a:rPr spc="-155" dirty="0">
                <a:latin typeface="Times New Roman"/>
                <a:cs typeface="Times New Roman"/>
              </a:rPr>
              <a:t> </a:t>
            </a:r>
            <a:r>
              <a:rPr spc="-105" dirty="0"/>
              <a:t>so</a:t>
            </a:r>
            <a:r>
              <a:rPr spc="-145" dirty="0">
                <a:latin typeface="Times New Roman"/>
                <a:cs typeface="Times New Roman"/>
              </a:rPr>
              <a:t> </a:t>
            </a:r>
            <a:r>
              <a:rPr spc="-25" dirty="0"/>
              <a:t>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6" y="559308"/>
            <a:ext cx="5050536" cy="4251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79473"/>
            <a:ext cx="7919720" cy="4465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30" dirty="0">
                <a:latin typeface="Tahoma"/>
                <a:cs typeface="Tahoma"/>
              </a:rPr>
              <a:t>Logic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and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physical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bad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track.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0AC00"/>
              </a:buClr>
              <a:buFont typeface="DejaVu Sans"/>
              <a:buChar char="◾"/>
            </a:pPr>
            <a:endParaRPr sz="2850">
              <a:latin typeface="Tahoma"/>
              <a:cs typeface="Tahoma"/>
            </a:endParaRPr>
          </a:p>
          <a:p>
            <a:pPr marL="254635" marR="2583815" indent="-242570">
              <a:lnSpc>
                <a:spcPct val="9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dirty="0"/>
              <a:t>	</a:t>
            </a:r>
            <a:r>
              <a:rPr sz="3200" spc="-30" dirty="0">
                <a:latin typeface="Tahoma"/>
                <a:cs typeface="Tahoma"/>
              </a:rPr>
              <a:t>Logic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bad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track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mainly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ahoma"/>
                <a:cs typeface="Tahoma"/>
              </a:rPr>
              <a:t>caused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by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incorrect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operation,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and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it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ahoma"/>
                <a:cs typeface="Tahoma"/>
              </a:rPr>
              <a:t>can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restored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by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software.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0AC00"/>
              </a:buClr>
              <a:buFont typeface="DejaVu Sans"/>
              <a:buChar char="◾"/>
            </a:pPr>
            <a:endParaRPr sz="2900">
              <a:latin typeface="Tahoma"/>
              <a:cs typeface="Tahoma"/>
            </a:endParaRPr>
          </a:p>
          <a:p>
            <a:pPr marL="332105" marR="5080" indent="-320040">
              <a:lnSpc>
                <a:spcPts val="346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55" dirty="0">
                <a:latin typeface="Tahoma"/>
                <a:cs typeface="Tahoma"/>
              </a:rPr>
              <a:t>While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physical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bad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track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ahoma"/>
                <a:cs typeface="Tahoma"/>
              </a:rPr>
              <a:t>caused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by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physical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damage,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which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real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damage,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we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can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restore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it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by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changing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the</a:t>
            </a:r>
            <a:r>
              <a:rPr sz="3200" spc="-18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ahoma"/>
                <a:cs typeface="Tahoma"/>
              </a:rPr>
              <a:t>partition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or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sector.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2179" y="1700783"/>
            <a:ext cx="3024378" cy="28464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59308"/>
            <a:ext cx="6577584" cy="5486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Partition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spc="-130" dirty="0"/>
              <a:t>problem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237" y="2803906"/>
            <a:ext cx="7725409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30" dirty="0">
                <a:latin typeface="Tahoma"/>
                <a:cs typeface="Tahoma"/>
              </a:rPr>
              <a:t>Partition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cannot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ahoma"/>
                <a:cs typeface="Tahoma"/>
              </a:rPr>
              <a:t>identified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ahoma"/>
                <a:cs typeface="Tahoma"/>
              </a:rPr>
              <a:t>and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accessed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0AC00"/>
              </a:buClr>
              <a:buFont typeface="DejaVu Sans"/>
              <a:buChar char="◾"/>
            </a:pPr>
            <a:endParaRPr sz="315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30" dirty="0">
                <a:latin typeface="Tahoma"/>
                <a:cs typeface="Tahoma"/>
              </a:rPr>
              <a:t>Partition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ahoma"/>
                <a:cs typeface="Tahoma"/>
              </a:rPr>
              <a:t>identified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ahoma"/>
                <a:cs typeface="Tahoma"/>
              </a:rPr>
              <a:t>as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unformatted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0AC00"/>
              </a:buClr>
              <a:buFont typeface="DejaVu Sans"/>
              <a:buChar char="◾"/>
            </a:pPr>
            <a:endParaRPr sz="3150">
              <a:latin typeface="Tahoma"/>
              <a:cs typeface="Tahoma"/>
            </a:endParaRPr>
          </a:p>
          <a:p>
            <a:pPr marL="332105" marR="5080" indent="-320040">
              <a:lnSpc>
                <a:spcPct val="10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30" dirty="0">
                <a:latin typeface="Tahoma"/>
                <a:cs typeface="Tahoma"/>
              </a:rPr>
              <a:t>Partition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recovery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ahoma"/>
                <a:cs typeface="Tahoma"/>
              </a:rPr>
              <a:t>tools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ahoma"/>
                <a:cs typeface="Tahoma"/>
              </a:rPr>
              <a:t>such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ahoma"/>
                <a:cs typeface="Tahoma"/>
              </a:rPr>
              <a:t>as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Partition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ahoma"/>
                <a:cs typeface="Tahoma"/>
              </a:rPr>
              <a:t>Table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ahoma"/>
                <a:cs typeface="Tahoma"/>
              </a:rPr>
              <a:t>Doctor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can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ahoma"/>
                <a:cs typeface="Tahoma"/>
              </a:rPr>
              <a:t>used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recover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data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for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these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problems.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4383405"/>
            <a:chOff x="0" y="0"/>
            <a:chExt cx="9144000" cy="4383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212" y="559308"/>
              <a:ext cx="6577584" cy="5486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5288" y="1484757"/>
              <a:ext cx="3470909" cy="289814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18237" y="4755007"/>
            <a:ext cx="7915909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220" dirty="0">
                <a:latin typeface="Tahoma"/>
                <a:cs typeface="Tahoma"/>
              </a:rPr>
              <a:t>If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files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ahoma"/>
                <a:cs typeface="Tahoma"/>
              </a:rPr>
              <a:t>are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ahoma"/>
                <a:cs typeface="Tahoma"/>
              </a:rPr>
              <a:t>lost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ahoma"/>
                <a:cs typeface="Tahoma"/>
              </a:rPr>
              <a:t>because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of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deletion,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format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ahoma"/>
                <a:cs typeface="Tahoma"/>
              </a:rPr>
              <a:t>error,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files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restoring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ahoma"/>
                <a:cs typeface="Tahoma"/>
              </a:rPr>
              <a:t>tools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ahoma"/>
                <a:cs typeface="Tahoma"/>
              </a:rPr>
              <a:t>such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ahoma"/>
                <a:cs typeface="Tahoma"/>
              </a:rPr>
              <a:t>as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Data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Recovery</a:t>
            </a:r>
            <a:r>
              <a:rPr sz="3200" spc="-31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Wizard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can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ahoma"/>
                <a:cs typeface="Tahoma"/>
              </a:rPr>
              <a:t>used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recover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data.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59308"/>
            <a:ext cx="6577584" cy="5486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Password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spc="-305" dirty="0"/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237" y="3291281"/>
            <a:ext cx="6788784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635" marR="1991995" indent="-24257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dirty="0"/>
              <a:t>	</a:t>
            </a:r>
            <a:r>
              <a:rPr sz="3200" spc="-220" dirty="0">
                <a:latin typeface="Tahoma"/>
                <a:cs typeface="Tahoma"/>
              </a:rPr>
              <a:t>If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files,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system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password,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database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or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account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lost,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some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special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decryption</a:t>
            </a:r>
            <a:endParaRPr sz="3200">
              <a:latin typeface="Tahoma"/>
              <a:cs typeface="Tahoma"/>
            </a:endParaRPr>
          </a:p>
          <a:p>
            <a:pPr marL="254635" marR="5080">
              <a:lnSpc>
                <a:spcPct val="100000"/>
              </a:lnSpc>
              <a:spcBef>
                <a:spcPts val="5"/>
              </a:spcBef>
            </a:pPr>
            <a:r>
              <a:rPr sz="3200" spc="-45" dirty="0">
                <a:latin typeface="Tahoma"/>
                <a:cs typeface="Tahoma"/>
              </a:rPr>
              <a:t>tools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ahoma"/>
                <a:cs typeface="Tahoma"/>
              </a:rPr>
              <a:t>that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correspond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certain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data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form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ahoma"/>
                <a:cs typeface="Tahoma"/>
              </a:rPr>
              <a:t>such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ahoma"/>
                <a:cs typeface="Tahoma"/>
              </a:rPr>
              <a:t>as</a:t>
            </a:r>
            <a:r>
              <a:rPr sz="3200" spc="-32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Word</a:t>
            </a:r>
            <a:r>
              <a:rPr sz="3200" spc="-31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ahoma"/>
                <a:cs typeface="Tahoma"/>
              </a:rPr>
              <a:t>WinZip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ahoma"/>
                <a:cs typeface="Tahoma"/>
              </a:rPr>
              <a:t>can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used.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6197" y="1772792"/>
            <a:ext cx="2847975" cy="26765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59308"/>
            <a:ext cx="6577584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79473"/>
            <a:ext cx="7740650" cy="4465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20" dirty="0">
                <a:latin typeface="Arial"/>
                <a:cs typeface="Arial"/>
              </a:rPr>
              <a:t>Files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Arial"/>
                <a:cs typeface="Arial"/>
              </a:rPr>
              <a:t>repair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>
              <a:latin typeface="Arial"/>
              <a:cs typeface="Arial"/>
            </a:endParaRPr>
          </a:p>
          <a:p>
            <a:pPr marL="12700" marR="2583180">
              <a:lnSpc>
                <a:spcPct val="9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  <a:tab pos="2722245" algn="l"/>
              </a:tabLst>
            </a:pPr>
            <a:r>
              <a:rPr sz="3200" spc="-70" dirty="0">
                <a:latin typeface="Tahoma"/>
                <a:cs typeface="Tahoma"/>
              </a:rPr>
              <a:t>For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some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ahoma"/>
                <a:cs typeface="Tahoma"/>
              </a:rPr>
              <a:t>reasons,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some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files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cannot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ahoma"/>
                <a:cs typeface="Tahoma"/>
              </a:rPr>
              <a:t>accessed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or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used,</a:t>
            </a:r>
            <a:r>
              <a:rPr sz="3200" spc="68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or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the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contents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10" dirty="0">
                <a:latin typeface="Tahoma"/>
                <a:cs typeface="Tahoma"/>
              </a:rPr>
              <a:t>are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ahoma"/>
                <a:cs typeface="Tahoma"/>
              </a:rPr>
              <a:t>full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of</a:t>
            </a:r>
            <a:endParaRPr sz="3200">
              <a:latin typeface="Tahoma"/>
              <a:cs typeface="Tahoma"/>
            </a:endParaRPr>
          </a:p>
          <a:p>
            <a:pPr marL="12700" marR="5080">
              <a:lnSpc>
                <a:spcPts val="3460"/>
              </a:lnSpc>
              <a:spcBef>
                <a:spcPts val="50"/>
              </a:spcBef>
            </a:pPr>
            <a:r>
              <a:rPr sz="3200" spc="-65" dirty="0">
                <a:latin typeface="Tahoma"/>
                <a:cs typeface="Tahoma"/>
              </a:rPr>
              <a:t>troubled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ahoma"/>
                <a:cs typeface="Tahoma"/>
              </a:rPr>
              <a:t>characters,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the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contents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ahoma"/>
                <a:cs typeface="Tahoma"/>
              </a:rPr>
              <a:t>are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ahoma"/>
                <a:cs typeface="Tahoma"/>
              </a:rPr>
              <a:t>changed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so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ahoma"/>
                <a:cs typeface="Tahoma"/>
              </a:rPr>
              <a:t>as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they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ahoma"/>
                <a:cs typeface="Tahoma"/>
              </a:rPr>
              <a:t>can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ahoma"/>
                <a:cs typeface="Tahoma"/>
              </a:rPr>
              <a:t>not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read.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>
              <a:latin typeface="Tahoma"/>
              <a:cs typeface="Tahoma"/>
            </a:endParaRPr>
          </a:p>
          <a:p>
            <a:pPr marL="12700" marR="501650">
              <a:lnSpc>
                <a:spcPts val="3460"/>
              </a:lnSpc>
            </a:pPr>
            <a:r>
              <a:rPr sz="3200" spc="-265" dirty="0">
                <a:latin typeface="Tahoma"/>
                <a:cs typeface="Tahoma"/>
              </a:rPr>
              <a:t>In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this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condition,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some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special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file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restoring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ahoma"/>
                <a:cs typeface="Tahoma"/>
              </a:rPr>
              <a:t>tools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ahoma"/>
                <a:cs typeface="Tahoma"/>
              </a:rPr>
              <a:t>can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ahoma"/>
                <a:cs typeface="Tahoma"/>
              </a:rPr>
              <a:t>tried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restore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the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files.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0794" y="1852041"/>
            <a:ext cx="2610204" cy="18478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59308"/>
            <a:ext cx="7277100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28241"/>
            <a:ext cx="7952740" cy="3928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130175" indent="-32004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55" dirty="0">
                <a:latin typeface="Tahoma"/>
                <a:cs typeface="Tahoma"/>
              </a:rPr>
              <a:t>Data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recovery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ahoma"/>
                <a:cs typeface="Tahoma"/>
              </a:rPr>
              <a:t>a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ahoma"/>
                <a:cs typeface="Tahoma"/>
              </a:rPr>
              <a:t>process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finding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and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recovering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data,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in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which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there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may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some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risk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0AC00"/>
              </a:buClr>
              <a:buFont typeface="DejaVu Sans"/>
              <a:buChar char="◾"/>
            </a:pPr>
            <a:endParaRPr sz="3150">
              <a:latin typeface="Tahoma"/>
              <a:cs typeface="Tahoma"/>
            </a:endParaRPr>
          </a:p>
          <a:p>
            <a:pPr marL="332105" marR="5080" indent="-320040">
              <a:lnSpc>
                <a:spcPct val="10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200" dirty="0">
                <a:latin typeface="Tahoma"/>
                <a:cs typeface="Tahoma"/>
              </a:rPr>
              <a:t>It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means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maybe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there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will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some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unexpected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things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going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happen.</a:t>
            </a:r>
            <a:r>
              <a:rPr sz="3200" spc="-24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ahoma"/>
                <a:cs typeface="Tahoma"/>
              </a:rPr>
              <a:t>So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we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need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ahoma"/>
                <a:cs typeface="Tahoma"/>
              </a:rPr>
              <a:t>reduce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the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ahoma"/>
                <a:cs typeface="Tahoma"/>
              </a:rPr>
              <a:t>danger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in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data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recovery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to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the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lowest.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59308"/>
            <a:ext cx="7277100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47215"/>
            <a:ext cx="7829550" cy="450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75" dirty="0">
                <a:latin typeface="Tahoma"/>
                <a:cs typeface="Tahoma"/>
              </a:rPr>
              <a:t>Backup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ahoma"/>
                <a:cs typeface="Tahoma"/>
              </a:rPr>
              <a:t>all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ahoma"/>
                <a:cs typeface="Tahoma"/>
              </a:rPr>
              <a:t>the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data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in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90" dirty="0">
                <a:latin typeface="Tahoma"/>
                <a:cs typeface="Tahoma"/>
              </a:rPr>
              <a:t>your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95" dirty="0">
                <a:latin typeface="Tahoma"/>
                <a:cs typeface="Tahoma"/>
              </a:rPr>
              <a:t>hard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ahoma"/>
                <a:cs typeface="Tahoma"/>
              </a:rPr>
              <a:t>disk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0AC00"/>
              </a:buClr>
              <a:buFont typeface="DejaVu Sans"/>
              <a:buChar char="◾"/>
            </a:pPr>
            <a:endParaRPr sz="2350">
              <a:latin typeface="Tahoma"/>
              <a:cs typeface="Tahoma"/>
            </a:endParaRPr>
          </a:p>
          <a:p>
            <a:pPr marL="332105" marR="498475" indent="-320040">
              <a:lnSpc>
                <a:spcPct val="8000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65" dirty="0">
                <a:latin typeface="Tahoma"/>
                <a:cs typeface="Tahoma"/>
              </a:rPr>
              <a:t>Prevent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ahoma"/>
                <a:cs typeface="Tahoma"/>
              </a:rPr>
              <a:t>the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equipment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from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ahoma"/>
                <a:cs typeface="Tahoma"/>
              </a:rPr>
              <a:t>being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ahoma"/>
                <a:cs typeface="Tahoma"/>
              </a:rPr>
              <a:t>damaged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ahoma"/>
                <a:cs typeface="Tahoma"/>
              </a:rPr>
              <a:t>again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0AC00"/>
              </a:buClr>
              <a:buFont typeface="DejaVu Sans"/>
              <a:buChar char="◾"/>
            </a:pPr>
            <a:endParaRPr sz="2350">
              <a:latin typeface="Tahoma"/>
              <a:cs typeface="Tahoma"/>
            </a:endParaRPr>
          </a:p>
          <a:p>
            <a:pPr marL="332105" marR="5080" indent="-320040">
              <a:lnSpc>
                <a:spcPts val="288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30" dirty="0">
                <a:latin typeface="Tahoma"/>
                <a:cs typeface="Tahoma"/>
              </a:rPr>
              <a:t>Don’t</a:t>
            </a:r>
            <a:r>
              <a:rPr sz="3000" spc="-320" dirty="0">
                <a:latin typeface="Tahoma"/>
                <a:cs typeface="Tahoma"/>
              </a:rPr>
              <a:t> </a:t>
            </a:r>
            <a:r>
              <a:rPr sz="3000" spc="-50" dirty="0">
                <a:latin typeface="Tahoma"/>
                <a:cs typeface="Tahoma"/>
              </a:rPr>
              <a:t>write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anything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ahoma"/>
                <a:cs typeface="Tahoma"/>
              </a:rPr>
              <a:t>to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the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ahoma"/>
                <a:cs typeface="Tahoma"/>
              </a:rPr>
              <a:t>device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on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which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ahoma"/>
                <a:cs typeface="Tahoma"/>
              </a:rPr>
              <a:t>you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ahoma"/>
                <a:cs typeface="Tahoma"/>
              </a:rPr>
              <a:t>want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ahoma"/>
                <a:cs typeface="Tahoma"/>
              </a:rPr>
              <a:t>to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95" dirty="0">
                <a:latin typeface="Tahoma"/>
                <a:cs typeface="Tahoma"/>
              </a:rPr>
              <a:t>recover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ahoma"/>
                <a:cs typeface="Tahoma"/>
              </a:rPr>
              <a:t>data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0AC00"/>
              </a:buClr>
              <a:buFont typeface="DejaVu Sans"/>
              <a:buChar char="◾"/>
            </a:pPr>
            <a:endParaRPr sz="2350">
              <a:latin typeface="Tahoma"/>
              <a:cs typeface="Tahoma"/>
            </a:endParaRPr>
          </a:p>
          <a:p>
            <a:pPr marL="332105" marR="56515" indent="-320040">
              <a:lnSpc>
                <a:spcPts val="288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150" dirty="0">
                <a:latin typeface="Tahoma"/>
                <a:cs typeface="Tahoma"/>
              </a:rPr>
              <a:t>Try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ahoma"/>
                <a:cs typeface="Tahoma"/>
              </a:rPr>
              <a:t>to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ahoma"/>
                <a:cs typeface="Tahoma"/>
              </a:rPr>
              <a:t>get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detailed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information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ahoma"/>
                <a:cs typeface="Tahoma"/>
              </a:rPr>
              <a:t>on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85" dirty="0">
                <a:latin typeface="Tahoma"/>
                <a:cs typeface="Tahoma"/>
              </a:rPr>
              <a:t>how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the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ahoma"/>
                <a:cs typeface="Tahoma"/>
              </a:rPr>
              <a:t>data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ahoma"/>
                <a:cs typeface="Tahoma"/>
              </a:rPr>
              <a:t>lost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105" dirty="0">
                <a:latin typeface="Tahoma"/>
                <a:cs typeface="Tahoma"/>
              </a:rPr>
              <a:t>and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ahoma"/>
                <a:cs typeface="Tahoma"/>
              </a:rPr>
              <a:t>the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losing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ahoma"/>
                <a:cs typeface="Tahoma"/>
              </a:rPr>
              <a:t>process</a:t>
            </a:r>
            <a:endParaRPr sz="30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spcBef>
                <a:spcPts val="2190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80" dirty="0">
                <a:latin typeface="Tahoma"/>
                <a:cs typeface="Tahoma"/>
              </a:rPr>
              <a:t>Backup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the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data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95" dirty="0">
                <a:latin typeface="Tahoma"/>
                <a:cs typeface="Tahoma"/>
              </a:rPr>
              <a:t>recovered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in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ahoma"/>
                <a:cs typeface="Tahoma"/>
              </a:rPr>
              <a:t>time.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4517136" cy="5425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88363"/>
            <a:ext cx="5920740" cy="3199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indent="-320040">
              <a:lnSpc>
                <a:spcPts val="3195"/>
              </a:lnSpc>
              <a:spcBef>
                <a:spcPts val="95"/>
              </a:spcBef>
              <a:buClr>
                <a:srgbClr val="F0AC00"/>
              </a:buClr>
              <a:buSzPct val="80357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800" spc="-60" dirty="0">
                <a:latin typeface="Tahoma"/>
                <a:cs typeface="Tahoma"/>
              </a:rPr>
              <a:t>Hidden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files</a:t>
            </a:r>
            <a:endParaRPr sz="2800">
              <a:latin typeface="Tahoma"/>
              <a:cs typeface="Tahoma"/>
            </a:endParaRPr>
          </a:p>
          <a:p>
            <a:pPr marL="332740" indent="-320040">
              <a:lnSpc>
                <a:spcPts val="3025"/>
              </a:lnSpc>
              <a:buClr>
                <a:srgbClr val="F0AC00"/>
              </a:buClr>
              <a:buSzPct val="80357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800" spc="-80" dirty="0">
                <a:latin typeface="Tahoma"/>
                <a:cs typeface="Tahoma"/>
              </a:rPr>
              <a:t>Recycle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ahoma"/>
                <a:cs typeface="Tahoma"/>
              </a:rPr>
              <a:t>bin</a:t>
            </a:r>
            <a:endParaRPr sz="2800">
              <a:latin typeface="Tahoma"/>
              <a:cs typeface="Tahoma"/>
            </a:endParaRPr>
          </a:p>
          <a:p>
            <a:pPr marL="332740" indent="-320040">
              <a:lnSpc>
                <a:spcPts val="3025"/>
              </a:lnSpc>
              <a:buClr>
                <a:srgbClr val="F0AC00"/>
              </a:buClr>
              <a:buSzPct val="80357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800" spc="-95" dirty="0">
                <a:latin typeface="Tahoma"/>
                <a:cs typeface="Tahoma"/>
              </a:rPr>
              <a:t>Unerase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wizards</a:t>
            </a:r>
            <a:endParaRPr sz="2800">
              <a:latin typeface="Tahoma"/>
              <a:cs typeface="Tahoma"/>
            </a:endParaRPr>
          </a:p>
          <a:p>
            <a:pPr marL="332740" indent="-320040">
              <a:lnSpc>
                <a:spcPts val="3025"/>
              </a:lnSpc>
              <a:buClr>
                <a:srgbClr val="F0AC00"/>
              </a:buClr>
              <a:buSzPct val="80357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800" spc="-55" dirty="0">
                <a:latin typeface="Tahoma"/>
                <a:cs typeface="Tahoma"/>
              </a:rPr>
              <a:t>Assorted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ahoma"/>
                <a:cs typeface="Tahoma"/>
              </a:rPr>
              <a:t>commercial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programs</a:t>
            </a:r>
            <a:endParaRPr sz="2800">
              <a:latin typeface="Tahoma"/>
              <a:cs typeface="Tahoma"/>
            </a:endParaRPr>
          </a:p>
          <a:p>
            <a:pPr marL="332740" indent="-320040">
              <a:lnSpc>
                <a:spcPts val="3190"/>
              </a:lnSpc>
              <a:buClr>
                <a:srgbClr val="F0AC00"/>
              </a:buClr>
              <a:buSzPct val="80357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800" spc="-10" dirty="0">
                <a:latin typeface="Tahoma"/>
                <a:cs typeface="Tahoma"/>
              </a:rPr>
              <a:t>Ferrofluid</a:t>
            </a:r>
            <a:endParaRPr sz="28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320"/>
              </a:spcBef>
              <a:buClr>
                <a:srgbClr val="5FB5CC"/>
              </a:buClr>
              <a:buSzPct val="89583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400" spc="-35" dirty="0">
                <a:latin typeface="Tahoma"/>
                <a:cs typeface="Tahoma"/>
              </a:rPr>
              <a:t>Coat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surface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of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ahoma"/>
                <a:cs typeface="Tahoma"/>
              </a:rPr>
              <a:t>disk</a:t>
            </a:r>
            <a:endParaRPr sz="24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290"/>
              </a:spcBef>
              <a:buClr>
                <a:srgbClr val="5FB5CC"/>
              </a:buClr>
              <a:buSzPct val="89583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400" spc="-60" dirty="0">
                <a:latin typeface="Tahoma"/>
                <a:cs typeface="Tahoma"/>
              </a:rPr>
              <a:t>Check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ahoma"/>
                <a:cs typeface="Tahoma"/>
              </a:rPr>
              <a:t>with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optical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microscope</a:t>
            </a:r>
            <a:endParaRPr sz="24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285"/>
              </a:spcBef>
              <a:buClr>
                <a:srgbClr val="5FB5CC"/>
              </a:buClr>
              <a:buSzPct val="89583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400" spc="-60" dirty="0">
                <a:latin typeface="Tahoma"/>
                <a:cs typeface="Tahoma"/>
              </a:rPr>
              <a:t>Does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not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work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for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more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recent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hard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drives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4517136" cy="5425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68551"/>
            <a:ext cx="7960995" cy="4174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ts val="2595"/>
              </a:lnSpc>
              <a:spcBef>
                <a:spcPts val="100"/>
              </a:spcBef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-80" dirty="0">
                <a:latin typeface="Tahoma"/>
                <a:cs typeface="Tahoma"/>
              </a:rPr>
              <a:t>When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data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is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written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ahoma"/>
                <a:cs typeface="Tahoma"/>
              </a:rPr>
              <a:t>–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the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ahoma"/>
                <a:cs typeface="Tahoma"/>
              </a:rPr>
              <a:t>head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sets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the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polarity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of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most,</a:t>
            </a:r>
            <a:endParaRPr sz="2400">
              <a:latin typeface="Tahoma"/>
              <a:cs typeface="Tahoma"/>
            </a:endParaRPr>
          </a:p>
          <a:p>
            <a:pPr marL="332740">
              <a:lnSpc>
                <a:spcPts val="2305"/>
              </a:lnSpc>
            </a:pPr>
            <a:r>
              <a:rPr sz="2400" spc="-55" dirty="0">
                <a:latin typeface="Tahoma"/>
                <a:cs typeface="Tahoma"/>
              </a:rPr>
              <a:t>but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not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all,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of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the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magnetic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domains</a:t>
            </a:r>
            <a:endParaRPr sz="2400">
              <a:latin typeface="Tahoma"/>
              <a:cs typeface="Tahoma"/>
            </a:endParaRPr>
          </a:p>
          <a:p>
            <a:pPr marL="332740" indent="-320040">
              <a:lnSpc>
                <a:spcPts val="2305"/>
              </a:lnSpc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-80" dirty="0">
                <a:latin typeface="Tahoma"/>
                <a:cs typeface="Tahoma"/>
              </a:rPr>
              <a:t>The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actual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effect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of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overwriting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bit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is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closer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obtaining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  <a:p>
            <a:pPr marL="332105" marR="231775">
              <a:lnSpc>
                <a:spcPct val="80000"/>
              </a:lnSpc>
              <a:spcBef>
                <a:spcPts val="290"/>
              </a:spcBef>
            </a:pPr>
            <a:r>
              <a:rPr sz="2400" spc="-105" dirty="0">
                <a:latin typeface="Tahoma"/>
                <a:cs typeface="Tahoma"/>
              </a:rPr>
              <a:t>0.95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when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zero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is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overwritten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by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one,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and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ahoma"/>
                <a:cs typeface="Tahoma"/>
              </a:rPr>
              <a:t>1.05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ahoma"/>
                <a:cs typeface="Tahoma"/>
              </a:rPr>
              <a:t>when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ahoma"/>
                <a:cs typeface="Tahoma"/>
              </a:rPr>
              <a:t>one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is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overwritten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ahoma"/>
                <a:cs typeface="Tahoma"/>
              </a:rPr>
              <a:t>with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ahoma"/>
                <a:cs typeface="Tahoma"/>
              </a:rPr>
              <a:t>one.</a:t>
            </a:r>
            <a:endParaRPr sz="2400">
              <a:latin typeface="Tahoma"/>
              <a:cs typeface="Tahoma"/>
            </a:endParaRPr>
          </a:p>
          <a:p>
            <a:pPr marL="625475" indent="-275590">
              <a:lnSpc>
                <a:spcPct val="100000"/>
              </a:lnSpc>
              <a:spcBef>
                <a:spcPts val="15"/>
              </a:spcBef>
              <a:buClr>
                <a:srgbClr val="5FB5CC"/>
              </a:buClr>
              <a:buSzPct val="90000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000" spc="-30" dirty="0">
                <a:latin typeface="Tahoma"/>
                <a:cs typeface="Tahoma"/>
              </a:rPr>
              <a:t>Normal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ahoma"/>
                <a:cs typeface="Tahoma"/>
              </a:rPr>
              <a:t>equipment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ahoma"/>
                <a:cs typeface="Tahoma"/>
              </a:rPr>
              <a:t>will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ahoma"/>
                <a:cs typeface="Tahoma"/>
              </a:rPr>
              <a:t>read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ahoma"/>
                <a:cs typeface="Tahoma"/>
              </a:rPr>
              <a:t>both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ahoma"/>
                <a:cs typeface="Tahoma"/>
              </a:rPr>
              <a:t>these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ahoma"/>
                <a:cs typeface="Tahoma"/>
              </a:rPr>
              <a:t>values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ahoma"/>
                <a:cs typeface="Tahoma"/>
              </a:rPr>
              <a:t>as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ahoma"/>
                <a:cs typeface="Tahoma"/>
              </a:rPr>
              <a:t>ones</a:t>
            </a:r>
            <a:endParaRPr sz="2000">
              <a:latin typeface="Tahoma"/>
              <a:cs typeface="Tahoma"/>
            </a:endParaRPr>
          </a:p>
          <a:p>
            <a:pPr marL="625475" indent="-275590">
              <a:lnSpc>
                <a:spcPts val="2160"/>
              </a:lnSpc>
              <a:spcBef>
                <a:spcPts val="5"/>
              </a:spcBef>
              <a:buClr>
                <a:srgbClr val="5FB5CC"/>
              </a:buClr>
              <a:buSzPct val="90000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000" spc="-75" dirty="0">
                <a:latin typeface="Tahoma"/>
                <a:cs typeface="Tahoma"/>
              </a:rPr>
              <a:t>However,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ahoma"/>
                <a:cs typeface="Tahoma"/>
              </a:rPr>
              <a:t>using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ahoma"/>
                <a:cs typeface="Tahoma"/>
              </a:rPr>
              <a:t>specialized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ahoma"/>
                <a:cs typeface="Tahoma"/>
              </a:rPr>
              <a:t>equipment,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ahoma"/>
                <a:cs typeface="Tahoma"/>
              </a:rPr>
              <a:t>it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ahoma"/>
                <a:cs typeface="Tahoma"/>
              </a:rPr>
              <a:t>is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ahoma"/>
                <a:cs typeface="Tahoma"/>
              </a:rPr>
              <a:t>possible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ahoma"/>
                <a:cs typeface="Tahoma"/>
              </a:rPr>
              <a:t>work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ahoma"/>
                <a:cs typeface="Tahoma"/>
              </a:rPr>
              <a:t>out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ahoma"/>
                <a:cs typeface="Tahoma"/>
              </a:rPr>
              <a:t>what</a:t>
            </a:r>
            <a:endParaRPr sz="2000">
              <a:latin typeface="Tahoma"/>
              <a:cs typeface="Tahoma"/>
            </a:endParaRPr>
          </a:p>
          <a:p>
            <a:pPr marL="625475">
              <a:lnSpc>
                <a:spcPts val="2160"/>
              </a:lnSpc>
            </a:pPr>
            <a:r>
              <a:rPr sz="2000" spc="-40" dirty="0">
                <a:latin typeface="Tahoma"/>
                <a:cs typeface="Tahoma"/>
              </a:rPr>
              <a:t>the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previous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“layers”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contained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-50" dirty="0">
                <a:latin typeface="Tahoma"/>
                <a:cs typeface="Tahoma"/>
              </a:rPr>
              <a:t>Steps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include</a:t>
            </a:r>
            <a:endParaRPr sz="2400">
              <a:latin typeface="Tahoma"/>
              <a:cs typeface="Tahoma"/>
            </a:endParaRPr>
          </a:p>
          <a:p>
            <a:pPr marL="625475" lvl="1" indent="-275590">
              <a:lnSpc>
                <a:spcPts val="2160"/>
              </a:lnSpc>
              <a:spcBef>
                <a:spcPts val="15"/>
              </a:spcBef>
              <a:buClr>
                <a:srgbClr val="5FB5CC"/>
              </a:buClr>
              <a:buSzPct val="90000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000" spc="-60" dirty="0">
                <a:latin typeface="Tahoma"/>
                <a:cs typeface="Tahoma"/>
              </a:rPr>
              <a:t>Reading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ahoma"/>
                <a:cs typeface="Tahoma"/>
              </a:rPr>
              <a:t>the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ahoma"/>
                <a:cs typeface="Tahoma"/>
              </a:rPr>
              <a:t>signal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ahoma"/>
                <a:cs typeface="Tahoma"/>
              </a:rPr>
              <a:t>from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ahoma"/>
                <a:cs typeface="Tahoma"/>
              </a:rPr>
              <a:t>the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ahoma"/>
                <a:cs typeface="Tahoma"/>
              </a:rPr>
              <a:t>analog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ahoma"/>
                <a:cs typeface="Tahoma"/>
              </a:rPr>
              <a:t>head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ahoma"/>
                <a:cs typeface="Tahoma"/>
              </a:rPr>
              <a:t>electronic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ahoma"/>
                <a:cs typeface="Tahoma"/>
              </a:rPr>
              <a:t>with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ahoma"/>
                <a:cs typeface="Tahoma"/>
              </a:rPr>
              <a:t>a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ahoma"/>
                <a:cs typeface="Tahoma"/>
              </a:rPr>
              <a:t>high-</a:t>
            </a:r>
            <a:r>
              <a:rPr sz="2000" spc="-10" dirty="0">
                <a:latin typeface="Tahoma"/>
                <a:cs typeface="Tahoma"/>
              </a:rPr>
              <a:t>quality</a:t>
            </a:r>
            <a:endParaRPr sz="2000">
              <a:latin typeface="Tahoma"/>
              <a:cs typeface="Tahoma"/>
            </a:endParaRPr>
          </a:p>
          <a:p>
            <a:pPr marL="625475">
              <a:lnSpc>
                <a:spcPts val="2160"/>
              </a:lnSpc>
            </a:pPr>
            <a:r>
              <a:rPr sz="2000" spc="-25" dirty="0">
                <a:latin typeface="Tahoma"/>
                <a:cs typeface="Tahoma"/>
              </a:rPr>
              <a:t>digital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ahoma"/>
                <a:cs typeface="Tahoma"/>
              </a:rPr>
              <a:t>oscilloscope</a:t>
            </a:r>
            <a:endParaRPr sz="20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5"/>
              </a:spcBef>
              <a:buClr>
                <a:srgbClr val="5FB5CC"/>
              </a:buClr>
              <a:buSzPct val="90000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000" spc="-40" dirty="0">
                <a:latin typeface="Tahoma"/>
                <a:cs typeface="Tahoma"/>
              </a:rPr>
              <a:t>Downloading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ahoma"/>
                <a:cs typeface="Tahoma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ahoma"/>
                <a:cs typeface="Tahoma"/>
              </a:rPr>
              <a:t>sampled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ahoma"/>
                <a:cs typeface="Tahoma"/>
              </a:rPr>
              <a:t>waveform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ahoma"/>
                <a:cs typeface="Tahoma"/>
              </a:rPr>
              <a:t>a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ahoma"/>
                <a:cs typeface="Tahoma"/>
              </a:rPr>
              <a:t>PC</a:t>
            </a:r>
            <a:endParaRPr sz="20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buClr>
                <a:srgbClr val="5FB5CC"/>
              </a:buClr>
              <a:buSzPct val="90000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000" spc="-35" dirty="0">
                <a:latin typeface="Tahoma"/>
                <a:cs typeface="Tahoma"/>
              </a:rPr>
              <a:t>Analyzing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ahoma"/>
                <a:cs typeface="Tahoma"/>
              </a:rPr>
              <a:t>it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ahoma"/>
                <a:cs typeface="Tahoma"/>
              </a:rPr>
              <a:t>in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ahoma"/>
                <a:cs typeface="Tahoma"/>
              </a:rPr>
              <a:t>software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ahoma"/>
                <a:cs typeface="Tahoma"/>
              </a:rPr>
              <a:t>recover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ahoma"/>
                <a:cs typeface="Tahoma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ahoma"/>
                <a:cs typeface="Tahoma"/>
              </a:rPr>
              <a:t>previously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ahoma"/>
                <a:cs typeface="Tahoma"/>
              </a:rPr>
              <a:t>recorded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ahoma"/>
                <a:cs typeface="Tahoma"/>
              </a:rPr>
              <a:t>signal.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4517136" cy="5425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27811"/>
            <a:ext cx="7540625" cy="389699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509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b="1" spc="-215" dirty="0">
                <a:latin typeface="Arial"/>
                <a:cs typeface="Arial"/>
              </a:rPr>
              <a:t>Scanning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b="1" spc="-180" dirty="0">
                <a:latin typeface="Arial"/>
                <a:cs typeface="Arial"/>
              </a:rPr>
              <a:t>Probe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b="1" spc="-225" dirty="0">
                <a:latin typeface="Arial"/>
                <a:cs typeface="Arial"/>
              </a:rPr>
              <a:t>Microscopy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Arial"/>
                <a:cs typeface="Arial"/>
              </a:rPr>
              <a:t>(SPM)</a:t>
            </a:r>
            <a:endParaRPr sz="3200">
              <a:latin typeface="Arial"/>
              <a:cs typeface="Arial"/>
            </a:endParaRPr>
          </a:p>
          <a:p>
            <a:pPr marL="625475" marR="5080" lvl="1" indent="-274955">
              <a:lnSpc>
                <a:spcPct val="90000"/>
              </a:lnSpc>
              <a:spcBef>
                <a:spcPts val="690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80" dirty="0">
                <a:latin typeface="Tahoma"/>
                <a:cs typeface="Tahoma"/>
              </a:rPr>
              <a:t>Uses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ahoma"/>
                <a:cs typeface="Tahoma"/>
              </a:rPr>
              <a:t>a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ahoma"/>
                <a:cs typeface="Tahoma"/>
              </a:rPr>
              <a:t>sharp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ahoma"/>
                <a:cs typeface="Tahoma"/>
              </a:rPr>
              <a:t>magnetic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ahoma"/>
                <a:cs typeface="Tahoma"/>
              </a:rPr>
              <a:t>tip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ahoma"/>
                <a:cs typeface="Tahoma"/>
              </a:rPr>
              <a:t>attached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ahoma"/>
                <a:cs typeface="Tahoma"/>
              </a:rPr>
              <a:t>a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ahoma"/>
                <a:cs typeface="Tahoma"/>
              </a:rPr>
              <a:t>flexible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ahoma"/>
                <a:cs typeface="Tahoma"/>
              </a:rPr>
              <a:t>cantilever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ahoma"/>
                <a:cs typeface="Tahoma"/>
              </a:rPr>
              <a:t>placed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ahoma"/>
                <a:cs typeface="Tahoma"/>
              </a:rPr>
              <a:t>close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ahoma"/>
                <a:cs typeface="Tahoma"/>
              </a:rPr>
              <a:t>the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90" dirty="0">
                <a:latin typeface="Tahoma"/>
                <a:cs typeface="Tahoma"/>
              </a:rPr>
              <a:t>surface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ahoma"/>
                <a:cs typeface="Tahoma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ahoma"/>
                <a:cs typeface="Tahoma"/>
              </a:rPr>
              <a:t>analyzed,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ahoma"/>
                <a:cs typeface="Tahoma"/>
              </a:rPr>
              <a:t>where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ahoma"/>
                <a:cs typeface="Tahoma"/>
              </a:rPr>
              <a:t>it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ahoma"/>
                <a:cs typeface="Tahoma"/>
              </a:rPr>
              <a:t>interacts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ahoma"/>
                <a:cs typeface="Tahoma"/>
              </a:rPr>
              <a:t>with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ahoma"/>
                <a:cs typeface="Tahoma"/>
              </a:rPr>
              <a:t>the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ahoma"/>
                <a:cs typeface="Tahoma"/>
              </a:rPr>
              <a:t>stray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field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ahoma"/>
                <a:cs typeface="Tahoma"/>
              </a:rPr>
              <a:t>emanating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ahoma"/>
                <a:cs typeface="Tahoma"/>
              </a:rPr>
              <a:t>from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ahoma"/>
                <a:cs typeface="Tahoma"/>
              </a:rPr>
              <a:t>the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ahoma"/>
                <a:cs typeface="Tahoma"/>
              </a:rPr>
              <a:t>sample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ahoma"/>
                <a:cs typeface="Tahoma"/>
              </a:rPr>
              <a:t>produce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ahoma"/>
                <a:cs typeface="Tahoma"/>
              </a:rPr>
              <a:t>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ahoma"/>
                <a:cs typeface="Tahoma"/>
              </a:rPr>
              <a:t>topographic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ahoma"/>
                <a:cs typeface="Tahoma"/>
              </a:rPr>
              <a:t>view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ahoma"/>
                <a:cs typeface="Tahoma"/>
              </a:rPr>
              <a:t>of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ahoma"/>
                <a:cs typeface="Tahoma"/>
              </a:rPr>
              <a:t>the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surface</a:t>
            </a:r>
            <a:endParaRPr sz="2800">
              <a:latin typeface="Tahoma"/>
              <a:cs typeface="Tahoma"/>
            </a:endParaRPr>
          </a:p>
          <a:p>
            <a:pPr marL="625475" marR="57150" lvl="1" indent="-274955">
              <a:lnSpc>
                <a:spcPts val="3020"/>
              </a:lnSpc>
              <a:spcBef>
                <a:spcPts val="720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95" dirty="0">
                <a:latin typeface="Tahoma"/>
                <a:cs typeface="Tahoma"/>
              </a:rPr>
              <a:t>Reasonably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ahoma"/>
                <a:cs typeface="Tahoma"/>
              </a:rPr>
              <a:t>capable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50" dirty="0">
                <a:latin typeface="Tahoma"/>
                <a:cs typeface="Tahoma"/>
              </a:rPr>
              <a:t>SPM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ahoma"/>
                <a:cs typeface="Tahoma"/>
              </a:rPr>
              <a:t>can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ahoma"/>
                <a:cs typeface="Tahoma"/>
              </a:rPr>
              <a:t>be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ahoma"/>
                <a:cs typeface="Tahoma"/>
              </a:rPr>
              <a:t>built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ahoma"/>
                <a:cs typeface="Tahoma"/>
              </a:rPr>
              <a:t>for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about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ahoma"/>
                <a:cs typeface="Tahoma"/>
              </a:rPr>
              <a:t>US$1400,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ahoma"/>
                <a:cs typeface="Tahoma"/>
              </a:rPr>
              <a:t>using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ahoma"/>
                <a:cs typeface="Tahoma"/>
              </a:rPr>
              <a:t>a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ahoma"/>
                <a:cs typeface="Tahoma"/>
              </a:rPr>
              <a:t>PC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ahoma"/>
                <a:cs typeface="Tahoma"/>
              </a:rPr>
              <a:t>as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ahoma"/>
                <a:cs typeface="Tahoma"/>
              </a:rPr>
              <a:t>a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controller</a:t>
            </a:r>
            <a:endParaRPr sz="28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300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95" dirty="0">
                <a:latin typeface="Tahoma"/>
                <a:cs typeface="Tahoma"/>
              </a:rPr>
              <a:t>Thousands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ahoma"/>
                <a:cs typeface="Tahoma"/>
              </a:rPr>
              <a:t>in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ahoma"/>
                <a:cs typeface="Tahoma"/>
              </a:rPr>
              <a:t>use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today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4517136" cy="5425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23359"/>
            <a:ext cx="7976234" cy="449008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54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b="1" spc="-140" dirty="0">
                <a:latin typeface="Arial"/>
                <a:cs typeface="Arial"/>
              </a:rPr>
              <a:t>Magnetic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b="1" spc="-185" dirty="0">
                <a:latin typeface="Arial"/>
                <a:cs typeface="Arial"/>
              </a:rPr>
              <a:t>force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b="1" spc="-235" dirty="0">
                <a:latin typeface="Arial"/>
                <a:cs typeface="Arial"/>
              </a:rPr>
              <a:t>microscopy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Arial"/>
                <a:cs typeface="Arial"/>
              </a:rPr>
              <a:t>(MFM)</a:t>
            </a:r>
            <a:endParaRPr sz="3200">
              <a:latin typeface="Arial"/>
              <a:cs typeface="Arial"/>
            </a:endParaRPr>
          </a:p>
          <a:p>
            <a:pPr marL="625475" marR="5080" lvl="1" indent="-274955">
              <a:lnSpc>
                <a:spcPts val="2590"/>
              </a:lnSpc>
              <a:spcBef>
                <a:spcPts val="660"/>
              </a:spcBef>
              <a:buClr>
                <a:srgbClr val="5FB5CC"/>
              </a:buClr>
              <a:buSzPct val="89583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400" spc="-65" dirty="0">
                <a:latin typeface="Tahoma"/>
                <a:cs typeface="Tahoma"/>
              </a:rPr>
              <a:t>Recent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technique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for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imaging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magnetization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patterns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ahoma"/>
                <a:cs typeface="Tahoma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high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resolution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and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minimal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ahoma"/>
                <a:cs typeface="Tahoma"/>
              </a:rPr>
              <a:t>sample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preparation.</a:t>
            </a:r>
            <a:endParaRPr sz="24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254"/>
              </a:spcBef>
              <a:buClr>
                <a:srgbClr val="5FB5CC"/>
              </a:buClr>
              <a:buSzPct val="89583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400" spc="-60" dirty="0">
                <a:latin typeface="Tahoma"/>
                <a:cs typeface="Tahoma"/>
              </a:rPr>
              <a:t>Derived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from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scanning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probe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microscopy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(SPM)</a:t>
            </a:r>
            <a:endParaRPr sz="2400">
              <a:latin typeface="Tahoma"/>
              <a:cs typeface="Tahoma"/>
            </a:endParaRPr>
          </a:p>
          <a:p>
            <a:pPr marL="625475" marR="128270" lvl="1" indent="-274955">
              <a:lnSpc>
                <a:spcPts val="2590"/>
              </a:lnSpc>
              <a:spcBef>
                <a:spcPts val="620"/>
              </a:spcBef>
              <a:buClr>
                <a:srgbClr val="5FB5CC"/>
              </a:buClr>
              <a:buSzPct val="89583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400" spc="-70" dirty="0">
                <a:latin typeface="Tahoma"/>
                <a:cs typeface="Tahoma"/>
              </a:rPr>
              <a:t>Uses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ahoma"/>
                <a:cs typeface="Tahoma"/>
              </a:rPr>
              <a:t>sharp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magnetic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tip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attached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flexible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cantilever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placed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close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the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surface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ahoma"/>
                <a:cs typeface="Tahoma"/>
              </a:rPr>
              <a:t>be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analyzed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where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interacts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ahoma"/>
                <a:cs typeface="Tahoma"/>
              </a:rPr>
              <a:t>with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the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stray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magnetic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field</a:t>
            </a:r>
            <a:endParaRPr sz="2400">
              <a:latin typeface="Tahoma"/>
              <a:cs typeface="Tahoma"/>
            </a:endParaRPr>
          </a:p>
          <a:p>
            <a:pPr marL="625475" marR="197485" lvl="1" indent="-274955">
              <a:lnSpc>
                <a:spcPct val="90000"/>
              </a:lnSpc>
              <a:spcBef>
                <a:spcPts val="540"/>
              </a:spcBef>
              <a:buClr>
                <a:srgbClr val="5FB5CC"/>
              </a:buClr>
              <a:buSzPct val="89583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400" dirty="0">
                <a:latin typeface="Tahoma"/>
                <a:cs typeface="Tahoma"/>
              </a:rPr>
              <a:t>An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image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of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the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field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at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the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surface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is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formed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by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moving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the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tip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across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the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surface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and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measuring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the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force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(or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force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ahoma"/>
                <a:cs typeface="Tahoma"/>
              </a:rPr>
              <a:t>gradient)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ahoma"/>
                <a:cs typeface="Tahoma"/>
              </a:rPr>
              <a:t>as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function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of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position.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The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strength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interaction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is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ahoma"/>
                <a:cs typeface="Tahoma"/>
              </a:rPr>
              <a:t>measured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by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monitoring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the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position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cantilever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using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ahoma"/>
                <a:cs typeface="Tahoma"/>
              </a:rPr>
              <a:t>an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optical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interferometer.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2205228" cy="4191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5863" y="1614512"/>
            <a:ext cx="8949055" cy="5080000"/>
            <a:chOff x="15863" y="1614512"/>
            <a:chExt cx="8949055" cy="5080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63" y="1614512"/>
              <a:ext cx="6284341" cy="4838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0155" y="3985831"/>
              <a:ext cx="2644518" cy="27084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2205228" cy="419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65503"/>
            <a:ext cx="7725409" cy="4369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05" dirty="0">
                <a:latin typeface="Arial"/>
                <a:cs typeface="Arial"/>
              </a:rPr>
              <a:t>Software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Arial"/>
                <a:cs typeface="Arial"/>
              </a:rPr>
              <a:t>reason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50">
              <a:latin typeface="Arial"/>
              <a:cs typeface="Arial"/>
            </a:endParaRPr>
          </a:p>
          <a:p>
            <a:pPr marL="332105" marR="5080" indent="-320040">
              <a:lnSpc>
                <a:spcPts val="240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73380" algn="l"/>
                <a:tab pos="374015" algn="l"/>
              </a:tabLst>
            </a:pPr>
            <a:r>
              <a:rPr dirty="0"/>
              <a:t>	</a:t>
            </a:r>
            <a:r>
              <a:rPr sz="2500" spc="-65" dirty="0">
                <a:latin typeface="Tahoma"/>
                <a:cs typeface="Tahoma"/>
              </a:rPr>
              <a:t>Virus,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format,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mis-</a:t>
            </a:r>
            <a:r>
              <a:rPr sz="2500" spc="-40" dirty="0">
                <a:latin typeface="Tahoma"/>
                <a:cs typeface="Tahoma"/>
              </a:rPr>
              <a:t>partition,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misclone,mis-</a:t>
            </a:r>
            <a:r>
              <a:rPr sz="2500" spc="-10" dirty="0">
                <a:latin typeface="Tahoma"/>
                <a:cs typeface="Tahoma"/>
              </a:rPr>
              <a:t>operation,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network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ahoma"/>
                <a:cs typeface="Tahoma"/>
              </a:rPr>
              <a:t>deletion,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ahoma"/>
                <a:cs typeface="Tahoma"/>
              </a:rPr>
              <a:t>power-</a:t>
            </a:r>
            <a:r>
              <a:rPr sz="2500" spc="-55" dirty="0">
                <a:latin typeface="Tahoma"/>
                <a:cs typeface="Tahoma"/>
              </a:rPr>
              <a:t>cut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ahoma"/>
                <a:cs typeface="Tahoma"/>
              </a:rPr>
              <a:t>during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operation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ahoma"/>
                <a:cs typeface="Tahoma"/>
              </a:rPr>
              <a:t>all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may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ahoma"/>
                <a:cs typeface="Tahoma"/>
              </a:rPr>
              <a:t>be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the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software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reasons.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0AC00"/>
              </a:buClr>
              <a:buFont typeface="DejaVu Sans"/>
              <a:buChar char="◾"/>
            </a:pPr>
            <a:endParaRPr sz="1950">
              <a:latin typeface="Tahoma"/>
              <a:cs typeface="Tahoma"/>
            </a:endParaRPr>
          </a:p>
          <a:p>
            <a:pPr marL="332105" marR="15240" indent="-320040">
              <a:lnSpc>
                <a:spcPts val="240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85" dirty="0">
                <a:latin typeface="Tahoma"/>
                <a:cs typeface="Tahoma"/>
              </a:rPr>
              <a:t>The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symptoms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ahoma"/>
                <a:cs typeface="Tahoma"/>
              </a:rPr>
              <a:t>are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usually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mis-</a:t>
            </a:r>
            <a:r>
              <a:rPr sz="2500" spc="-55" dirty="0">
                <a:latin typeface="Tahoma"/>
                <a:cs typeface="Tahoma"/>
              </a:rPr>
              <a:t>operation,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ahoma"/>
                <a:cs typeface="Tahoma"/>
              </a:rPr>
              <a:t>read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95" dirty="0">
                <a:latin typeface="Tahoma"/>
                <a:cs typeface="Tahoma"/>
              </a:rPr>
              <a:t>error,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ahoma"/>
                <a:cs typeface="Tahoma"/>
              </a:rPr>
              <a:t>can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ahoma"/>
                <a:cs typeface="Tahoma"/>
              </a:rPr>
              <a:t>not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ahoma"/>
                <a:cs typeface="Tahoma"/>
              </a:rPr>
              <a:t>find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or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ahoma"/>
                <a:cs typeface="Tahoma"/>
              </a:rPr>
              <a:t>open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ahoma"/>
                <a:cs typeface="Tahoma"/>
              </a:rPr>
              <a:t>file,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report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no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ahoma"/>
                <a:cs typeface="Tahoma"/>
              </a:rPr>
              <a:t>artition,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ahoma"/>
                <a:cs typeface="Tahoma"/>
              </a:rPr>
              <a:t>not</a:t>
            </a:r>
            <a:r>
              <a:rPr sz="2500" spc="-1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formatted,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ahoma"/>
                <a:cs typeface="Tahoma"/>
              </a:rPr>
              <a:t>password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30" dirty="0">
                <a:latin typeface="Tahoma"/>
                <a:cs typeface="Tahoma"/>
              </a:rPr>
              <a:t>lost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ahoma"/>
                <a:cs typeface="Tahoma"/>
              </a:rPr>
              <a:t>and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troubled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characters</a:t>
            </a:r>
            <a:endParaRPr sz="25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spcBef>
                <a:spcPts val="1820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135" dirty="0">
                <a:latin typeface="Tahoma"/>
                <a:cs typeface="Tahoma"/>
              </a:rPr>
              <a:t>We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95" dirty="0">
                <a:latin typeface="Tahoma"/>
                <a:cs typeface="Tahoma"/>
              </a:rPr>
              <a:t>can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ahoma"/>
                <a:cs typeface="Tahoma"/>
              </a:rPr>
              <a:t>use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software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ahoma"/>
                <a:cs typeface="Tahoma"/>
              </a:rPr>
              <a:t>tools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ahoma"/>
                <a:cs typeface="Tahoma"/>
              </a:rPr>
              <a:t>to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recover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ahoma"/>
                <a:cs typeface="Tahoma"/>
              </a:rPr>
              <a:t>it.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0AC00"/>
              </a:buClr>
              <a:buFont typeface="DejaVu Sans"/>
              <a:buChar char="◾"/>
            </a:pPr>
            <a:endParaRPr sz="1950">
              <a:latin typeface="Tahoma"/>
              <a:cs typeface="Tahoma"/>
            </a:endParaRPr>
          </a:p>
          <a:p>
            <a:pPr marL="332105" marR="159385" indent="-320040">
              <a:lnSpc>
                <a:spcPts val="240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20" dirty="0">
                <a:latin typeface="Tahoma"/>
                <a:cs typeface="Tahoma"/>
              </a:rPr>
              <a:t>So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called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ahoma"/>
                <a:cs typeface="Tahoma"/>
              </a:rPr>
              <a:t>soft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recovery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95" dirty="0">
                <a:latin typeface="Tahoma"/>
                <a:cs typeface="Tahoma"/>
              </a:rPr>
              <a:t>means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data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95" dirty="0">
                <a:latin typeface="Tahoma"/>
                <a:cs typeface="Tahoma"/>
              </a:rPr>
              <a:t>can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be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recovered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ahoma"/>
                <a:cs typeface="Tahoma"/>
              </a:rPr>
              <a:t>by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software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2205228" cy="419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28241"/>
            <a:ext cx="7830820" cy="3928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45" dirty="0">
                <a:latin typeface="Arial"/>
                <a:cs typeface="Arial"/>
              </a:rPr>
              <a:t>Hardware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b="1" spc="-30" dirty="0">
                <a:latin typeface="Arial"/>
                <a:cs typeface="Arial"/>
              </a:rPr>
              <a:t>reason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Arial"/>
              <a:cs typeface="Arial"/>
            </a:endParaRPr>
          </a:p>
          <a:p>
            <a:pPr marL="332105" marR="5080" indent="-320040">
              <a:lnSpc>
                <a:spcPct val="10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60" dirty="0">
                <a:latin typeface="Tahoma"/>
                <a:cs typeface="Tahoma"/>
              </a:rPr>
              <a:t>Sometimes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data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loss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because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of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hardware,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ahoma"/>
                <a:cs typeface="Tahoma"/>
              </a:rPr>
              <a:t>such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ahoma"/>
                <a:cs typeface="Tahoma"/>
              </a:rPr>
              <a:t>as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bad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sector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in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hard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disk,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power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cut,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head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damage,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circuit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panel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problem,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etc.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0AC00"/>
              </a:buClr>
              <a:buFont typeface="DejaVu Sans"/>
              <a:buChar char="◾"/>
            </a:pPr>
            <a:endParaRPr sz="3150">
              <a:latin typeface="Tahoma"/>
              <a:cs typeface="Tahoma"/>
            </a:endParaRPr>
          </a:p>
          <a:p>
            <a:pPr marL="332105" marR="41910" indent="-320040">
              <a:lnSpc>
                <a:spcPct val="10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105" dirty="0">
                <a:latin typeface="Tahoma"/>
                <a:cs typeface="Tahoma"/>
              </a:rPr>
              <a:t>The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speed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of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ahoma"/>
                <a:cs typeface="Tahoma"/>
              </a:rPr>
              <a:t>hardware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become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ahoma"/>
                <a:cs typeface="Tahoma"/>
              </a:rPr>
              <a:t>slow,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cannot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operate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ahoma"/>
                <a:cs typeface="Tahoma"/>
              </a:rPr>
              <a:t>successfully;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cannot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read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data,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etc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2286000" cy="419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28241"/>
            <a:ext cx="7842250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60" dirty="0">
                <a:latin typeface="Tahoma"/>
                <a:cs typeface="Tahoma"/>
              </a:rPr>
              <a:t>Physical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structure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>
              <a:latin typeface="Tahoma"/>
              <a:cs typeface="Tahoma"/>
            </a:endParaRPr>
          </a:p>
          <a:p>
            <a:pPr marL="332105" marR="348615" indent="-320040">
              <a:lnSpc>
                <a:spcPct val="100000"/>
              </a:lnSpc>
              <a:spcBef>
                <a:spcPts val="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35" dirty="0">
                <a:latin typeface="Tahoma"/>
                <a:cs typeface="Tahoma"/>
              </a:rPr>
              <a:t>HD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consists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of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platter,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ahoma"/>
                <a:cs typeface="Tahoma"/>
              </a:rPr>
              <a:t>control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circuit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board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and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interface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parts.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0AC00"/>
              </a:buClr>
              <a:buFont typeface="DejaVu Sans"/>
              <a:buChar char="◾"/>
            </a:pPr>
            <a:endParaRPr sz="3150">
              <a:latin typeface="Tahoma"/>
              <a:cs typeface="Tahoma"/>
            </a:endParaRPr>
          </a:p>
          <a:p>
            <a:pPr marL="332105" marR="5080" indent="-320040">
              <a:lnSpc>
                <a:spcPct val="10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114" dirty="0">
                <a:latin typeface="Tahoma"/>
                <a:cs typeface="Tahoma"/>
              </a:rPr>
              <a:t>A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hard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disk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ahoma"/>
                <a:cs typeface="Tahoma"/>
              </a:rPr>
              <a:t>a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sealed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unit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containing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a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number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ahoma"/>
                <a:cs typeface="Tahoma"/>
              </a:rPr>
              <a:t>of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platters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in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ahoma"/>
                <a:cs typeface="Tahoma"/>
              </a:rPr>
              <a:t>a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stack.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Hard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disks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may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mounted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in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ahoma"/>
                <a:cs typeface="Tahoma"/>
              </a:rPr>
              <a:t>a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horizontal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or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ahoma"/>
                <a:cs typeface="Tahoma"/>
              </a:rPr>
              <a:t>a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vertical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position.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2286000" cy="419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8630" y="1610106"/>
            <a:ext cx="778827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265" dirty="0">
                <a:latin typeface="Tahoma"/>
                <a:cs typeface="Tahoma"/>
              </a:rPr>
              <a:t>In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this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description,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the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hard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drive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mounted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horizontally.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7801" y="2132838"/>
            <a:ext cx="5321681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925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4379976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28241"/>
            <a:ext cx="7868284" cy="344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5" dirty="0">
                <a:latin typeface="Tahoma"/>
                <a:cs typeface="Tahoma"/>
              </a:rPr>
              <a:t>Primary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formatting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of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hard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disk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>
              <a:latin typeface="Tahoma"/>
              <a:cs typeface="Tahoma"/>
            </a:endParaRPr>
          </a:p>
          <a:p>
            <a:pPr marL="332105" marR="122555" indent="-320040">
              <a:lnSpc>
                <a:spcPct val="100000"/>
              </a:lnSpc>
              <a:spcBef>
                <a:spcPts val="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  <a:tab pos="2318385" algn="l"/>
              </a:tabLst>
            </a:pPr>
            <a:r>
              <a:rPr sz="3200" spc="-95" dirty="0">
                <a:latin typeface="Tahoma"/>
                <a:cs typeface="Tahoma"/>
              </a:rPr>
              <a:t>When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hard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disk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ahoma"/>
                <a:cs typeface="Tahoma"/>
              </a:rPr>
              <a:t>firstly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made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in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the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factory,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it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usually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ahoma"/>
                <a:cs typeface="Tahoma"/>
              </a:rPr>
              <a:t>“blank”.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0AC00"/>
              </a:buClr>
              <a:buFont typeface="DejaVu Sans"/>
              <a:buChar char="◾"/>
            </a:pPr>
            <a:endParaRPr sz="3150">
              <a:latin typeface="Tahoma"/>
              <a:cs typeface="Tahoma"/>
            </a:endParaRPr>
          </a:p>
          <a:p>
            <a:pPr marL="332105" marR="5080" indent="-320040">
              <a:lnSpc>
                <a:spcPct val="10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35" dirty="0">
                <a:latin typeface="Tahoma"/>
                <a:cs typeface="Tahoma"/>
              </a:rPr>
              <a:t>Only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after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ahoma"/>
                <a:cs typeface="Tahoma"/>
              </a:rPr>
              <a:t>partitioning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tracks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and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sectors,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we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ahoma"/>
                <a:cs typeface="Tahoma"/>
              </a:rPr>
              <a:t>can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ahoma"/>
                <a:cs typeface="Tahoma"/>
              </a:rPr>
              <a:t>save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data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on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hard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disk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59308"/>
            <a:ext cx="6361176" cy="5547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57883"/>
            <a:ext cx="7913370" cy="4388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b="1" spc="-55" dirty="0">
                <a:latin typeface="Arial"/>
                <a:cs typeface="Arial"/>
              </a:rPr>
              <a:t>Data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b="1" spc="-120" dirty="0">
                <a:latin typeface="Arial"/>
                <a:cs typeface="Arial"/>
              </a:rPr>
              <a:t>in</a:t>
            </a:r>
            <a:r>
              <a:rPr sz="2700" spc="-100" dirty="0">
                <a:latin typeface="Times New Roman"/>
                <a:cs typeface="Times New Roman"/>
              </a:rPr>
              <a:t> </a:t>
            </a:r>
            <a:r>
              <a:rPr sz="2700" b="1" spc="-140" dirty="0">
                <a:latin typeface="Arial"/>
                <a:cs typeface="Arial"/>
              </a:rPr>
              <a:t>hard</a:t>
            </a:r>
            <a:r>
              <a:rPr sz="2700" spc="-100" dirty="0">
                <a:latin typeface="Times New Roman"/>
                <a:cs typeface="Times New Roman"/>
              </a:rPr>
              <a:t> </a:t>
            </a:r>
            <a:r>
              <a:rPr sz="2700" b="1" spc="-190" dirty="0">
                <a:latin typeface="Arial"/>
                <a:cs typeface="Arial"/>
              </a:rPr>
              <a:t>disk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b="1" spc="-135" dirty="0">
                <a:latin typeface="Arial"/>
                <a:cs typeface="Arial"/>
              </a:rPr>
              <a:t>divided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b="1" spc="-75" dirty="0">
                <a:latin typeface="Arial"/>
                <a:cs typeface="Arial"/>
              </a:rPr>
              <a:t>into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b="1" spc="-50" dirty="0"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F0AC00"/>
              </a:buClr>
              <a:buFont typeface="DejaVu Sans"/>
              <a:buChar char="◾"/>
            </a:pP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0AC00"/>
              </a:buClr>
              <a:buFont typeface="DejaVu Sans"/>
              <a:buChar char="◾"/>
            </a:pPr>
            <a:endParaRPr sz="4000">
              <a:latin typeface="Arial"/>
              <a:cs typeface="Arial"/>
            </a:endParaRPr>
          </a:p>
          <a:p>
            <a:pPr marL="332105" marR="12065" indent="-320040">
              <a:lnSpc>
                <a:spcPts val="2590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b="1" spc="-195" dirty="0">
                <a:latin typeface="Arial"/>
                <a:cs typeface="Arial"/>
              </a:rPr>
              <a:t>MBR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spc="-100" dirty="0">
                <a:latin typeface="Tahoma"/>
                <a:cs typeface="Tahoma"/>
              </a:rPr>
              <a:t>:master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boot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directory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114" dirty="0">
                <a:latin typeface="Tahoma"/>
                <a:cs typeface="Tahoma"/>
              </a:rPr>
              <a:t>.</a:t>
            </a:r>
            <a:r>
              <a:rPr sz="2700" spc="-325" dirty="0">
                <a:latin typeface="Times New Roman"/>
                <a:cs typeface="Times New Roman"/>
              </a:rPr>
              <a:t> </a:t>
            </a:r>
            <a:r>
              <a:rPr sz="2700" spc="-90" dirty="0">
                <a:latin typeface="Tahoma"/>
                <a:cs typeface="Tahoma"/>
              </a:rPr>
              <a:t>The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35" dirty="0">
                <a:latin typeface="Tahoma"/>
                <a:cs typeface="Tahoma"/>
              </a:rPr>
              <a:t>first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physical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45" dirty="0">
                <a:latin typeface="Tahoma"/>
                <a:cs typeface="Tahoma"/>
              </a:rPr>
              <a:t>sector.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Bios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or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special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firmware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stored.</a:t>
            </a:r>
            <a:endParaRPr sz="2700">
              <a:latin typeface="Tahoma"/>
              <a:cs typeface="Tahoma"/>
            </a:endParaRPr>
          </a:p>
          <a:p>
            <a:pPr marL="332105" marR="5080" indent="-320040">
              <a:lnSpc>
                <a:spcPct val="80000"/>
              </a:lnSpc>
              <a:spcBef>
                <a:spcPts val="25"/>
              </a:spcBef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b="1" spc="-220" dirty="0">
                <a:latin typeface="Arial"/>
                <a:cs typeface="Arial"/>
              </a:rPr>
              <a:t>DBR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b="1" spc="-120" dirty="0">
                <a:latin typeface="Arial"/>
                <a:cs typeface="Arial"/>
              </a:rPr>
              <a:t>: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dos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boot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directory.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45" dirty="0">
                <a:latin typeface="Tahoma"/>
                <a:cs typeface="Tahoma"/>
              </a:rPr>
              <a:t>First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sector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ahoma"/>
                <a:cs typeface="Tahoma"/>
              </a:rPr>
              <a:t>that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is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visited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ahoma"/>
                <a:cs typeface="Tahoma"/>
              </a:rPr>
              <a:t>by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95" dirty="0">
                <a:latin typeface="Tahoma"/>
                <a:cs typeface="Tahoma"/>
              </a:rPr>
              <a:t>os.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store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ahoma"/>
                <a:cs typeface="Tahoma"/>
              </a:rPr>
              <a:t>boot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program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spc="-95" dirty="0">
                <a:latin typeface="Tahoma"/>
                <a:cs typeface="Tahoma"/>
              </a:rPr>
              <a:t>and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ahoma"/>
                <a:cs typeface="Tahoma"/>
              </a:rPr>
              <a:t>BPB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120" dirty="0">
                <a:latin typeface="Tahoma"/>
                <a:cs typeface="Tahoma"/>
              </a:rPr>
              <a:t>(BIOS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perimeter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block).</a:t>
            </a:r>
            <a:endParaRPr sz="2700">
              <a:latin typeface="Tahoma"/>
              <a:cs typeface="Tahoma"/>
            </a:endParaRPr>
          </a:p>
          <a:p>
            <a:pPr marL="332740" indent="-320040">
              <a:lnSpc>
                <a:spcPts val="2270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b="1" spc="-275" dirty="0">
                <a:latin typeface="Arial"/>
                <a:cs typeface="Arial"/>
              </a:rPr>
              <a:t>FAT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b="1" spc="-125" dirty="0">
                <a:latin typeface="Arial"/>
                <a:cs typeface="Arial"/>
              </a:rPr>
              <a:t>: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ahoma"/>
                <a:cs typeface="Tahoma"/>
              </a:rPr>
              <a:t>it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is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ahoma"/>
                <a:cs typeface="Tahoma"/>
              </a:rPr>
              <a:t>a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file</a:t>
            </a:r>
            <a:r>
              <a:rPr sz="2700" spc="-145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ahoma"/>
                <a:cs typeface="Tahoma"/>
              </a:rPr>
              <a:t>system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114" dirty="0">
                <a:latin typeface="Tahoma"/>
                <a:cs typeface="Tahoma"/>
              </a:rPr>
              <a:t>.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Relatively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uncomplicated.</a:t>
            </a:r>
            <a:endParaRPr sz="2700">
              <a:latin typeface="Tahoma"/>
              <a:cs typeface="Tahoma"/>
            </a:endParaRPr>
          </a:p>
          <a:p>
            <a:pPr marL="332105" marR="363220" indent="-320040">
              <a:lnSpc>
                <a:spcPts val="2590"/>
              </a:lnSpc>
              <a:spcBef>
                <a:spcPts val="305"/>
              </a:spcBef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b="1" spc="-130" dirty="0">
                <a:latin typeface="Arial"/>
                <a:cs typeface="Arial"/>
              </a:rPr>
              <a:t>DIR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b="1" spc="-120" dirty="0">
                <a:latin typeface="Arial"/>
                <a:cs typeface="Arial"/>
              </a:rPr>
              <a:t>: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spc="-100" dirty="0">
                <a:latin typeface="Tahoma"/>
                <a:cs typeface="Tahoma"/>
              </a:rPr>
              <a:t>means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directory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ahoma"/>
                <a:cs typeface="Tahoma"/>
              </a:rPr>
              <a:t>also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called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140" dirty="0">
                <a:latin typeface="Tahoma"/>
                <a:cs typeface="Tahoma"/>
              </a:rPr>
              <a:t>FDT.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160" dirty="0">
                <a:latin typeface="Tahoma"/>
                <a:cs typeface="Tahoma"/>
              </a:rPr>
              <a:t>DIR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is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placed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45" dirty="0">
                <a:latin typeface="Tahoma"/>
                <a:cs typeface="Tahoma"/>
              </a:rPr>
              <a:t>after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FAT2</a:t>
            </a:r>
            <a:endParaRPr sz="2700">
              <a:latin typeface="Tahoma"/>
              <a:cs typeface="Tahoma"/>
            </a:endParaRPr>
          </a:p>
          <a:p>
            <a:pPr marL="332740" indent="-320040">
              <a:lnSpc>
                <a:spcPts val="2615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b="1" spc="-220" dirty="0">
                <a:latin typeface="Arial"/>
                <a:cs typeface="Arial"/>
              </a:rPr>
              <a:t>DATA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b="1" spc="-75" dirty="0">
                <a:latin typeface="Arial"/>
                <a:cs typeface="Arial"/>
              </a:rPr>
              <a:t>:</a:t>
            </a:r>
            <a:r>
              <a:rPr sz="2700" spc="-75" dirty="0">
                <a:latin typeface="Tahoma"/>
                <a:cs typeface="Tahoma"/>
              </a:rPr>
              <a:t>store</a:t>
            </a:r>
            <a:r>
              <a:rPr sz="2700" spc="-140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the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data</a:t>
            </a:r>
            <a:endParaRPr sz="27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92" y="2372080"/>
            <a:ext cx="9019286" cy="75161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2955036" cy="5425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582" y="1772831"/>
            <a:ext cx="6984746" cy="46380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6" y="559308"/>
            <a:ext cx="7668767" cy="5547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65503"/>
            <a:ext cx="7834630" cy="4064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5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b="1" spc="-135" dirty="0">
                <a:latin typeface="Arial"/>
                <a:cs typeface="Arial"/>
              </a:rPr>
              <a:t>Root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b="1" spc="-114" dirty="0">
                <a:latin typeface="Arial"/>
                <a:cs typeface="Arial"/>
              </a:rPr>
              <a:t>directory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b="1" spc="-110" dirty="0">
                <a:latin typeface="Arial"/>
                <a:cs typeface="Arial"/>
              </a:rPr>
              <a:t>management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b="1" spc="-120" dirty="0">
                <a:latin typeface="Arial"/>
                <a:cs typeface="Arial"/>
              </a:rPr>
              <a:t>in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b="1" spc="-229" dirty="0">
                <a:latin typeface="Arial"/>
                <a:cs typeface="Arial"/>
              </a:rPr>
              <a:t>FAT32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Arial"/>
                <a:cs typeface="Arial"/>
              </a:rPr>
              <a:t>partition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0AC00"/>
              </a:buClr>
              <a:buFont typeface="DejaVu Sans"/>
              <a:buChar char="◾"/>
            </a:pPr>
            <a:endParaRPr sz="2050">
              <a:latin typeface="Arial"/>
              <a:cs typeface="Arial"/>
            </a:endParaRPr>
          </a:p>
          <a:p>
            <a:pPr marL="332105" marR="5080" indent="-320040">
              <a:lnSpc>
                <a:spcPct val="8000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dirty="0">
                <a:latin typeface="Tahoma"/>
                <a:cs typeface="Tahoma"/>
              </a:rPr>
              <a:t>All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files/folders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ahoma"/>
                <a:cs typeface="Tahoma"/>
              </a:rPr>
              <a:t>in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140" dirty="0">
                <a:latin typeface="Tahoma"/>
                <a:cs typeface="Tahoma"/>
              </a:rPr>
              <a:t>FAT32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ahoma"/>
                <a:cs typeface="Tahoma"/>
              </a:rPr>
              <a:t>have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corresponding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ahoma"/>
                <a:cs typeface="Tahoma"/>
              </a:rPr>
              <a:t>file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entries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record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ahoma"/>
                <a:cs typeface="Tahoma"/>
              </a:rPr>
              <a:t>in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135" dirty="0">
                <a:latin typeface="Tahoma"/>
                <a:cs typeface="Tahoma"/>
              </a:rPr>
              <a:t>FDT,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each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ahoma"/>
                <a:cs typeface="Tahoma"/>
              </a:rPr>
              <a:t>file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ahoma"/>
                <a:cs typeface="Tahoma"/>
              </a:rPr>
              <a:t>entry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ahoma"/>
                <a:cs typeface="Tahoma"/>
              </a:rPr>
              <a:t>records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important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ahoma"/>
                <a:cs typeface="Tahoma"/>
              </a:rPr>
              <a:t>information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ahoma"/>
                <a:cs typeface="Tahoma"/>
              </a:rPr>
              <a:t>of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the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file/folder.</a:t>
            </a:r>
            <a:r>
              <a:rPr sz="2500" spc="-250" dirty="0">
                <a:latin typeface="Times New Roman"/>
                <a:cs typeface="Times New Roman"/>
              </a:rPr>
              <a:t> </a:t>
            </a:r>
            <a:r>
              <a:rPr sz="2500" spc="-85" dirty="0">
                <a:latin typeface="Tahoma"/>
                <a:cs typeface="Tahoma"/>
              </a:rPr>
              <a:t>The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ahoma"/>
                <a:cs typeface="Tahoma"/>
              </a:rPr>
              <a:t>file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system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of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ahoma"/>
                <a:cs typeface="Tahoma"/>
              </a:rPr>
              <a:t>operating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system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ahoma"/>
                <a:cs typeface="Tahoma"/>
              </a:rPr>
              <a:t>searches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ahoma"/>
                <a:cs typeface="Tahoma"/>
              </a:rPr>
              <a:t>and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ahoma"/>
                <a:cs typeface="Tahoma"/>
              </a:rPr>
              <a:t>localizes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corresponding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file/folder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according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ahoma"/>
                <a:cs typeface="Tahoma"/>
              </a:rPr>
              <a:t>to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the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file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ahoma"/>
                <a:cs typeface="Tahoma"/>
              </a:rPr>
              <a:t>information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ahoma"/>
                <a:cs typeface="Tahoma"/>
              </a:rPr>
              <a:t>in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ahoma"/>
                <a:cs typeface="Tahoma"/>
              </a:rPr>
              <a:t>FDT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of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ahoma"/>
                <a:cs typeface="Tahoma"/>
              </a:rPr>
              <a:t>each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partition.</a:t>
            </a:r>
            <a:endParaRPr sz="25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spcBef>
                <a:spcPts val="1800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55" dirty="0">
                <a:latin typeface="Tahoma"/>
                <a:cs typeface="Tahoma"/>
              </a:rPr>
              <a:t>Under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95" dirty="0">
                <a:latin typeface="Tahoma"/>
                <a:cs typeface="Tahoma"/>
              </a:rPr>
              <a:t>FAT32,size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of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ahoma"/>
                <a:cs typeface="Tahoma"/>
              </a:rPr>
              <a:t>each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85" dirty="0">
                <a:latin typeface="Tahoma"/>
                <a:cs typeface="Tahoma"/>
              </a:rPr>
              <a:t>FDT</a:t>
            </a:r>
            <a:r>
              <a:rPr sz="2500" spc="-125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ahoma"/>
                <a:cs typeface="Tahoma"/>
              </a:rPr>
              <a:t>is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175" dirty="0">
                <a:latin typeface="Tahoma"/>
                <a:cs typeface="Tahoma"/>
              </a:rPr>
              <a:t>32</a:t>
            </a:r>
            <a:r>
              <a:rPr sz="2500" spc="-1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bytes.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0AC00"/>
              </a:buClr>
              <a:buFont typeface="DejaVu Sans"/>
              <a:buChar char="◾"/>
            </a:pPr>
            <a:endParaRPr sz="1950">
              <a:latin typeface="Tahoma"/>
              <a:cs typeface="Tahoma"/>
            </a:endParaRPr>
          </a:p>
          <a:p>
            <a:pPr marL="332105" marR="13970" indent="-320040" algn="just">
              <a:lnSpc>
                <a:spcPts val="2400"/>
              </a:lnSpc>
              <a:spcBef>
                <a:spcPts val="5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740" algn="l"/>
              </a:tabLst>
            </a:pPr>
            <a:r>
              <a:rPr sz="2500" spc="-155" dirty="0">
                <a:latin typeface="Tahoma"/>
                <a:cs typeface="Tahoma"/>
              </a:rPr>
              <a:t>FAT32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ahoma"/>
                <a:cs typeface="Tahoma"/>
              </a:rPr>
              <a:t>root</a:t>
            </a:r>
            <a:r>
              <a:rPr sz="2500" spc="-130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ahoma"/>
                <a:cs typeface="Tahoma"/>
              </a:rPr>
              <a:t>directory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ahoma"/>
                <a:cs typeface="Tahoma"/>
              </a:rPr>
              <a:t>management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includes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management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of</a:t>
            </a:r>
            <a:r>
              <a:rPr sz="2500" spc="-150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ahoma"/>
                <a:cs typeface="Tahoma"/>
              </a:rPr>
              <a:t>files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with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short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ahoma"/>
                <a:cs typeface="Tahoma"/>
              </a:rPr>
              <a:t>and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long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filename,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10" dirty="0">
                <a:latin typeface="Tahoma"/>
                <a:cs typeface="Tahoma"/>
              </a:rPr>
              <a:t>and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management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ahoma"/>
                <a:cs typeface="Tahoma"/>
              </a:rPr>
              <a:t>of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directories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85" dirty="0">
                <a:latin typeface="Tahoma"/>
                <a:cs typeface="Tahoma"/>
              </a:rPr>
              <a:t>under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ahoma"/>
                <a:cs typeface="Tahoma"/>
              </a:rPr>
              <a:t>root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directory..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95" y="565404"/>
            <a:ext cx="6702552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47215"/>
            <a:ext cx="7856855" cy="450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60" dirty="0">
                <a:latin typeface="Tahoma"/>
                <a:cs typeface="Tahoma"/>
              </a:rPr>
              <a:t>Management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ahoma"/>
                <a:cs typeface="Tahoma"/>
              </a:rPr>
              <a:t>of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120" dirty="0">
                <a:latin typeface="Tahoma"/>
                <a:cs typeface="Tahoma"/>
              </a:rPr>
              <a:t>sub-</a:t>
            </a:r>
            <a:r>
              <a:rPr sz="3000" spc="-55" dirty="0">
                <a:latin typeface="Tahoma"/>
                <a:cs typeface="Tahoma"/>
              </a:rPr>
              <a:t>directory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in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ahoma"/>
                <a:cs typeface="Tahoma"/>
              </a:rPr>
              <a:t>FAT32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Tahoma"/>
              <a:cs typeface="Tahoma"/>
            </a:endParaRPr>
          </a:p>
          <a:p>
            <a:pPr marL="393700" marR="1767839" indent="-381000" algn="just">
              <a:lnSpc>
                <a:spcPts val="288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92430" algn="l"/>
              </a:tabLst>
            </a:pPr>
            <a:r>
              <a:rPr sz="3000" spc="85" dirty="0">
                <a:latin typeface="Tahoma"/>
                <a:cs typeface="Tahoma"/>
              </a:rPr>
              <a:t>A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parental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directory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ahoma"/>
                <a:cs typeface="Tahoma"/>
              </a:rPr>
              <a:t>may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114" dirty="0">
                <a:latin typeface="Tahoma"/>
                <a:cs typeface="Tahoma"/>
              </a:rPr>
              <a:t>have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90" dirty="0">
                <a:latin typeface="Tahoma"/>
                <a:cs typeface="Tahoma"/>
              </a:rPr>
              <a:t>many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ahoma"/>
                <a:cs typeface="Tahoma"/>
              </a:rPr>
              <a:t>subdirectories,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while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14" dirty="0">
                <a:latin typeface="Tahoma"/>
                <a:cs typeface="Tahoma"/>
              </a:rPr>
              <a:t>a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114" dirty="0">
                <a:latin typeface="Tahoma"/>
                <a:cs typeface="Tahoma"/>
              </a:rPr>
              <a:t>sub-</a:t>
            </a:r>
            <a:r>
              <a:rPr sz="3000" spc="-55" dirty="0">
                <a:latin typeface="Tahoma"/>
                <a:cs typeface="Tahoma"/>
              </a:rPr>
              <a:t>directory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14" dirty="0">
                <a:latin typeface="Tahoma"/>
                <a:cs typeface="Tahoma"/>
              </a:rPr>
              <a:t>has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ahoma"/>
                <a:cs typeface="Tahoma"/>
              </a:rPr>
              <a:t>only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ahoma"/>
                <a:cs typeface="Tahoma"/>
              </a:rPr>
              <a:t>one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parental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ahoma"/>
                <a:cs typeface="Tahoma"/>
              </a:rPr>
              <a:t>directory.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0AC00"/>
              </a:buClr>
              <a:buFont typeface="DejaVu Sans"/>
              <a:buChar char="◾"/>
            </a:pPr>
            <a:endParaRPr sz="2350">
              <a:latin typeface="Tahoma"/>
              <a:cs typeface="Tahoma"/>
            </a:endParaRPr>
          </a:p>
          <a:p>
            <a:pPr marL="332105" marR="337820" indent="-320040">
              <a:lnSpc>
                <a:spcPts val="288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65" dirty="0">
                <a:latin typeface="Tahoma"/>
                <a:cs typeface="Tahoma"/>
              </a:rPr>
              <a:t>Under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the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20" dirty="0">
                <a:latin typeface="Tahoma"/>
                <a:cs typeface="Tahoma"/>
              </a:rPr>
              <a:t>sub-</a:t>
            </a:r>
            <a:r>
              <a:rPr sz="3000" spc="-55" dirty="0">
                <a:latin typeface="Tahoma"/>
                <a:cs typeface="Tahoma"/>
              </a:rPr>
              <a:t>directory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ahoma"/>
                <a:cs typeface="Tahoma"/>
              </a:rPr>
              <a:t>of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ahoma"/>
                <a:cs typeface="Tahoma"/>
              </a:rPr>
              <a:t>root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ahoma"/>
                <a:cs typeface="Tahoma"/>
              </a:rPr>
              <a:t>directory,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ahoma"/>
                <a:cs typeface="Tahoma"/>
              </a:rPr>
              <a:t>we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85" dirty="0">
                <a:latin typeface="Tahoma"/>
                <a:cs typeface="Tahoma"/>
              </a:rPr>
              <a:t>may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ahoma"/>
                <a:cs typeface="Tahoma"/>
              </a:rPr>
              <a:t>create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ahoma"/>
                <a:cs typeface="Tahoma"/>
              </a:rPr>
              <a:t>more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inferior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120" dirty="0">
                <a:latin typeface="Tahoma"/>
                <a:cs typeface="Tahoma"/>
              </a:rPr>
              <a:t>sub-</a:t>
            </a:r>
            <a:r>
              <a:rPr sz="3000" spc="-70" dirty="0">
                <a:latin typeface="Tahoma"/>
                <a:cs typeface="Tahoma"/>
              </a:rPr>
              <a:t>directories,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ahoma"/>
                <a:cs typeface="Tahoma"/>
              </a:rPr>
              <a:t>thus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ahoma"/>
                <a:cs typeface="Tahoma"/>
              </a:rPr>
              <a:t>forming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120" dirty="0">
                <a:latin typeface="Tahoma"/>
                <a:cs typeface="Tahoma"/>
              </a:rPr>
              <a:t>a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ahoma"/>
                <a:cs typeface="Tahoma"/>
              </a:rPr>
              <a:t>directory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ahoma"/>
                <a:cs typeface="Tahoma"/>
              </a:rPr>
              <a:t>tree.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0AC00"/>
              </a:buClr>
              <a:buFont typeface="DejaVu Sans"/>
              <a:buChar char="◾"/>
            </a:pPr>
            <a:endParaRPr sz="2350">
              <a:latin typeface="Tahoma"/>
              <a:cs typeface="Tahoma"/>
            </a:endParaRPr>
          </a:p>
          <a:p>
            <a:pPr marL="332105" marR="5080" indent="-320040">
              <a:lnSpc>
                <a:spcPts val="288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70" dirty="0">
                <a:latin typeface="Tahoma"/>
                <a:cs typeface="Tahoma"/>
              </a:rPr>
              <a:t>For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directories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00" dirty="0">
                <a:latin typeface="Tahoma"/>
                <a:cs typeface="Tahoma"/>
              </a:rPr>
              <a:t>under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ahoma"/>
                <a:cs typeface="Tahoma"/>
              </a:rPr>
              <a:t>root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ahoma"/>
                <a:cs typeface="Tahoma"/>
              </a:rPr>
              <a:t>directory,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40" dirty="0">
                <a:latin typeface="Tahoma"/>
                <a:cs typeface="Tahoma"/>
              </a:rPr>
              <a:t>its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40" dirty="0">
                <a:latin typeface="Tahoma"/>
                <a:cs typeface="Tahoma"/>
              </a:rPr>
              <a:t>entrance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ahoma"/>
                <a:cs typeface="Tahoma"/>
              </a:rPr>
              <a:t>still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ahoma"/>
                <a:cs typeface="Tahoma"/>
              </a:rPr>
              <a:t>exists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in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ahoma"/>
                <a:cs typeface="Tahoma"/>
              </a:rPr>
              <a:t>root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ahoma"/>
                <a:cs typeface="Tahoma"/>
              </a:rPr>
              <a:t>directory.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.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81850" y="1556766"/>
            <a:ext cx="1962150" cy="252031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6" y="565404"/>
            <a:ext cx="2814828" cy="419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28241"/>
            <a:ext cx="7964805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90" dirty="0">
                <a:latin typeface="Tahoma"/>
                <a:cs typeface="Tahoma"/>
              </a:rPr>
              <a:t>When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deleting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ahoma"/>
                <a:cs typeface="Tahoma"/>
              </a:rPr>
              <a:t>a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file,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the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system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only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ahoma"/>
                <a:cs typeface="Tahoma"/>
              </a:rPr>
              <a:t>makes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a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deletion</a:t>
            </a:r>
            <a:r>
              <a:rPr sz="3200" spc="-365" dirty="0">
                <a:latin typeface="Tahoma"/>
                <a:cs typeface="Tahoma"/>
              </a:rPr>
              <a:t> </a:t>
            </a:r>
            <a:r>
              <a:rPr sz="3200" spc="-85" dirty="0">
                <a:latin typeface="Tahoma"/>
                <a:cs typeface="Tahoma"/>
              </a:rPr>
              <a:t>mark</a:t>
            </a:r>
            <a:r>
              <a:rPr sz="3200" spc="-340" dirty="0">
                <a:latin typeface="Tahoma"/>
                <a:cs typeface="Tahoma"/>
              </a:rPr>
              <a:t> </a:t>
            </a:r>
            <a:r>
              <a:rPr sz="3200" spc="-80" dirty="0">
                <a:latin typeface="Tahoma"/>
                <a:cs typeface="Tahoma"/>
              </a:rPr>
              <a:t>on</a:t>
            </a:r>
            <a:r>
              <a:rPr sz="3200" spc="-325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this</a:t>
            </a:r>
            <a:r>
              <a:rPr sz="3200" spc="-345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file’s</a:t>
            </a:r>
            <a:r>
              <a:rPr sz="3200" spc="-355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directory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entry,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marking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clusters</a:t>
            </a:r>
            <a:r>
              <a:rPr sz="3200" spc="-3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it</a:t>
            </a:r>
            <a:r>
              <a:rPr sz="3200" spc="-345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covers</a:t>
            </a:r>
            <a:r>
              <a:rPr sz="3200" spc="-330" dirty="0">
                <a:latin typeface="Tahoma"/>
                <a:cs typeface="Tahoma"/>
              </a:rPr>
              <a:t> </a:t>
            </a:r>
            <a:r>
              <a:rPr sz="3200" spc="-55" dirty="0">
                <a:latin typeface="Tahoma"/>
                <a:cs typeface="Tahoma"/>
              </a:rPr>
              <a:t>in</a:t>
            </a:r>
            <a:r>
              <a:rPr sz="3200" spc="-340" dirty="0">
                <a:latin typeface="Tahoma"/>
                <a:cs typeface="Tahoma"/>
              </a:rPr>
              <a:t> </a:t>
            </a:r>
            <a:r>
              <a:rPr sz="3200" spc="-130" dirty="0">
                <a:latin typeface="Tahoma"/>
                <a:cs typeface="Tahoma"/>
              </a:rPr>
              <a:t>FAT</a:t>
            </a:r>
            <a:r>
              <a:rPr sz="3200" spc="-345" dirty="0">
                <a:latin typeface="Tahoma"/>
                <a:cs typeface="Tahoma"/>
              </a:rPr>
              <a:t> </a:t>
            </a:r>
            <a:r>
              <a:rPr sz="3200" spc="-130" dirty="0">
                <a:latin typeface="Tahoma"/>
                <a:cs typeface="Tahoma"/>
              </a:rPr>
              <a:t>as</a:t>
            </a:r>
            <a:r>
              <a:rPr sz="3200" spc="-3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“empty”; </a:t>
            </a:r>
            <a:r>
              <a:rPr sz="3200" spc="-85" dirty="0">
                <a:latin typeface="Tahoma"/>
                <a:cs typeface="Tahoma"/>
              </a:rPr>
              <a:t>clusters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in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DATA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remains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original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file’s contents.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0AC00"/>
              </a:buClr>
              <a:buFont typeface="DejaVu Sans"/>
              <a:buChar char="◾"/>
            </a:pPr>
            <a:endParaRPr sz="3150">
              <a:latin typeface="Tahoma"/>
              <a:cs typeface="Tahoma"/>
            </a:endParaRPr>
          </a:p>
          <a:p>
            <a:pPr marL="332105" marR="445770" indent="-320040">
              <a:lnSpc>
                <a:spcPct val="10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95" dirty="0">
                <a:latin typeface="Tahoma"/>
                <a:cs typeface="Tahoma"/>
              </a:rPr>
              <a:t>When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writing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in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data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again,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the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original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file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content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ahoma"/>
                <a:cs typeface="Tahoma"/>
              </a:rPr>
              <a:t>might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be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covered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by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new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information.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3195" y="0"/>
            <a:ext cx="1860803" cy="186385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521460"/>
            <a:chOff x="0" y="0"/>
            <a:chExt cx="9144000" cy="1521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787" y="565404"/>
              <a:ext cx="2962656" cy="4191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3748" y="0"/>
              <a:ext cx="1500251" cy="148475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18237" y="1747215"/>
            <a:ext cx="7987030" cy="414147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105" marR="146050" indent="-320040">
              <a:lnSpc>
                <a:spcPts val="2880"/>
              </a:lnSpc>
              <a:spcBef>
                <a:spcPts val="795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95" dirty="0">
                <a:latin typeface="Tahoma"/>
                <a:cs typeface="Tahoma"/>
              </a:rPr>
              <a:t>There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is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120" dirty="0">
                <a:latin typeface="Tahoma"/>
                <a:cs typeface="Tahoma"/>
              </a:rPr>
              <a:t>a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85" dirty="0">
                <a:latin typeface="Tahoma"/>
                <a:cs typeface="Tahoma"/>
              </a:rPr>
              <a:t>Recycle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40" dirty="0">
                <a:latin typeface="Tahoma"/>
                <a:cs typeface="Tahoma"/>
              </a:rPr>
              <a:t>Bin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in</a:t>
            </a:r>
            <a:r>
              <a:rPr sz="3000" spc="-270" dirty="0">
                <a:latin typeface="Times New Roman"/>
                <a:cs typeface="Times New Roman"/>
              </a:rPr>
              <a:t> </a:t>
            </a:r>
            <a:r>
              <a:rPr sz="3000" spc="-90" dirty="0">
                <a:latin typeface="Tahoma"/>
                <a:cs typeface="Tahoma"/>
              </a:rPr>
              <a:t>Windows,</a:t>
            </a:r>
            <a:r>
              <a:rPr sz="3000" spc="-315" dirty="0">
                <a:latin typeface="Times New Roman"/>
                <a:cs typeface="Times New Roman"/>
              </a:rPr>
              <a:t> </a:t>
            </a:r>
            <a:r>
              <a:rPr sz="3000" spc="-100" dirty="0">
                <a:latin typeface="Tahoma"/>
                <a:cs typeface="Tahoma"/>
              </a:rPr>
              <a:t>The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ahoma"/>
                <a:cs typeface="Tahoma"/>
              </a:rPr>
              <a:t>recycling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bin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is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only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85" dirty="0">
                <a:latin typeface="Tahoma"/>
                <a:cs typeface="Tahoma"/>
              </a:rPr>
              <a:t>some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10" dirty="0">
                <a:latin typeface="Tahoma"/>
                <a:cs typeface="Tahoma"/>
              </a:rPr>
              <a:t>space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ahoma"/>
                <a:cs typeface="Tahoma"/>
              </a:rPr>
              <a:t>on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ahoma"/>
                <a:cs typeface="Tahoma"/>
              </a:rPr>
              <a:t>the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95" dirty="0">
                <a:latin typeface="Tahoma"/>
                <a:cs typeface="Tahoma"/>
              </a:rPr>
              <a:t>hard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ahoma"/>
                <a:cs typeface="Tahoma"/>
              </a:rPr>
              <a:t>disk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0AC00"/>
              </a:buClr>
              <a:buFont typeface="DejaVu Sans"/>
              <a:buChar char="◾"/>
            </a:pPr>
            <a:endParaRPr sz="2400">
              <a:latin typeface="Tahoma"/>
              <a:cs typeface="Tahoma"/>
            </a:endParaRPr>
          </a:p>
          <a:p>
            <a:pPr marL="332105" marR="5080" indent="-320040">
              <a:lnSpc>
                <a:spcPct val="8000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100" dirty="0">
                <a:latin typeface="Tahoma"/>
                <a:cs typeface="Tahoma"/>
              </a:rPr>
              <a:t>The</a:t>
            </a:r>
            <a:r>
              <a:rPr sz="3000" spc="-305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ahoma"/>
                <a:cs typeface="Tahoma"/>
              </a:rPr>
              <a:t>Windows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ahoma"/>
                <a:cs typeface="Tahoma"/>
              </a:rPr>
              <a:t>system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automatically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ahoma"/>
                <a:cs typeface="Tahoma"/>
              </a:rPr>
              <a:t>establishes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folder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"RECYCLED"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135" dirty="0">
                <a:latin typeface="Tahoma"/>
                <a:cs typeface="Tahoma"/>
              </a:rPr>
              <a:t>(under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ahoma"/>
                <a:cs typeface="Tahoma"/>
              </a:rPr>
              <a:t>root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ahoma"/>
                <a:cs typeface="Tahoma"/>
              </a:rPr>
              <a:t>directory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ahoma"/>
                <a:cs typeface="Tahoma"/>
              </a:rPr>
              <a:t>of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ahoma"/>
                <a:cs typeface="Tahoma"/>
              </a:rPr>
              <a:t>each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ahoma"/>
                <a:cs typeface="Tahoma"/>
              </a:rPr>
              <a:t>disk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partition)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with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hiding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ahoma"/>
                <a:cs typeface="Tahoma"/>
              </a:rPr>
              <a:t>attribute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ahoma"/>
                <a:cs typeface="Tahoma"/>
              </a:rPr>
              <a:t>to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ahoma"/>
                <a:cs typeface="Tahoma"/>
              </a:rPr>
              <a:t>save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temporarily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deleted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ahoma"/>
                <a:cs typeface="Tahoma"/>
              </a:rPr>
              <a:t>files.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0AC00"/>
              </a:buClr>
              <a:buFont typeface="DejaVu Sans"/>
              <a:buChar char="◾"/>
            </a:pPr>
            <a:endParaRPr sz="2350">
              <a:latin typeface="Tahoma"/>
              <a:cs typeface="Tahoma"/>
            </a:endParaRPr>
          </a:p>
          <a:p>
            <a:pPr marL="332105" marR="549910" indent="-320040">
              <a:lnSpc>
                <a:spcPts val="288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30" dirty="0">
                <a:latin typeface="Tahoma"/>
                <a:cs typeface="Tahoma"/>
              </a:rPr>
              <a:t>Only</a:t>
            </a:r>
            <a:r>
              <a:rPr sz="3000" spc="-300" dirty="0">
                <a:latin typeface="Tahoma"/>
                <a:cs typeface="Tahoma"/>
              </a:rPr>
              <a:t> </a:t>
            </a:r>
            <a:r>
              <a:rPr sz="3000" spc="-105" dirty="0">
                <a:latin typeface="Tahoma"/>
                <a:cs typeface="Tahoma"/>
              </a:rPr>
              <a:t>when</a:t>
            </a:r>
            <a:r>
              <a:rPr sz="3000" spc="-295" dirty="0">
                <a:latin typeface="Tahoma"/>
                <a:cs typeface="Tahoma"/>
              </a:rPr>
              <a:t> </a:t>
            </a:r>
            <a:r>
              <a:rPr sz="3000" spc="-60" dirty="0">
                <a:latin typeface="Tahoma"/>
                <a:cs typeface="Tahoma"/>
              </a:rPr>
              <a:t>deleting</a:t>
            </a:r>
            <a:r>
              <a:rPr sz="3000" spc="-290" dirty="0">
                <a:latin typeface="Tahoma"/>
                <a:cs typeface="Tahoma"/>
              </a:rPr>
              <a:t> </a:t>
            </a:r>
            <a:r>
              <a:rPr sz="3000" spc="-65" dirty="0">
                <a:latin typeface="Tahoma"/>
                <a:cs typeface="Tahoma"/>
              </a:rPr>
              <a:t>or</a:t>
            </a:r>
            <a:r>
              <a:rPr sz="3000" spc="-295" dirty="0">
                <a:latin typeface="Tahoma"/>
                <a:cs typeface="Tahoma"/>
              </a:rPr>
              <a:t> </a:t>
            </a:r>
            <a:r>
              <a:rPr sz="3000" spc="-85" dirty="0">
                <a:latin typeface="Tahoma"/>
                <a:cs typeface="Tahoma"/>
              </a:rPr>
              <a:t>executing</a:t>
            </a:r>
            <a:r>
              <a:rPr sz="3000" spc="-325" dirty="0">
                <a:latin typeface="Tahoma"/>
                <a:cs typeface="Tahoma"/>
              </a:rPr>
              <a:t> </a:t>
            </a:r>
            <a:r>
              <a:rPr sz="3000" spc="-10" dirty="0">
                <a:latin typeface="Tahoma"/>
                <a:cs typeface="Tahoma"/>
              </a:rPr>
              <a:t>“Clear” </a:t>
            </a:r>
            <a:r>
              <a:rPr sz="3000" spc="-80" dirty="0">
                <a:latin typeface="Tahoma"/>
                <a:cs typeface="Tahoma"/>
              </a:rPr>
              <a:t>command,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85" dirty="0">
                <a:latin typeface="Tahoma"/>
                <a:cs typeface="Tahoma"/>
              </a:rPr>
              <a:t>these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files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then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100" dirty="0">
                <a:latin typeface="Tahoma"/>
                <a:cs typeface="Tahoma"/>
              </a:rPr>
              <a:t>can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90" dirty="0">
                <a:latin typeface="Tahoma"/>
                <a:cs typeface="Tahoma"/>
              </a:rPr>
              <a:t>be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ahoma"/>
                <a:cs typeface="Tahoma"/>
              </a:rPr>
              <a:t>completely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deleted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185" dirty="0">
                <a:latin typeface="Tahoma"/>
                <a:cs typeface="Tahoma"/>
              </a:rPr>
              <a:t>(as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ahoma"/>
                <a:cs typeface="Tahoma"/>
              </a:rPr>
              <a:t>to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operating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ahoma"/>
                <a:cs typeface="Tahoma"/>
              </a:rPr>
              <a:t>system).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6" y="565404"/>
            <a:ext cx="2814828" cy="419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Fast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spc="-100" dirty="0"/>
              <a:t>deletion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237" y="2803906"/>
            <a:ext cx="7772400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80" dirty="0">
                <a:latin typeface="Tahoma"/>
                <a:cs typeface="Tahoma"/>
              </a:rPr>
              <a:t>Fast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deletion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of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files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just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put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them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into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Recycle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Bin.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265" dirty="0">
                <a:latin typeface="Tahoma"/>
                <a:cs typeface="Tahoma"/>
              </a:rPr>
              <a:t>In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this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situation,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the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data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ahoma"/>
                <a:cs typeface="Tahoma"/>
              </a:rPr>
              <a:t>can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be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recovered.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1820" y="3933078"/>
            <a:ext cx="5688583" cy="284429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2962656" cy="419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42007"/>
            <a:ext cx="26530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8571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1400" spc="-45" dirty="0">
                <a:latin typeface="Tahoma"/>
                <a:cs typeface="Tahoma"/>
              </a:rPr>
              <a:t>FDT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before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deleting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“test1.txt”: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37" y="4220083"/>
            <a:ext cx="172656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C00"/>
              </a:buClr>
              <a:buSzPct val="78571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1400" spc="-45" dirty="0">
                <a:latin typeface="Tahoma"/>
                <a:cs typeface="Tahoma"/>
              </a:rPr>
              <a:t>FDT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ahoma"/>
                <a:cs typeface="Tahoma"/>
              </a:rPr>
              <a:t>after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ahoma"/>
                <a:cs typeface="Tahoma"/>
              </a:rPr>
              <a:t>deletion: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591" y="2084323"/>
            <a:ext cx="7416800" cy="17767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0386" y="4581106"/>
            <a:ext cx="7561833" cy="177126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2962656" cy="419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42007"/>
            <a:ext cx="18478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8571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1400" b="1" spc="-145" dirty="0">
                <a:latin typeface="Arial"/>
                <a:cs typeface="Arial"/>
              </a:rPr>
              <a:t>FAT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b="1" spc="-70" dirty="0">
                <a:latin typeface="Arial"/>
                <a:cs typeface="Arial"/>
              </a:rPr>
              <a:t>before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b="1" spc="-35" dirty="0">
                <a:latin typeface="Arial"/>
                <a:cs typeface="Arial"/>
              </a:rPr>
              <a:t>deletion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37" y="4402963"/>
            <a:ext cx="1718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C00"/>
              </a:buClr>
              <a:buSzPct val="78571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1400" b="1" spc="-145" dirty="0">
                <a:latin typeface="Arial"/>
                <a:cs typeface="Arial"/>
              </a:rPr>
              <a:t>FAT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b="1" spc="-30" dirty="0">
                <a:latin typeface="Arial"/>
                <a:cs typeface="Arial"/>
              </a:rPr>
              <a:t>after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b="1" spc="-40" dirty="0">
                <a:latin typeface="Arial"/>
                <a:cs typeface="Arial"/>
              </a:rPr>
              <a:t>deletion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282" y="2132838"/>
            <a:ext cx="7061200" cy="19431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2619" y="4725111"/>
            <a:ext cx="7132573" cy="194424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2962656" cy="419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237" y="1828241"/>
            <a:ext cx="32702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Complete</a:t>
            </a:r>
            <a:r>
              <a:rPr b="0" spc="-140" dirty="0">
                <a:latin typeface="Times New Roman"/>
                <a:cs typeface="Times New Roman"/>
              </a:rPr>
              <a:t> </a:t>
            </a:r>
            <a:r>
              <a:rPr spc="-90" dirty="0"/>
              <a:t>deletion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237" y="2316226"/>
            <a:ext cx="40513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90" dirty="0">
                <a:latin typeface="Tahoma"/>
                <a:cs typeface="Tahoma"/>
              </a:rPr>
              <a:t>how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complete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ahoma"/>
                <a:cs typeface="Tahoma"/>
              </a:rPr>
              <a:t>delete?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573" y="2996895"/>
            <a:ext cx="7344791" cy="367245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2962656" cy="419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8630" y="1688084"/>
            <a:ext cx="2457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/>
              <a:t>Complete</a:t>
            </a:r>
            <a:r>
              <a:rPr sz="2400" b="0" spc="-90" dirty="0">
                <a:latin typeface="Times New Roman"/>
                <a:cs typeface="Times New Roman"/>
              </a:rPr>
              <a:t> </a:t>
            </a:r>
            <a:r>
              <a:rPr sz="2400" spc="-70" dirty="0"/>
              <a:t>deletion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630" y="2058415"/>
            <a:ext cx="8613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C00"/>
              </a:buClr>
              <a:buSzPct val="8055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1800" spc="-65" dirty="0">
                <a:latin typeface="Tahoma"/>
                <a:cs typeface="Tahoma"/>
              </a:rPr>
              <a:t>FDT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is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ahoma"/>
                <a:cs typeface="Tahoma"/>
              </a:rPr>
              <a:t>the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ahoma"/>
                <a:cs typeface="Tahoma"/>
              </a:rPr>
              <a:t>same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ahoma"/>
                <a:cs typeface="Tahoma"/>
              </a:rPr>
              <a:t>as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ahoma"/>
                <a:cs typeface="Tahoma"/>
              </a:rPr>
              <a:t>that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ahoma"/>
                <a:cs typeface="Tahoma"/>
              </a:rPr>
              <a:t>of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ahoma"/>
                <a:cs typeface="Tahoma"/>
              </a:rPr>
              <a:t>fast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deletion.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ahoma"/>
                <a:cs typeface="Tahoma"/>
              </a:rPr>
              <a:t>Before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complete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deletion,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ahoma"/>
                <a:cs typeface="Tahoma"/>
              </a:rPr>
              <a:t>the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ahoma"/>
                <a:cs typeface="Tahoma"/>
              </a:rPr>
              <a:t>content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ahoma"/>
                <a:cs typeface="Tahoma"/>
              </a:rPr>
              <a:t>of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ahoma"/>
                <a:cs typeface="Tahoma"/>
              </a:rPr>
              <a:t>FAT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ahoma"/>
                <a:cs typeface="Tahoma"/>
              </a:rPr>
              <a:t>is: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8630" y="4527930"/>
            <a:ext cx="1657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C00"/>
              </a:buClr>
              <a:buSzPct val="8055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1800" spc="-20" dirty="0">
                <a:latin typeface="Tahoma"/>
                <a:cs typeface="Tahoma"/>
              </a:rPr>
              <a:t>After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deletion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573" y="2399919"/>
            <a:ext cx="7488808" cy="18211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5573" y="4847463"/>
            <a:ext cx="7363206" cy="201053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521460"/>
            <a:chOff x="0" y="0"/>
            <a:chExt cx="9144000" cy="1521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595" y="565404"/>
              <a:ext cx="5291328" cy="542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4955" y="121539"/>
              <a:ext cx="1219200" cy="12192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18237" y="1791411"/>
            <a:ext cx="7991475" cy="45123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32105" marR="80010" indent="-320040" algn="just">
              <a:lnSpc>
                <a:spcPct val="90000"/>
              </a:lnSpc>
              <a:spcBef>
                <a:spcPts val="425"/>
              </a:spcBef>
              <a:buClr>
                <a:srgbClr val="F0AC00"/>
              </a:buClr>
              <a:buSzPct val="79629"/>
              <a:buFont typeface="DejaVu Sans"/>
              <a:buChar char="◾"/>
              <a:tabLst>
                <a:tab pos="332740" algn="l"/>
              </a:tabLst>
            </a:pPr>
            <a:r>
              <a:rPr sz="2700" spc="-50" dirty="0">
                <a:latin typeface="Tahoma"/>
                <a:cs typeface="Tahoma"/>
              </a:rPr>
              <a:t>Operating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system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ahoma"/>
                <a:cs typeface="Tahoma"/>
              </a:rPr>
              <a:t>manages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ahoma"/>
                <a:cs typeface="Tahoma"/>
              </a:rPr>
              <a:t>sub-</a:t>
            </a:r>
            <a:r>
              <a:rPr sz="2700" spc="-50" dirty="0">
                <a:latin typeface="Tahoma"/>
                <a:cs typeface="Tahoma"/>
              </a:rPr>
              <a:t>directory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in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ahoma"/>
                <a:cs typeface="Tahoma"/>
              </a:rPr>
              <a:t>the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same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120" dirty="0">
                <a:latin typeface="Tahoma"/>
                <a:cs typeface="Tahoma"/>
              </a:rPr>
              <a:t>way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spc="-180" dirty="0">
                <a:latin typeface="Tahoma"/>
                <a:cs typeface="Tahoma"/>
              </a:rPr>
              <a:t>as</a:t>
            </a:r>
            <a:r>
              <a:rPr sz="2700" spc="10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ahoma"/>
                <a:cs typeface="Tahoma"/>
              </a:rPr>
              <a:t>manages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files.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So,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ahoma"/>
                <a:cs typeface="Tahoma"/>
              </a:rPr>
              <a:t>the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ahoma"/>
                <a:cs typeface="Tahoma"/>
              </a:rPr>
              <a:t>deletion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25" dirty="0">
                <a:latin typeface="Tahoma"/>
                <a:cs typeface="Tahoma"/>
              </a:rPr>
              <a:t>ways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20" dirty="0">
                <a:latin typeface="Tahoma"/>
                <a:cs typeface="Tahoma"/>
              </a:rPr>
              <a:t>are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35" dirty="0">
                <a:latin typeface="Tahoma"/>
                <a:cs typeface="Tahoma"/>
              </a:rPr>
              <a:t>same,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too.</a:t>
            </a:r>
            <a:endParaRPr sz="2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0AC00"/>
              </a:buClr>
              <a:buFont typeface="DejaVu Sans"/>
              <a:buChar char="◾"/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ts val="3080"/>
              </a:lnSpc>
            </a:pPr>
            <a:r>
              <a:rPr sz="2700" spc="-60" dirty="0">
                <a:latin typeface="Tahoma"/>
                <a:cs typeface="Tahoma"/>
              </a:rPr>
              <a:t>Fast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deletion</a:t>
            </a:r>
            <a:endParaRPr sz="2700">
              <a:latin typeface="Tahoma"/>
              <a:cs typeface="Tahoma"/>
            </a:endParaRPr>
          </a:p>
          <a:p>
            <a:pPr marL="332105" marR="448945" indent="-320040">
              <a:lnSpc>
                <a:spcPts val="2920"/>
              </a:lnSpc>
              <a:spcBef>
                <a:spcPts val="204"/>
              </a:spcBef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60" dirty="0">
                <a:latin typeface="Tahoma"/>
                <a:cs typeface="Tahoma"/>
              </a:rPr>
              <a:t>Fast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45" dirty="0">
                <a:latin typeface="Tahoma"/>
                <a:cs typeface="Tahoma"/>
              </a:rPr>
              <a:t>deletion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35" dirty="0">
                <a:latin typeface="Tahoma"/>
                <a:cs typeface="Tahoma"/>
              </a:rPr>
              <a:t>of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ahoma"/>
                <a:cs typeface="Tahoma"/>
              </a:rPr>
              <a:t>sub-</a:t>
            </a:r>
            <a:r>
              <a:rPr sz="2700" spc="-55" dirty="0">
                <a:latin typeface="Tahoma"/>
                <a:cs typeface="Tahoma"/>
              </a:rPr>
              <a:t>directory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is</a:t>
            </a:r>
            <a:r>
              <a:rPr sz="2700" spc="-140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the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ahoma"/>
                <a:cs typeface="Tahoma"/>
              </a:rPr>
              <a:t>same</a:t>
            </a:r>
            <a:r>
              <a:rPr sz="2700" spc="-140" dirty="0">
                <a:latin typeface="Times New Roman"/>
                <a:cs typeface="Times New Roman"/>
              </a:rPr>
              <a:t> </a:t>
            </a:r>
            <a:r>
              <a:rPr sz="2700" spc="-110" dirty="0">
                <a:latin typeface="Tahoma"/>
                <a:cs typeface="Tahoma"/>
              </a:rPr>
              <a:t>as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ahoma"/>
                <a:cs typeface="Tahoma"/>
              </a:rPr>
              <a:t>that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ahoma"/>
                <a:cs typeface="Tahoma"/>
              </a:rPr>
              <a:t>of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files.</a:t>
            </a:r>
            <a:endParaRPr sz="2700">
              <a:latin typeface="Tahoma"/>
              <a:cs typeface="Tahoma"/>
            </a:endParaRPr>
          </a:p>
          <a:p>
            <a:pPr marL="332740" indent="-320040">
              <a:lnSpc>
                <a:spcPts val="2705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170" dirty="0">
                <a:latin typeface="Tahoma"/>
                <a:cs typeface="Tahoma"/>
              </a:rPr>
              <a:t>It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ahoma"/>
                <a:cs typeface="Tahoma"/>
              </a:rPr>
              <a:t>just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marked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ahoma"/>
                <a:cs typeface="Tahoma"/>
              </a:rPr>
              <a:t>a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ahoma"/>
                <a:cs typeface="Tahoma"/>
              </a:rPr>
              <a:t>deletion</a:t>
            </a:r>
            <a:r>
              <a:rPr sz="2700" spc="-140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mark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ahoma"/>
                <a:cs typeface="Tahoma"/>
              </a:rPr>
              <a:t>to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the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beginning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45" dirty="0">
                <a:latin typeface="Tahoma"/>
                <a:cs typeface="Tahoma"/>
              </a:rPr>
              <a:t>byte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ahoma"/>
                <a:cs typeface="Tahoma"/>
              </a:rPr>
              <a:t>in</a:t>
            </a:r>
            <a:endParaRPr sz="2700">
              <a:latin typeface="Tahoma"/>
              <a:cs typeface="Tahoma"/>
            </a:endParaRPr>
          </a:p>
          <a:p>
            <a:pPr marL="332105" marR="204470">
              <a:lnSpc>
                <a:spcPct val="90000"/>
              </a:lnSpc>
              <a:spcBef>
                <a:spcPts val="165"/>
              </a:spcBef>
            </a:pPr>
            <a:r>
              <a:rPr sz="2700" spc="-90" dirty="0">
                <a:latin typeface="Tahoma"/>
                <a:cs typeface="Tahoma"/>
              </a:rPr>
              <a:t>FDT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ahoma"/>
                <a:cs typeface="Tahoma"/>
              </a:rPr>
              <a:t>that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describes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subdirectory;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45" dirty="0">
                <a:latin typeface="Tahoma"/>
                <a:cs typeface="Tahoma"/>
              </a:rPr>
              <a:t>all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ahoma"/>
                <a:cs typeface="Tahoma"/>
              </a:rPr>
              <a:t>files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90" dirty="0">
                <a:latin typeface="Tahoma"/>
                <a:cs typeface="Tahoma"/>
              </a:rPr>
              <a:t>under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this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ahoma"/>
                <a:cs typeface="Tahoma"/>
              </a:rPr>
              <a:t>sub-</a:t>
            </a:r>
            <a:r>
              <a:rPr sz="2700" spc="-50" dirty="0">
                <a:latin typeface="Tahoma"/>
                <a:cs typeface="Tahoma"/>
              </a:rPr>
              <a:t>directory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and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records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of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ahoma"/>
                <a:cs typeface="Tahoma"/>
              </a:rPr>
              <a:t>its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inferior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ahoma"/>
                <a:cs typeface="Tahoma"/>
              </a:rPr>
              <a:t>sub-</a:t>
            </a:r>
            <a:r>
              <a:rPr sz="2700" spc="-20" dirty="0">
                <a:latin typeface="Tahoma"/>
                <a:cs typeface="Tahoma"/>
              </a:rPr>
              <a:t>directory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95" dirty="0">
                <a:latin typeface="Tahoma"/>
                <a:cs typeface="Tahoma"/>
              </a:rPr>
              <a:t>are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35" dirty="0">
                <a:latin typeface="Tahoma"/>
                <a:cs typeface="Tahoma"/>
              </a:rPr>
              <a:t>not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ahoma"/>
                <a:cs typeface="Tahoma"/>
              </a:rPr>
              <a:t>changed,</a:t>
            </a:r>
            <a:r>
              <a:rPr sz="2700" spc="-270" dirty="0">
                <a:latin typeface="Tahoma"/>
                <a:cs typeface="Tahoma"/>
              </a:rPr>
              <a:t> </a:t>
            </a:r>
            <a:r>
              <a:rPr sz="2700" spc="-45" dirty="0">
                <a:latin typeface="Tahoma"/>
                <a:cs typeface="Tahoma"/>
              </a:rPr>
              <a:t>that</a:t>
            </a:r>
            <a:r>
              <a:rPr sz="2700" spc="-275" dirty="0">
                <a:latin typeface="Tahoma"/>
                <a:cs typeface="Tahoma"/>
              </a:rPr>
              <a:t> </a:t>
            </a:r>
            <a:r>
              <a:rPr sz="2700" spc="-80" dirty="0">
                <a:latin typeface="Tahoma"/>
                <a:cs typeface="Tahoma"/>
              </a:rPr>
              <a:t>is,</a:t>
            </a:r>
            <a:r>
              <a:rPr sz="2700" spc="-280" dirty="0">
                <a:latin typeface="Tahoma"/>
                <a:cs typeface="Tahoma"/>
              </a:rPr>
              <a:t> </a:t>
            </a:r>
            <a:r>
              <a:rPr sz="2700" spc="-90" dirty="0">
                <a:latin typeface="Tahoma"/>
                <a:cs typeface="Tahoma"/>
              </a:rPr>
              <a:t>just</a:t>
            </a:r>
            <a:r>
              <a:rPr sz="2700" spc="-265" dirty="0">
                <a:latin typeface="Tahoma"/>
                <a:cs typeface="Tahoma"/>
              </a:rPr>
              <a:t> </a:t>
            </a:r>
            <a:r>
              <a:rPr sz="2700" spc="-10" dirty="0">
                <a:latin typeface="Tahoma"/>
                <a:cs typeface="Tahoma"/>
              </a:rPr>
              <a:t>to</a:t>
            </a:r>
            <a:r>
              <a:rPr sz="2700" spc="-270" dirty="0">
                <a:latin typeface="Tahoma"/>
                <a:cs typeface="Tahoma"/>
              </a:rPr>
              <a:t> </a:t>
            </a:r>
            <a:r>
              <a:rPr sz="2700" spc="-70" dirty="0">
                <a:latin typeface="Tahoma"/>
                <a:cs typeface="Tahoma"/>
              </a:rPr>
              <a:t>“remove”</a:t>
            </a:r>
            <a:r>
              <a:rPr sz="2700" spc="-300" dirty="0">
                <a:latin typeface="Tahoma"/>
                <a:cs typeface="Tahoma"/>
              </a:rPr>
              <a:t> </a:t>
            </a:r>
            <a:r>
              <a:rPr sz="2700" spc="-20" dirty="0">
                <a:latin typeface="Tahoma"/>
                <a:cs typeface="Tahoma"/>
              </a:rPr>
              <a:t>this </a:t>
            </a:r>
            <a:r>
              <a:rPr sz="2700" spc="-65" dirty="0">
                <a:latin typeface="Tahoma"/>
                <a:cs typeface="Tahoma"/>
              </a:rPr>
              <a:t>subdirectory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ahoma"/>
                <a:cs typeface="Tahoma"/>
              </a:rPr>
              <a:t>into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recycling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ahoma"/>
                <a:cs typeface="Tahoma"/>
              </a:rPr>
              <a:t>bin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95" y="565404"/>
            <a:ext cx="5291328" cy="5425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4267327"/>
            <a:ext cx="3459479" cy="19773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55" dirty="0">
                <a:latin typeface="Arial"/>
                <a:cs typeface="Arial"/>
              </a:rPr>
              <a:t>Complete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Arial"/>
                <a:cs typeface="Arial"/>
              </a:rPr>
              <a:t>deletion</a:t>
            </a:r>
            <a:endParaRPr sz="3200">
              <a:latin typeface="Arial"/>
              <a:cs typeface="Arial"/>
            </a:endParaRPr>
          </a:p>
          <a:p>
            <a:pPr marL="335280" marR="5080" indent="-323215">
              <a:lnSpc>
                <a:spcPct val="10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50" dirty="0">
                <a:latin typeface="Tahoma"/>
                <a:cs typeface="Tahoma"/>
              </a:rPr>
              <a:t>Complete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ahoma"/>
                <a:cs typeface="Tahoma"/>
              </a:rPr>
              <a:t>deletion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ahoma"/>
                <a:cs typeface="Tahoma"/>
              </a:rPr>
              <a:t>same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as</a:t>
            </a:r>
            <a:endParaRPr sz="3200">
              <a:latin typeface="Tahoma"/>
              <a:cs typeface="Tahoma"/>
            </a:endParaRPr>
          </a:p>
          <a:p>
            <a:pPr marL="254635">
              <a:lnSpc>
                <a:spcPct val="100000"/>
              </a:lnSpc>
              <a:spcBef>
                <a:spcPts val="5"/>
              </a:spcBef>
            </a:pPr>
            <a:r>
              <a:rPr sz="3200" spc="-40" dirty="0">
                <a:latin typeface="Tahoma"/>
                <a:cs typeface="Tahoma"/>
              </a:rPr>
              <a:t>that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of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in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file..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1434" y="1628775"/>
            <a:ext cx="4336542" cy="21682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55972" y="4293095"/>
            <a:ext cx="47244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6" y="559308"/>
            <a:ext cx="4925568" cy="5547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34083"/>
            <a:ext cx="30740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-60" dirty="0">
                <a:latin typeface="Tahoma"/>
                <a:cs typeface="Tahoma"/>
              </a:rPr>
              <a:t>Fast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high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level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format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71275" y="1834083"/>
            <a:ext cx="34588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40" dirty="0">
                <a:latin typeface="Tahoma"/>
                <a:cs typeface="Tahoma"/>
              </a:rPr>
              <a:t>Complete</a:t>
            </a:r>
            <a:r>
              <a:rPr sz="2400" b="0" spc="-95" dirty="0">
                <a:latin typeface="Times New Roman"/>
                <a:cs typeface="Times New Roman"/>
              </a:rPr>
              <a:t> </a:t>
            </a:r>
            <a:r>
              <a:rPr sz="2400" b="0" spc="-55" dirty="0">
                <a:latin typeface="Tahoma"/>
                <a:cs typeface="Tahoma"/>
              </a:rPr>
              <a:t>high</a:t>
            </a:r>
            <a:r>
              <a:rPr sz="2400" b="0" spc="-95" dirty="0">
                <a:latin typeface="Times New Roman"/>
                <a:cs typeface="Times New Roman"/>
              </a:rPr>
              <a:t> </a:t>
            </a:r>
            <a:r>
              <a:rPr sz="2400" b="0" spc="-55" dirty="0">
                <a:latin typeface="Tahoma"/>
                <a:cs typeface="Tahoma"/>
              </a:rPr>
              <a:t>level</a:t>
            </a:r>
            <a:r>
              <a:rPr sz="2400" b="0" spc="-80" dirty="0">
                <a:latin typeface="Times New Roman"/>
                <a:cs typeface="Times New Roman"/>
              </a:rPr>
              <a:t> </a:t>
            </a:r>
            <a:r>
              <a:rPr sz="2400" b="0" spc="-10" dirty="0">
                <a:latin typeface="Tahoma"/>
                <a:cs typeface="Tahoma"/>
              </a:rPr>
              <a:t>format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833" y="2393774"/>
            <a:ext cx="2543175" cy="4419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22569" y="2393774"/>
            <a:ext cx="2543175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59308"/>
            <a:ext cx="5181600" cy="5547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1037" y="1543888"/>
            <a:ext cx="45694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-75" dirty="0">
                <a:latin typeface="Tahoma"/>
                <a:cs typeface="Tahoma"/>
              </a:rPr>
              <a:t>FDT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before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fast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high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level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format: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037" y="4470654"/>
            <a:ext cx="4345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-85" dirty="0">
                <a:latin typeface="Tahoma"/>
                <a:cs typeface="Tahoma"/>
              </a:rPr>
              <a:t>FDT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after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fast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high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level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ahoma"/>
                <a:cs typeface="Tahoma"/>
              </a:rPr>
              <a:t>format: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546" y="1988820"/>
            <a:ext cx="5991225" cy="2371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9546" y="4869129"/>
            <a:ext cx="6780403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89787"/>
            <a:ext cx="1299972" cy="3947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34083"/>
            <a:ext cx="797877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158115" indent="-320040">
              <a:lnSpc>
                <a:spcPct val="100000"/>
              </a:lnSpc>
              <a:spcBef>
                <a:spcPts val="100"/>
              </a:spcBef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b="1" spc="-145" dirty="0">
                <a:latin typeface="Arial"/>
                <a:cs typeface="Arial"/>
              </a:rPr>
              <a:t>NTFS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ahoma"/>
                <a:cs typeface="Tahoma"/>
              </a:rPr>
              <a:t>(</a:t>
            </a:r>
            <a:r>
              <a:rPr sz="2400" b="1" spc="-100" dirty="0">
                <a:latin typeface="Arial"/>
                <a:cs typeface="Arial"/>
              </a:rPr>
              <a:t>New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b="1" spc="-150" dirty="0">
                <a:latin typeface="Arial"/>
                <a:cs typeface="Arial"/>
              </a:rPr>
              <a:t>Technology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b="1" spc="-125" dirty="0">
                <a:latin typeface="Arial"/>
                <a:cs typeface="Arial"/>
              </a:rPr>
              <a:t>File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b="1" spc="-145" dirty="0">
                <a:latin typeface="Arial"/>
                <a:cs typeface="Arial"/>
              </a:rPr>
              <a:t>System</a:t>
            </a:r>
            <a:r>
              <a:rPr sz="2400" spc="-145" dirty="0">
                <a:latin typeface="Tahoma"/>
                <a:cs typeface="Tahoma"/>
              </a:rPr>
              <a:t>)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is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proprietary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ahoma"/>
                <a:cs typeface="Tahoma"/>
              </a:rPr>
              <a:t>file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system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developed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by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Microsoft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Corporation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for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its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ahoma"/>
                <a:cs typeface="Tahoma"/>
              </a:rPr>
              <a:t>Windows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NT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line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ahoma"/>
                <a:cs typeface="Tahoma"/>
              </a:rPr>
              <a:t>of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operating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systems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0AC00"/>
              </a:buClr>
              <a:buFont typeface="DejaVu Sans"/>
              <a:buChar char="◾"/>
            </a:pPr>
            <a:endParaRPr sz="2350">
              <a:latin typeface="Tahoma"/>
              <a:cs typeface="Tahoma"/>
            </a:endParaRPr>
          </a:p>
          <a:p>
            <a:pPr marL="332105" marR="506730" indent="-320040">
              <a:lnSpc>
                <a:spcPct val="100000"/>
              </a:lnSpc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-20" dirty="0">
                <a:latin typeface="Tahoma"/>
                <a:cs typeface="Tahoma"/>
              </a:rPr>
              <a:t>NTFS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ahoma"/>
                <a:cs typeface="Tahoma"/>
              </a:rPr>
              <a:t>supersedes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the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ahoma"/>
                <a:cs typeface="Tahoma"/>
              </a:rPr>
              <a:t>FAT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file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system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ahoma"/>
                <a:cs typeface="Tahoma"/>
              </a:rPr>
              <a:t>as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the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preferred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ahoma"/>
                <a:cs typeface="Tahoma"/>
              </a:rPr>
              <a:t>file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system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for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Microsoft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Windows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operating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systems.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0AC00"/>
              </a:buClr>
              <a:buFont typeface="DejaVu Sans"/>
              <a:buChar char="◾"/>
            </a:pPr>
            <a:endParaRPr sz="2350">
              <a:latin typeface="Tahoma"/>
              <a:cs typeface="Tahoma"/>
            </a:endParaRPr>
          </a:p>
          <a:p>
            <a:pPr marL="332105" marR="5080" indent="-320040">
              <a:lnSpc>
                <a:spcPct val="100000"/>
              </a:lnSpc>
              <a:spcBef>
                <a:spcPts val="5"/>
              </a:spcBef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-20" dirty="0">
                <a:latin typeface="Tahoma"/>
                <a:cs typeface="Tahoma"/>
              </a:rPr>
              <a:t>NTFS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ahoma"/>
                <a:cs typeface="Tahoma"/>
              </a:rPr>
              <a:t>has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several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technical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improvements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over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ahoma"/>
                <a:cs typeface="Tahoma"/>
              </a:rPr>
              <a:t>FAT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ahoma"/>
                <a:cs typeface="Tahoma"/>
              </a:rPr>
              <a:t>HPFS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(High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ahoma"/>
                <a:cs typeface="Tahoma"/>
              </a:rPr>
              <a:t>Performance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File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System),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ahoma"/>
                <a:cs typeface="Tahoma"/>
              </a:rPr>
              <a:t>such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ahoma"/>
                <a:cs typeface="Tahoma"/>
              </a:rPr>
              <a:t>as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improved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support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for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metadata,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and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the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ahoma"/>
                <a:cs typeface="Tahoma"/>
              </a:rPr>
              <a:t>use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of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advanced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ahoma"/>
                <a:cs typeface="Tahoma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ahoma"/>
                <a:cs typeface="Tahoma"/>
              </a:rPr>
              <a:t>structures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improve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ahoma"/>
                <a:cs typeface="Tahoma"/>
              </a:rPr>
              <a:t>performance,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ahoma"/>
                <a:cs typeface="Tahoma"/>
              </a:rPr>
              <a:t>reliability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and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disk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space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utilization,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plus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additional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extensions,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ahoma"/>
                <a:cs typeface="Tahoma"/>
              </a:rPr>
              <a:t>such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ahoma"/>
                <a:cs typeface="Tahoma"/>
              </a:rPr>
              <a:t>as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security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access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control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lists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(ACL)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and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file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system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journaling.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89787"/>
            <a:ext cx="3166872" cy="3947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91411"/>
            <a:ext cx="7418070" cy="451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80"/>
              </a:lnSpc>
              <a:spcBef>
                <a:spcPts val="100"/>
              </a:spcBef>
            </a:pPr>
            <a:r>
              <a:rPr sz="2700" spc="-10" dirty="0">
                <a:latin typeface="Tahoma"/>
                <a:cs typeface="Tahoma"/>
              </a:rPr>
              <a:t>FAT32</a:t>
            </a:r>
            <a:endParaRPr sz="2700">
              <a:latin typeface="Tahoma"/>
              <a:cs typeface="Tahoma"/>
            </a:endParaRPr>
          </a:p>
          <a:p>
            <a:pPr marL="332740" indent="-320040">
              <a:lnSpc>
                <a:spcPts val="2915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50" dirty="0">
                <a:latin typeface="Tahoma"/>
                <a:cs typeface="Tahoma"/>
              </a:rPr>
              <a:t>Maximum</a:t>
            </a:r>
            <a:r>
              <a:rPr sz="2700" spc="-100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disk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100" dirty="0">
                <a:latin typeface="Tahoma"/>
                <a:cs typeface="Tahoma"/>
              </a:rPr>
              <a:t>size: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110" dirty="0">
                <a:latin typeface="Tahoma"/>
                <a:cs typeface="Tahoma"/>
              </a:rPr>
              <a:t>2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terabytes</a:t>
            </a:r>
            <a:endParaRPr sz="2700">
              <a:latin typeface="Tahoma"/>
              <a:cs typeface="Tahoma"/>
            </a:endParaRPr>
          </a:p>
          <a:p>
            <a:pPr marL="332740" indent="-320040">
              <a:lnSpc>
                <a:spcPts val="2915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50" dirty="0">
                <a:latin typeface="Tahoma"/>
                <a:cs typeface="Tahoma"/>
              </a:rPr>
              <a:t>Maximum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file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100" dirty="0">
                <a:latin typeface="Tahoma"/>
                <a:cs typeface="Tahoma"/>
              </a:rPr>
              <a:t>size: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95" dirty="0">
                <a:latin typeface="Tahoma"/>
                <a:cs typeface="Tahoma"/>
              </a:rPr>
              <a:t>4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gigabytes</a:t>
            </a:r>
            <a:endParaRPr sz="2700">
              <a:latin typeface="Tahoma"/>
              <a:cs typeface="Tahoma"/>
            </a:endParaRPr>
          </a:p>
          <a:p>
            <a:pPr marL="332740" indent="-320040">
              <a:lnSpc>
                <a:spcPts val="2915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50" dirty="0">
                <a:latin typeface="Tahoma"/>
                <a:cs typeface="Tahoma"/>
              </a:rPr>
              <a:t>Maximum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number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of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45" dirty="0">
                <a:latin typeface="Tahoma"/>
                <a:cs typeface="Tahoma"/>
              </a:rPr>
              <a:t>files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ahoma"/>
                <a:cs typeface="Tahoma"/>
              </a:rPr>
              <a:t>on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95" dirty="0">
                <a:latin typeface="Tahoma"/>
                <a:cs typeface="Tahoma"/>
              </a:rPr>
              <a:t>disk: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268,435,437</a:t>
            </a:r>
            <a:endParaRPr sz="2700">
              <a:latin typeface="Tahoma"/>
              <a:cs typeface="Tahoma"/>
            </a:endParaRPr>
          </a:p>
          <a:p>
            <a:pPr marL="332740" indent="-320040">
              <a:lnSpc>
                <a:spcPts val="3080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50" dirty="0">
                <a:latin typeface="Tahoma"/>
                <a:cs typeface="Tahoma"/>
              </a:rPr>
              <a:t>Maximum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number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of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45" dirty="0">
                <a:latin typeface="Tahoma"/>
                <a:cs typeface="Tahoma"/>
              </a:rPr>
              <a:t>files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in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ahoma"/>
                <a:cs typeface="Tahoma"/>
              </a:rPr>
              <a:t>a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ahoma"/>
                <a:cs typeface="Tahoma"/>
              </a:rPr>
              <a:t>single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folder:</a:t>
            </a:r>
            <a:r>
              <a:rPr sz="2700" spc="-140" dirty="0">
                <a:latin typeface="Times New Roman"/>
                <a:cs typeface="Times New Roman"/>
              </a:rPr>
              <a:t> </a:t>
            </a:r>
            <a:r>
              <a:rPr sz="2700" spc="-90" dirty="0">
                <a:latin typeface="Tahoma"/>
                <a:cs typeface="Tahoma"/>
              </a:rPr>
              <a:t>65,534</a:t>
            </a:r>
            <a:endParaRPr sz="27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F0AC00"/>
              </a:buClr>
              <a:buFont typeface="DejaVu Sans"/>
              <a:buChar char="◾"/>
            </a:pPr>
            <a:endParaRPr sz="2150">
              <a:latin typeface="Tahoma"/>
              <a:cs typeface="Tahoma"/>
            </a:endParaRPr>
          </a:p>
          <a:p>
            <a:pPr marL="12700">
              <a:lnSpc>
                <a:spcPts val="3080"/>
              </a:lnSpc>
            </a:pPr>
            <a:r>
              <a:rPr sz="2700" spc="-20" dirty="0">
                <a:latin typeface="Tahoma"/>
                <a:cs typeface="Tahoma"/>
              </a:rPr>
              <a:t>NTFS</a:t>
            </a:r>
            <a:endParaRPr sz="2700">
              <a:latin typeface="Tahoma"/>
              <a:cs typeface="Tahoma"/>
            </a:endParaRPr>
          </a:p>
          <a:p>
            <a:pPr marL="332740" indent="-320040">
              <a:lnSpc>
                <a:spcPts val="2915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50" dirty="0">
                <a:latin typeface="Tahoma"/>
                <a:cs typeface="Tahoma"/>
              </a:rPr>
              <a:t>Maximum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disk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100" dirty="0">
                <a:latin typeface="Tahoma"/>
                <a:cs typeface="Tahoma"/>
              </a:rPr>
              <a:t>size: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155" dirty="0">
                <a:latin typeface="Tahoma"/>
                <a:cs typeface="Tahoma"/>
              </a:rPr>
              <a:t>256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terabytes</a:t>
            </a:r>
            <a:endParaRPr sz="2700">
              <a:latin typeface="Tahoma"/>
              <a:cs typeface="Tahoma"/>
            </a:endParaRPr>
          </a:p>
          <a:p>
            <a:pPr marL="332740" indent="-320040">
              <a:lnSpc>
                <a:spcPts val="2915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50" dirty="0">
                <a:latin typeface="Tahoma"/>
                <a:cs typeface="Tahoma"/>
              </a:rPr>
              <a:t>Maximum</a:t>
            </a:r>
            <a:r>
              <a:rPr sz="2700" spc="-100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file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100" dirty="0">
                <a:latin typeface="Tahoma"/>
                <a:cs typeface="Tahoma"/>
              </a:rPr>
              <a:t>size: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155" dirty="0">
                <a:latin typeface="Tahoma"/>
                <a:cs typeface="Tahoma"/>
              </a:rPr>
              <a:t>256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terabytes</a:t>
            </a:r>
            <a:endParaRPr sz="2700">
              <a:latin typeface="Tahoma"/>
              <a:cs typeface="Tahoma"/>
            </a:endParaRPr>
          </a:p>
          <a:p>
            <a:pPr marL="332740" indent="-320040">
              <a:lnSpc>
                <a:spcPts val="2915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45" dirty="0">
                <a:latin typeface="Tahoma"/>
                <a:cs typeface="Tahoma"/>
              </a:rPr>
              <a:t>Maximum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number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of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ahoma"/>
                <a:cs typeface="Tahoma"/>
              </a:rPr>
              <a:t>files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ahoma"/>
                <a:cs typeface="Tahoma"/>
              </a:rPr>
              <a:t>on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95" dirty="0">
                <a:latin typeface="Tahoma"/>
                <a:cs typeface="Tahoma"/>
              </a:rPr>
              <a:t>disk: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ahoma"/>
                <a:cs typeface="Tahoma"/>
              </a:rPr>
              <a:t>4,294,967,295</a:t>
            </a:r>
            <a:endParaRPr sz="2700">
              <a:latin typeface="Tahoma"/>
              <a:cs typeface="Tahoma"/>
            </a:endParaRPr>
          </a:p>
          <a:p>
            <a:pPr marL="332740" indent="-320040">
              <a:lnSpc>
                <a:spcPts val="2915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50" dirty="0">
                <a:latin typeface="Tahoma"/>
                <a:cs typeface="Tahoma"/>
              </a:rPr>
              <a:t>Maximum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number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of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45" dirty="0">
                <a:latin typeface="Tahoma"/>
                <a:cs typeface="Tahoma"/>
              </a:rPr>
              <a:t>files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in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ahoma"/>
                <a:cs typeface="Tahoma"/>
              </a:rPr>
              <a:t>a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ahoma"/>
                <a:cs typeface="Tahoma"/>
              </a:rPr>
              <a:t>single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folder:</a:t>
            </a:r>
            <a:endParaRPr sz="2700">
              <a:latin typeface="Tahoma"/>
              <a:cs typeface="Tahoma"/>
            </a:endParaRPr>
          </a:p>
          <a:p>
            <a:pPr marL="332740" indent="-320040">
              <a:lnSpc>
                <a:spcPts val="3080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50" dirty="0">
                <a:latin typeface="Tahoma"/>
                <a:cs typeface="Tahoma"/>
              </a:rPr>
              <a:t>4,294,967,295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521460"/>
            <a:chOff x="0" y="0"/>
            <a:chExt cx="9144000" cy="1521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927" y="272795"/>
              <a:ext cx="5730240" cy="11186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46771" y="0"/>
              <a:ext cx="1697227" cy="139344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18237" y="1776475"/>
            <a:ext cx="7982584" cy="411670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32105" marR="421640" indent="-320040">
              <a:lnSpc>
                <a:spcPts val="2110"/>
              </a:lnSpc>
              <a:spcBef>
                <a:spcPts val="605"/>
              </a:spcBef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spc="-60" dirty="0">
                <a:latin typeface="Tahoma"/>
                <a:cs typeface="Tahoma"/>
              </a:rPr>
              <a:t>Never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operate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on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ahoma"/>
                <a:cs typeface="Tahoma"/>
              </a:rPr>
              <a:t>partition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ahoma"/>
                <a:cs typeface="Tahoma"/>
              </a:rPr>
              <a:t>(such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ahoma"/>
                <a:cs typeface="Tahoma"/>
              </a:rPr>
              <a:t>as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write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ahoma"/>
                <a:cs typeface="Tahoma"/>
              </a:rPr>
              <a:t>and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create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ahoma"/>
                <a:cs typeface="Tahoma"/>
              </a:rPr>
              <a:t>file)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where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the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ahoma"/>
                <a:cs typeface="Tahoma"/>
              </a:rPr>
              <a:t>data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lost.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0AC00"/>
              </a:buClr>
              <a:buFont typeface="DejaVu Sans"/>
              <a:buChar char="◾"/>
            </a:pPr>
            <a:endParaRPr sz="1750">
              <a:latin typeface="Tahoma"/>
              <a:cs typeface="Tahoma"/>
            </a:endParaRPr>
          </a:p>
          <a:p>
            <a:pPr marL="332105" marR="274320" indent="-320040">
              <a:lnSpc>
                <a:spcPct val="80000"/>
              </a:lnSpc>
              <a:spcBef>
                <a:spcPts val="5"/>
              </a:spcBef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spc="-50" dirty="0">
                <a:latin typeface="Tahoma"/>
                <a:cs typeface="Tahoma"/>
              </a:rPr>
              <a:t>Please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close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ahoma"/>
                <a:cs typeface="Tahoma"/>
              </a:rPr>
              <a:t>any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ahoma"/>
                <a:cs typeface="Tahoma"/>
              </a:rPr>
              <a:t>other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ahoma"/>
                <a:cs typeface="Tahoma"/>
              </a:rPr>
              <a:t>application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program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ahoma"/>
                <a:cs typeface="Tahoma"/>
              </a:rPr>
              <a:t>when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Data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ahoma"/>
                <a:cs typeface="Tahoma"/>
              </a:rPr>
              <a:t>Recovery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Wizard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is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running.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F0AC00"/>
              </a:buClr>
              <a:buFont typeface="DejaVu Sans"/>
              <a:buChar char="◾"/>
            </a:pPr>
            <a:endParaRPr sz="1750">
              <a:latin typeface="Tahoma"/>
              <a:cs typeface="Tahoma"/>
            </a:endParaRPr>
          </a:p>
          <a:p>
            <a:pPr marL="332105" marR="5080" indent="-320040">
              <a:lnSpc>
                <a:spcPct val="80000"/>
              </a:lnSpc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spc="-30" dirty="0">
                <a:latin typeface="Tahoma"/>
                <a:cs typeface="Tahoma"/>
              </a:rPr>
              <a:t>Make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ahoma"/>
                <a:cs typeface="Tahoma"/>
              </a:rPr>
              <a:t>sure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ahoma"/>
                <a:cs typeface="Tahoma"/>
              </a:rPr>
              <a:t>that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there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is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no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physical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failure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ahoma"/>
                <a:cs typeface="Tahoma"/>
              </a:rPr>
              <a:t>(such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ahoma"/>
                <a:cs typeface="Tahoma"/>
              </a:rPr>
              <a:t>as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physical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ahoma"/>
                <a:cs typeface="Tahoma"/>
              </a:rPr>
              <a:t>bad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ahoma"/>
                <a:cs typeface="Tahoma"/>
              </a:rPr>
              <a:t>track)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on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the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disk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you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ahoma"/>
                <a:cs typeface="Tahoma"/>
              </a:rPr>
              <a:t>are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operating.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150" dirty="0">
                <a:latin typeface="Tahoma"/>
                <a:cs typeface="Tahoma"/>
              </a:rPr>
              <a:t>If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there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is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ahoma"/>
                <a:cs typeface="Tahoma"/>
              </a:rPr>
              <a:t>any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problem,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please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ahoma"/>
                <a:cs typeface="Tahoma"/>
              </a:rPr>
              <a:t>stop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running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Data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ahoma"/>
                <a:cs typeface="Tahoma"/>
              </a:rPr>
              <a:t>Recovery</a:t>
            </a:r>
            <a:r>
              <a:rPr sz="2200" spc="-204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Wizard,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ahoma"/>
                <a:cs typeface="Tahoma"/>
              </a:rPr>
              <a:t>and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ahoma"/>
                <a:cs typeface="Tahoma"/>
              </a:rPr>
              <a:t>send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your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disk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ahoma"/>
                <a:cs typeface="Tahoma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maintenance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station.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F0AC00"/>
              </a:buClr>
              <a:buFont typeface="DejaVu Sans"/>
              <a:buChar char="◾"/>
            </a:pPr>
            <a:endParaRPr sz="1750">
              <a:latin typeface="Tahoma"/>
              <a:cs typeface="Tahoma"/>
            </a:endParaRPr>
          </a:p>
          <a:p>
            <a:pPr marL="332105" marR="90805" indent="-320040">
              <a:lnSpc>
                <a:spcPct val="80000"/>
              </a:lnSpc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spc="-30" dirty="0">
                <a:latin typeface="Tahoma"/>
                <a:cs typeface="Tahoma"/>
              </a:rPr>
              <a:t>Do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ahoma"/>
                <a:cs typeface="Tahoma"/>
              </a:rPr>
              <a:t>not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ahoma"/>
                <a:cs typeface="Tahoma"/>
              </a:rPr>
              <a:t>save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the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ahoma"/>
                <a:cs typeface="Tahoma"/>
              </a:rPr>
              <a:t>recovered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ahoma"/>
                <a:cs typeface="Tahoma"/>
              </a:rPr>
              <a:t>files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ahoma"/>
                <a:cs typeface="Tahoma"/>
              </a:rPr>
              <a:t>to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the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ahoma"/>
                <a:cs typeface="Tahoma"/>
              </a:rPr>
              <a:t>original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ahoma"/>
                <a:cs typeface="Tahoma"/>
              </a:rPr>
              <a:t>partition.</a:t>
            </a:r>
            <a:r>
              <a:rPr sz="2200" spc="-34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ahoma"/>
                <a:cs typeface="Tahoma"/>
              </a:rPr>
              <a:t>You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ahoma"/>
                <a:cs typeface="Tahoma"/>
              </a:rPr>
              <a:t>need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ahoma"/>
                <a:cs typeface="Tahoma"/>
              </a:rPr>
              <a:t>make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ahoma"/>
                <a:cs typeface="Tahoma"/>
              </a:rPr>
              <a:t>sure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ahoma"/>
                <a:cs typeface="Tahoma"/>
              </a:rPr>
              <a:t>that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there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is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ahoma"/>
                <a:cs typeface="Tahoma"/>
              </a:rPr>
              <a:t>enough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free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ahoma"/>
                <a:cs typeface="Tahoma"/>
              </a:rPr>
              <a:t>space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ahoma"/>
                <a:cs typeface="Tahoma"/>
              </a:rPr>
              <a:t>to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ahoma"/>
                <a:cs typeface="Tahoma"/>
              </a:rPr>
              <a:t>save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ahoma"/>
                <a:cs typeface="Tahoma"/>
              </a:rPr>
              <a:t>the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recovered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ahoma"/>
                <a:cs typeface="Tahoma"/>
              </a:rPr>
              <a:t>data;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also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you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ahoma"/>
                <a:cs typeface="Tahoma"/>
              </a:rPr>
              <a:t>can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ahoma"/>
                <a:cs typeface="Tahoma"/>
              </a:rPr>
              <a:t>save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your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ahoma"/>
                <a:cs typeface="Tahoma"/>
              </a:rPr>
              <a:t>files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ahoma"/>
                <a:cs typeface="Tahoma"/>
              </a:rPr>
              <a:t>to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removable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devices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or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network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devices.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3199130"/>
            <a:chOff x="0" y="0"/>
            <a:chExt cx="9144000" cy="31991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212" y="565404"/>
              <a:ext cx="7659624" cy="5486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648" y="1556766"/>
              <a:ext cx="1592961" cy="13635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6222" y="1630425"/>
              <a:ext cx="1383032" cy="156857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56666" y="3223386"/>
            <a:ext cx="373951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-50" dirty="0">
                <a:latin typeface="Tahoma"/>
                <a:cs typeface="Tahoma"/>
              </a:rPr>
              <a:t>Data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recovery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tools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ahoma"/>
                <a:cs typeface="Tahoma"/>
              </a:rPr>
              <a:t>can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ahoma"/>
                <a:cs typeface="Tahoma"/>
              </a:rPr>
              <a:t>used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undo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mistakes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ahoma"/>
                <a:cs typeface="Tahoma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you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made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that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resulted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lost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data.</a:t>
            </a:r>
            <a:endParaRPr sz="24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-50" dirty="0">
                <a:latin typeface="Tahoma"/>
                <a:cs typeface="Tahoma"/>
              </a:rPr>
              <a:t>Data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consistency.</a:t>
            </a:r>
            <a:endParaRPr sz="24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-20" dirty="0">
                <a:latin typeface="Tahoma"/>
                <a:cs typeface="Tahoma"/>
              </a:rPr>
              <a:t>Digital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forensics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8923" y="3223386"/>
            <a:ext cx="370459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-135" dirty="0">
                <a:latin typeface="Tahoma"/>
                <a:cs typeface="Tahoma"/>
              </a:rPr>
              <a:t>To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successfully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ahoma"/>
                <a:cs typeface="Tahoma"/>
              </a:rPr>
              <a:t>use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ahoma"/>
                <a:cs typeface="Tahoma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recovery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tool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you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will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need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determine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the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ahoma"/>
                <a:cs typeface="Tahoma"/>
              </a:rPr>
              <a:t>cause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ahoma"/>
                <a:cs typeface="Tahoma"/>
              </a:rPr>
              <a:t>your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data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loss.</a:t>
            </a:r>
            <a:endParaRPr sz="2400">
              <a:latin typeface="Tahoma"/>
              <a:cs typeface="Tahoma"/>
            </a:endParaRPr>
          </a:p>
          <a:p>
            <a:pPr marL="332105" marR="115570" indent="-320040">
              <a:lnSpc>
                <a:spcPct val="100000"/>
              </a:lnSpc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70" dirty="0">
                <a:latin typeface="Tahoma"/>
                <a:cs typeface="Tahoma"/>
              </a:rPr>
              <a:t>A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simple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reboot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ahoma"/>
                <a:cs typeface="Tahoma"/>
              </a:rPr>
              <a:t>cause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ahoma"/>
                <a:cs typeface="Tahoma"/>
              </a:rPr>
              <a:t>over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ahoma"/>
                <a:cs typeface="Tahoma"/>
              </a:rPr>
              <a:t>writing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ahoma"/>
                <a:cs typeface="Tahoma"/>
              </a:rPr>
              <a:t>of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ahoma"/>
                <a:cs typeface="Tahoma"/>
              </a:rPr>
              <a:t>data</a:t>
            </a:r>
            <a:endParaRPr sz="24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F0AC00"/>
              </a:buClr>
              <a:buSzPct val="79166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400" spc="-50" dirty="0">
                <a:latin typeface="Tahoma"/>
                <a:cs typeface="Tahoma"/>
              </a:rPr>
              <a:t>Data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security.</a:t>
            </a:r>
            <a:endParaRPr sz="2400">
              <a:latin typeface="Tahoma"/>
              <a:cs typeface="Tahoma"/>
            </a:endParaRPr>
          </a:p>
          <a:p>
            <a:pPr marL="332105" marR="335280" indent="-320040">
              <a:lnSpc>
                <a:spcPct val="100000"/>
              </a:lnSpc>
              <a:buClr>
                <a:srgbClr val="F0AC00"/>
              </a:buClr>
              <a:buSzPct val="79166"/>
              <a:buFont typeface="DejaVu Sans"/>
              <a:buChar char="◾"/>
              <a:tabLst>
                <a:tab pos="393065" algn="l"/>
                <a:tab pos="393700" algn="l"/>
              </a:tabLst>
            </a:pPr>
            <a:r>
              <a:rPr dirty="0"/>
              <a:t>	</a:t>
            </a:r>
            <a:r>
              <a:rPr sz="2400" spc="-80" dirty="0">
                <a:latin typeface="Tahoma"/>
                <a:cs typeface="Tahoma"/>
              </a:rPr>
              <a:t>Recovery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may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generate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virus.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59308"/>
            <a:ext cx="5654040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65503"/>
            <a:ext cx="7767320" cy="4369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700"/>
              </a:lnSpc>
              <a:spcBef>
                <a:spcPts val="95"/>
              </a:spcBef>
            </a:pPr>
            <a:r>
              <a:rPr sz="2500" spc="-10" dirty="0">
                <a:latin typeface="Tahoma"/>
                <a:cs typeface="Tahoma"/>
              </a:rPr>
              <a:t>Bootable</a:t>
            </a:r>
            <a:endParaRPr sz="2500">
              <a:latin typeface="Tahoma"/>
              <a:cs typeface="Tahoma"/>
            </a:endParaRPr>
          </a:p>
          <a:p>
            <a:pPr marL="332105" marR="5080" indent="-320040">
              <a:lnSpc>
                <a:spcPts val="2400"/>
              </a:lnSpc>
              <a:spcBef>
                <a:spcPts val="284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55" dirty="0">
                <a:latin typeface="Tahoma"/>
                <a:cs typeface="Tahoma"/>
              </a:rPr>
              <a:t>Data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recovery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cannot</a:t>
            </a:r>
            <a:r>
              <a:rPr sz="2500" spc="-12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always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be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done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on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ahoma"/>
                <a:cs typeface="Tahoma"/>
              </a:rPr>
              <a:t>a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running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ahoma"/>
                <a:cs typeface="Tahoma"/>
              </a:rPr>
              <a:t>system.</a:t>
            </a:r>
            <a:r>
              <a:rPr sz="2500" spc="-2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ahoma"/>
                <a:cs typeface="Tahoma"/>
              </a:rPr>
              <a:t>As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ahoma"/>
                <a:cs typeface="Tahoma"/>
              </a:rPr>
              <a:t>a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result,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ahoma"/>
                <a:cs typeface="Tahoma"/>
              </a:rPr>
              <a:t>a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ahoma"/>
                <a:cs typeface="Tahoma"/>
              </a:rPr>
              <a:t>boot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disk,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ahoma"/>
                <a:cs typeface="Tahoma"/>
              </a:rPr>
              <a:t>Live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CD,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ahoma"/>
                <a:cs typeface="Tahoma"/>
              </a:rPr>
              <a:t>Live</a:t>
            </a:r>
            <a:r>
              <a:rPr sz="2500" spc="-18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ahoma"/>
                <a:cs typeface="Tahoma"/>
              </a:rPr>
              <a:t>USB,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or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ahoma"/>
                <a:cs typeface="Tahoma"/>
              </a:rPr>
              <a:t>any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other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type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of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ahoma"/>
                <a:cs typeface="Tahoma"/>
              </a:rPr>
              <a:t>Live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ahoma"/>
                <a:cs typeface="Tahoma"/>
              </a:rPr>
              <a:t>Distro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containing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ahoma"/>
                <a:cs typeface="Tahoma"/>
              </a:rPr>
              <a:t>a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ahoma"/>
                <a:cs typeface="Tahoma"/>
              </a:rPr>
              <a:t>minimal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operating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system.</a:t>
            </a:r>
            <a:endParaRPr sz="2500">
              <a:latin typeface="Tahoma"/>
              <a:cs typeface="Tahoma"/>
            </a:endParaRPr>
          </a:p>
          <a:p>
            <a:pPr marL="332740" indent="-320040">
              <a:lnSpc>
                <a:spcPts val="212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10" dirty="0">
                <a:latin typeface="Tahoma"/>
                <a:cs typeface="Tahoma"/>
              </a:rPr>
              <a:t>BackTrack:</a:t>
            </a:r>
            <a:endParaRPr sz="2500">
              <a:latin typeface="Tahoma"/>
              <a:cs typeface="Tahoma"/>
            </a:endParaRPr>
          </a:p>
          <a:p>
            <a:pPr marL="332740" indent="-320040">
              <a:lnSpc>
                <a:spcPts val="240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10" dirty="0">
                <a:latin typeface="Tahoma"/>
                <a:cs typeface="Tahoma"/>
              </a:rPr>
              <a:t>Boot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Repair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Disk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-</a:t>
            </a:r>
            <a:endParaRPr sz="2500">
              <a:latin typeface="Tahoma"/>
              <a:cs typeface="Tahoma"/>
            </a:endParaRPr>
          </a:p>
          <a:p>
            <a:pPr marL="332740" indent="-320040">
              <a:lnSpc>
                <a:spcPts val="240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65" dirty="0">
                <a:latin typeface="Tahoma"/>
                <a:cs typeface="Tahoma"/>
              </a:rPr>
              <a:t>Hiren's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BootCD:</a:t>
            </a:r>
            <a:endParaRPr sz="2500">
              <a:latin typeface="Tahoma"/>
              <a:cs typeface="Tahoma"/>
            </a:endParaRPr>
          </a:p>
          <a:p>
            <a:pPr marL="332740" indent="-320040">
              <a:lnSpc>
                <a:spcPts val="270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10" dirty="0">
                <a:latin typeface="Tahoma"/>
                <a:cs typeface="Tahoma"/>
              </a:rPr>
              <a:t>SystemRescueCD:</a:t>
            </a:r>
            <a:endParaRPr sz="2500">
              <a:latin typeface="Tahoma"/>
              <a:cs typeface="Tahoma"/>
            </a:endParaRPr>
          </a:p>
          <a:p>
            <a:pPr marL="12700">
              <a:lnSpc>
                <a:spcPts val="2700"/>
              </a:lnSpc>
              <a:spcBef>
                <a:spcPts val="1800"/>
              </a:spcBef>
            </a:pPr>
            <a:r>
              <a:rPr sz="2500" spc="-65" dirty="0">
                <a:latin typeface="Tahoma"/>
                <a:cs typeface="Tahoma"/>
              </a:rPr>
              <a:t>Consistency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checkers</a:t>
            </a:r>
            <a:endParaRPr sz="2500">
              <a:latin typeface="Tahoma"/>
              <a:cs typeface="Tahoma"/>
            </a:endParaRPr>
          </a:p>
          <a:p>
            <a:pPr marL="332740" indent="-320040">
              <a:lnSpc>
                <a:spcPts val="240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10" dirty="0">
                <a:latin typeface="Tahoma"/>
                <a:cs typeface="Tahoma"/>
              </a:rPr>
              <a:t>CHKDSK:</a:t>
            </a:r>
            <a:endParaRPr sz="2500">
              <a:latin typeface="Tahoma"/>
              <a:cs typeface="Tahoma"/>
            </a:endParaRPr>
          </a:p>
          <a:p>
            <a:pPr marL="332740" indent="-320040">
              <a:lnSpc>
                <a:spcPts val="240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55" dirty="0">
                <a:latin typeface="Tahoma"/>
                <a:cs typeface="Tahoma"/>
              </a:rPr>
              <a:t>Disk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First</a:t>
            </a:r>
            <a:r>
              <a:rPr sz="2500" spc="-2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ahoma"/>
                <a:cs typeface="Tahoma"/>
              </a:rPr>
              <a:t>Aid:</a:t>
            </a:r>
            <a:endParaRPr sz="2500">
              <a:latin typeface="Tahoma"/>
              <a:cs typeface="Tahoma"/>
            </a:endParaRPr>
          </a:p>
          <a:p>
            <a:pPr marL="332740" indent="-320040">
              <a:lnSpc>
                <a:spcPts val="270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55" dirty="0">
                <a:latin typeface="Tahoma"/>
                <a:cs typeface="Tahoma"/>
              </a:rPr>
              <a:t>Disk</a:t>
            </a:r>
            <a:r>
              <a:rPr sz="2500" spc="-18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Utility: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95" y="559308"/>
            <a:ext cx="6588252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76475"/>
            <a:ext cx="7956550" cy="438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sz="2200" b="1" spc="-120" dirty="0">
                <a:latin typeface="Arial"/>
                <a:cs typeface="Arial"/>
              </a:rPr>
              <a:t>File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Arial"/>
                <a:cs typeface="Arial"/>
              </a:rPr>
              <a:t>recovery</a:t>
            </a:r>
            <a:endParaRPr sz="2200">
              <a:latin typeface="Arial"/>
              <a:cs typeface="Arial"/>
            </a:endParaRPr>
          </a:p>
          <a:p>
            <a:pPr marL="332740" indent="-320040">
              <a:lnSpc>
                <a:spcPts val="2115"/>
              </a:lnSpc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b="1" spc="-150" dirty="0">
                <a:latin typeface="Arial"/>
                <a:cs typeface="Arial"/>
              </a:rPr>
              <a:t>CDRoller</a:t>
            </a:r>
            <a:r>
              <a:rPr sz="2200" spc="-150" dirty="0">
                <a:latin typeface="Tahoma"/>
                <a:cs typeface="Tahoma"/>
              </a:rPr>
              <a:t>: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ahoma"/>
                <a:cs typeface="Tahoma"/>
              </a:rPr>
              <a:t>Recovers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ahoma"/>
                <a:cs typeface="Tahoma"/>
              </a:rPr>
              <a:t>data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ahoma"/>
                <a:cs typeface="Tahoma"/>
              </a:rPr>
              <a:t>from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ahoma"/>
                <a:cs typeface="Tahoma"/>
              </a:rPr>
              <a:t>optical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discs.</a:t>
            </a:r>
            <a:endParaRPr sz="2200">
              <a:latin typeface="Tahoma"/>
              <a:cs typeface="Tahoma"/>
            </a:endParaRPr>
          </a:p>
          <a:p>
            <a:pPr marL="332105" marR="286385" indent="-320040">
              <a:lnSpc>
                <a:spcPct val="80000"/>
              </a:lnSpc>
              <a:spcBef>
                <a:spcPts val="265"/>
              </a:spcBef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b="1" spc="-45" dirty="0">
                <a:latin typeface="Arial"/>
                <a:cs typeface="Arial"/>
              </a:rPr>
              <a:t>Data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spc="-120" dirty="0">
                <a:latin typeface="Arial"/>
                <a:cs typeface="Arial"/>
              </a:rPr>
              <a:t>LifeSaver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ahoma"/>
                <a:cs typeface="Tahoma"/>
              </a:rPr>
              <a:t>(now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ahoma"/>
                <a:cs typeface="Tahoma"/>
              </a:rPr>
              <a:t>"EASIS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Data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ahoma"/>
                <a:cs typeface="Tahoma"/>
              </a:rPr>
              <a:t>Recovery"):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ahoma"/>
                <a:cs typeface="Tahoma"/>
              </a:rPr>
              <a:t>Data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recovery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ahoma"/>
                <a:cs typeface="Tahoma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ahoma"/>
                <a:cs typeface="Tahoma"/>
              </a:rPr>
              <a:t>FAT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ahoma"/>
                <a:cs typeface="Tahoma"/>
              </a:rPr>
              <a:t>and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ahoma"/>
                <a:cs typeface="Tahoma"/>
              </a:rPr>
              <a:t>NTFS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ahoma"/>
                <a:cs typeface="Tahoma"/>
              </a:rPr>
              <a:t>file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systems.</a:t>
            </a:r>
            <a:endParaRPr sz="2200">
              <a:latin typeface="Tahoma"/>
              <a:cs typeface="Tahoma"/>
            </a:endParaRPr>
          </a:p>
          <a:p>
            <a:pPr marL="332740" indent="-320040">
              <a:lnSpc>
                <a:spcPts val="1850"/>
              </a:lnSpc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b="1" spc="-45" dirty="0">
                <a:latin typeface="Arial"/>
                <a:cs typeface="Arial"/>
              </a:rPr>
              <a:t>Data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b="1" spc="-155" dirty="0">
                <a:latin typeface="Arial"/>
                <a:cs typeface="Arial"/>
              </a:rPr>
              <a:t>Recovery</a:t>
            </a:r>
            <a:r>
              <a:rPr sz="2200" spc="-200" dirty="0">
                <a:latin typeface="Times New Roman"/>
                <a:cs typeface="Times New Roman"/>
              </a:rPr>
              <a:t> </a:t>
            </a:r>
            <a:r>
              <a:rPr sz="2200" b="1" spc="-110" dirty="0">
                <a:latin typeface="Arial"/>
                <a:cs typeface="Arial"/>
              </a:rPr>
              <a:t>Wizard</a:t>
            </a:r>
            <a:r>
              <a:rPr sz="2200" spc="-110" dirty="0">
                <a:latin typeface="Tahoma"/>
                <a:cs typeface="Tahoma"/>
              </a:rPr>
              <a:t>: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ahoma"/>
                <a:cs typeface="Tahoma"/>
              </a:rPr>
              <a:t>Microsoft</a:t>
            </a:r>
            <a:r>
              <a:rPr sz="2200" spc="-18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Windows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file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recovery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utility.</a:t>
            </a:r>
            <a:endParaRPr sz="2200">
              <a:latin typeface="Tahoma"/>
              <a:cs typeface="Tahoma"/>
            </a:endParaRPr>
          </a:p>
          <a:p>
            <a:pPr marL="332740" indent="-320040">
              <a:lnSpc>
                <a:spcPts val="2115"/>
              </a:lnSpc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b="1" spc="-110" dirty="0">
                <a:latin typeface="Arial"/>
                <a:cs typeface="Arial"/>
              </a:rPr>
              <a:t>Drive</a:t>
            </a:r>
            <a:r>
              <a:rPr sz="2200" spc="-220" dirty="0">
                <a:latin typeface="Times New Roman"/>
                <a:cs typeface="Times New Roman"/>
              </a:rPr>
              <a:t> </a:t>
            </a:r>
            <a:r>
              <a:rPr sz="2200" b="1" spc="-160" dirty="0">
                <a:latin typeface="Arial"/>
                <a:cs typeface="Arial"/>
              </a:rPr>
              <a:t>Vaccine</a:t>
            </a:r>
            <a:r>
              <a:rPr sz="2200" spc="-160" dirty="0">
                <a:latin typeface="Tahoma"/>
                <a:cs typeface="Tahoma"/>
              </a:rPr>
              <a:t>: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ahoma"/>
                <a:cs typeface="Tahoma"/>
              </a:rPr>
              <a:t>Microsoft</a:t>
            </a:r>
            <a:r>
              <a:rPr sz="2200" spc="-17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Windows</a:t>
            </a:r>
            <a:r>
              <a:rPr sz="2200" spc="-1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Auto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Restore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ahoma"/>
                <a:cs typeface="Tahoma"/>
              </a:rPr>
              <a:t>of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ahoma"/>
                <a:cs typeface="Tahoma"/>
              </a:rPr>
              <a:t>files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on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Reboot</a:t>
            </a:r>
            <a:endParaRPr sz="2200">
              <a:latin typeface="Tahoma"/>
              <a:cs typeface="Tahoma"/>
            </a:endParaRPr>
          </a:p>
          <a:p>
            <a:pPr marL="332740" indent="-320040">
              <a:lnSpc>
                <a:spcPts val="2115"/>
              </a:lnSpc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b="1" spc="-135" dirty="0">
                <a:latin typeface="Arial"/>
                <a:cs typeface="Arial"/>
              </a:rPr>
              <a:t>FileSalvage</a:t>
            </a:r>
            <a:r>
              <a:rPr sz="2200" spc="-135" dirty="0">
                <a:latin typeface="Tahoma"/>
                <a:cs typeface="Tahoma"/>
              </a:rPr>
              <a:t>:</a:t>
            </a:r>
            <a:r>
              <a:rPr sz="2200" spc="-165" dirty="0">
                <a:latin typeface="Times New Roman"/>
                <a:cs typeface="Times New Roman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ahoma"/>
                <a:cs typeface="Tahoma"/>
              </a:rPr>
              <a:t>Mac</a:t>
            </a:r>
            <a:r>
              <a:rPr sz="2200" spc="-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ahoma"/>
                <a:cs typeface="Tahoma"/>
              </a:rPr>
              <a:t>OS</a:t>
            </a:r>
            <a:r>
              <a:rPr sz="2200" spc="-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ahoma"/>
                <a:cs typeface="Tahoma"/>
              </a:rPr>
              <a:t>X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recovery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program.</a:t>
            </a:r>
            <a:endParaRPr sz="2200">
              <a:latin typeface="Tahoma"/>
              <a:cs typeface="Tahoma"/>
            </a:endParaRPr>
          </a:p>
          <a:p>
            <a:pPr marL="332105" marR="588645" indent="-320040">
              <a:lnSpc>
                <a:spcPct val="80000"/>
              </a:lnSpc>
              <a:spcBef>
                <a:spcPts val="260"/>
              </a:spcBef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b="1" spc="-145" dirty="0">
                <a:latin typeface="Arial"/>
                <a:cs typeface="Arial"/>
              </a:rPr>
              <a:t>IsoBuster</a:t>
            </a:r>
            <a:r>
              <a:rPr sz="2200" spc="-145" dirty="0">
                <a:latin typeface="Tahoma"/>
                <a:cs typeface="Tahoma"/>
              </a:rPr>
              <a:t>: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ahoma"/>
                <a:cs typeface="Tahoma"/>
              </a:rPr>
              <a:t>Recovers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ahoma"/>
                <a:cs typeface="Tahoma"/>
              </a:rPr>
              <a:t>data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ahoma"/>
                <a:cs typeface="Tahoma"/>
              </a:rPr>
              <a:t>from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ahoma"/>
                <a:cs typeface="Tahoma"/>
              </a:rPr>
              <a:t>optical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ahoma"/>
                <a:cs typeface="Tahoma"/>
              </a:rPr>
              <a:t>discs,</a:t>
            </a:r>
            <a:r>
              <a:rPr sz="2200" spc="-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ahoma"/>
                <a:cs typeface="Tahoma"/>
              </a:rPr>
              <a:t>USB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sticks,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Flash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drives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ahoma"/>
                <a:cs typeface="Tahoma"/>
              </a:rPr>
              <a:t>and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Hard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Drives.</a:t>
            </a:r>
            <a:endParaRPr sz="2200">
              <a:latin typeface="Tahoma"/>
              <a:cs typeface="Tahoma"/>
            </a:endParaRPr>
          </a:p>
          <a:p>
            <a:pPr marL="332740" indent="-320040">
              <a:lnSpc>
                <a:spcPts val="1850"/>
              </a:lnSpc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b="1" spc="-180" dirty="0">
                <a:latin typeface="Arial"/>
                <a:cs typeface="Arial"/>
              </a:rPr>
              <a:t>Recuva</a:t>
            </a:r>
            <a:r>
              <a:rPr sz="2200" spc="-180" dirty="0">
                <a:latin typeface="Tahoma"/>
                <a:cs typeface="Tahoma"/>
              </a:rPr>
              <a:t>: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ahoma"/>
                <a:cs typeface="Tahoma"/>
              </a:rPr>
              <a:t>Microsoft</a:t>
            </a:r>
            <a:r>
              <a:rPr sz="2200" spc="-17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ahoma"/>
                <a:cs typeface="Tahoma"/>
              </a:rPr>
              <a:t>Windows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ahoma"/>
                <a:cs typeface="Tahoma"/>
              </a:rPr>
              <a:t>2000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ahoma"/>
                <a:cs typeface="Tahoma"/>
              </a:rPr>
              <a:t>&amp;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ahoma"/>
                <a:cs typeface="Tahoma"/>
              </a:rPr>
              <a:t>later,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ahoma"/>
                <a:cs typeface="Tahoma"/>
              </a:rPr>
              <a:t>FAT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ahoma"/>
                <a:cs typeface="Tahoma"/>
              </a:rPr>
              <a:t>and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ahoma"/>
                <a:cs typeface="Tahoma"/>
              </a:rPr>
              <a:t>NTFS.</a:t>
            </a:r>
            <a:endParaRPr sz="2200">
              <a:latin typeface="Tahoma"/>
              <a:cs typeface="Tahoma"/>
            </a:endParaRPr>
          </a:p>
          <a:p>
            <a:pPr marL="332105" marR="5080" indent="-320040">
              <a:lnSpc>
                <a:spcPts val="2110"/>
              </a:lnSpc>
              <a:spcBef>
                <a:spcPts val="250"/>
              </a:spcBef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b="1" spc="-130" dirty="0">
                <a:latin typeface="Arial"/>
                <a:cs typeface="Arial"/>
              </a:rPr>
              <a:t>TotalRecovery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10" dirty="0">
                <a:latin typeface="Tahoma"/>
                <a:cs typeface="Tahoma"/>
              </a:rPr>
              <a:t>: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ahoma"/>
                <a:cs typeface="Tahoma"/>
              </a:rPr>
              <a:t>Microsoft</a:t>
            </a:r>
            <a:r>
              <a:rPr sz="2200" spc="-18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Windows.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ahoma"/>
                <a:cs typeface="Tahoma"/>
              </a:rPr>
              <a:t>Bootable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ahoma"/>
                <a:cs typeface="Tahoma"/>
              </a:rPr>
              <a:t>backup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ahoma"/>
                <a:cs typeface="Tahoma"/>
              </a:rPr>
              <a:t>and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ahoma"/>
                <a:cs typeface="Tahoma"/>
              </a:rPr>
              <a:t>recover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system.</a:t>
            </a:r>
            <a:endParaRPr sz="2200">
              <a:latin typeface="Tahoma"/>
              <a:cs typeface="Tahoma"/>
            </a:endParaRPr>
          </a:p>
          <a:p>
            <a:pPr marL="332740" indent="-320040">
              <a:lnSpc>
                <a:spcPts val="1870"/>
              </a:lnSpc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b="1" spc="-150" dirty="0">
                <a:latin typeface="Arial"/>
                <a:cs typeface="Arial"/>
              </a:rPr>
              <a:t>TuneUp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b="1" spc="-80" dirty="0">
                <a:latin typeface="Arial"/>
                <a:cs typeface="Arial"/>
              </a:rPr>
              <a:t>Utilities</a:t>
            </a:r>
            <a:r>
              <a:rPr sz="2200" spc="-80" dirty="0">
                <a:latin typeface="Tahoma"/>
                <a:cs typeface="Tahoma"/>
              </a:rPr>
              <a:t>: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ahoma"/>
                <a:cs typeface="Tahoma"/>
              </a:rPr>
              <a:t>Microsoft</a:t>
            </a:r>
            <a:r>
              <a:rPr sz="2200" spc="-17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Windows</a:t>
            </a:r>
            <a:r>
              <a:rPr sz="2200" spc="-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ahoma"/>
                <a:cs typeface="Tahoma"/>
              </a:rPr>
              <a:t>XP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ahoma"/>
                <a:cs typeface="Tahoma"/>
              </a:rPr>
              <a:t>&amp;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ahoma"/>
                <a:cs typeface="Tahoma"/>
              </a:rPr>
              <a:t>later.</a:t>
            </a:r>
            <a:r>
              <a:rPr sz="2200" spc="-175" dirty="0">
                <a:latin typeface="Times New Roman"/>
                <a:cs typeface="Times New Roman"/>
              </a:rPr>
              <a:t> </a:t>
            </a:r>
            <a:r>
              <a:rPr sz="2200" spc="65" dirty="0">
                <a:latin typeface="Tahoma"/>
                <a:cs typeface="Tahoma"/>
              </a:rPr>
              <a:t>A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suite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ahoma"/>
                <a:cs typeface="Tahoma"/>
              </a:rPr>
              <a:t>of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utilities</a:t>
            </a:r>
            <a:endParaRPr sz="2200">
              <a:latin typeface="Tahoma"/>
              <a:cs typeface="Tahoma"/>
            </a:endParaRPr>
          </a:p>
          <a:p>
            <a:pPr marL="332105">
              <a:lnSpc>
                <a:spcPts val="2110"/>
              </a:lnSpc>
            </a:pPr>
            <a:r>
              <a:rPr sz="2200" spc="-35" dirty="0">
                <a:latin typeface="Tahoma"/>
                <a:cs typeface="Tahoma"/>
              </a:rPr>
              <a:t>that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ahoma"/>
                <a:cs typeface="Tahoma"/>
              </a:rPr>
              <a:t>has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ahoma"/>
                <a:cs typeface="Tahoma"/>
              </a:rPr>
              <a:t>a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ahoma"/>
                <a:cs typeface="Tahoma"/>
              </a:rPr>
              <a:t>file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recovery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component.</a:t>
            </a:r>
            <a:endParaRPr sz="2200">
              <a:latin typeface="Tahoma"/>
              <a:cs typeface="Tahoma"/>
            </a:endParaRPr>
          </a:p>
          <a:p>
            <a:pPr marL="332105" marR="219710" indent="-320040">
              <a:lnSpc>
                <a:spcPct val="80000"/>
              </a:lnSpc>
              <a:spcBef>
                <a:spcPts val="265"/>
              </a:spcBef>
              <a:buClr>
                <a:srgbClr val="F0AC00"/>
              </a:buClr>
              <a:buSzPct val="7954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200" b="1" spc="-140" dirty="0">
                <a:latin typeface="Arial"/>
                <a:cs typeface="Arial"/>
              </a:rPr>
              <a:t>Power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b="1" spc="-45" dirty="0">
                <a:latin typeface="Arial"/>
                <a:cs typeface="Arial"/>
              </a:rPr>
              <a:t>Data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spc="-160" dirty="0">
                <a:latin typeface="Arial"/>
                <a:cs typeface="Arial"/>
              </a:rPr>
              <a:t>Recovery</a:t>
            </a:r>
            <a:r>
              <a:rPr sz="2200" spc="-160" dirty="0">
                <a:latin typeface="Tahoma"/>
                <a:cs typeface="Tahoma"/>
              </a:rPr>
              <a:t>: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ahoma"/>
                <a:cs typeface="Tahoma"/>
              </a:rPr>
              <a:t>Data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recovery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software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by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ahoma"/>
                <a:cs typeface="Tahoma"/>
              </a:rPr>
              <a:t>MiniTool.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ahoma"/>
                <a:cs typeface="Tahoma"/>
              </a:rPr>
              <a:t>1GB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ahoma"/>
                <a:cs typeface="Tahoma"/>
              </a:rPr>
              <a:t>free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ahoma"/>
                <a:cs typeface="Tahoma"/>
              </a:rPr>
              <a:t>data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recovery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ahoma"/>
                <a:cs typeface="Tahoma"/>
              </a:rPr>
              <a:t>for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ahoma"/>
                <a:cs typeface="Tahoma"/>
              </a:rPr>
              <a:t>personal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ahoma"/>
                <a:cs typeface="Tahoma"/>
              </a:rPr>
              <a:t>use.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95" y="559308"/>
            <a:ext cx="6588252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8630" y="1572005"/>
            <a:ext cx="8774430" cy="447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latin typeface="Arial"/>
                <a:cs typeface="Arial"/>
              </a:rPr>
              <a:t>Forensics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Arial"/>
              <a:cs typeface="Arial"/>
            </a:endParaRPr>
          </a:p>
          <a:p>
            <a:pPr marL="332105" marR="5080" indent="-320040">
              <a:lnSpc>
                <a:spcPts val="1730"/>
              </a:lnSpc>
              <a:spcBef>
                <a:spcPts val="5"/>
              </a:spcBef>
              <a:buClr>
                <a:srgbClr val="F0AC00"/>
              </a:buClr>
              <a:buSzPct val="8055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1800" b="1" spc="-170" dirty="0">
                <a:latin typeface="Arial"/>
                <a:cs typeface="Arial"/>
              </a:rPr>
              <a:t>EnCase</a:t>
            </a:r>
            <a:r>
              <a:rPr sz="1800" spc="-170" dirty="0">
                <a:latin typeface="Tahoma"/>
                <a:cs typeface="Tahoma"/>
              </a:rPr>
              <a:t>:</a:t>
            </a:r>
            <a:r>
              <a:rPr sz="1800" spc="-160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Tahoma"/>
                <a:cs typeface="Tahoma"/>
              </a:rPr>
              <a:t>A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suite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of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forensic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ahoma"/>
                <a:cs typeface="Tahoma"/>
              </a:rPr>
              <a:t>tools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developed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by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ahoma"/>
                <a:cs typeface="Tahoma"/>
              </a:rPr>
              <a:t>Guidance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ahoma"/>
                <a:cs typeface="Tahoma"/>
              </a:rPr>
              <a:t>Software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ahoma"/>
                <a:cs typeface="Tahoma"/>
              </a:rPr>
              <a:t>that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is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ahoma"/>
                <a:cs typeface="Tahoma"/>
              </a:rPr>
              <a:t>used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imaging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ahoma"/>
                <a:cs typeface="Tahoma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forensic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ahoma"/>
                <a:cs typeface="Tahoma"/>
              </a:rPr>
              <a:t>analysis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ahoma"/>
                <a:cs typeface="Tahoma"/>
              </a:rPr>
              <a:t>for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UNIX,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Linux,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ahoma"/>
                <a:cs typeface="Tahoma"/>
              </a:rPr>
              <a:t>and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Windows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systems.</a:t>
            </a:r>
            <a:endParaRPr sz="18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spcBef>
                <a:spcPts val="1305"/>
              </a:spcBef>
              <a:buClr>
                <a:srgbClr val="F0AC00"/>
              </a:buClr>
              <a:buSzPct val="8055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1800" b="1" spc="-114" dirty="0">
                <a:latin typeface="Arial"/>
                <a:cs typeface="Arial"/>
              </a:rPr>
              <a:t>Foremost</a:t>
            </a:r>
            <a:r>
              <a:rPr sz="1800" spc="-114" dirty="0">
                <a:latin typeface="Tahoma"/>
                <a:cs typeface="Tahoma"/>
              </a:rPr>
              <a:t>:</a:t>
            </a:r>
            <a:r>
              <a:rPr sz="1800" spc="-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ahoma"/>
                <a:cs typeface="Tahoma"/>
              </a:rPr>
              <a:t>opensource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ahoma"/>
                <a:cs typeface="Tahoma"/>
              </a:rPr>
              <a:t>CLI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ahoma"/>
                <a:cs typeface="Tahoma"/>
              </a:rPr>
              <a:t>file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ahoma"/>
                <a:cs typeface="Tahoma"/>
              </a:rPr>
              <a:t>recovery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program,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ahoma"/>
                <a:cs typeface="Tahoma"/>
              </a:rPr>
              <a:t>originally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developed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by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U.S.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ahoma"/>
                <a:cs typeface="Tahoma"/>
              </a:rPr>
              <a:t>Air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0AC00"/>
              </a:buClr>
              <a:buFont typeface="DejaVu Sans"/>
              <a:buChar char="◾"/>
            </a:pPr>
            <a:endParaRPr sz="1400">
              <a:latin typeface="Tahoma"/>
              <a:cs typeface="Tahoma"/>
            </a:endParaRPr>
          </a:p>
          <a:p>
            <a:pPr marL="332105" marR="273685" indent="-320040">
              <a:lnSpc>
                <a:spcPct val="80000"/>
              </a:lnSpc>
              <a:buClr>
                <a:srgbClr val="F0AC00"/>
              </a:buClr>
              <a:buSzPct val="8055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1800" spc="-50" dirty="0">
                <a:latin typeface="Tahoma"/>
                <a:cs typeface="Tahoma"/>
              </a:rPr>
              <a:t>Force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Office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ahoma"/>
                <a:cs typeface="Tahoma"/>
              </a:rPr>
              <a:t>of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ahoma"/>
                <a:cs typeface="Tahoma"/>
              </a:rPr>
              <a:t>Special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ahoma"/>
                <a:cs typeface="Tahoma"/>
              </a:rPr>
              <a:t>Investigations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ahoma"/>
                <a:cs typeface="Tahoma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ahoma"/>
                <a:cs typeface="Tahoma"/>
              </a:rPr>
              <a:t>NPS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Center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ahoma"/>
                <a:cs typeface="Tahoma"/>
              </a:rPr>
              <a:t>for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ahoma"/>
                <a:cs typeface="Tahoma"/>
              </a:rPr>
              <a:t>Information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Systems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Security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Studies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ahoma"/>
                <a:cs typeface="Tahoma"/>
              </a:rPr>
              <a:t>and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Research.</a:t>
            </a:r>
            <a:endParaRPr sz="18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spcBef>
                <a:spcPts val="1295"/>
              </a:spcBef>
              <a:buClr>
                <a:srgbClr val="F0AC00"/>
              </a:buClr>
              <a:buSzPct val="8055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1800" b="1" spc="-140" dirty="0">
                <a:latin typeface="Arial"/>
                <a:cs typeface="Arial"/>
              </a:rPr>
              <a:t>Forensic</a:t>
            </a:r>
            <a:r>
              <a:rPr sz="1800" spc="-170" dirty="0">
                <a:latin typeface="Times New Roman"/>
                <a:cs typeface="Times New Roman"/>
              </a:rPr>
              <a:t> </a:t>
            </a:r>
            <a:r>
              <a:rPr sz="1800" b="1" spc="-90" dirty="0">
                <a:latin typeface="Arial"/>
                <a:cs typeface="Arial"/>
              </a:rPr>
              <a:t>Toolkit</a:t>
            </a:r>
            <a:r>
              <a:rPr sz="1800" spc="-90" dirty="0">
                <a:latin typeface="Tahoma"/>
                <a:cs typeface="Tahoma"/>
              </a:rPr>
              <a:t>: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by</a:t>
            </a:r>
            <a:r>
              <a:rPr sz="1800" spc="-13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AccessData,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ahoma"/>
                <a:cs typeface="Tahoma"/>
              </a:rPr>
              <a:t>used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by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law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enforcement.</a:t>
            </a:r>
            <a:endParaRPr sz="18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spcBef>
                <a:spcPts val="1300"/>
              </a:spcBef>
              <a:buClr>
                <a:srgbClr val="F0AC00"/>
              </a:buClr>
              <a:buSzPct val="8055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1800" b="1" spc="-110" dirty="0">
                <a:latin typeface="Arial"/>
                <a:cs typeface="Arial"/>
              </a:rPr>
              <a:t>Open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b="1" spc="-100" dirty="0">
                <a:latin typeface="Arial"/>
                <a:cs typeface="Arial"/>
              </a:rPr>
              <a:t>Computer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b="1" spc="-155" dirty="0">
                <a:latin typeface="Arial"/>
                <a:cs typeface="Arial"/>
              </a:rPr>
              <a:t>Forensics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b="1" spc="-100" dirty="0">
                <a:latin typeface="Arial"/>
                <a:cs typeface="Arial"/>
              </a:rPr>
              <a:t>Architecture</a:t>
            </a:r>
            <a:r>
              <a:rPr sz="1800" spc="-100" dirty="0">
                <a:latin typeface="Tahoma"/>
                <a:cs typeface="Tahoma"/>
              </a:rPr>
              <a:t>:</a:t>
            </a:r>
            <a:r>
              <a:rPr sz="1800" spc="-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ahoma"/>
                <a:cs typeface="Tahoma"/>
              </a:rPr>
              <a:t>opensource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program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ahoma"/>
                <a:cs typeface="Tahoma"/>
              </a:rPr>
              <a:t>running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Linux.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0AC00"/>
              </a:buClr>
              <a:buFont typeface="DejaVu Sans"/>
              <a:buChar char="◾"/>
            </a:pPr>
            <a:endParaRPr sz="1400">
              <a:latin typeface="Tahoma"/>
              <a:cs typeface="Tahoma"/>
            </a:endParaRPr>
          </a:p>
          <a:p>
            <a:pPr marL="332740" marR="154305" indent="-320040">
              <a:lnSpc>
                <a:spcPts val="1730"/>
              </a:lnSpc>
              <a:buClr>
                <a:srgbClr val="F0AC00"/>
              </a:buClr>
              <a:buSzPct val="8055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1800" b="1" spc="-95" dirty="0">
                <a:latin typeface="Arial"/>
                <a:cs typeface="Arial"/>
              </a:rPr>
              <a:t>The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b="1" spc="-130" dirty="0">
                <a:latin typeface="Arial"/>
                <a:cs typeface="Arial"/>
              </a:rPr>
              <a:t>Coroner's</a:t>
            </a:r>
            <a:r>
              <a:rPr sz="1800" spc="-170" dirty="0">
                <a:latin typeface="Times New Roman"/>
                <a:cs typeface="Times New Roman"/>
              </a:rPr>
              <a:t> </a:t>
            </a:r>
            <a:r>
              <a:rPr sz="1800" b="1" spc="-90" dirty="0">
                <a:latin typeface="Arial"/>
                <a:cs typeface="Arial"/>
              </a:rPr>
              <a:t>Toolkit</a:t>
            </a:r>
            <a:r>
              <a:rPr sz="1800" spc="-90" dirty="0">
                <a:latin typeface="Tahoma"/>
                <a:cs typeface="Tahoma"/>
              </a:rPr>
              <a:t>:</a:t>
            </a:r>
            <a:r>
              <a:rPr sz="1800" spc="-135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Tahoma"/>
                <a:cs typeface="Tahoma"/>
              </a:rPr>
              <a:t>A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suite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ahoma"/>
                <a:cs typeface="Tahoma"/>
              </a:rPr>
              <a:t>of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ahoma"/>
                <a:cs typeface="Tahoma"/>
              </a:rPr>
              <a:t>utilities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aimed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ahoma"/>
                <a:cs typeface="Tahoma"/>
              </a:rPr>
              <a:t>at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ahoma"/>
                <a:cs typeface="Tahoma"/>
              </a:rPr>
              <a:t>assisting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ahoma"/>
                <a:cs typeface="Tahoma"/>
              </a:rPr>
              <a:t>in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forensic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ahoma"/>
                <a:cs typeface="Tahoma"/>
              </a:rPr>
              <a:t>analysis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ahoma"/>
                <a:cs typeface="Tahoma"/>
              </a:rPr>
              <a:t>of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ahoma"/>
                <a:cs typeface="Tahoma"/>
              </a:rPr>
              <a:t>a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ahoma"/>
                <a:cs typeface="Tahoma"/>
              </a:rPr>
              <a:t>UNIX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system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ahoma"/>
                <a:cs typeface="Tahoma"/>
              </a:rPr>
              <a:t>after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ahoma"/>
                <a:cs typeface="Tahoma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ahoma"/>
                <a:cs typeface="Tahoma"/>
              </a:rPr>
              <a:t>break-</a:t>
            </a:r>
            <a:r>
              <a:rPr sz="1800" spc="-25" dirty="0">
                <a:latin typeface="Tahoma"/>
                <a:cs typeface="Tahoma"/>
              </a:rPr>
              <a:t>in.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0AC00"/>
              </a:buClr>
              <a:buFont typeface="DejaVu Sans"/>
              <a:buChar char="◾"/>
            </a:pPr>
            <a:endParaRPr sz="1400">
              <a:latin typeface="Tahoma"/>
              <a:cs typeface="Tahoma"/>
            </a:endParaRPr>
          </a:p>
          <a:p>
            <a:pPr marL="332105" marR="548005" indent="-320040">
              <a:lnSpc>
                <a:spcPts val="1730"/>
              </a:lnSpc>
              <a:buClr>
                <a:srgbClr val="F0AC00"/>
              </a:buClr>
              <a:buSzPct val="80555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1800" b="1" spc="-95" dirty="0">
                <a:latin typeface="Arial"/>
                <a:cs typeface="Arial"/>
              </a:rPr>
              <a:t>The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b="1" spc="-75" dirty="0">
                <a:latin typeface="Arial"/>
                <a:cs typeface="Arial"/>
              </a:rPr>
              <a:t>Sleuth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b="1" spc="-85" dirty="0">
                <a:latin typeface="Arial"/>
                <a:cs typeface="Arial"/>
              </a:rPr>
              <a:t>Kit</a:t>
            </a:r>
            <a:r>
              <a:rPr sz="1800" spc="-85" dirty="0">
                <a:latin typeface="Tahoma"/>
                <a:cs typeface="Tahoma"/>
              </a:rPr>
              <a:t>: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ahoma"/>
                <a:cs typeface="Tahoma"/>
              </a:rPr>
              <a:t>Also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known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ahoma"/>
                <a:cs typeface="Tahoma"/>
              </a:rPr>
              <a:t>as</a:t>
            </a:r>
            <a:r>
              <a:rPr sz="1800" spc="-17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TSK,</a:t>
            </a:r>
            <a:r>
              <a:rPr sz="1800" spc="-204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ahoma"/>
                <a:cs typeface="Tahoma"/>
              </a:rPr>
              <a:t>The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ahoma"/>
                <a:cs typeface="Tahoma"/>
              </a:rPr>
              <a:t>Sleuth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ahoma"/>
                <a:cs typeface="Tahoma"/>
              </a:rPr>
              <a:t>Kit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is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ahoma"/>
                <a:cs typeface="Tahoma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suite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of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forensic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ahoma"/>
                <a:cs typeface="Tahoma"/>
              </a:rPr>
              <a:t>analysis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tools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developed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by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Brian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Carrier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ahoma"/>
                <a:cs typeface="Tahoma"/>
              </a:rPr>
              <a:t>for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ahoma"/>
                <a:cs typeface="Tahoma"/>
              </a:rPr>
              <a:t>UNIX,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ahoma"/>
                <a:cs typeface="Tahoma"/>
              </a:rPr>
              <a:t>Linux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ahoma"/>
                <a:cs typeface="Tahoma"/>
              </a:rPr>
              <a:t>and</a:t>
            </a:r>
            <a:r>
              <a:rPr sz="1800" spc="-17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Windows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ahoma"/>
                <a:cs typeface="Tahoma"/>
              </a:rPr>
              <a:t>systems.</a:t>
            </a:r>
            <a:r>
              <a:rPr sz="1800" spc="-229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ahoma"/>
                <a:cs typeface="Tahoma"/>
              </a:rPr>
              <a:t>TSK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ahoma"/>
                <a:cs typeface="Tahoma"/>
              </a:rPr>
              <a:t>includes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ahoma"/>
                <a:cs typeface="Tahoma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ahoma"/>
                <a:cs typeface="Tahoma"/>
              </a:rPr>
              <a:t>Autopsy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ahoma"/>
                <a:cs typeface="Tahoma"/>
              </a:rPr>
              <a:t>forensic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ahoma"/>
                <a:cs typeface="Tahoma"/>
              </a:rPr>
              <a:t>browser.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6976871" cy="5425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28241"/>
            <a:ext cx="7392034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287655" indent="-320040">
              <a:lnSpc>
                <a:spcPct val="100000"/>
              </a:lnSpc>
              <a:spcBef>
                <a:spcPts val="10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90" dirty="0">
                <a:latin typeface="Tahoma"/>
                <a:cs typeface="Tahoma"/>
              </a:rPr>
              <a:t>Companies,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agencies,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or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individuals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may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ahoma"/>
                <a:cs typeface="Tahoma"/>
              </a:rPr>
              <a:t>want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ahoma"/>
                <a:cs typeface="Tahoma"/>
              </a:rPr>
              <a:t>ensure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their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data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cannot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be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recovered.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0AC00"/>
              </a:buClr>
              <a:buFont typeface="DejaVu Sans"/>
              <a:buChar char="◾"/>
            </a:pPr>
            <a:endParaRPr sz="315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35" dirty="0">
                <a:latin typeface="Tahoma"/>
                <a:cs typeface="Tahoma"/>
              </a:rPr>
              <a:t>Simple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ahoma"/>
                <a:cs typeface="Tahoma"/>
              </a:rPr>
              <a:t>deletion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ahoma"/>
                <a:cs typeface="Tahoma"/>
              </a:rPr>
              <a:t>not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good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enough.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0AC00"/>
              </a:buClr>
              <a:buFont typeface="DejaVu Sans"/>
              <a:buChar char="◾"/>
            </a:pPr>
            <a:endParaRPr sz="3150">
              <a:latin typeface="Tahoma"/>
              <a:cs typeface="Tahoma"/>
            </a:endParaRPr>
          </a:p>
          <a:p>
            <a:pPr marL="332105" marR="5080" indent="-320040" algn="just">
              <a:lnSpc>
                <a:spcPct val="10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110" dirty="0">
                <a:latin typeface="Tahoma"/>
                <a:cs typeface="Tahoma"/>
              </a:rPr>
              <a:t>Faced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with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ahoma"/>
                <a:cs typeface="Tahoma"/>
              </a:rPr>
              <a:t>techniques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ahoma"/>
                <a:cs typeface="Tahoma"/>
              </a:rPr>
              <a:t>such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ahoma"/>
                <a:cs typeface="Tahoma"/>
              </a:rPr>
              <a:t>as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MFM,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truly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deleting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data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from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magnetic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media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is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very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difficult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4910328" cy="5425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31289"/>
            <a:ext cx="7661275" cy="3797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5"/>
              </a:spcBef>
              <a:buClr>
                <a:srgbClr val="F0AC00"/>
              </a:buClr>
              <a:buSzPct val="80357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800" spc="-110" dirty="0">
                <a:latin typeface="Tahoma"/>
                <a:cs typeface="Tahoma"/>
              </a:rPr>
              <a:t>Technique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ahoma"/>
                <a:cs typeface="Tahoma"/>
              </a:rPr>
              <a:t>2: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ahoma"/>
                <a:cs typeface="Tahoma"/>
              </a:rPr>
              <a:t>Multiple</a:t>
            </a:r>
            <a:r>
              <a:rPr sz="2800" spc="-2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Overwrites</a:t>
            </a:r>
            <a:endParaRPr sz="28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buClr>
                <a:srgbClr val="F0AC00"/>
              </a:buClr>
              <a:buSzPct val="80357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800" spc="-70" dirty="0">
                <a:latin typeface="Tahoma"/>
                <a:cs typeface="Tahoma"/>
              </a:rPr>
              <a:t>Use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ahoma"/>
                <a:cs typeface="Tahoma"/>
              </a:rPr>
              <a:t>an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ahoma"/>
                <a:cs typeface="Tahoma"/>
              </a:rPr>
              <a:t>overwrite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scheme</a:t>
            </a:r>
            <a:endParaRPr sz="2800">
              <a:latin typeface="Tahoma"/>
              <a:cs typeface="Tahoma"/>
            </a:endParaRPr>
          </a:p>
          <a:p>
            <a:pPr marL="625475" marR="5080" lvl="1" indent="-274955">
              <a:lnSpc>
                <a:spcPct val="100000"/>
              </a:lnSpc>
              <a:spcBef>
                <a:spcPts val="605"/>
              </a:spcBef>
              <a:buClr>
                <a:srgbClr val="5FB5CC"/>
              </a:buClr>
              <a:buSzPct val="89583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400" spc="-30" dirty="0">
                <a:latin typeface="Tahoma"/>
                <a:cs typeface="Tahoma"/>
              </a:rPr>
              <a:t>Flip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each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magnetic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domain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on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disk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back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and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ahoma"/>
                <a:cs typeface="Tahoma"/>
              </a:rPr>
              <a:t>forth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ahoma"/>
                <a:cs typeface="Tahoma"/>
              </a:rPr>
              <a:t>much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ahoma"/>
                <a:cs typeface="Tahoma"/>
              </a:rPr>
              <a:t>as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possible</a:t>
            </a:r>
            <a:endParaRPr sz="24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580"/>
              </a:spcBef>
              <a:buClr>
                <a:srgbClr val="5FB5CC"/>
              </a:buClr>
              <a:buSzPct val="89583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400" spc="-45" dirty="0">
                <a:latin typeface="Tahoma"/>
                <a:cs typeface="Tahoma"/>
              </a:rPr>
              <a:t>Overwrite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ahoma"/>
                <a:cs typeface="Tahoma"/>
              </a:rPr>
              <a:t>in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ahoma"/>
                <a:cs typeface="Tahoma"/>
              </a:rPr>
              <a:t>alternating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patterns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ahoma"/>
                <a:cs typeface="Tahoma"/>
              </a:rPr>
              <a:t>expose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it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ahoma"/>
                <a:cs typeface="Tahoma"/>
              </a:rPr>
              <a:t>an</a:t>
            </a:r>
            <a:endParaRPr sz="2400">
              <a:latin typeface="Tahoma"/>
              <a:cs typeface="Tahoma"/>
            </a:endParaRPr>
          </a:p>
          <a:p>
            <a:pPr marL="625475">
              <a:lnSpc>
                <a:spcPct val="100000"/>
              </a:lnSpc>
            </a:pPr>
            <a:r>
              <a:rPr sz="2400" spc="-40" dirty="0">
                <a:latin typeface="Tahoma"/>
                <a:cs typeface="Tahoma"/>
              </a:rPr>
              <a:t>oscillating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magnetic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field.</a:t>
            </a:r>
            <a:endParaRPr sz="2400">
              <a:latin typeface="Tahoma"/>
              <a:cs typeface="Tahoma"/>
            </a:endParaRPr>
          </a:p>
          <a:p>
            <a:pPr marL="625475" lvl="1" indent="-275590">
              <a:lnSpc>
                <a:spcPts val="2865"/>
              </a:lnSpc>
              <a:spcBef>
                <a:spcPts val="575"/>
              </a:spcBef>
              <a:buClr>
                <a:srgbClr val="5FB5CC"/>
              </a:buClr>
              <a:buSzPct val="89583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400" spc="-55" dirty="0">
                <a:latin typeface="Tahoma"/>
                <a:cs typeface="Tahoma"/>
              </a:rPr>
              <a:t>Overwrite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with</a:t>
            </a:r>
            <a:r>
              <a:rPr sz="2400" spc="-210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“junk”</a:t>
            </a:r>
            <a:r>
              <a:rPr sz="2400" spc="-240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data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several</a:t>
            </a:r>
            <a:r>
              <a:rPr sz="2400" spc="-2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times</a:t>
            </a:r>
            <a:endParaRPr sz="2400">
              <a:latin typeface="Tahoma"/>
              <a:cs typeface="Tahoma"/>
            </a:endParaRPr>
          </a:p>
          <a:p>
            <a:pPr marL="332740" indent="-320040">
              <a:lnSpc>
                <a:spcPts val="3345"/>
              </a:lnSpc>
              <a:buClr>
                <a:srgbClr val="F0AC00"/>
              </a:buClr>
              <a:buSzPct val="80357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800" spc="-70" dirty="0">
                <a:latin typeface="Tahoma"/>
                <a:cs typeface="Tahoma"/>
              </a:rPr>
              <a:t>Use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ahoma"/>
                <a:cs typeface="Tahoma"/>
              </a:rPr>
              <a:t>the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ahoma"/>
                <a:cs typeface="Tahoma"/>
              </a:rPr>
              <a:t>lowest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ahoma"/>
                <a:cs typeface="Tahoma"/>
              </a:rPr>
              <a:t>frequency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ahoma"/>
                <a:cs typeface="Tahoma"/>
              </a:rPr>
              <a:t>possible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ahoma"/>
                <a:cs typeface="Tahoma"/>
              </a:rPr>
              <a:t>for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overwrites</a:t>
            </a:r>
            <a:endParaRPr sz="28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605"/>
              </a:spcBef>
              <a:buClr>
                <a:srgbClr val="5FB5CC"/>
              </a:buClr>
              <a:buSzPct val="89583"/>
              <a:buFont typeface="Arial"/>
              <a:buChar char="▪"/>
              <a:tabLst>
                <a:tab pos="625475" algn="l"/>
                <a:tab pos="626110" algn="l"/>
              </a:tabLst>
            </a:pPr>
            <a:r>
              <a:rPr sz="2400" spc="-65" dirty="0">
                <a:latin typeface="Tahoma"/>
                <a:cs typeface="Tahoma"/>
              </a:rPr>
              <a:t>Penetrates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ahoma"/>
                <a:cs typeface="Tahoma"/>
              </a:rPr>
              <a:t>deeper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ahoma"/>
                <a:cs typeface="Tahoma"/>
              </a:rPr>
              <a:t>into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ahoma"/>
                <a:cs typeface="Tahoma"/>
              </a:rPr>
              <a:t>the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ahoma"/>
                <a:cs typeface="Tahoma"/>
              </a:rPr>
              <a:t>recording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ahoma"/>
                <a:cs typeface="Tahoma"/>
              </a:rPr>
              <a:t>medium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4910328" cy="5425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27643"/>
            <a:ext cx="7807325" cy="300672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94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75" dirty="0">
                <a:latin typeface="Tahoma"/>
                <a:cs typeface="Tahoma"/>
              </a:rPr>
              <a:t>Peter</a:t>
            </a:r>
            <a:r>
              <a:rPr sz="3200" spc="-450" dirty="0">
                <a:latin typeface="Tahoma"/>
                <a:cs typeface="Tahoma"/>
              </a:rPr>
              <a:t> </a:t>
            </a:r>
            <a:r>
              <a:rPr sz="3200" spc="-70" dirty="0">
                <a:latin typeface="Tahoma"/>
                <a:cs typeface="Tahoma"/>
              </a:rPr>
              <a:t>Guttman’s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spc="-75" dirty="0">
                <a:latin typeface="Tahoma"/>
                <a:cs typeface="Tahoma"/>
              </a:rPr>
              <a:t>overwrite</a:t>
            </a:r>
            <a:r>
              <a:rPr sz="3200" spc="-3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scheme:</a:t>
            </a:r>
            <a:endParaRPr sz="3200">
              <a:latin typeface="Tahoma"/>
              <a:cs typeface="Tahoma"/>
            </a:endParaRPr>
          </a:p>
          <a:p>
            <a:pPr marL="625475" marR="111760" lvl="1" indent="-274955">
              <a:lnSpc>
                <a:spcPct val="100000"/>
              </a:lnSpc>
              <a:spcBef>
                <a:spcPts val="690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25" dirty="0">
                <a:latin typeface="Tahoma"/>
                <a:cs typeface="Tahoma"/>
              </a:rPr>
              <a:t>Meant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ahoma"/>
                <a:cs typeface="Tahoma"/>
              </a:rPr>
              <a:t>defeat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ahoma"/>
                <a:cs typeface="Tahoma"/>
              </a:rPr>
              <a:t>all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ahoma"/>
                <a:cs typeface="Tahoma"/>
              </a:rPr>
              <a:t>possible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ahoma"/>
                <a:cs typeface="Tahoma"/>
              </a:rPr>
              <a:t>recovery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ahoma"/>
                <a:cs typeface="Tahoma"/>
              </a:rPr>
              <a:t>techniques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ahoma"/>
                <a:cs typeface="Tahoma"/>
              </a:rPr>
              <a:t>(MFM,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ahoma"/>
                <a:cs typeface="Tahoma"/>
              </a:rPr>
              <a:t>etc)</a:t>
            </a:r>
            <a:endParaRPr sz="28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675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55" dirty="0">
                <a:latin typeface="Tahoma"/>
                <a:cs typeface="Tahoma"/>
              </a:rPr>
              <a:t>Specifies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240" dirty="0">
                <a:latin typeface="Tahoma"/>
                <a:cs typeface="Tahoma"/>
              </a:rPr>
              <a:t>35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ahoma"/>
                <a:cs typeface="Tahoma"/>
              </a:rPr>
              <a:t>different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overwrites</a:t>
            </a:r>
            <a:endParaRPr sz="2800">
              <a:latin typeface="Tahoma"/>
              <a:cs typeface="Tahoma"/>
            </a:endParaRPr>
          </a:p>
          <a:p>
            <a:pPr marL="625475" marR="5080" lvl="1" indent="-274955">
              <a:lnSpc>
                <a:spcPct val="100000"/>
              </a:lnSpc>
              <a:spcBef>
                <a:spcPts val="670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dirty="0">
                <a:latin typeface="Tahoma"/>
                <a:cs typeface="Tahoma"/>
              </a:rPr>
              <a:t>Not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ahoma"/>
                <a:cs typeface="Tahoma"/>
              </a:rPr>
              <a:t>all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ahoma"/>
                <a:cs typeface="Tahoma"/>
              </a:rPr>
              <a:t>overwrites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ahoma"/>
                <a:cs typeface="Tahoma"/>
              </a:rPr>
              <a:t>are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ahoma"/>
                <a:cs typeface="Tahoma"/>
              </a:rPr>
              <a:t>needed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ahoma"/>
                <a:cs typeface="Tahoma"/>
              </a:rPr>
              <a:t>if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ahoma"/>
                <a:cs typeface="Tahoma"/>
              </a:rPr>
              <a:t>targeting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specific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ahoma"/>
                <a:cs typeface="Tahoma"/>
              </a:rPr>
              <a:t>recovery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ahoma"/>
                <a:cs typeface="Tahoma"/>
              </a:rPr>
              <a:t>method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ahoma"/>
                <a:cs typeface="Tahoma"/>
              </a:rPr>
              <a:t>(i.e.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ahoma"/>
                <a:cs typeface="Tahoma"/>
              </a:rPr>
              <a:t>MFM)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17259"/>
              <a:ext cx="9144000" cy="1037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435861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19">
                  <a:moveTo>
                    <a:pt x="1524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52400" y="45720"/>
                  </a:lnTo>
                  <a:lnTo>
                    <a:pt x="152400" y="0"/>
                  </a:lnTo>
                  <a:close/>
                </a:path>
                <a:path w="9144000" h="45719">
                  <a:moveTo>
                    <a:pt x="9144000" y="0"/>
                  </a:moveTo>
                  <a:lnTo>
                    <a:pt x="8763000" y="0"/>
                  </a:lnTo>
                  <a:lnTo>
                    <a:pt x="876300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4000" y="0"/>
                  </a:moveTo>
                  <a:lnTo>
                    <a:pt x="0" y="0"/>
                  </a:lnTo>
                  <a:lnTo>
                    <a:pt x="0" y="1433703"/>
                  </a:lnTo>
                  <a:lnTo>
                    <a:pt x="152400" y="1433703"/>
                  </a:lnTo>
                  <a:lnTo>
                    <a:pt x="152400" y="6858000"/>
                  </a:lnTo>
                  <a:lnTo>
                    <a:pt x="8763000" y="6858000"/>
                  </a:lnTo>
                  <a:lnTo>
                    <a:pt x="8763000" y="1433703"/>
                  </a:lnTo>
                  <a:lnTo>
                    <a:pt x="9144000" y="143370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786733" y="189056"/>
            <a:ext cx="132524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spc="330" dirty="0">
                <a:solidFill>
                  <a:srgbClr val="FFFFFF"/>
                </a:solidFill>
                <a:latin typeface="Times New Roman"/>
                <a:cs typeface="Times New Roman"/>
              </a:rPr>
              <a:t>Overwrite</a:t>
            </a:r>
            <a:r>
              <a:rPr sz="85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325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53048" y="151516"/>
            <a:ext cx="7393305" cy="224154"/>
            <a:chOff x="753048" y="151516"/>
            <a:chExt cx="7393305" cy="224154"/>
          </a:xfrm>
        </p:grpSpPr>
        <p:sp>
          <p:nvSpPr>
            <p:cNvPr id="8" name="object 8"/>
            <p:cNvSpPr/>
            <p:nvPr/>
          </p:nvSpPr>
          <p:spPr>
            <a:xfrm>
              <a:off x="753477" y="152454"/>
              <a:ext cx="13970" cy="57150"/>
            </a:xfrm>
            <a:custGeom>
              <a:avLst/>
              <a:gdLst/>
              <a:ahLst/>
              <a:cxnLst/>
              <a:rect l="l" t="t" r="r" b="b"/>
              <a:pathLst>
                <a:path w="13970" h="57150">
                  <a:moveTo>
                    <a:pt x="13974" y="0"/>
                  </a:moveTo>
                  <a:lnTo>
                    <a:pt x="0" y="0"/>
                  </a:lnTo>
                  <a:lnTo>
                    <a:pt x="0" y="57095"/>
                  </a:lnTo>
                  <a:lnTo>
                    <a:pt x="13974" y="5709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4636" y="153104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h="55879">
                  <a:moveTo>
                    <a:pt x="0" y="0"/>
                  </a:moveTo>
                  <a:lnTo>
                    <a:pt x="0" y="5579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3477" y="15245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4636" y="15310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52" y="0"/>
                  </a:lnTo>
                </a:path>
                <a:path w="12065" h="6985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7452" y="152452"/>
              <a:ext cx="7364730" cy="8255"/>
            </a:xfrm>
            <a:custGeom>
              <a:avLst/>
              <a:gdLst/>
              <a:ahLst/>
              <a:cxnLst/>
              <a:rect l="l" t="t" r="r" b="b"/>
              <a:pathLst>
                <a:path w="7364730" h="8255">
                  <a:moveTo>
                    <a:pt x="736434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7364349" y="7783"/>
                  </a:lnTo>
                  <a:lnTo>
                    <a:pt x="736434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8616" y="153104"/>
              <a:ext cx="7362190" cy="0"/>
            </a:xfrm>
            <a:custGeom>
              <a:avLst/>
              <a:gdLst/>
              <a:ahLst/>
              <a:cxnLst/>
              <a:rect l="l" t="t" r="r" b="b"/>
              <a:pathLst>
                <a:path w="7362190">
                  <a:moveTo>
                    <a:pt x="0" y="0"/>
                  </a:moveTo>
                  <a:lnTo>
                    <a:pt x="7361998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31797" y="152454"/>
              <a:ext cx="13970" cy="57150"/>
            </a:xfrm>
            <a:custGeom>
              <a:avLst/>
              <a:gdLst/>
              <a:ahLst/>
              <a:cxnLst/>
              <a:rect l="l" t="t" r="r" b="b"/>
              <a:pathLst>
                <a:path w="13970" h="57150">
                  <a:moveTo>
                    <a:pt x="13974" y="0"/>
                  </a:moveTo>
                  <a:lnTo>
                    <a:pt x="0" y="0"/>
                  </a:lnTo>
                  <a:lnTo>
                    <a:pt x="0" y="57095"/>
                  </a:lnTo>
                  <a:lnTo>
                    <a:pt x="13974" y="5709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32947" y="153104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h="55879">
                  <a:moveTo>
                    <a:pt x="0" y="0"/>
                  </a:moveTo>
                  <a:lnTo>
                    <a:pt x="0" y="5579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31797" y="15245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32947" y="15310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0754" y="17710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1912" y="17775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0754" y="17710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1912" y="17775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4729" y="177102"/>
              <a:ext cx="7292340" cy="8255"/>
            </a:xfrm>
            <a:custGeom>
              <a:avLst/>
              <a:gdLst/>
              <a:ahLst/>
              <a:cxnLst/>
              <a:rect l="l" t="t" r="r" b="b"/>
              <a:pathLst>
                <a:path w="7292340" h="8255">
                  <a:moveTo>
                    <a:pt x="7292111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7292111" y="7783"/>
                  </a:lnTo>
                  <a:lnTo>
                    <a:pt x="7292111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5893" y="177755"/>
              <a:ext cx="7289800" cy="0"/>
            </a:xfrm>
            <a:custGeom>
              <a:avLst/>
              <a:gdLst/>
              <a:ahLst/>
              <a:cxnLst/>
              <a:rect l="l" t="t" r="r" b="b"/>
              <a:pathLst>
                <a:path w="7289800">
                  <a:moveTo>
                    <a:pt x="0" y="0"/>
                  </a:moveTo>
                  <a:lnTo>
                    <a:pt x="7289778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96846" y="17710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097987" y="17775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96846" y="17710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97987" y="17775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90754" y="358776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91912" y="35942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90754" y="358776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91912" y="35942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4729" y="358776"/>
              <a:ext cx="7292340" cy="8255"/>
            </a:xfrm>
            <a:custGeom>
              <a:avLst/>
              <a:gdLst/>
              <a:ahLst/>
              <a:cxnLst/>
              <a:rect l="l" t="t" r="r" b="b"/>
              <a:pathLst>
                <a:path w="7292340" h="8254">
                  <a:moveTo>
                    <a:pt x="7292111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7292111" y="7783"/>
                  </a:lnTo>
                  <a:lnTo>
                    <a:pt x="7292111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5893" y="359420"/>
              <a:ext cx="7289800" cy="0"/>
            </a:xfrm>
            <a:custGeom>
              <a:avLst/>
              <a:gdLst/>
              <a:ahLst/>
              <a:cxnLst/>
              <a:rect l="l" t="t" r="r" b="b"/>
              <a:pathLst>
                <a:path w="7289800">
                  <a:moveTo>
                    <a:pt x="0" y="0"/>
                  </a:moveTo>
                  <a:lnTo>
                    <a:pt x="7289778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96846" y="358776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97987" y="35942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96846" y="358776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097987" y="35942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90754" y="184889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90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91912" y="185542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096846" y="184889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90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97987" y="185542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53477" y="209547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4636" y="210194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1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31797" y="209547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132947" y="210194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1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36294" y="394085"/>
            <a:ext cx="72580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spc="315" dirty="0">
                <a:solidFill>
                  <a:srgbClr val="FFFFFF"/>
                </a:solidFill>
                <a:latin typeface="Times New Roman"/>
                <a:cs typeface="Times New Roman"/>
              </a:rPr>
              <a:t>Pass</a:t>
            </a:r>
            <a:r>
              <a:rPr sz="850" b="1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305" dirty="0">
                <a:solidFill>
                  <a:srgbClr val="FFFFFF"/>
                </a:solidFill>
                <a:latin typeface="Times New Roman"/>
                <a:cs typeface="Times New Roman"/>
              </a:rPr>
              <a:t>No.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73831" y="394085"/>
            <a:ext cx="113093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spc="345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850" b="1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315" dirty="0">
                <a:solidFill>
                  <a:srgbClr val="FFFFFF"/>
                </a:solidFill>
                <a:latin typeface="Times New Roman"/>
                <a:cs typeface="Times New Roman"/>
              </a:rPr>
              <a:t>Written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742355" y="394085"/>
            <a:ext cx="2298065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spc="335" dirty="0">
                <a:solidFill>
                  <a:srgbClr val="FFFFFF"/>
                </a:solidFill>
                <a:latin typeface="Times New Roman"/>
                <a:cs typeface="Times New Roman"/>
              </a:rPr>
              <a:t>Encoding</a:t>
            </a:r>
            <a:r>
              <a:rPr sz="850" b="1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365" dirty="0">
                <a:solidFill>
                  <a:srgbClr val="FFFFFF"/>
                </a:solidFill>
                <a:latin typeface="Times New Roman"/>
                <a:cs typeface="Times New Roman"/>
              </a:rPr>
              <a:t>Scheme</a:t>
            </a:r>
            <a:r>
              <a:rPr sz="850" b="1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b="1" spc="315" dirty="0">
                <a:solidFill>
                  <a:srgbClr val="FFFFFF"/>
                </a:solidFill>
                <a:latin typeface="Times New Roman"/>
                <a:cs typeface="Times New Roman"/>
              </a:rPr>
              <a:t>Targeted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605422" y="1517783"/>
            <a:ext cx="860425" cy="8255"/>
            <a:chOff x="6605422" y="1517783"/>
            <a:chExt cx="860425" cy="8255"/>
          </a:xfrm>
        </p:grpSpPr>
        <p:sp>
          <p:nvSpPr>
            <p:cNvPr id="50" name="object 50"/>
            <p:cNvSpPr/>
            <p:nvPr/>
          </p:nvSpPr>
          <p:spPr>
            <a:xfrm>
              <a:off x="6605422" y="1517887"/>
              <a:ext cx="860425" cy="8255"/>
            </a:xfrm>
            <a:custGeom>
              <a:avLst/>
              <a:gdLst/>
              <a:ahLst/>
              <a:cxnLst/>
              <a:rect l="l" t="t" r="r" b="b"/>
              <a:pathLst>
                <a:path w="860425" h="8255">
                  <a:moveTo>
                    <a:pt x="860141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860141" y="7788"/>
                  </a:lnTo>
                  <a:lnTo>
                    <a:pt x="860141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606572" y="1518540"/>
              <a:ext cx="857885" cy="0"/>
            </a:xfrm>
            <a:custGeom>
              <a:avLst/>
              <a:gdLst/>
              <a:ahLst/>
              <a:cxnLst/>
              <a:rect l="l" t="t" r="r" b="b"/>
              <a:pathLst>
                <a:path w="857884">
                  <a:moveTo>
                    <a:pt x="0" y="0"/>
                  </a:moveTo>
                  <a:lnTo>
                    <a:pt x="857732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753048" y="373407"/>
            <a:ext cx="7393305" cy="6069330"/>
            <a:chOff x="753048" y="373407"/>
            <a:chExt cx="7393305" cy="6069330"/>
          </a:xfrm>
        </p:grpSpPr>
        <p:sp>
          <p:nvSpPr>
            <p:cNvPr id="53" name="object 53"/>
            <p:cNvSpPr/>
            <p:nvPr/>
          </p:nvSpPr>
          <p:spPr>
            <a:xfrm>
              <a:off x="753477" y="374342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40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54636" y="374994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131797" y="374342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40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132947" y="374994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90754" y="38213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91912" y="38278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90754" y="38213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91912" y="38278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04729" y="382131"/>
              <a:ext cx="790575" cy="8255"/>
            </a:xfrm>
            <a:custGeom>
              <a:avLst/>
              <a:gdLst/>
              <a:ahLst/>
              <a:cxnLst/>
              <a:rect l="l" t="t" r="r" b="b"/>
              <a:pathLst>
                <a:path w="790575" h="8254">
                  <a:moveTo>
                    <a:pt x="790252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790252" y="7783"/>
                  </a:lnTo>
                  <a:lnTo>
                    <a:pt x="790252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05893" y="382781"/>
              <a:ext cx="788035" cy="0"/>
            </a:xfrm>
            <a:custGeom>
              <a:avLst/>
              <a:gdLst/>
              <a:ahLst/>
              <a:cxnLst/>
              <a:rect l="l" t="t" r="r" b="b"/>
              <a:pathLst>
                <a:path w="788035">
                  <a:moveTo>
                    <a:pt x="0" y="0"/>
                  </a:moveTo>
                  <a:lnTo>
                    <a:pt x="787919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594980" y="38213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596143" y="38278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594980" y="38213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596143" y="38278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90754" y="56380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91912" y="56445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91912" y="564455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90754" y="390019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90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91912" y="390568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594980" y="56380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596143" y="56445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594980" y="56380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596143" y="56445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594980" y="390019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90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596143" y="390568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53477" y="414571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54636" y="415220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1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636915" y="38213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638074" y="38278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636915" y="38213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638074" y="38278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650898" y="382131"/>
              <a:ext cx="3978275" cy="8255"/>
            </a:xfrm>
            <a:custGeom>
              <a:avLst/>
              <a:gdLst/>
              <a:ahLst/>
              <a:cxnLst/>
              <a:rect l="l" t="t" r="r" b="b"/>
              <a:pathLst>
                <a:path w="3978275" h="8254">
                  <a:moveTo>
                    <a:pt x="3978236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3978236" y="7783"/>
                  </a:lnTo>
                  <a:lnTo>
                    <a:pt x="3978236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652054" y="382781"/>
              <a:ext cx="3976370" cy="0"/>
            </a:xfrm>
            <a:custGeom>
              <a:avLst/>
              <a:gdLst/>
              <a:ahLst/>
              <a:cxnLst/>
              <a:rect l="l" t="t" r="r" b="b"/>
              <a:pathLst>
                <a:path w="3976370">
                  <a:moveTo>
                    <a:pt x="0" y="0"/>
                  </a:moveTo>
                  <a:lnTo>
                    <a:pt x="3976015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629249" y="38213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630403" y="38278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629249" y="38213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630403" y="38278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636915" y="56380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638074" y="56445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638074" y="564455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636915" y="390019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90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638074" y="390568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629249" y="56380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630403" y="56445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29249" y="56380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630403" y="56445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629249" y="390019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90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630403" y="390568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673522" y="38213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674678" y="38278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673522" y="38213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674678" y="38278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687491" y="382131"/>
              <a:ext cx="2409825" cy="8255"/>
            </a:xfrm>
            <a:custGeom>
              <a:avLst/>
              <a:gdLst/>
              <a:ahLst/>
              <a:cxnLst/>
              <a:rect l="l" t="t" r="r" b="b"/>
              <a:pathLst>
                <a:path w="2409825" h="8254">
                  <a:moveTo>
                    <a:pt x="2409355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2409355" y="7783"/>
                  </a:lnTo>
                  <a:lnTo>
                    <a:pt x="2409355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688658" y="382781"/>
              <a:ext cx="2407285" cy="0"/>
            </a:xfrm>
            <a:custGeom>
              <a:avLst/>
              <a:gdLst/>
              <a:ahLst/>
              <a:cxnLst/>
              <a:rect l="l" t="t" r="r" b="b"/>
              <a:pathLst>
                <a:path w="2407284">
                  <a:moveTo>
                    <a:pt x="0" y="0"/>
                  </a:moveTo>
                  <a:lnTo>
                    <a:pt x="2407012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096846" y="38213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097987" y="38278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8096846" y="38213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8097987" y="38278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673522" y="56380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674678" y="56445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674678" y="564455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673522" y="390019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90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674678" y="390568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096846" y="56380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097987" y="56445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096846" y="56380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097987" y="56445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8096846" y="390019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90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8097987" y="390568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131797" y="414571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132947" y="415220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1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53477" y="579371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40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54636" y="580021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90752" y="579373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40">
                  <a:moveTo>
                    <a:pt x="13970" y="7785"/>
                  </a:moveTo>
                  <a:lnTo>
                    <a:pt x="0" y="7785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85"/>
                  </a:lnTo>
                  <a:close/>
                </a:path>
                <a:path w="7355205" h="40640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20"/>
                  </a:lnTo>
                  <a:lnTo>
                    <a:pt x="7355014" y="40220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91912" y="58780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90754" y="58715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91912" y="58780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90754" y="768828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91912" y="76948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91912" y="76948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90754" y="594939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90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91912" y="595595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53477" y="619604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54636" y="620246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8132947" y="580021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8096846" y="58715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8097987" y="58780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097987" y="58780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8097987" y="76948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8096846" y="594939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90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8097987" y="595595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8131797" y="619604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53477" y="784395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40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54636" y="785047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8132947" y="620246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90752" y="784402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40">
                  <a:moveTo>
                    <a:pt x="13970" y="7797"/>
                  </a:moveTo>
                  <a:lnTo>
                    <a:pt x="0" y="7797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97"/>
                  </a:lnTo>
                  <a:close/>
                </a:path>
                <a:path w="7355205" h="40640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33"/>
                  </a:lnTo>
                  <a:lnTo>
                    <a:pt x="7355014" y="40233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91912" y="79283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90754" y="792189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91912" y="79283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90754" y="1024573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91912" y="102511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91912" y="102511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90754" y="799965"/>
              <a:ext cx="13970" cy="224790"/>
            </a:xfrm>
            <a:custGeom>
              <a:avLst/>
              <a:gdLst/>
              <a:ahLst/>
              <a:cxnLst/>
              <a:rect l="l" t="t" r="r" b="b"/>
              <a:pathLst>
                <a:path w="13970" h="224790">
                  <a:moveTo>
                    <a:pt x="13974" y="0"/>
                  </a:moveTo>
                  <a:lnTo>
                    <a:pt x="0" y="0"/>
                  </a:lnTo>
                  <a:lnTo>
                    <a:pt x="0" y="224492"/>
                  </a:lnTo>
                  <a:lnTo>
                    <a:pt x="13974" y="22449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91912" y="800621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19">
                  <a:moveTo>
                    <a:pt x="0" y="0"/>
                  </a:moveTo>
                  <a:lnTo>
                    <a:pt x="0" y="22319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53477" y="824624"/>
              <a:ext cx="13970" cy="215900"/>
            </a:xfrm>
            <a:custGeom>
              <a:avLst/>
              <a:gdLst/>
              <a:ahLst/>
              <a:cxnLst/>
              <a:rect l="l" t="t" r="r" b="b"/>
              <a:pathLst>
                <a:path w="13970" h="215900">
                  <a:moveTo>
                    <a:pt x="13974" y="0"/>
                  </a:moveTo>
                  <a:lnTo>
                    <a:pt x="0" y="0"/>
                  </a:lnTo>
                  <a:lnTo>
                    <a:pt x="0" y="215403"/>
                  </a:lnTo>
                  <a:lnTo>
                    <a:pt x="13974" y="21540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54636" y="825272"/>
              <a:ext cx="0" cy="214629"/>
            </a:xfrm>
            <a:custGeom>
              <a:avLst/>
              <a:gdLst/>
              <a:ahLst/>
              <a:cxnLst/>
              <a:rect l="l" t="t" r="r" b="b"/>
              <a:pathLst>
                <a:path h="214630">
                  <a:moveTo>
                    <a:pt x="0" y="0"/>
                  </a:moveTo>
                  <a:lnTo>
                    <a:pt x="0" y="214112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8132947" y="785047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8096846" y="792189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8097987" y="79283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8097987" y="79283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8097987" y="102511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8096846" y="799965"/>
              <a:ext cx="14604" cy="224790"/>
            </a:xfrm>
            <a:custGeom>
              <a:avLst/>
              <a:gdLst/>
              <a:ahLst/>
              <a:cxnLst/>
              <a:rect l="l" t="t" r="r" b="b"/>
              <a:pathLst>
                <a:path w="14604" h="224790">
                  <a:moveTo>
                    <a:pt x="13979" y="0"/>
                  </a:moveTo>
                  <a:lnTo>
                    <a:pt x="0" y="0"/>
                  </a:lnTo>
                  <a:lnTo>
                    <a:pt x="0" y="224492"/>
                  </a:lnTo>
                  <a:lnTo>
                    <a:pt x="13979" y="224492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8097987" y="800621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19">
                  <a:moveTo>
                    <a:pt x="0" y="0"/>
                  </a:moveTo>
                  <a:lnTo>
                    <a:pt x="0" y="22319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8131797" y="824624"/>
              <a:ext cx="13970" cy="215900"/>
            </a:xfrm>
            <a:custGeom>
              <a:avLst/>
              <a:gdLst/>
              <a:ahLst/>
              <a:cxnLst/>
              <a:rect l="l" t="t" r="r" b="b"/>
              <a:pathLst>
                <a:path w="13970" h="215900">
                  <a:moveTo>
                    <a:pt x="13974" y="0"/>
                  </a:moveTo>
                  <a:lnTo>
                    <a:pt x="0" y="0"/>
                  </a:lnTo>
                  <a:lnTo>
                    <a:pt x="0" y="215403"/>
                  </a:lnTo>
                  <a:lnTo>
                    <a:pt x="13974" y="21540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53477" y="1040038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40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54636" y="1040684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8132947" y="825272"/>
              <a:ext cx="0" cy="214629"/>
            </a:xfrm>
            <a:custGeom>
              <a:avLst/>
              <a:gdLst/>
              <a:ahLst/>
              <a:cxnLst/>
              <a:rect l="l" t="t" r="r" b="b"/>
              <a:pathLst>
                <a:path h="214630">
                  <a:moveTo>
                    <a:pt x="0" y="0"/>
                  </a:moveTo>
                  <a:lnTo>
                    <a:pt x="0" y="214112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8131797" y="1040038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40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91912" y="104847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90754" y="128788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91912" y="128853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91912" y="1288535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90754" y="1055601"/>
              <a:ext cx="13970" cy="232410"/>
            </a:xfrm>
            <a:custGeom>
              <a:avLst/>
              <a:gdLst/>
              <a:ahLst/>
              <a:cxnLst/>
              <a:rect l="l" t="t" r="r" b="b"/>
              <a:pathLst>
                <a:path w="13970" h="232409">
                  <a:moveTo>
                    <a:pt x="13974" y="0"/>
                  </a:moveTo>
                  <a:lnTo>
                    <a:pt x="0" y="0"/>
                  </a:lnTo>
                  <a:lnTo>
                    <a:pt x="0" y="232280"/>
                  </a:lnTo>
                  <a:lnTo>
                    <a:pt x="13974" y="2322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91912" y="1056259"/>
              <a:ext cx="0" cy="231140"/>
            </a:xfrm>
            <a:custGeom>
              <a:avLst/>
              <a:gdLst/>
              <a:ahLst/>
              <a:cxnLst/>
              <a:rect l="l" t="t" r="r" b="b"/>
              <a:pathLst>
                <a:path h="231140">
                  <a:moveTo>
                    <a:pt x="0" y="0"/>
                  </a:moveTo>
                  <a:lnTo>
                    <a:pt x="0" y="23097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53477" y="1080254"/>
              <a:ext cx="13970" cy="223520"/>
            </a:xfrm>
            <a:custGeom>
              <a:avLst/>
              <a:gdLst/>
              <a:ahLst/>
              <a:cxnLst/>
              <a:rect l="l" t="t" r="r" b="b"/>
              <a:pathLst>
                <a:path w="13970" h="223519">
                  <a:moveTo>
                    <a:pt x="13974" y="0"/>
                  </a:moveTo>
                  <a:lnTo>
                    <a:pt x="0" y="0"/>
                  </a:lnTo>
                  <a:lnTo>
                    <a:pt x="0" y="223197"/>
                  </a:lnTo>
                  <a:lnTo>
                    <a:pt x="13974" y="2231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54636" y="1080910"/>
              <a:ext cx="0" cy="222250"/>
            </a:xfrm>
            <a:custGeom>
              <a:avLst/>
              <a:gdLst/>
              <a:ahLst/>
              <a:cxnLst/>
              <a:rect l="l" t="t" r="r" b="b"/>
              <a:pathLst>
                <a:path h="222250">
                  <a:moveTo>
                    <a:pt x="0" y="0"/>
                  </a:moveTo>
                  <a:lnTo>
                    <a:pt x="0" y="22189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8132947" y="1040684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8096846" y="1047814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8097987" y="104847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8097987" y="104847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8097987" y="128853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8096846" y="1055601"/>
              <a:ext cx="14604" cy="232410"/>
            </a:xfrm>
            <a:custGeom>
              <a:avLst/>
              <a:gdLst/>
              <a:ahLst/>
              <a:cxnLst/>
              <a:rect l="l" t="t" r="r" b="b"/>
              <a:pathLst>
                <a:path w="14604" h="232409">
                  <a:moveTo>
                    <a:pt x="13979" y="0"/>
                  </a:moveTo>
                  <a:lnTo>
                    <a:pt x="0" y="0"/>
                  </a:lnTo>
                  <a:lnTo>
                    <a:pt x="0" y="232280"/>
                  </a:lnTo>
                  <a:lnTo>
                    <a:pt x="13979" y="2322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8097987" y="1056259"/>
              <a:ext cx="0" cy="231140"/>
            </a:xfrm>
            <a:custGeom>
              <a:avLst/>
              <a:gdLst/>
              <a:ahLst/>
              <a:cxnLst/>
              <a:rect l="l" t="t" r="r" b="b"/>
              <a:pathLst>
                <a:path h="231140">
                  <a:moveTo>
                    <a:pt x="0" y="0"/>
                  </a:moveTo>
                  <a:lnTo>
                    <a:pt x="0" y="23097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8131797" y="1080254"/>
              <a:ext cx="13970" cy="223520"/>
            </a:xfrm>
            <a:custGeom>
              <a:avLst/>
              <a:gdLst/>
              <a:ahLst/>
              <a:cxnLst/>
              <a:rect l="l" t="t" r="r" b="b"/>
              <a:pathLst>
                <a:path w="13970" h="223519">
                  <a:moveTo>
                    <a:pt x="13974" y="0"/>
                  </a:moveTo>
                  <a:lnTo>
                    <a:pt x="0" y="0"/>
                  </a:lnTo>
                  <a:lnTo>
                    <a:pt x="0" y="223197"/>
                  </a:lnTo>
                  <a:lnTo>
                    <a:pt x="13974" y="2231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53477" y="1303462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40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754636" y="1304100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8132947" y="1080910"/>
              <a:ext cx="0" cy="222250"/>
            </a:xfrm>
            <a:custGeom>
              <a:avLst/>
              <a:gdLst/>
              <a:ahLst/>
              <a:cxnLst/>
              <a:rect l="l" t="t" r="r" b="b"/>
              <a:pathLst>
                <a:path h="222250">
                  <a:moveTo>
                    <a:pt x="0" y="0"/>
                  </a:moveTo>
                  <a:lnTo>
                    <a:pt x="0" y="22189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8131797" y="1303462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40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594980" y="58715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1596143" y="58780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596143" y="58780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594980" y="768828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596143" y="76948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1594980" y="768828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596143" y="76948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594980" y="594939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90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596143" y="595595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1636915" y="58715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1638074" y="58780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1636915" y="58715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1638074" y="58780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1638074" y="76948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1636915" y="594939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90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1638074" y="595595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1594980" y="792189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1596143" y="792834"/>
              <a:ext cx="12065" cy="238760"/>
            </a:xfrm>
            <a:custGeom>
              <a:avLst/>
              <a:gdLst/>
              <a:ahLst/>
              <a:cxnLst/>
              <a:rect l="l" t="t" r="r" b="b"/>
              <a:pathLst>
                <a:path w="12065" h="238759">
                  <a:moveTo>
                    <a:pt x="0" y="0"/>
                  </a:moveTo>
                  <a:lnTo>
                    <a:pt x="11647" y="0"/>
                  </a:lnTo>
                </a:path>
                <a:path w="12065" h="238759">
                  <a:moveTo>
                    <a:pt x="0" y="0"/>
                  </a:moveTo>
                  <a:lnTo>
                    <a:pt x="0" y="6487"/>
                  </a:lnTo>
                </a:path>
                <a:path w="12065" h="238759">
                  <a:moveTo>
                    <a:pt x="0" y="232276"/>
                  </a:moveTo>
                  <a:lnTo>
                    <a:pt x="11647" y="232276"/>
                  </a:lnTo>
                </a:path>
                <a:path w="12065" h="238759">
                  <a:moveTo>
                    <a:pt x="0" y="232276"/>
                  </a:moveTo>
                  <a:lnTo>
                    <a:pt x="0" y="238764"/>
                  </a:lnTo>
                </a:path>
                <a:path w="12065" h="238759">
                  <a:moveTo>
                    <a:pt x="0" y="232276"/>
                  </a:moveTo>
                  <a:lnTo>
                    <a:pt x="11647" y="232276"/>
                  </a:lnTo>
                </a:path>
                <a:path w="12065" h="238759">
                  <a:moveTo>
                    <a:pt x="0" y="232276"/>
                  </a:moveTo>
                  <a:lnTo>
                    <a:pt x="0" y="23876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1594980" y="799965"/>
              <a:ext cx="14604" cy="224790"/>
            </a:xfrm>
            <a:custGeom>
              <a:avLst/>
              <a:gdLst/>
              <a:ahLst/>
              <a:cxnLst/>
              <a:rect l="l" t="t" r="r" b="b"/>
              <a:pathLst>
                <a:path w="14605" h="224790">
                  <a:moveTo>
                    <a:pt x="13979" y="0"/>
                  </a:moveTo>
                  <a:lnTo>
                    <a:pt x="0" y="0"/>
                  </a:lnTo>
                  <a:lnTo>
                    <a:pt x="0" y="224492"/>
                  </a:lnTo>
                  <a:lnTo>
                    <a:pt x="13979" y="224492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1596143" y="800621"/>
              <a:ext cx="42545" cy="231140"/>
            </a:xfrm>
            <a:custGeom>
              <a:avLst/>
              <a:gdLst/>
              <a:ahLst/>
              <a:cxnLst/>
              <a:rect l="l" t="t" r="r" b="b"/>
              <a:pathLst>
                <a:path w="42544" h="231140">
                  <a:moveTo>
                    <a:pt x="0" y="0"/>
                  </a:moveTo>
                  <a:lnTo>
                    <a:pt x="0" y="223199"/>
                  </a:lnTo>
                </a:path>
                <a:path w="42544" h="231140">
                  <a:moveTo>
                    <a:pt x="41930" y="224489"/>
                  </a:moveTo>
                  <a:lnTo>
                    <a:pt x="41930" y="23097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1636915" y="799965"/>
              <a:ext cx="14604" cy="224790"/>
            </a:xfrm>
            <a:custGeom>
              <a:avLst/>
              <a:gdLst/>
              <a:ahLst/>
              <a:cxnLst/>
              <a:rect l="l" t="t" r="r" b="b"/>
              <a:pathLst>
                <a:path w="14605" h="224790">
                  <a:moveTo>
                    <a:pt x="13979" y="0"/>
                  </a:moveTo>
                  <a:lnTo>
                    <a:pt x="0" y="0"/>
                  </a:lnTo>
                  <a:lnTo>
                    <a:pt x="0" y="224492"/>
                  </a:lnTo>
                  <a:lnTo>
                    <a:pt x="13979" y="224492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1638074" y="800621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19">
                  <a:moveTo>
                    <a:pt x="0" y="0"/>
                  </a:moveTo>
                  <a:lnTo>
                    <a:pt x="0" y="22319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1594980" y="1047814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1596143" y="1048472"/>
              <a:ext cx="12065" cy="247015"/>
            </a:xfrm>
            <a:custGeom>
              <a:avLst/>
              <a:gdLst/>
              <a:ahLst/>
              <a:cxnLst/>
              <a:rect l="l" t="t" r="r" b="b"/>
              <a:pathLst>
                <a:path w="12065" h="247015">
                  <a:moveTo>
                    <a:pt x="0" y="0"/>
                  </a:moveTo>
                  <a:lnTo>
                    <a:pt x="11647" y="0"/>
                  </a:lnTo>
                </a:path>
                <a:path w="12065" h="247015">
                  <a:moveTo>
                    <a:pt x="0" y="0"/>
                  </a:moveTo>
                  <a:lnTo>
                    <a:pt x="0" y="6487"/>
                  </a:lnTo>
                </a:path>
                <a:path w="12065" h="247015">
                  <a:moveTo>
                    <a:pt x="0" y="240063"/>
                  </a:moveTo>
                  <a:lnTo>
                    <a:pt x="11647" y="240063"/>
                  </a:lnTo>
                </a:path>
                <a:path w="12065" h="247015">
                  <a:moveTo>
                    <a:pt x="0" y="240063"/>
                  </a:moveTo>
                  <a:lnTo>
                    <a:pt x="0" y="246551"/>
                  </a:lnTo>
                </a:path>
                <a:path w="12065" h="247015">
                  <a:moveTo>
                    <a:pt x="0" y="240063"/>
                  </a:moveTo>
                  <a:lnTo>
                    <a:pt x="11647" y="240063"/>
                  </a:lnTo>
                </a:path>
                <a:path w="12065" h="247015">
                  <a:moveTo>
                    <a:pt x="0" y="240063"/>
                  </a:moveTo>
                  <a:lnTo>
                    <a:pt x="0" y="24655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1594980" y="1055601"/>
              <a:ext cx="14604" cy="232410"/>
            </a:xfrm>
            <a:custGeom>
              <a:avLst/>
              <a:gdLst/>
              <a:ahLst/>
              <a:cxnLst/>
              <a:rect l="l" t="t" r="r" b="b"/>
              <a:pathLst>
                <a:path w="14605" h="232409">
                  <a:moveTo>
                    <a:pt x="13979" y="0"/>
                  </a:moveTo>
                  <a:lnTo>
                    <a:pt x="0" y="0"/>
                  </a:lnTo>
                  <a:lnTo>
                    <a:pt x="0" y="232280"/>
                  </a:lnTo>
                  <a:lnTo>
                    <a:pt x="13979" y="2322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1596143" y="1056259"/>
              <a:ext cx="42545" cy="238760"/>
            </a:xfrm>
            <a:custGeom>
              <a:avLst/>
              <a:gdLst/>
              <a:ahLst/>
              <a:cxnLst/>
              <a:rect l="l" t="t" r="r" b="b"/>
              <a:pathLst>
                <a:path w="42544" h="238759">
                  <a:moveTo>
                    <a:pt x="0" y="0"/>
                  </a:moveTo>
                  <a:lnTo>
                    <a:pt x="0" y="230977"/>
                  </a:lnTo>
                </a:path>
                <a:path w="42544" h="238759">
                  <a:moveTo>
                    <a:pt x="41930" y="232276"/>
                  </a:moveTo>
                  <a:lnTo>
                    <a:pt x="41930" y="23876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1636915" y="1055601"/>
              <a:ext cx="14604" cy="232410"/>
            </a:xfrm>
            <a:custGeom>
              <a:avLst/>
              <a:gdLst/>
              <a:ahLst/>
              <a:cxnLst/>
              <a:rect l="l" t="t" r="r" b="b"/>
              <a:pathLst>
                <a:path w="14605" h="232409">
                  <a:moveTo>
                    <a:pt x="13979" y="0"/>
                  </a:moveTo>
                  <a:lnTo>
                    <a:pt x="0" y="0"/>
                  </a:lnTo>
                  <a:lnTo>
                    <a:pt x="0" y="232280"/>
                  </a:lnTo>
                  <a:lnTo>
                    <a:pt x="13979" y="2322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1638074" y="1056259"/>
              <a:ext cx="0" cy="231140"/>
            </a:xfrm>
            <a:custGeom>
              <a:avLst/>
              <a:gdLst/>
              <a:ahLst/>
              <a:cxnLst/>
              <a:rect l="l" t="t" r="r" b="b"/>
              <a:pathLst>
                <a:path h="231140">
                  <a:moveTo>
                    <a:pt x="0" y="0"/>
                  </a:moveTo>
                  <a:lnTo>
                    <a:pt x="0" y="23097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1594980" y="1311238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1596143" y="13118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791912" y="131189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790754" y="149453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791912" y="149518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790754" y="149453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791912" y="149518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804729" y="1494537"/>
              <a:ext cx="790575" cy="8255"/>
            </a:xfrm>
            <a:custGeom>
              <a:avLst/>
              <a:gdLst/>
              <a:ahLst/>
              <a:cxnLst/>
              <a:rect l="l" t="t" r="r" b="b"/>
              <a:pathLst>
                <a:path w="790575" h="8255">
                  <a:moveTo>
                    <a:pt x="790252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790252" y="7783"/>
                  </a:lnTo>
                  <a:lnTo>
                    <a:pt x="790252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805893" y="1495188"/>
              <a:ext cx="788035" cy="0"/>
            </a:xfrm>
            <a:custGeom>
              <a:avLst/>
              <a:gdLst/>
              <a:ahLst/>
              <a:cxnLst/>
              <a:rect l="l" t="t" r="r" b="b"/>
              <a:pathLst>
                <a:path w="788035">
                  <a:moveTo>
                    <a:pt x="0" y="0"/>
                  </a:moveTo>
                  <a:lnTo>
                    <a:pt x="787919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1594980" y="149453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1596143" y="149518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1594980" y="149453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1596143" y="149518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790754" y="1319096"/>
              <a:ext cx="13970" cy="175895"/>
            </a:xfrm>
            <a:custGeom>
              <a:avLst/>
              <a:gdLst/>
              <a:ahLst/>
              <a:cxnLst/>
              <a:rect l="l" t="t" r="r" b="b"/>
              <a:pathLst>
                <a:path w="13970" h="175894">
                  <a:moveTo>
                    <a:pt x="13974" y="0"/>
                  </a:moveTo>
                  <a:lnTo>
                    <a:pt x="0" y="0"/>
                  </a:lnTo>
                  <a:lnTo>
                    <a:pt x="0" y="175439"/>
                  </a:lnTo>
                  <a:lnTo>
                    <a:pt x="13974" y="175439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791912" y="1319674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214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1594980" y="1319096"/>
              <a:ext cx="14604" cy="175895"/>
            </a:xfrm>
            <a:custGeom>
              <a:avLst/>
              <a:gdLst/>
              <a:ahLst/>
              <a:cxnLst/>
              <a:rect l="l" t="t" r="r" b="b"/>
              <a:pathLst>
                <a:path w="14605" h="175894">
                  <a:moveTo>
                    <a:pt x="13979" y="0"/>
                  </a:moveTo>
                  <a:lnTo>
                    <a:pt x="0" y="0"/>
                  </a:lnTo>
                  <a:lnTo>
                    <a:pt x="0" y="175439"/>
                  </a:lnTo>
                  <a:lnTo>
                    <a:pt x="13979" y="175439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1596143" y="1319674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21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753477" y="1343746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69">
                  <a:moveTo>
                    <a:pt x="13974" y="0"/>
                  </a:moveTo>
                  <a:lnTo>
                    <a:pt x="0" y="0"/>
                  </a:lnTo>
                  <a:lnTo>
                    <a:pt x="0" y="166359"/>
                  </a:lnTo>
                  <a:lnTo>
                    <a:pt x="13974" y="166359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754636" y="1344335"/>
              <a:ext cx="0" cy="165735"/>
            </a:xfrm>
            <a:custGeom>
              <a:avLst/>
              <a:gdLst/>
              <a:ahLst/>
              <a:cxnLst/>
              <a:rect l="l" t="t" r="r" b="b"/>
              <a:pathLst>
                <a:path h="165734">
                  <a:moveTo>
                    <a:pt x="0" y="0"/>
                  </a:moveTo>
                  <a:lnTo>
                    <a:pt x="0" y="16511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5629249" y="58715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5630403" y="58780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5630403" y="58780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5629249" y="768828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5630403" y="76948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5629249" y="768828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5630403" y="76948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5629249" y="594939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90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5630403" y="595595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5673522" y="58715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5674678" y="58780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5673522" y="58715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5674678" y="58780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5674678" y="76948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5673522" y="594939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90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5674678" y="595595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5629249" y="792189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5630403" y="792834"/>
              <a:ext cx="12065" cy="238760"/>
            </a:xfrm>
            <a:custGeom>
              <a:avLst/>
              <a:gdLst/>
              <a:ahLst/>
              <a:cxnLst/>
              <a:rect l="l" t="t" r="r" b="b"/>
              <a:pathLst>
                <a:path w="12064" h="238759">
                  <a:moveTo>
                    <a:pt x="0" y="0"/>
                  </a:moveTo>
                  <a:lnTo>
                    <a:pt x="11647" y="0"/>
                  </a:lnTo>
                </a:path>
                <a:path w="12064" h="238759">
                  <a:moveTo>
                    <a:pt x="0" y="0"/>
                  </a:moveTo>
                  <a:lnTo>
                    <a:pt x="0" y="6487"/>
                  </a:lnTo>
                </a:path>
                <a:path w="12064" h="238759">
                  <a:moveTo>
                    <a:pt x="0" y="232276"/>
                  </a:moveTo>
                  <a:lnTo>
                    <a:pt x="11647" y="232276"/>
                  </a:lnTo>
                </a:path>
                <a:path w="12064" h="238759">
                  <a:moveTo>
                    <a:pt x="0" y="232276"/>
                  </a:moveTo>
                  <a:lnTo>
                    <a:pt x="0" y="238764"/>
                  </a:lnTo>
                </a:path>
                <a:path w="12064" h="238759">
                  <a:moveTo>
                    <a:pt x="0" y="232276"/>
                  </a:moveTo>
                  <a:lnTo>
                    <a:pt x="11647" y="232276"/>
                  </a:lnTo>
                </a:path>
                <a:path w="12064" h="238759">
                  <a:moveTo>
                    <a:pt x="0" y="232276"/>
                  </a:moveTo>
                  <a:lnTo>
                    <a:pt x="0" y="23876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5629249" y="799965"/>
              <a:ext cx="13970" cy="224790"/>
            </a:xfrm>
            <a:custGeom>
              <a:avLst/>
              <a:gdLst/>
              <a:ahLst/>
              <a:cxnLst/>
              <a:rect l="l" t="t" r="r" b="b"/>
              <a:pathLst>
                <a:path w="13970" h="224790">
                  <a:moveTo>
                    <a:pt x="13974" y="0"/>
                  </a:moveTo>
                  <a:lnTo>
                    <a:pt x="0" y="0"/>
                  </a:lnTo>
                  <a:lnTo>
                    <a:pt x="0" y="224492"/>
                  </a:lnTo>
                  <a:lnTo>
                    <a:pt x="13974" y="22449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5630403" y="800621"/>
              <a:ext cx="44450" cy="231140"/>
            </a:xfrm>
            <a:custGeom>
              <a:avLst/>
              <a:gdLst/>
              <a:ahLst/>
              <a:cxnLst/>
              <a:rect l="l" t="t" r="r" b="b"/>
              <a:pathLst>
                <a:path w="44450" h="231140">
                  <a:moveTo>
                    <a:pt x="0" y="0"/>
                  </a:moveTo>
                  <a:lnTo>
                    <a:pt x="0" y="223199"/>
                  </a:lnTo>
                </a:path>
                <a:path w="44450" h="231140">
                  <a:moveTo>
                    <a:pt x="44274" y="224489"/>
                  </a:moveTo>
                  <a:lnTo>
                    <a:pt x="44274" y="23097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5673522" y="799965"/>
              <a:ext cx="13970" cy="224790"/>
            </a:xfrm>
            <a:custGeom>
              <a:avLst/>
              <a:gdLst/>
              <a:ahLst/>
              <a:cxnLst/>
              <a:rect l="l" t="t" r="r" b="b"/>
              <a:pathLst>
                <a:path w="13970" h="224790">
                  <a:moveTo>
                    <a:pt x="13974" y="0"/>
                  </a:moveTo>
                  <a:lnTo>
                    <a:pt x="0" y="0"/>
                  </a:lnTo>
                  <a:lnTo>
                    <a:pt x="0" y="224492"/>
                  </a:lnTo>
                  <a:lnTo>
                    <a:pt x="13974" y="22449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5674678" y="800621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19">
                  <a:moveTo>
                    <a:pt x="0" y="0"/>
                  </a:moveTo>
                  <a:lnTo>
                    <a:pt x="0" y="22319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5629249" y="1047814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5630403" y="1048472"/>
              <a:ext cx="12065" cy="247015"/>
            </a:xfrm>
            <a:custGeom>
              <a:avLst/>
              <a:gdLst/>
              <a:ahLst/>
              <a:cxnLst/>
              <a:rect l="l" t="t" r="r" b="b"/>
              <a:pathLst>
                <a:path w="12064" h="247015">
                  <a:moveTo>
                    <a:pt x="0" y="0"/>
                  </a:moveTo>
                  <a:lnTo>
                    <a:pt x="11647" y="0"/>
                  </a:lnTo>
                </a:path>
                <a:path w="12064" h="247015">
                  <a:moveTo>
                    <a:pt x="0" y="0"/>
                  </a:moveTo>
                  <a:lnTo>
                    <a:pt x="0" y="6487"/>
                  </a:lnTo>
                </a:path>
                <a:path w="12064" h="247015">
                  <a:moveTo>
                    <a:pt x="0" y="240063"/>
                  </a:moveTo>
                  <a:lnTo>
                    <a:pt x="11647" y="240063"/>
                  </a:lnTo>
                </a:path>
                <a:path w="12064" h="247015">
                  <a:moveTo>
                    <a:pt x="0" y="240063"/>
                  </a:moveTo>
                  <a:lnTo>
                    <a:pt x="0" y="246551"/>
                  </a:lnTo>
                </a:path>
                <a:path w="12064" h="247015">
                  <a:moveTo>
                    <a:pt x="0" y="240063"/>
                  </a:moveTo>
                  <a:lnTo>
                    <a:pt x="11647" y="240063"/>
                  </a:lnTo>
                </a:path>
                <a:path w="12064" h="247015">
                  <a:moveTo>
                    <a:pt x="0" y="240063"/>
                  </a:moveTo>
                  <a:lnTo>
                    <a:pt x="0" y="24655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5629249" y="1055601"/>
              <a:ext cx="13970" cy="232410"/>
            </a:xfrm>
            <a:custGeom>
              <a:avLst/>
              <a:gdLst/>
              <a:ahLst/>
              <a:cxnLst/>
              <a:rect l="l" t="t" r="r" b="b"/>
              <a:pathLst>
                <a:path w="13970" h="232409">
                  <a:moveTo>
                    <a:pt x="13974" y="0"/>
                  </a:moveTo>
                  <a:lnTo>
                    <a:pt x="0" y="0"/>
                  </a:lnTo>
                  <a:lnTo>
                    <a:pt x="0" y="232280"/>
                  </a:lnTo>
                  <a:lnTo>
                    <a:pt x="13974" y="2322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5630403" y="1056259"/>
              <a:ext cx="44450" cy="238760"/>
            </a:xfrm>
            <a:custGeom>
              <a:avLst/>
              <a:gdLst/>
              <a:ahLst/>
              <a:cxnLst/>
              <a:rect l="l" t="t" r="r" b="b"/>
              <a:pathLst>
                <a:path w="44450" h="238759">
                  <a:moveTo>
                    <a:pt x="0" y="0"/>
                  </a:moveTo>
                  <a:lnTo>
                    <a:pt x="0" y="230977"/>
                  </a:lnTo>
                </a:path>
                <a:path w="44450" h="238759">
                  <a:moveTo>
                    <a:pt x="44274" y="232276"/>
                  </a:moveTo>
                  <a:lnTo>
                    <a:pt x="44274" y="23876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5673522" y="1055601"/>
              <a:ext cx="13970" cy="232410"/>
            </a:xfrm>
            <a:custGeom>
              <a:avLst/>
              <a:gdLst/>
              <a:ahLst/>
              <a:cxnLst/>
              <a:rect l="l" t="t" r="r" b="b"/>
              <a:pathLst>
                <a:path w="13970" h="232409">
                  <a:moveTo>
                    <a:pt x="13974" y="0"/>
                  </a:moveTo>
                  <a:lnTo>
                    <a:pt x="0" y="0"/>
                  </a:lnTo>
                  <a:lnTo>
                    <a:pt x="0" y="232280"/>
                  </a:lnTo>
                  <a:lnTo>
                    <a:pt x="13974" y="2322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5674678" y="1056259"/>
              <a:ext cx="0" cy="231140"/>
            </a:xfrm>
            <a:custGeom>
              <a:avLst/>
              <a:gdLst/>
              <a:ahLst/>
              <a:cxnLst/>
              <a:rect l="l" t="t" r="r" b="b"/>
              <a:pathLst>
                <a:path h="231140">
                  <a:moveTo>
                    <a:pt x="0" y="0"/>
                  </a:moveTo>
                  <a:lnTo>
                    <a:pt x="0" y="23097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5629249" y="1311238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5630403" y="13118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1636915" y="149453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1638074" y="149518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1636915" y="149453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1638074" y="149518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1650898" y="1494537"/>
              <a:ext cx="3978275" cy="8255"/>
            </a:xfrm>
            <a:custGeom>
              <a:avLst/>
              <a:gdLst/>
              <a:ahLst/>
              <a:cxnLst/>
              <a:rect l="l" t="t" r="r" b="b"/>
              <a:pathLst>
                <a:path w="3978275" h="8255">
                  <a:moveTo>
                    <a:pt x="3978236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3978236" y="7783"/>
                  </a:lnTo>
                  <a:lnTo>
                    <a:pt x="3978236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1652054" y="1495188"/>
              <a:ext cx="3976370" cy="0"/>
            </a:xfrm>
            <a:custGeom>
              <a:avLst/>
              <a:gdLst/>
              <a:ahLst/>
              <a:cxnLst/>
              <a:rect l="l" t="t" r="r" b="b"/>
              <a:pathLst>
                <a:path w="3976370">
                  <a:moveTo>
                    <a:pt x="0" y="0"/>
                  </a:moveTo>
                  <a:lnTo>
                    <a:pt x="3976015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5629249" y="149453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5630403" y="149518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5629249" y="149453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5630403" y="149518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1636915" y="1319096"/>
              <a:ext cx="14604" cy="175895"/>
            </a:xfrm>
            <a:custGeom>
              <a:avLst/>
              <a:gdLst/>
              <a:ahLst/>
              <a:cxnLst/>
              <a:rect l="l" t="t" r="r" b="b"/>
              <a:pathLst>
                <a:path w="14605" h="175894">
                  <a:moveTo>
                    <a:pt x="13979" y="0"/>
                  </a:moveTo>
                  <a:lnTo>
                    <a:pt x="0" y="0"/>
                  </a:lnTo>
                  <a:lnTo>
                    <a:pt x="0" y="175439"/>
                  </a:lnTo>
                  <a:lnTo>
                    <a:pt x="13979" y="175439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1638074" y="1319674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214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5629249" y="1319096"/>
              <a:ext cx="13970" cy="175895"/>
            </a:xfrm>
            <a:custGeom>
              <a:avLst/>
              <a:gdLst/>
              <a:ahLst/>
              <a:cxnLst/>
              <a:rect l="l" t="t" r="r" b="b"/>
              <a:pathLst>
                <a:path w="13970" h="175894">
                  <a:moveTo>
                    <a:pt x="13974" y="0"/>
                  </a:moveTo>
                  <a:lnTo>
                    <a:pt x="0" y="0"/>
                  </a:lnTo>
                  <a:lnTo>
                    <a:pt x="0" y="175439"/>
                  </a:lnTo>
                  <a:lnTo>
                    <a:pt x="13974" y="175439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5630403" y="1319674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21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5673522" y="149453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5674678" y="149518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5673522" y="149453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5674678" y="149518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5687491" y="1494537"/>
              <a:ext cx="859790" cy="8255"/>
            </a:xfrm>
            <a:custGeom>
              <a:avLst/>
              <a:gdLst/>
              <a:ahLst/>
              <a:cxnLst/>
              <a:rect l="l" t="t" r="r" b="b"/>
              <a:pathLst>
                <a:path w="859790" h="8255">
                  <a:moveTo>
                    <a:pt x="859675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859675" y="7783"/>
                  </a:lnTo>
                  <a:lnTo>
                    <a:pt x="859675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5688658" y="1495188"/>
              <a:ext cx="857885" cy="0"/>
            </a:xfrm>
            <a:custGeom>
              <a:avLst/>
              <a:gdLst/>
              <a:ahLst/>
              <a:cxnLst/>
              <a:rect l="l" t="t" r="r" b="b"/>
              <a:pathLst>
                <a:path w="857884">
                  <a:moveTo>
                    <a:pt x="0" y="0"/>
                  </a:moveTo>
                  <a:lnTo>
                    <a:pt x="857341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6547180" y="1494548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0" y="0"/>
                  </a:moveTo>
                  <a:lnTo>
                    <a:pt x="0" y="0"/>
                  </a:lnTo>
                  <a:lnTo>
                    <a:pt x="0" y="7772"/>
                  </a:lnTo>
                  <a:lnTo>
                    <a:pt x="13970" y="7772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5673522" y="1319096"/>
              <a:ext cx="13970" cy="175895"/>
            </a:xfrm>
            <a:custGeom>
              <a:avLst/>
              <a:gdLst/>
              <a:ahLst/>
              <a:cxnLst/>
              <a:rect l="l" t="t" r="r" b="b"/>
              <a:pathLst>
                <a:path w="13970" h="175894">
                  <a:moveTo>
                    <a:pt x="13974" y="0"/>
                  </a:moveTo>
                  <a:lnTo>
                    <a:pt x="0" y="0"/>
                  </a:lnTo>
                  <a:lnTo>
                    <a:pt x="0" y="175439"/>
                  </a:lnTo>
                  <a:lnTo>
                    <a:pt x="13974" y="175439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5674678" y="1319674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214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6591439" y="149453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6592591" y="1495188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5">
                  <a:moveTo>
                    <a:pt x="0" y="0"/>
                  </a:moveTo>
                  <a:lnTo>
                    <a:pt x="11647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6605422" y="1494537"/>
              <a:ext cx="860425" cy="8255"/>
            </a:xfrm>
            <a:custGeom>
              <a:avLst/>
              <a:gdLst/>
              <a:ahLst/>
              <a:cxnLst/>
              <a:rect l="l" t="t" r="r" b="b"/>
              <a:pathLst>
                <a:path w="860425" h="8255">
                  <a:moveTo>
                    <a:pt x="860141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860141" y="7783"/>
                  </a:lnTo>
                  <a:lnTo>
                    <a:pt x="860141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6606572" y="1495188"/>
              <a:ext cx="857885" cy="0"/>
            </a:xfrm>
            <a:custGeom>
              <a:avLst/>
              <a:gdLst/>
              <a:ahLst/>
              <a:cxnLst/>
              <a:rect l="l" t="t" r="r" b="b"/>
              <a:pathLst>
                <a:path w="857884">
                  <a:moveTo>
                    <a:pt x="0" y="0"/>
                  </a:moveTo>
                  <a:lnTo>
                    <a:pt x="857732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7465492" y="1494548"/>
              <a:ext cx="56515" cy="8255"/>
            </a:xfrm>
            <a:custGeom>
              <a:avLst/>
              <a:gdLst/>
              <a:ahLst/>
              <a:cxnLst/>
              <a:rect l="l" t="t" r="r" b="b"/>
              <a:pathLst>
                <a:path w="56515" h="8255">
                  <a:moveTo>
                    <a:pt x="13970" y="0"/>
                  </a:moveTo>
                  <a:lnTo>
                    <a:pt x="0" y="0"/>
                  </a:lnTo>
                  <a:lnTo>
                    <a:pt x="0" y="7772"/>
                  </a:lnTo>
                  <a:lnTo>
                    <a:pt x="13970" y="7772"/>
                  </a:lnTo>
                  <a:lnTo>
                    <a:pt x="13970" y="0"/>
                  </a:lnTo>
                  <a:close/>
                </a:path>
                <a:path w="56515" h="8255">
                  <a:moveTo>
                    <a:pt x="55905" y="0"/>
                  </a:moveTo>
                  <a:lnTo>
                    <a:pt x="41935" y="0"/>
                  </a:lnTo>
                  <a:lnTo>
                    <a:pt x="41935" y="7772"/>
                  </a:lnTo>
                  <a:lnTo>
                    <a:pt x="55905" y="7772"/>
                  </a:lnTo>
                  <a:lnTo>
                    <a:pt x="55905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7508579" y="1495188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5">
                  <a:moveTo>
                    <a:pt x="0" y="0"/>
                  </a:moveTo>
                  <a:lnTo>
                    <a:pt x="11647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7521397" y="1494537"/>
              <a:ext cx="575945" cy="8255"/>
            </a:xfrm>
            <a:custGeom>
              <a:avLst/>
              <a:gdLst/>
              <a:ahLst/>
              <a:cxnLst/>
              <a:rect l="l" t="t" r="r" b="b"/>
              <a:pathLst>
                <a:path w="575945" h="8255">
                  <a:moveTo>
                    <a:pt x="575448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575448" y="7783"/>
                  </a:lnTo>
                  <a:lnTo>
                    <a:pt x="575448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7522544" y="1495188"/>
              <a:ext cx="573405" cy="0"/>
            </a:xfrm>
            <a:custGeom>
              <a:avLst/>
              <a:gdLst/>
              <a:ahLst/>
              <a:cxnLst/>
              <a:rect l="l" t="t" r="r" b="b"/>
              <a:pathLst>
                <a:path w="573404">
                  <a:moveTo>
                    <a:pt x="0" y="0"/>
                  </a:moveTo>
                  <a:lnTo>
                    <a:pt x="573126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8096846" y="149453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8097987" y="149518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8096846" y="149453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8097987" y="149518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8132947" y="1304100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8096846" y="1311238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8097987" y="131189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8097987" y="131189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8096846" y="1319096"/>
              <a:ext cx="14604" cy="175895"/>
            </a:xfrm>
            <a:custGeom>
              <a:avLst/>
              <a:gdLst/>
              <a:ahLst/>
              <a:cxnLst/>
              <a:rect l="l" t="t" r="r" b="b"/>
              <a:pathLst>
                <a:path w="14604" h="175894">
                  <a:moveTo>
                    <a:pt x="13979" y="0"/>
                  </a:moveTo>
                  <a:lnTo>
                    <a:pt x="0" y="0"/>
                  </a:lnTo>
                  <a:lnTo>
                    <a:pt x="0" y="175439"/>
                  </a:lnTo>
                  <a:lnTo>
                    <a:pt x="13979" y="175439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8097987" y="1319674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21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8131797" y="1343746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69">
                  <a:moveTo>
                    <a:pt x="13974" y="0"/>
                  </a:moveTo>
                  <a:lnTo>
                    <a:pt x="0" y="0"/>
                  </a:lnTo>
                  <a:lnTo>
                    <a:pt x="0" y="166359"/>
                  </a:lnTo>
                  <a:lnTo>
                    <a:pt x="13974" y="166359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753477" y="1510098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40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754636" y="1510753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8132947" y="1344335"/>
              <a:ext cx="0" cy="165735"/>
            </a:xfrm>
            <a:custGeom>
              <a:avLst/>
              <a:gdLst/>
              <a:ahLst/>
              <a:cxnLst/>
              <a:rect l="l" t="t" r="r" b="b"/>
              <a:pathLst>
                <a:path h="165734">
                  <a:moveTo>
                    <a:pt x="0" y="0"/>
                  </a:moveTo>
                  <a:lnTo>
                    <a:pt x="0" y="16511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790752" y="1510105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40">
                  <a:moveTo>
                    <a:pt x="13970" y="7785"/>
                  </a:moveTo>
                  <a:lnTo>
                    <a:pt x="0" y="7785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85"/>
                  </a:lnTo>
                  <a:close/>
                </a:path>
                <a:path w="7355205" h="40640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20"/>
                  </a:lnTo>
                  <a:lnTo>
                    <a:pt x="7355014" y="40220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791912" y="151854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790754" y="151788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791912" y="151854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804729" y="1517887"/>
              <a:ext cx="790575" cy="8255"/>
            </a:xfrm>
            <a:custGeom>
              <a:avLst/>
              <a:gdLst/>
              <a:ahLst/>
              <a:cxnLst/>
              <a:rect l="l" t="t" r="r" b="b"/>
              <a:pathLst>
                <a:path w="790575" h="8255">
                  <a:moveTo>
                    <a:pt x="790252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790252" y="7788"/>
                  </a:lnTo>
                  <a:lnTo>
                    <a:pt x="790252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805893" y="1518540"/>
              <a:ext cx="788035" cy="0"/>
            </a:xfrm>
            <a:custGeom>
              <a:avLst/>
              <a:gdLst/>
              <a:ahLst/>
              <a:cxnLst/>
              <a:rect l="l" t="t" r="r" b="b"/>
              <a:pathLst>
                <a:path w="788035">
                  <a:moveTo>
                    <a:pt x="0" y="0"/>
                  </a:moveTo>
                  <a:lnTo>
                    <a:pt x="787919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1594980" y="151788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1596143" y="151854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1594980" y="151788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1596143" y="151854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790754" y="169956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791912" y="170021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791912" y="170021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790754" y="1525671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791912" y="152632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7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1596143" y="170021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1594980" y="1525671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1596143" y="152632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753477" y="1550337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754636" y="1550978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8132947" y="1510753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7521397" y="1517887"/>
              <a:ext cx="575945" cy="8255"/>
            </a:xfrm>
            <a:custGeom>
              <a:avLst/>
              <a:gdLst/>
              <a:ahLst/>
              <a:cxnLst/>
              <a:rect l="l" t="t" r="r" b="b"/>
              <a:pathLst>
                <a:path w="575945" h="8255">
                  <a:moveTo>
                    <a:pt x="575448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575448" y="7788"/>
                  </a:lnTo>
                  <a:lnTo>
                    <a:pt x="575448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7522544" y="1518540"/>
              <a:ext cx="573405" cy="0"/>
            </a:xfrm>
            <a:custGeom>
              <a:avLst/>
              <a:gdLst/>
              <a:ahLst/>
              <a:cxnLst/>
              <a:rect l="l" t="t" r="r" b="b"/>
              <a:pathLst>
                <a:path w="573404">
                  <a:moveTo>
                    <a:pt x="0" y="0"/>
                  </a:moveTo>
                  <a:lnTo>
                    <a:pt x="573126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8096846" y="151788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8097987" y="151854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8096846" y="151788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8097987" y="151854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8097987" y="170021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8096846" y="1525671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8097987" y="152632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8131797" y="1550337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753477" y="1715127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754636" y="1715779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8132947" y="1550978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8131797" y="1715127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791912" y="172356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790754" y="190458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791912" y="190523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791912" y="1905231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790754" y="1730707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791912" y="173135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753477" y="1755353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754636" y="1756014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8132947" y="1715779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8096846" y="172292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8097987" y="172356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8097987" y="172356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8096846" y="190458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8097987" y="190523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8096846" y="190458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8097987" y="190523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8096846" y="1730707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8097987" y="173135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8131797" y="1755353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753477" y="1920156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754636" y="1920805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8132947" y="1756014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790752" y="1920163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39">
                  <a:moveTo>
                    <a:pt x="13970" y="7797"/>
                  </a:moveTo>
                  <a:lnTo>
                    <a:pt x="0" y="7797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97"/>
                  </a:lnTo>
                  <a:close/>
                </a:path>
                <a:path w="7355205" h="40639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20"/>
                  </a:lnTo>
                  <a:lnTo>
                    <a:pt x="7355014" y="40220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791912" y="192859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790754" y="1927950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791912" y="192859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790754" y="2110914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791912" y="211155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791912" y="211155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790754" y="1935723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791912" y="1936379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753477" y="1960378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69">
                  <a:moveTo>
                    <a:pt x="13974" y="0"/>
                  </a:moveTo>
                  <a:lnTo>
                    <a:pt x="0" y="0"/>
                  </a:lnTo>
                  <a:lnTo>
                    <a:pt x="0" y="166096"/>
                  </a:lnTo>
                  <a:lnTo>
                    <a:pt x="13974" y="16609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754636" y="1961040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79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8132947" y="1920805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8096846" y="1927950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8097987" y="192859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8097987" y="192859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8097987" y="211155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8096846" y="1935723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4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8097987" y="1936379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8131797" y="1960378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69">
                  <a:moveTo>
                    <a:pt x="13974" y="0"/>
                  </a:moveTo>
                  <a:lnTo>
                    <a:pt x="0" y="0"/>
                  </a:lnTo>
                  <a:lnTo>
                    <a:pt x="0" y="166096"/>
                  </a:lnTo>
                  <a:lnTo>
                    <a:pt x="13974" y="16609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753477" y="2126480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754636" y="2127131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8132947" y="1961040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79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790752" y="2126487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39">
                  <a:moveTo>
                    <a:pt x="13970" y="7797"/>
                  </a:moveTo>
                  <a:lnTo>
                    <a:pt x="0" y="7797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97"/>
                  </a:lnTo>
                  <a:close/>
                </a:path>
                <a:path w="7355205" h="40639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20"/>
                  </a:lnTo>
                  <a:lnTo>
                    <a:pt x="7355014" y="40220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791912" y="213491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790754" y="2134274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791912" y="213491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790754" y="231593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791912" y="2316583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791912" y="231658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790754" y="2142047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791912" y="2142705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753477" y="2166713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754636" y="2167366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8132947" y="2127131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8096846" y="2134274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8097987" y="213491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8097987" y="213491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8097987" y="2316583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8096846" y="2142047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8097987" y="2142705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8131797" y="2166713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753477" y="2331514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754636" y="2332157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8132947" y="2167366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8131797" y="2331514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791912" y="233994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790754" y="2520964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791912" y="252161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791912" y="252161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790754" y="2347076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791912" y="234773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753477" y="2371730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754636" y="2372383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51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8132947" y="2332157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8096846" y="2339290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8097987" y="233994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8097987" y="233994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8097987" y="252161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8096846" y="2347076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8097987" y="234773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8131797" y="2371730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753477" y="2536543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754636" y="2537192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8132947" y="2372383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51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790752" y="2536545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39">
                  <a:moveTo>
                    <a:pt x="13970" y="7785"/>
                  </a:moveTo>
                  <a:lnTo>
                    <a:pt x="0" y="7785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85"/>
                  </a:lnTo>
                  <a:close/>
                </a:path>
                <a:path w="7355205" h="40639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20"/>
                  </a:lnTo>
                  <a:lnTo>
                    <a:pt x="7355014" y="40220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791912" y="254497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790754" y="254432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791912" y="254497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790754" y="2727288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791912" y="272794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791912" y="272794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790754" y="2552105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791912" y="255275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753477" y="2576760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69">
                  <a:moveTo>
                    <a:pt x="13974" y="0"/>
                  </a:moveTo>
                  <a:lnTo>
                    <a:pt x="0" y="0"/>
                  </a:lnTo>
                  <a:lnTo>
                    <a:pt x="0" y="166096"/>
                  </a:lnTo>
                  <a:lnTo>
                    <a:pt x="13974" y="16609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754636" y="2577409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80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8132947" y="2537192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8096846" y="254432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8097987" y="254497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8097987" y="254497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8097987" y="272794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78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8096846" y="2552105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4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8097987" y="255275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8131797" y="2576760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69">
                  <a:moveTo>
                    <a:pt x="13974" y="0"/>
                  </a:moveTo>
                  <a:lnTo>
                    <a:pt x="0" y="0"/>
                  </a:lnTo>
                  <a:lnTo>
                    <a:pt x="0" y="166096"/>
                  </a:lnTo>
                  <a:lnTo>
                    <a:pt x="13974" y="16609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753477" y="2742867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754636" y="2743509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8132947" y="2577409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80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790752" y="2742869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39">
                  <a:moveTo>
                    <a:pt x="13970" y="7785"/>
                  </a:moveTo>
                  <a:lnTo>
                    <a:pt x="0" y="7785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85"/>
                  </a:lnTo>
                  <a:close/>
                </a:path>
                <a:path w="7355205" h="40639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20"/>
                  </a:lnTo>
                  <a:lnTo>
                    <a:pt x="7355014" y="40220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791912" y="27512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790754" y="275065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791912" y="27512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790754" y="293231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791912" y="293297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791912" y="293297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790754" y="2758434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791912" y="275908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753477" y="2783083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754636" y="2783734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8132947" y="2743509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8096846" y="275065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8097987" y="27512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8097987" y="275129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8096846" y="293231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8097987" y="293297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8096846" y="293231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4" name="object 474"/>
            <p:cNvSpPr/>
            <p:nvPr/>
          </p:nvSpPr>
          <p:spPr>
            <a:xfrm>
              <a:off x="8097987" y="293297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8096846" y="2758434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8097987" y="275908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8131797" y="2783083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753477" y="2947891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754636" y="2948535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8132947" y="2783734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8131797" y="2947891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791912" y="295632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790754" y="3137340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791912" y="31379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791912" y="313799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790754" y="2963463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791912" y="2964109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753477" y="2988116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754636" y="2988761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8132947" y="2948535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8096846" y="295566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8097987" y="295632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3" name="object 493"/>
            <p:cNvSpPr/>
            <p:nvPr/>
          </p:nvSpPr>
          <p:spPr>
            <a:xfrm>
              <a:off x="8097987" y="295632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4" name="object 494"/>
            <p:cNvSpPr/>
            <p:nvPr/>
          </p:nvSpPr>
          <p:spPr>
            <a:xfrm>
              <a:off x="8096846" y="3137340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8097987" y="31379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6" name="object 496"/>
            <p:cNvSpPr/>
            <p:nvPr/>
          </p:nvSpPr>
          <p:spPr>
            <a:xfrm>
              <a:off x="8096846" y="3137340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8097987" y="31379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8096846" y="2963463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8097987" y="2964109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8131797" y="2988116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753477" y="3152920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2" name="object 502"/>
            <p:cNvSpPr/>
            <p:nvPr/>
          </p:nvSpPr>
          <p:spPr>
            <a:xfrm>
              <a:off x="754636" y="3153561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8132947" y="2988761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/>
            <p:cNvSpPr/>
            <p:nvPr/>
          </p:nvSpPr>
          <p:spPr>
            <a:xfrm>
              <a:off x="8131797" y="3152920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5" name="object 505"/>
            <p:cNvSpPr/>
            <p:nvPr/>
          </p:nvSpPr>
          <p:spPr>
            <a:xfrm>
              <a:off x="791912" y="316134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790754" y="334366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7" name="object 507"/>
            <p:cNvSpPr/>
            <p:nvPr/>
          </p:nvSpPr>
          <p:spPr>
            <a:xfrm>
              <a:off x="791912" y="334432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08"/>
            <p:cNvSpPr/>
            <p:nvPr/>
          </p:nvSpPr>
          <p:spPr>
            <a:xfrm>
              <a:off x="791912" y="334432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9" name="object 509"/>
            <p:cNvSpPr/>
            <p:nvPr/>
          </p:nvSpPr>
          <p:spPr>
            <a:xfrm>
              <a:off x="790754" y="3168487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0" name="object 510"/>
            <p:cNvSpPr/>
            <p:nvPr/>
          </p:nvSpPr>
          <p:spPr>
            <a:xfrm>
              <a:off x="791912" y="3169136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753477" y="3193141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70">
                  <a:moveTo>
                    <a:pt x="13974" y="0"/>
                  </a:moveTo>
                  <a:lnTo>
                    <a:pt x="0" y="0"/>
                  </a:lnTo>
                  <a:lnTo>
                    <a:pt x="0" y="166096"/>
                  </a:lnTo>
                  <a:lnTo>
                    <a:pt x="13974" y="16609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754636" y="3193796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79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3" name="object 513"/>
            <p:cNvSpPr/>
            <p:nvPr/>
          </p:nvSpPr>
          <p:spPr>
            <a:xfrm>
              <a:off x="8132947" y="3153561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8096846" y="316070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8097987" y="316134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8097987" y="316134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17"/>
            <p:cNvSpPr/>
            <p:nvPr/>
          </p:nvSpPr>
          <p:spPr>
            <a:xfrm>
              <a:off x="8096846" y="334366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8097987" y="334432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9" name="object 519"/>
            <p:cNvSpPr/>
            <p:nvPr/>
          </p:nvSpPr>
          <p:spPr>
            <a:xfrm>
              <a:off x="8096846" y="334366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8097987" y="334432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1"/>
            <p:cNvSpPr/>
            <p:nvPr/>
          </p:nvSpPr>
          <p:spPr>
            <a:xfrm>
              <a:off x="8096846" y="3168487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4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8097987" y="3169136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/>
            <p:cNvSpPr/>
            <p:nvPr/>
          </p:nvSpPr>
          <p:spPr>
            <a:xfrm>
              <a:off x="8131797" y="3193141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70">
                  <a:moveTo>
                    <a:pt x="13974" y="0"/>
                  </a:moveTo>
                  <a:lnTo>
                    <a:pt x="0" y="0"/>
                  </a:lnTo>
                  <a:lnTo>
                    <a:pt x="0" y="166096"/>
                  </a:lnTo>
                  <a:lnTo>
                    <a:pt x="13974" y="16609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753477" y="3359244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754636" y="3359887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8132947" y="3193796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79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8131797" y="3359244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791912" y="336767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790754" y="3548698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791912" y="354933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1" name="object 531"/>
            <p:cNvSpPr/>
            <p:nvPr/>
          </p:nvSpPr>
          <p:spPr>
            <a:xfrm>
              <a:off x="791912" y="3549339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2"/>
            <p:cNvSpPr/>
            <p:nvPr/>
          </p:nvSpPr>
          <p:spPr>
            <a:xfrm>
              <a:off x="790754" y="3374816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3" name="object 533"/>
            <p:cNvSpPr/>
            <p:nvPr/>
          </p:nvSpPr>
          <p:spPr>
            <a:xfrm>
              <a:off x="791912" y="337546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4" name="object 534"/>
            <p:cNvSpPr/>
            <p:nvPr/>
          </p:nvSpPr>
          <p:spPr>
            <a:xfrm>
              <a:off x="753477" y="3399469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535"/>
            <p:cNvSpPr/>
            <p:nvPr/>
          </p:nvSpPr>
          <p:spPr>
            <a:xfrm>
              <a:off x="754636" y="3400122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36"/>
            <p:cNvSpPr/>
            <p:nvPr/>
          </p:nvSpPr>
          <p:spPr>
            <a:xfrm>
              <a:off x="8132947" y="3359887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8096846" y="336702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8097987" y="336767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8097987" y="336767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8097987" y="354933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1"/>
            <p:cNvSpPr/>
            <p:nvPr/>
          </p:nvSpPr>
          <p:spPr>
            <a:xfrm>
              <a:off x="8096846" y="3374816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2" name="object 542"/>
            <p:cNvSpPr/>
            <p:nvPr/>
          </p:nvSpPr>
          <p:spPr>
            <a:xfrm>
              <a:off x="8097987" y="337546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8131797" y="3399469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753477" y="3564260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5" name="object 545"/>
            <p:cNvSpPr/>
            <p:nvPr/>
          </p:nvSpPr>
          <p:spPr>
            <a:xfrm>
              <a:off x="754636" y="3564913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8132947" y="3400122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8131797" y="3564260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48"/>
            <p:cNvSpPr/>
            <p:nvPr/>
          </p:nvSpPr>
          <p:spPr>
            <a:xfrm>
              <a:off x="791912" y="357270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49"/>
            <p:cNvSpPr/>
            <p:nvPr/>
          </p:nvSpPr>
          <p:spPr>
            <a:xfrm>
              <a:off x="790754" y="375372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0"/>
            <p:cNvSpPr/>
            <p:nvPr/>
          </p:nvSpPr>
          <p:spPr>
            <a:xfrm>
              <a:off x="791912" y="37543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791912" y="375437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790754" y="3579840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3"/>
            <p:cNvSpPr/>
            <p:nvPr/>
          </p:nvSpPr>
          <p:spPr>
            <a:xfrm>
              <a:off x="791912" y="358048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54"/>
            <p:cNvSpPr/>
            <p:nvPr/>
          </p:nvSpPr>
          <p:spPr>
            <a:xfrm>
              <a:off x="753477" y="3604493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754636" y="3605148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8132947" y="3564913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8096846" y="3572054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8097987" y="357270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8097987" y="357270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8097987" y="37543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8096846" y="3579840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8097987" y="358048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8131797" y="3604493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753477" y="3769294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754636" y="3769939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8132947" y="3605148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790752" y="3769296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39">
                  <a:moveTo>
                    <a:pt x="13970" y="7797"/>
                  </a:moveTo>
                  <a:lnTo>
                    <a:pt x="0" y="7797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97"/>
                  </a:lnTo>
                  <a:close/>
                </a:path>
                <a:path w="7355205" h="40639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20"/>
                  </a:lnTo>
                  <a:lnTo>
                    <a:pt x="7355014" y="40220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68"/>
            <p:cNvSpPr/>
            <p:nvPr/>
          </p:nvSpPr>
          <p:spPr>
            <a:xfrm>
              <a:off x="791912" y="377772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569"/>
            <p:cNvSpPr/>
            <p:nvPr/>
          </p:nvSpPr>
          <p:spPr>
            <a:xfrm>
              <a:off x="790754" y="377708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/>
            <p:cNvSpPr/>
            <p:nvPr/>
          </p:nvSpPr>
          <p:spPr>
            <a:xfrm>
              <a:off x="791912" y="377772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790754" y="396026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/>
            <p:cNvSpPr/>
            <p:nvPr/>
          </p:nvSpPr>
          <p:spPr>
            <a:xfrm>
              <a:off x="791912" y="396090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573"/>
            <p:cNvSpPr/>
            <p:nvPr/>
          </p:nvSpPr>
          <p:spPr>
            <a:xfrm>
              <a:off x="791912" y="3960909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4" name="object 574"/>
            <p:cNvSpPr/>
            <p:nvPr/>
          </p:nvSpPr>
          <p:spPr>
            <a:xfrm>
              <a:off x="790754" y="3784827"/>
              <a:ext cx="13970" cy="175895"/>
            </a:xfrm>
            <a:custGeom>
              <a:avLst/>
              <a:gdLst/>
              <a:ahLst/>
              <a:cxnLst/>
              <a:rect l="l" t="t" r="r" b="b"/>
              <a:pathLst>
                <a:path w="13970" h="175895">
                  <a:moveTo>
                    <a:pt x="13974" y="0"/>
                  </a:moveTo>
                  <a:lnTo>
                    <a:pt x="0" y="0"/>
                  </a:lnTo>
                  <a:lnTo>
                    <a:pt x="0" y="175439"/>
                  </a:lnTo>
                  <a:lnTo>
                    <a:pt x="13974" y="175439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575"/>
            <p:cNvSpPr/>
            <p:nvPr/>
          </p:nvSpPr>
          <p:spPr>
            <a:xfrm>
              <a:off x="791912" y="3785514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0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753477" y="3809481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70">
                  <a:moveTo>
                    <a:pt x="13974" y="0"/>
                  </a:moveTo>
                  <a:lnTo>
                    <a:pt x="0" y="0"/>
                  </a:lnTo>
                  <a:lnTo>
                    <a:pt x="0" y="166354"/>
                  </a:lnTo>
                  <a:lnTo>
                    <a:pt x="13974" y="166354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77"/>
            <p:cNvSpPr/>
            <p:nvPr/>
          </p:nvSpPr>
          <p:spPr>
            <a:xfrm>
              <a:off x="754636" y="3810174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500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78"/>
            <p:cNvSpPr/>
            <p:nvPr/>
          </p:nvSpPr>
          <p:spPr>
            <a:xfrm>
              <a:off x="8132947" y="3769939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579"/>
            <p:cNvSpPr/>
            <p:nvPr/>
          </p:nvSpPr>
          <p:spPr>
            <a:xfrm>
              <a:off x="8096846" y="377708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0" name="object 580"/>
            <p:cNvSpPr/>
            <p:nvPr/>
          </p:nvSpPr>
          <p:spPr>
            <a:xfrm>
              <a:off x="8097987" y="377772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1" name="object 581"/>
            <p:cNvSpPr/>
            <p:nvPr/>
          </p:nvSpPr>
          <p:spPr>
            <a:xfrm>
              <a:off x="8097987" y="377772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8096846" y="396026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3"/>
            <p:cNvSpPr/>
            <p:nvPr/>
          </p:nvSpPr>
          <p:spPr>
            <a:xfrm>
              <a:off x="8097987" y="396090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8096846" y="396026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8097987" y="396090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86"/>
            <p:cNvSpPr/>
            <p:nvPr/>
          </p:nvSpPr>
          <p:spPr>
            <a:xfrm>
              <a:off x="8096846" y="3784827"/>
              <a:ext cx="14604" cy="175895"/>
            </a:xfrm>
            <a:custGeom>
              <a:avLst/>
              <a:gdLst/>
              <a:ahLst/>
              <a:cxnLst/>
              <a:rect l="l" t="t" r="r" b="b"/>
              <a:pathLst>
                <a:path w="14604" h="175895">
                  <a:moveTo>
                    <a:pt x="13979" y="0"/>
                  </a:moveTo>
                  <a:lnTo>
                    <a:pt x="0" y="0"/>
                  </a:lnTo>
                  <a:lnTo>
                    <a:pt x="0" y="175439"/>
                  </a:lnTo>
                  <a:lnTo>
                    <a:pt x="13979" y="175439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87"/>
            <p:cNvSpPr/>
            <p:nvPr/>
          </p:nvSpPr>
          <p:spPr>
            <a:xfrm>
              <a:off x="8097987" y="3785514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0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8131797" y="3809481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70">
                  <a:moveTo>
                    <a:pt x="13974" y="0"/>
                  </a:moveTo>
                  <a:lnTo>
                    <a:pt x="0" y="0"/>
                  </a:lnTo>
                  <a:lnTo>
                    <a:pt x="0" y="166354"/>
                  </a:lnTo>
                  <a:lnTo>
                    <a:pt x="13974" y="166354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89"/>
            <p:cNvSpPr/>
            <p:nvPr/>
          </p:nvSpPr>
          <p:spPr>
            <a:xfrm>
              <a:off x="753477" y="3975829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0" name="object 590"/>
            <p:cNvSpPr/>
            <p:nvPr/>
          </p:nvSpPr>
          <p:spPr>
            <a:xfrm>
              <a:off x="754636" y="3976483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8132947" y="3810174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500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8131797" y="3975829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3" name="object 593"/>
            <p:cNvSpPr/>
            <p:nvPr/>
          </p:nvSpPr>
          <p:spPr>
            <a:xfrm>
              <a:off x="791912" y="398427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790754" y="4165296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595"/>
            <p:cNvSpPr/>
            <p:nvPr/>
          </p:nvSpPr>
          <p:spPr>
            <a:xfrm>
              <a:off x="791912" y="416593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6" name="object 596"/>
            <p:cNvSpPr/>
            <p:nvPr/>
          </p:nvSpPr>
          <p:spPr>
            <a:xfrm>
              <a:off x="791912" y="4165935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7" name="object 597"/>
            <p:cNvSpPr/>
            <p:nvPr/>
          </p:nvSpPr>
          <p:spPr>
            <a:xfrm>
              <a:off x="790754" y="3991409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8" name="object 598"/>
            <p:cNvSpPr/>
            <p:nvPr/>
          </p:nvSpPr>
          <p:spPr>
            <a:xfrm>
              <a:off x="791912" y="399205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9" name="object 599"/>
            <p:cNvSpPr/>
            <p:nvPr/>
          </p:nvSpPr>
          <p:spPr>
            <a:xfrm>
              <a:off x="753477" y="4016067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0" name="object 600"/>
            <p:cNvSpPr/>
            <p:nvPr/>
          </p:nvSpPr>
          <p:spPr>
            <a:xfrm>
              <a:off x="754636" y="4016709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1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1" name="object 601"/>
            <p:cNvSpPr/>
            <p:nvPr/>
          </p:nvSpPr>
          <p:spPr>
            <a:xfrm>
              <a:off x="8132947" y="3976483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2" name="object 602"/>
            <p:cNvSpPr/>
            <p:nvPr/>
          </p:nvSpPr>
          <p:spPr>
            <a:xfrm>
              <a:off x="8096846" y="398362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3" name="object 603"/>
            <p:cNvSpPr/>
            <p:nvPr/>
          </p:nvSpPr>
          <p:spPr>
            <a:xfrm>
              <a:off x="8097987" y="398427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4" name="object 604"/>
            <p:cNvSpPr/>
            <p:nvPr/>
          </p:nvSpPr>
          <p:spPr>
            <a:xfrm>
              <a:off x="8097987" y="398427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5" name="object 605"/>
            <p:cNvSpPr/>
            <p:nvPr/>
          </p:nvSpPr>
          <p:spPr>
            <a:xfrm>
              <a:off x="8097987" y="416593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6" name="object 606"/>
            <p:cNvSpPr/>
            <p:nvPr/>
          </p:nvSpPr>
          <p:spPr>
            <a:xfrm>
              <a:off x="8096846" y="3991409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7" name="object 607"/>
            <p:cNvSpPr/>
            <p:nvPr/>
          </p:nvSpPr>
          <p:spPr>
            <a:xfrm>
              <a:off x="8097987" y="399205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8" name="object 608"/>
            <p:cNvSpPr/>
            <p:nvPr/>
          </p:nvSpPr>
          <p:spPr>
            <a:xfrm>
              <a:off x="8131797" y="4016067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9" name="object 609"/>
            <p:cNvSpPr/>
            <p:nvPr/>
          </p:nvSpPr>
          <p:spPr>
            <a:xfrm>
              <a:off x="753477" y="4180857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0" name="object 610"/>
            <p:cNvSpPr/>
            <p:nvPr/>
          </p:nvSpPr>
          <p:spPr>
            <a:xfrm>
              <a:off x="754636" y="4181509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611"/>
            <p:cNvSpPr/>
            <p:nvPr/>
          </p:nvSpPr>
          <p:spPr>
            <a:xfrm>
              <a:off x="8132947" y="4016709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1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2" name="object 612"/>
            <p:cNvSpPr/>
            <p:nvPr/>
          </p:nvSpPr>
          <p:spPr>
            <a:xfrm>
              <a:off x="8131797" y="4180857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3" name="object 613"/>
            <p:cNvSpPr/>
            <p:nvPr/>
          </p:nvSpPr>
          <p:spPr>
            <a:xfrm>
              <a:off x="791912" y="418929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4" name="object 614"/>
            <p:cNvSpPr/>
            <p:nvPr/>
          </p:nvSpPr>
          <p:spPr>
            <a:xfrm>
              <a:off x="790754" y="437031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5" name="object 615"/>
            <p:cNvSpPr/>
            <p:nvPr/>
          </p:nvSpPr>
          <p:spPr>
            <a:xfrm>
              <a:off x="791912" y="437097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6" name="object 616"/>
            <p:cNvSpPr/>
            <p:nvPr/>
          </p:nvSpPr>
          <p:spPr>
            <a:xfrm>
              <a:off x="791912" y="4370971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7" name="object 617"/>
            <p:cNvSpPr/>
            <p:nvPr/>
          </p:nvSpPr>
          <p:spPr>
            <a:xfrm>
              <a:off x="790754" y="4196438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8" name="object 618"/>
            <p:cNvSpPr/>
            <p:nvPr/>
          </p:nvSpPr>
          <p:spPr>
            <a:xfrm>
              <a:off x="791912" y="419708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9" name="object 619"/>
            <p:cNvSpPr/>
            <p:nvPr/>
          </p:nvSpPr>
          <p:spPr>
            <a:xfrm>
              <a:off x="753477" y="4221091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0" name="object 620"/>
            <p:cNvSpPr/>
            <p:nvPr/>
          </p:nvSpPr>
          <p:spPr>
            <a:xfrm>
              <a:off x="754636" y="4221735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1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1" name="object 621"/>
            <p:cNvSpPr/>
            <p:nvPr/>
          </p:nvSpPr>
          <p:spPr>
            <a:xfrm>
              <a:off x="8132947" y="4181509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2" name="object 622"/>
            <p:cNvSpPr/>
            <p:nvPr/>
          </p:nvSpPr>
          <p:spPr>
            <a:xfrm>
              <a:off x="8096846" y="418865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3" name="object 623"/>
            <p:cNvSpPr/>
            <p:nvPr/>
          </p:nvSpPr>
          <p:spPr>
            <a:xfrm>
              <a:off x="8097987" y="418929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4" name="object 624"/>
            <p:cNvSpPr/>
            <p:nvPr/>
          </p:nvSpPr>
          <p:spPr>
            <a:xfrm>
              <a:off x="8097987" y="418929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5" name="object 625"/>
            <p:cNvSpPr/>
            <p:nvPr/>
          </p:nvSpPr>
          <p:spPr>
            <a:xfrm>
              <a:off x="8096846" y="437031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626"/>
            <p:cNvSpPr/>
            <p:nvPr/>
          </p:nvSpPr>
          <p:spPr>
            <a:xfrm>
              <a:off x="8097987" y="437097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627"/>
            <p:cNvSpPr/>
            <p:nvPr/>
          </p:nvSpPr>
          <p:spPr>
            <a:xfrm>
              <a:off x="8096846" y="437031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8" name="object 628"/>
            <p:cNvSpPr/>
            <p:nvPr/>
          </p:nvSpPr>
          <p:spPr>
            <a:xfrm>
              <a:off x="8097987" y="437097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9" name="object 629"/>
            <p:cNvSpPr/>
            <p:nvPr/>
          </p:nvSpPr>
          <p:spPr>
            <a:xfrm>
              <a:off x="8096846" y="4196438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630"/>
            <p:cNvSpPr/>
            <p:nvPr/>
          </p:nvSpPr>
          <p:spPr>
            <a:xfrm>
              <a:off x="8097987" y="419708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631"/>
            <p:cNvSpPr/>
            <p:nvPr/>
          </p:nvSpPr>
          <p:spPr>
            <a:xfrm>
              <a:off x="8131797" y="4221091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2" name="object 632"/>
            <p:cNvSpPr/>
            <p:nvPr/>
          </p:nvSpPr>
          <p:spPr>
            <a:xfrm>
              <a:off x="753477" y="4385891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3" name="object 633"/>
            <p:cNvSpPr/>
            <p:nvPr/>
          </p:nvSpPr>
          <p:spPr>
            <a:xfrm>
              <a:off x="754636" y="4386535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4" name="object 634"/>
            <p:cNvSpPr/>
            <p:nvPr/>
          </p:nvSpPr>
          <p:spPr>
            <a:xfrm>
              <a:off x="8132947" y="4221735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1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5" name="object 635"/>
            <p:cNvSpPr/>
            <p:nvPr/>
          </p:nvSpPr>
          <p:spPr>
            <a:xfrm>
              <a:off x="8131797" y="4385891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6" name="object 636"/>
            <p:cNvSpPr/>
            <p:nvPr/>
          </p:nvSpPr>
          <p:spPr>
            <a:xfrm>
              <a:off x="791912" y="439432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7" name="object 637"/>
            <p:cNvSpPr/>
            <p:nvPr/>
          </p:nvSpPr>
          <p:spPr>
            <a:xfrm>
              <a:off x="790754" y="4576649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8" name="object 638"/>
            <p:cNvSpPr/>
            <p:nvPr/>
          </p:nvSpPr>
          <p:spPr>
            <a:xfrm>
              <a:off x="791912" y="457728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9" name="object 639"/>
            <p:cNvSpPr/>
            <p:nvPr/>
          </p:nvSpPr>
          <p:spPr>
            <a:xfrm>
              <a:off x="791912" y="457728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0" name="object 640"/>
            <p:cNvSpPr/>
            <p:nvPr/>
          </p:nvSpPr>
          <p:spPr>
            <a:xfrm>
              <a:off x="790754" y="4401462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5"/>
                  </a:lnTo>
                  <a:lnTo>
                    <a:pt x="13974" y="1751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1" name="object 641"/>
            <p:cNvSpPr/>
            <p:nvPr/>
          </p:nvSpPr>
          <p:spPr>
            <a:xfrm>
              <a:off x="791912" y="4402110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2" name="object 642"/>
            <p:cNvSpPr/>
            <p:nvPr/>
          </p:nvSpPr>
          <p:spPr>
            <a:xfrm>
              <a:off x="753477" y="4426108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70">
                  <a:moveTo>
                    <a:pt x="13974" y="0"/>
                  </a:moveTo>
                  <a:lnTo>
                    <a:pt x="0" y="0"/>
                  </a:lnTo>
                  <a:lnTo>
                    <a:pt x="0" y="166096"/>
                  </a:lnTo>
                  <a:lnTo>
                    <a:pt x="13974" y="16609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3" name="object 643"/>
            <p:cNvSpPr/>
            <p:nvPr/>
          </p:nvSpPr>
          <p:spPr>
            <a:xfrm>
              <a:off x="754636" y="4426761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80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4" name="object 644"/>
            <p:cNvSpPr/>
            <p:nvPr/>
          </p:nvSpPr>
          <p:spPr>
            <a:xfrm>
              <a:off x="8132947" y="4386535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5" name="object 645"/>
            <p:cNvSpPr/>
            <p:nvPr/>
          </p:nvSpPr>
          <p:spPr>
            <a:xfrm>
              <a:off x="8096846" y="4393668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6" name="object 646"/>
            <p:cNvSpPr/>
            <p:nvPr/>
          </p:nvSpPr>
          <p:spPr>
            <a:xfrm>
              <a:off x="8097987" y="439432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7" name="object 647"/>
            <p:cNvSpPr/>
            <p:nvPr/>
          </p:nvSpPr>
          <p:spPr>
            <a:xfrm>
              <a:off x="8097987" y="439432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8" name="object 648"/>
            <p:cNvSpPr/>
            <p:nvPr/>
          </p:nvSpPr>
          <p:spPr>
            <a:xfrm>
              <a:off x="8097987" y="457728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9" name="object 649"/>
            <p:cNvSpPr/>
            <p:nvPr/>
          </p:nvSpPr>
          <p:spPr>
            <a:xfrm>
              <a:off x="8096846" y="4401462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4" h="175260">
                  <a:moveTo>
                    <a:pt x="13979" y="0"/>
                  </a:moveTo>
                  <a:lnTo>
                    <a:pt x="0" y="0"/>
                  </a:lnTo>
                  <a:lnTo>
                    <a:pt x="0" y="175185"/>
                  </a:lnTo>
                  <a:lnTo>
                    <a:pt x="13979" y="1751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0" name="object 650"/>
            <p:cNvSpPr/>
            <p:nvPr/>
          </p:nvSpPr>
          <p:spPr>
            <a:xfrm>
              <a:off x="8097987" y="4402110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1" name="object 651"/>
            <p:cNvSpPr/>
            <p:nvPr/>
          </p:nvSpPr>
          <p:spPr>
            <a:xfrm>
              <a:off x="8131797" y="4426108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70">
                  <a:moveTo>
                    <a:pt x="13974" y="0"/>
                  </a:moveTo>
                  <a:lnTo>
                    <a:pt x="0" y="0"/>
                  </a:lnTo>
                  <a:lnTo>
                    <a:pt x="0" y="166096"/>
                  </a:lnTo>
                  <a:lnTo>
                    <a:pt x="13974" y="16609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2" name="object 652"/>
            <p:cNvSpPr/>
            <p:nvPr/>
          </p:nvSpPr>
          <p:spPr>
            <a:xfrm>
              <a:off x="753477" y="4592216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3" name="object 653"/>
            <p:cNvSpPr/>
            <p:nvPr/>
          </p:nvSpPr>
          <p:spPr>
            <a:xfrm>
              <a:off x="754636" y="4592861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4" name="object 654"/>
            <p:cNvSpPr/>
            <p:nvPr/>
          </p:nvSpPr>
          <p:spPr>
            <a:xfrm>
              <a:off x="8132947" y="4426761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80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5" name="object 655"/>
            <p:cNvSpPr/>
            <p:nvPr/>
          </p:nvSpPr>
          <p:spPr>
            <a:xfrm>
              <a:off x="790752" y="4592218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39">
                  <a:moveTo>
                    <a:pt x="13970" y="7797"/>
                  </a:moveTo>
                  <a:lnTo>
                    <a:pt x="0" y="7797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97"/>
                  </a:lnTo>
                  <a:close/>
                </a:path>
                <a:path w="7355205" h="40639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20"/>
                  </a:lnTo>
                  <a:lnTo>
                    <a:pt x="7355014" y="40220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6" name="object 656"/>
            <p:cNvSpPr/>
            <p:nvPr/>
          </p:nvSpPr>
          <p:spPr>
            <a:xfrm>
              <a:off x="791912" y="460064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7" name="object 657"/>
            <p:cNvSpPr/>
            <p:nvPr/>
          </p:nvSpPr>
          <p:spPr>
            <a:xfrm>
              <a:off x="790754" y="4600004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658"/>
            <p:cNvSpPr/>
            <p:nvPr/>
          </p:nvSpPr>
          <p:spPr>
            <a:xfrm>
              <a:off x="791912" y="460064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9" name="object 659"/>
            <p:cNvSpPr/>
            <p:nvPr/>
          </p:nvSpPr>
          <p:spPr>
            <a:xfrm>
              <a:off x="790754" y="478166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0" name="object 660"/>
            <p:cNvSpPr/>
            <p:nvPr/>
          </p:nvSpPr>
          <p:spPr>
            <a:xfrm>
              <a:off x="791912" y="4782323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1" name="object 661"/>
            <p:cNvSpPr/>
            <p:nvPr/>
          </p:nvSpPr>
          <p:spPr>
            <a:xfrm>
              <a:off x="791912" y="478232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2" name="object 662"/>
            <p:cNvSpPr/>
            <p:nvPr/>
          </p:nvSpPr>
          <p:spPr>
            <a:xfrm>
              <a:off x="790754" y="4607778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3" name="object 663"/>
            <p:cNvSpPr/>
            <p:nvPr/>
          </p:nvSpPr>
          <p:spPr>
            <a:xfrm>
              <a:off x="791912" y="4608436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4" name="object 664"/>
            <p:cNvSpPr/>
            <p:nvPr/>
          </p:nvSpPr>
          <p:spPr>
            <a:xfrm>
              <a:off x="753477" y="4632444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5" name="object 665"/>
            <p:cNvSpPr/>
            <p:nvPr/>
          </p:nvSpPr>
          <p:spPr>
            <a:xfrm>
              <a:off x="754636" y="4633087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6" name="object 666"/>
            <p:cNvSpPr/>
            <p:nvPr/>
          </p:nvSpPr>
          <p:spPr>
            <a:xfrm>
              <a:off x="8132947" y="4592861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7" name="object 667"/>
            <p:cNvSpPr/>
            <p:nvPr/>
          </p:nvSpPr>
          <p:spPr>
            <a:xfrm>
              <a:off x="8096846" y="4600004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8" name="object 668"/>
            <p:cNvSpPr/>
            <p:nvPr/>
          </p:nvSpPr>
          <p:spPr>
            <a:xfrm>
              <a:off x="8097987" y="460064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9" name="object 669"/>
            <p:cNvSpPr/>
            <p:nvPr/>
          </p:nvSpPr>
          <p:spPr>
            <a:xfrm>
              <a:off x="8097987" y="460064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0" name="object 670"/>
            <p:cNvSpPr/>
            <p:nvPr/>
          </p:nvSpPr>
          <p:spPr>
            <a:xfrm>
              <a:off x="8097987" y="4782323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1" name="object 671"/>
            <p:cNvSpPr/>
            <p:nvPr/>
          </p:nvSpPr>
          <p:spPr>
            <a:xfrm>
              <a:off x="8096846" y="4607778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2" name="object 672"/>
            <p:cNvSpPr/>
            <p:nvPr/>
          </p:nvSpPr>
          <p:spPr>
            <a:xfrm>
              <a:off x="8097987" y="4608436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3" name="object 673"/>
            <p:cNvSpPr/>
            <p:nvPr/>
          </p:nvSpPr>
          <p:spPr>
            <a:xfrm>
              <a:off x="8131797" y="4632444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4" name="object 674"/>
            <p:cNvSpPr/>
            <p:nvPr/>
          </p:nvSpPr>
          <p:spPr>
            <a:xfrm>
              <a:off x="753477" y="4797244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5" name="object 675"/>
            <p:cNvSpPr/>
            <p:nvPr/>
          </p:nvSpPr>
          <p:spPr>
            <a:xfrm>
              <a:off x="754636" y="4797888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6" name="object 676"/>
            <p:cNvSpPr/>
            <p:nvPr/>
          </p:nvSpPr>
          <p:spPr>
            <a:xfrm>
              <a:off x="8132947" y="4633087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7" name="object 677"/>
            <p:cNvSpPr/>
            <p:nvPr/>
          </p:nvSpPr>
          <p:spPr>
            <a:xfrm>
              <a:off x="790752" y="4797246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39">
                  <a:moveTo>
                    <a:pt x="13970" y="7785"/>
                  </a:moveTo>
                  <a:lnTo>
                    <a:pt x="0" y="7785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85"/>
                  </a:lnTo>
                  <a:close/>
                </a:path>
                <a:path w="7355205" h="40639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20"/>
                  </a:lnTo>
                  <a:lnTo>
                    <a:pt x="7355014" y="40220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8" name="object 678"/>
            <p:cNvSpPr/>
            <p:nvPr/>
          </p:nvSpPr>
          <p:spPr>
            <a:xfrm>
              <a:off x="791912" y="480567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9" name="object 679"/>
            <p:cNvSpPr/>
            <p:nvPr/>
          </p:nvSpPr>
          <p:spPr>
            <a:xfrm>
              <a:off x="790754" y="4805028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0" name="object 680"/>
            <p:cNvSpPr/>
            <p:nvPr/>
          </p:nvSpPr>
          <p:spPr>
            <a:xfrm>
              <a:off x="791912" y="480567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1" name="object 681"/>
            <p:cNvSpPr/>
            <p:nvPr/>
          </p:nvSpPr>
          <p:spPr>
            <a:xfrm>
              <a:off x="790754" y="4986689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682"/>
            <p:cNvSpPr/>
            <p:nvPr/>
          </p:nvSpPr>
          <p:spPr>
            <a:xfrm>
              <a:off x="791912" y="498734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3" name="object 683"/>
            <p:cNvSpPr/>
            <p:nvPr/>
          </p:nvSpPr>
          <p:spPr>
            <a:xfrm>
              <a:off x="791912" y="4987349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4" name="object 684"/>
            <p:cNvSpPr/>
            <p:nvPr/>
          </p:nvSpPr>
          <p:spPr>
            <a:xfrm>
              <a:off x="790754" y="4812812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5" name="object 685"/>
            <p:cNvSpPr/>
            <p:nvPr/>
          </p:nvSpPr>
          <p:spPr>
            <a:xfrm>
              <a:off x="791912" y="4813462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6" name="object 686"/>
            <p:cNvSpPr/>
            <p:nvPr/>
          </p:nvSpPr>
          <p:spPr>
            <a:xfrm>
              <a:off x="753477" y="4837460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7" name="object 687"/>
            <p:cNvSpPr/>
            <p:nvPr/>
          </p:nvSpPr>
          <p:spPr>
            <a:xfrm>
              <a:off x="754636" y="4838113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8" name="object 688"/>
            <p:cNvSpPr/>
            <p:nvPr/>
          </p:nvSpPr>
          <p:spPr>
            <a:xfrm>
              <a:off x="8132947" y="4797888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9" name="object 689"/>
            <p:cNvSpPr/>
            <p:nvPr/>
          </p:nvSpPr>
          <p:spPr>
            <a:xfrm>
              <a:off x="8096846" y="4805028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0" name="object 690"/>
            <p:cNvSpPr/>
            <p:nvPr/>
          </p:nvSpPr>
          <p:spPr>
            <a:xfrm>
              <a:off x="8097987" y="480567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1" name="object 691"/>
            <p:cNvSpPr/>
            <p:nvPr/>
          </p:nvSpPr>
          <p:spPr>
            <a:xfrm>
              <a:off x="8097987" y="4805675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2" name="object 692"/>
            <p:cNvSpPr/>
            <p:nvPr/>
          </p:nvSpPr>
          <p:spPr>
            <a:xfrm>
              <a:off x="8096846" y="4986689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3" name="object 693"/>
            <p:cNvSpPr/>
            <p:nvPr/>
          </p:nvSpPr>
          <p:spPr>
            <a:xfrm>
              <a:off x="8097987" y="498734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4" name="object 694"/>
            <p:cNvSpPr/>
            <p:nvPr/>
          </p:nvSpPr>
          <p:spPr>
            <a:xfrm>
              <a:off x="8096846" y="4986689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5" name="object 695"/>
            <p:cNvSpPr/>
            <p:nvPr/>
          </p:nvSpPr>
          <p:spPr>
            <a:xfrm>
              <a:off x="8097987" y="498734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6" name="object 696"/>
            <p:cNvSpPr/>
            <p:nvPr/>
          </p:nvSpPr>
          <p:spPr>
            <a:xfrm>
              <a:off x="8096846" y="4812812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7" name="object 697"/>
            <p:cNvSpPr/>
            <p:nvPr/>
          </p:nvSpPr>
          <p:spPr>
            <a:xfrm>
              <a:off x="8097987" y="4813462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8" name="object 698"/>
            <p:cNvSpPr/>
            <p:nvPr/>
          </p:nvSpPr>
          <p:spPr>
            <a:xfrm>
              <a:off x="8131797" y="4837460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802"/>
                  </a:lnTo>
                  <a:lnTo>
                    <a:pt x="13974" y="164802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9" name="object 699"/>
            <p:cNvSpPr/>
            <p:nvPr/>
          </p:nvSpPr>
          <p:spPr>
            <a:xfrm>
              <a:off x="753477" y="5002268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0" name="object 700"/>
            <p:cNvSpPr/>
            <p:nvPr/>
          </p:nvSpPr>
          <p:spPr>
            <a:xfrm>
              <a:off x="754636" y="5002914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1" name="object 701"/>
            <p:cNvSpPr/>
            <p:nvPr/>
          </p:nvSpPr>
          <p:spPr>
            <a:xfrm>
              <a:off x="8132947" y="4838113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2" name="object 702"/>
            <p:cNvSpPr/>
            <p:nvPr/>
          </p:nvSpPr>
          <p:spPr>
            <a:xfrm>
              <a:off x="8131797" y="5002268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3" name="object 703"/>
            <p:cNvSpPr/>
            <p:nvPr/>
          </p:nvSpPr>
          <p:spPr>
            <a:xfrm>
              <a:off x="791912" y="5010701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4" name="object 704"/>
            <p:cNvSpPr/>
            <p:nvPr/>
          </p:nvSpPr>
          <p:spPr>
            <a:xfrm>
              <a:off x="790754" y="5193018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5" name="object 705"/>
            <p:cNvSpPr/>
            <p:nvPr/>
          </p:nvSpPr>
          <p:spPr>
            <a:xfrm>
              <a:off x="791912" y="51936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6" name="object 706"/>
            <p:cNvSpPr/>
            <p:nvPr/>
          </p:nvSpPr>
          <p:spPr>
            <a:xfrm>
              <a:off x="791912" y="519367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7" name="object 707"/>
            <p:cNvSpPr/>
            <p:nvPr/>
          </p:nvSpPr>
          <p:spPr>
            <a:xfrm>
              <a:off x="790754" y="5017836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8" name="object 708"/>
            <p:cNvSpPr/>
            <p:nvPr/>
          </p:nvSpPr>
          <p:spPr>
            <a:xfrm>
              <a:off x="791912" y="5018488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9" name="object 709"/>
            <p:cNvSpPr/>
            <p:nvPr/>
          </p:nvSpPr>
          <p:spPr>
            <a:xfrm>
              <a:off x="753477" y="5042490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70">
                  <a:moveTo>
                    <a:pt x="13974" y="0"/>
                  </a:moveTo>
                  <a:lnTo>
                    <a:pt x="0" y="0"/>
                  </a:lnTo>
                  <a:lnTo>
                    <a:pt x="0" y="166096"/>
                  </a:lnTo>
                  <a:lnTo>
                    <a:pt x="13974" y="16609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0" name="object 710"/>
            <p:cNvSpPr/>
            <p:nvPr/>
          </p:nvSpPr>
          <p:spPr>
            <a:xfrm>
              <a:off x="754636" y="5043149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79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1" name="object 711"/>
            <p:cNvSpPr/>
            <p:nvPr/>
          </p:nvSpPr>
          <p:spPr>
            <a:xfrm>
              <a:off x="8132947" y="5002914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2" name="object 712"/>
            <p:cNvSpPr/>
            <p:nvPr/>
          </p:nvSpPr>
          <p:spPr>
            <a:xfrm>
              <a:off x="8096846" y="5010044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3" name="object 713"/>
            <p:cNvSpPr/>
            <p:nvPr/>
          </p:nvSpPr>
          <p:spPr>
            <a:xfrm>
              <a:off x="8097987" y="5010701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4" name="object 714"/>
            <p:cNvSpPr/>
            <p:nvPr/>
          </p:nvSpPr>
          <p:spPr>
            <a:xfrm>
              <a:off x="8097987" y="5010701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5" name="object 715"/>
            <p:cNvSpPr/>
            <p:nvPr/>
          </p:nvSpPr>
          <p:spPr>
            <a:xfrm>
              <a:off x="8097987" y="51936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6" name="object 716"/>
            <p:cNvSpPr/>
            <p:nvPr/>
          </p:nvSpPr>
          <p:spPr>
            <a:xfrm>
              <a:off x="8096846" y="5017836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4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7" name="object 717"/>
            <p:cNvSpPr/>
            <p:nvPr/>
          </p:nvSpPr>
          <p:spPr>
            <a:xfrm>
              <a:off x="8097987" y="5018488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8" name="object 718"/>
            <p:cNvSpPr/>
            <p:nvPr/>
          </p:nvSpPr>
          <p:spPr>
            <a:xfrm>
              <a:off x="8131797" y="5042490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70">
                  <a:moveTo>
                    <a:pt x="13974" y="0"/>
                  </a:moveTo>
                  <a:lnTo>
                    <a:pt x="0" y="0"/>
                  </a:lnTo>
                  <a:lnTo>
                    <a:pt x="0" y="166096"/>
                  </a:lnTo>
                  <a:lnTo>
                    <a:pt x="13974" y="16609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9" name="object 719"/>
            <p:cNvSpPr/>
            <p:nvPr/>
          </p:nvSpPr>
          <p:spPr>
            <a:xfrm>
              <a:off x="753477" y="5208592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0" name="object 720"/>
            <p:cNvSpPr/>
            <p:nvPr/>
          </p:nvSpPr>
          <p:spPr>
            <a:xfrm>
              <a:off x="754636" y="5209239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1" name="object 721"/>
            <p:cNvSpPr/>
            <p:nvPr/>
          </p:nvSpPr>
          <p:spPr>
            <a:xfrm>
              <a:off x="8132947" y="5043149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79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2" name="object 722"/>
            <p:cNvSpPr/>
            <p:nvPr/>
          </p:nvSpPr>
          <p:spPr>
            <a:xfrm>
              <a:off x="790752" y="5208600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39">
                  <a:moveTo>
                    <a:pt x="13970" y="7785"/>
                  </a:moveTo>
                  <a:lnTo>
                    <a:pt x="0" y="7785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85"/>
                  </a:lnTo>
                  <a:close/>
                </a:path>
                <a:path w="7355205" h="40639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20"/>
                  </a:lnTo>
                  <a:lnTo>
                    <a:pt x="7355014" y="40220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3" name="object 723"/>
            <p:cNvSpPr/>
            <p:nvPr/>
          </p:nvSpPr>
          <p:spPr>
            <a:xfrm>
              <a:off x="791912" y="521702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4" name="object 724"/>
            <p:cNvSpPr/>
            <p:nvPr/>
          </p:nvSpPr>
          <p:spPr>
            <a:xfrm>
              <a:off x="790754" y="521638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5" name="object 725"/>
            <p:cNvSpPr/>
            <p:nvPr/>
          </p:nvSpPr>
          <p:spPr>
            <a:xfrm>
              <a:off x="791912" y="521702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6" name="object 726"/>
            <p:cNvSpPr/>
            <p:nvPr/>
          </p:nvSpPr>
          <p:spPr>
            <a:xfrm>
              <a:off x="790754" y="539804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7" name="object 727"/>
            <p:cNvSpPr/>
            <p:nvPr/>
          </p:nvSpPr>
          <p:spPr>
            <a:xfrm>
              <a:off x="791912" y="539869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8" name="object 728"/>
            <p:cNvSpPr/>
            <p:nvPr/>
          </p:nvSpPr>
          <p:spPr>
            <a:xfrm>
              <a:off x="791912" y="539869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9" name="object 729"/>
            <p:cNvSpPr/>
            <p:nvPr/>
          </p:nvSpPr>
          <p:spPr>
            <a:xfrm>
              <a:off x="790754" y="5224165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0" name="object 730"/>
            <p:cNvSpPr/>
            <p:nvPr/>
          </p:nvSpPr>
          <p:spPr>
            <a:xfrm>
              <a:off x="791912" y="522481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1" name="object 731"/>
            <p:cNvSpPr/>
            <p:nvPr/>
          </p:nvSpPr>
          <p:spPr>
            <a:xfrm>
              <a:off x="753477" y="5248818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2" name="object 732"/>
            <p:cNvSpPr/>
            <p:nvPr/>
          </p:nvSpPr>
          <p:spPr>
            <a:xfrm>
              <a:off x="754636" y="5249465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3" name="object 733"/>
            <p:cNvSpPr/>
            <p:nvPr/>
          </p:nvSpPr>
          <p:spPr>
            <a:xfrm>
              <a:off x="8132947" y="5209239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4" name="object 734"/>
            <p:cNvSpPr/>
            <p:nvPr/>
          </p:nvSpPr>
          <p:spPr>
            <a:xfrm>
              <a:off x="8096846" y="521638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5" name="object 735"/>
            <p:cNvSpPr/>
            <p:nvPr/>
          </p:nvSpPr>
          <p:spPr>
            <a:xfrm>
              <a:off x="8097987" y="521702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6" name="object 736"/>
            <p:cNvSpPr/>
            <p:nvPr/>
          </p:nvSpPr>
          <p:spPr>
            <a:xfrm>
              <a:off x="8097987" y="521702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7" name="object 737"/>
            <p:cNvSpPr/>
            <p:nvPr/>
          </p:nvSpPr>
          <p:spPr>
            <a:xfrm>
              <a:off x="8096846" y="539804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8" name="object 738"/>
            <p:cNvSpPr/>
            <p:nvPr/>
          </p:nvSpPr>
          <p:spPr>
            <a:xfrm>
              <a:off x="8097987" y="539869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9" name="object 739"/>
            <p:cNvSpPr/>
            <p:nvPr/>
          </p:nvSpPr>
          <p:spPr>
            <a:xfrm>
              <a:off x="8096846" y="539804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0" name="object 740"/>
            <p:cNvSpPr/>
            <p:nvPr/>
          </p:nvSpPr>
          <p:spPr>
            <a:xfrm>
              <a:off x="8097987" y="539869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1" name="object 741"/>
            <p:cNvSpPr/>
            <p:nvPr/>
          </p:nvSpPr>
          <p:spPr>
            <a:xfrm>
              <a:off x="8096846" y="5224165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2" name="object 742"/>
            <p:cNvSpPr/>
            <p:nvPr/>
          </p:nvSpPr>
          <p:spPr>
            <a:xfrm>
              <a:off x="8097987" y="522481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3" name="object 743"/>
            <p:cNvSpPr/>
            <p:nvPr/>
          </p:nvSpPr>
          <p:spPr>
            <a:xfrm>
              <a:off x="8131797" y="5248818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4" name="object 744"/>
            <p:cNvSpPr/>
            <p:nvPr/>
          </p:nvSpPr>
          <p:spPr>
            <a:xfrm>
              <a:off x="753477" y="5413621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5" name="object 745"/>
            <p:cNvSpPr/>
            <p:nvPr/>
          </p:nvSpPr>
          <p:spPr>
            <a:xfrm>
              <a:off x="754636" y="5414265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6" name="object 746"/>
            <p:cNvSpPr/>
            <p:nvPr/>
          </p:nvSpPr>
          <p:spPr>
            <a:xfrm>
              <a:off x="8132947" y="5249465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7" name="object 747"/>
            <p:cNvSpPr/>
            <p:nvPr/>
          </p:nvSpPr>
          <p:spPr>
            <a:xfrm>
              <a:off x="8131797" y="5413621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8" name="object 748"/>
            <p:cNvSpPr/>
            <p:nvPr/>
          </p:nvSpPr>
          <p:spPr>
            <a:xfrm>
              <a:off x="791912" y="542205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9" name="object 749"/>
            <p:cNvSpPr/>
            <p:nvPr/>
          </p:nvSpPr>
          <p:spPr>
            <a:xfrm>
              <a:off x="790754" y="5603076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0" name="object 750"/>
            <p:cNvSpPr/>
            <p:nvPr/>
          </p:nvSpPr>
          <p:spPr>
            <a:xfrm>
              <a:off x="791912" y="560371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1" name="object 751"/>
            <p:cNvSpPr/>
            <p:nvPr/>
          </p:nvSpPr>
          <p:spPr>
            <a:xfrm>
              <a:off x="791912" y="560371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2" name="object 752"/>
            <p:cNvSpPr/>
            <p:nvPr/>
          </p:nvSpPr>
          <p:spPr>
            <a:xfrm>
              <a:off x="790754" y="5429190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3" name="object 753"/>
            <p:cNvSpPr/>
            <p:nvPr/>
          </p:nvSpPr>
          <p:spPr>
            <a:xfrm>
              <a:off x="791912" y="5429840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4" name="object 754"/>
            <p:cNvSpPr/>
            <p:nvPr/>
          </p:nvSpPr>
          <p:spPr>
            <a:xfrm>
              <a:off x="753477" y="5453846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5" name="object 755"/>
            <p:cNvSpPr/>
            <p:nvPr/>
          </p:nvSpPr>
          <p:spPr>
            <a:xfrm>
              <a:off x="754636" y="5454500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6" name="object 756"/>
            <p:cNvSpPr/>
            <p:nvPr/>
          </p:nvSpPr>
          <p:spPr>
            <a:xfrm>
              <a:off x="8132947" y="5414265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7" name="object 757"/>
            <p:cNvSpPr/>
            <p:nvPr/>
          </p:nvSpPr>
          <p:spPr>
            <a:xfrm>
              <a:off x="8096846" y="542140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8" name="object 758"/>
            <p:cNvSpPr/>
            <p:nvPr/>
          </p:nvSpPr>
          <p:spPr>
            <a:xfrm>
              <a:off x="8097987" y="542205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8097987" y="542205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0" name="object 760"/>
            <p:cNvSpPr/>
            <p:nvPr/>
          </p:nvSpPr>
          <p:spPr>
            <a:xfrm>
              <a:off x="8097987" y="560371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1" name="object 761"/>
            <p:cNvSpPr/>
            <p:nvPr/>
          </p:nvSpPr>
          <p:spPr>
            <a:xfrm>
              <a:off x="8096846" y="5429190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2" name="object 762"/>
            <p:cNvSpPr/>
            <p:nvPr/>
          </p:nvSpPr>
          <p:spPr>
            <a:xfrm>
              <a:off x="8097987" y="5429840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3" name="object 763"/>
            <p:cNvSpPr/>
            <p:nvPr/>
          </p:nvSpPr>
          <p:spPr>
            <a:xfrm>
              <a:off x="8131797" y="5453846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4" name="object 764"/>
            <p:cNvSpPr/>
            <p:nvPr/>
          </p:nvSpPr>
          <p:spPr>
            <a:xfrm>
              <a:off x="753477" y="5618644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5" name="object 765"/>
            <p:cNvSpPr/>
            <p:nvPr/>
          </p:nvSpPr>
          <p:spPr>
            <a:xfrm>
              <a:off x="754636" y="5619292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6" name="object 766"/>
            <p:cNvSpPr/>
            <p:nvPr/>
          </p:nvSpPr>
          <p:spPr>
            <a:xfrm>
              <a:off x="8132947" y="5454500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7" name="object 767"/>
            <p:cNvSpPr/>
            <p:nvPr/>
          </p:nvSpPr>
          <p:spPr>
            <a:xfrm>
              <a:off x="8131797" y="5618644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8" name="object 768"/>
            <p:cNvSpPr/>
            <p:nvPr/>
          </p:nvSpPr>
          <p:spPr>
            <a:xfrm>
              <a:off x="791912" y="5627079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96"/>
                  </a:lnTo>
                </a:path>
                <a:path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9" name="object 769"/>
            <p:cNvSpPr/>
            <p:nvPr/>
          </p:nvSpPr>
          <p:spPr>
            <a:xfrm>
              <a:off x="790754" y="5809430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0" name="object 770"/>
            <p:cNvSpPr/>
            <p:nvPr/>
          </p:nvSpPr>
          <p:spPr>
            <a:xfrm>
              <a:off x="791912" y="581008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1" name="object 771"/>
            <p:cNvSpPr/>
            <p:nvPr/>
          </p:nvSpPr>
          <p:spPr>
            <a:xfrm>
              <a:off x="791912" y="581008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2" name="object 772"/>
            <p:cNvSpPr/>
            <p:nvPr/>
          </p:nvSpPr>
          <p:spPr>
            <a:xfrm>
              <a:off x="790754" y="5634249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3" name="object 773"/>
            <p:cNvSpPr/>
            <p:nvPr/>
          </p:nvSpPr>
          <p:spPr>
            <a:xfrm>
              <a:off x="791912" y="5634866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914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4" name="object 774"/>
            <p:cNvSpPr/>
            <p:nvPr/>
          </p:nvSpPr>
          <p:spPr>
            <a:xfrm>
              <a:off x="753477" y="5658906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70">
                  <a:moveTo>
                    <a:pt x="13974" y="0"/>
                  </a:moveTo>
                  <a:lnTo>
                    <a:pt x="0" y="0"/>
                  </a:lnTo>
                  <a:lnTo>
                    <a:pt x="0" y="166096"/>
                  </a:lnTo>
                  <a:lnTo>
                    <a:pt x="13974" y="16609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5" name="object 775"/>
            <p:cNvSpPr/>
            <p:nvPr/>
          </p:nvSpPr>
          <p:spPr>
            <a:xfrm>
              <a:off x="754636" y="5659526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82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6" name="object 776"/>
            <p:cNvSpPr/>
            <p:nvPr/>
          </p:nvSpPr>
          <p:spPr>
            <a:xfrm>
              <a:off x="8132947" y="5619292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7" name="object 777"/>
            <p:cNvSpPr/>
            <p:nvPr/>
          </p:nvSpPr>
          <p:spPr>
            <a:xfrm>
              <a:off x="8096846" y="562643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8" name="object 778"/>
            <p:cNvSpPr/>
            <p:nvPr/>
          </p:nvSpPr>
          <p:spPr>
            <a:xfrm>
              <a:off x="8097987" y="5627079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9" name="object 779"/>
            <p:cNvSpPr/>
            <p:nvPr/>
          </p:nvSpPr>
          <p:spPr>
            <a:xfrm>
              <a:off x="8097987" y="5627079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0" name="object 780"/>
            <p:cNvSpPr/>
            <p:nvPr/>
          </p:nvSpPr>
          <p:spPr>
            <a:xfrm>
              <a:off x="8097987" y="581008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1" name="object 781"/>
            <p:cNvSpPr/>
            <p:nvPr/>
          </p:nvSpPr>
          <p:spPr>
            <a:xfrm>
              <a:off x="8096846" y="5634249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4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2" name="object 782"/>
            <p:cNvSpPr/>
            <p:nvPr/>
          </p:nvSpPr>
          <p:spPr>
            <a:xfrm>
              <a:off x="8097987" y="5634866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91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3" name="object 783"/>
            <p:cNvSpPr/>
            <p:nvPr/>
          </p:nvSpPr>
          <p:spPr>
            <a:xfrm>
              <a:off x="8131797" y="5658906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70">
                  <a:moveTo>
                    <a:pt x="13974" y="0"/>
                  </a:moveTo>
                  <a:lnTo>
                    <a:pt x="0" y="0"/>
                  </a:lnTo>
                  <a:lnTo>
                    <a:pt x="0" y="166096"/>
                  </a:lnTo>
                  <a:lnTo>
                    <a:pt x="13974" y="16609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4" name="object 784"/>
            <p:cNvSpPr/>
            <p:nvPr/>
          </p:nvSpPr>
          <p:spPr>
            <a:xfrm>
              <a:off x="753477" y="5825003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5" name="object 785"/>
            <p:cNvSpPr/>
            <p:nvPr/>
          </p:nvSpPr>
          <p:spPr>
            <a:xfrm>
              <a:off x="754636" y="5825654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6" name="object 786"/>
            <p:cNvSpPr/>
            <p:nvPr/>
          </p:nvSpPr>
          <p:spPr>
            <a:xfrm>
              <a:off x="8132947" y="5659526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82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7" name="object 787"/>
            <p:cNvSpPr/>
            <p:nvPr/>
          </p:nvSpPr>
          <p:spPr>
            <a:xfrm>
              <a:off x="790752" y="5825007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39">
                  <a:moveTo>
                    <a:pt x="13970" y="7785"/>
                  </a:moveTo>
                  <a:lnTo>
                    <a:pt x="0" y="7785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85"/>
                  </a:lnTo>
                  <a:close/>
                </a:path>
                <a:path w="7355205" h="40639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33"/>
                  </a:lnTo>
                  <a:lnTo>
                    <a:pt x="7355014" y="40233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8" name="object 788"/>
            <p:cNvSpPr/>
            <p:nvPr/>
          </p:nvSpPr>
          <p:spPr>
            <a:xfrm>
              <a:off x="791912" y="583344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9" name="object 789"/>
            <p:cNvSpPr/>
            <p:nvPr/>
          </p:nvSpPr>
          <p:spPr>
            <a:xfrm>
              <a:off x="790754" y="583278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0" name="object 790"/>
            <p:cNvSpPr/>
            <p:nvPr/>
          </p:nvSpPr>
          <p:spPr>
            <a:xfrm>
              <a:off x="791912" y="583344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1" name="object 791"/>
            <p:cNvSpPr/>
            <p:nvPr/>
          </p:nvSpPr>
          <p:spPr>
            <a:xfrm>
              <a:off x="790754" y="601445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2" name="object 792"/>
            <p:cNvSpPr/>
            <p:nvPr/>
          </p:nvSpPr>
          <p:spPr>
            <a:xfrm>
              <a:off x="791912" y="601510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3" name="object 793"/>
            <p:cNvSpPr/>
            <p:nvPr/>
          </p:nvSpPr>
          <p:spPr>
            <a:xfrm>
              <a:off x="791912" y="601510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4" name="object 794"/>
            <p:cNvSpPr/>
            <p:nvPr/>
          </p:nvSpPr>
          <p:spPr>
            <a:xfrm>
              <a:off x="790754" y="5840576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5" name="object 795"/>
            <p:cNvSpPr/>
            <p:nvPr/>
          </p:nvSpPr>
          <p:spPr>
            <a:xfrm>
              <a:off x="791912" y="5841228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4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6" name="object 796"/>
            <p:cNvSpPr/>
            <p:nvPr/>
          </p:nvSpPr>
          <p:spPr>
            <a:xfrm>
              <a:off x="753477" y="5865232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7" name="object 797"/>
            <p:cNvSpPr/>
            <p:nvPr/>
          </p:nvSpPr>
          <p:spPr>
            <a:xfrm>
              <a:off x="754636" y="5865879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8" name="object 798"/>
            <p:cNvSpPr/>
            <p:nvPr/>
          </p:nvSpPr>
          <p:spPr>
            <a:xfrm>
              <a:off x="8132947" y="5825654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9" name="object 799"/>
            <p:cNvSpPr/>
            <p:nvPr/>
          </p:nvSpPr>
          <p:spPr>
            <a:xfrm>
              <a:off x="8096846" y="583278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0" name="object 800"/>
            <p:cNvSpPr/>
            <p:nvPr/>
          </p:nvSpPr>
          <p:spPr>
            <a:xfrm>
              <a:off x="8097987" y="583344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1" name="object 801"/>
            <p:cNvSpPr/>
            <p:nvPr/>
          </p:nvSpPr>
          <p:spPr>
            <a:xfrm>
              <a:off x="8097987" y="5833441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2" name="object 802"/>
            <p:cNvSpPr/>
            <p:nvPr/>
          </p:nvSpPr>
          <p:spPr>
            <a:xfrm>
              <a:off x="8097987" y="601510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9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3" name="object 803"/>
            <p:cNvSpPr/>
            <p:nvPr/>
          </p:nvSpPr>
          <p:spPr>
            <a:xfrm>
              <a:off x="8096846" y="5840576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4" name="object 804"/>
            <p:cNvSpPr/>
            <p:nvPr/>
          </p:nvSpPr>
          <p:spPr>
            <a:xfrm>
              <a:off x="8097987" y="5841228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5" name="object 805"/>
            <p:cNvSpPr/>
            <p:nvPr/>
          </p:nvSpPr>
          <p:spPr>
            <a:xfrm>
              <a:off x="8131797" y="5865232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6" name="object 806"/>
            <p:cNvSpPr/>
            <p:nvPr/>
          </p:nvSpPr>
          <p:spPr>
            <a:xfrm>
              <a:off x="753477" y="6030028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7" name="object 807"/>
            <p:cNvSpPr/>
            <p:nvPr/>
          </p:nvSpPr>
          <p:spPr>
            <a:xfrm>
              <a:off x="754636" y="6030679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8" name="object 808"/>
            <p:cNvSpPr/>
            <p:nvPr/>
          </p:nvSpPr>
          <p:spPr>
            <a:xfrm>
              <a:off x="8132947" y="5865879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9" name="object 809"/>
            <p:cNvSpPr/>
            <p:nvPr/>
          </p:nvSpPr>
          <p:spPr>
            <a:xfrm>
              <a:off x="790752" y="6030036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39">
                  <a:moveTo>
                    <a:pt x="13970" y="7785"/>
                  </a:moveTo>
                  <a:lnTo>
                    <a:pt x="0" y="7785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85"/>
                  </a:lnTo>
                  <a:close/>
                </a:path>
                <a:path w="7355205" h="40639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20"/>
                  </a:lnTo>
                  <a:lnTo>
                    <a:pt x="7355014" y="40220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0" name="object 810"/>
            <p:cNvSpPr/>
            <p:nvPr/>
          </p:nvSpPr>
          <p:spPr>
            <a:xfrm>
              <a:off x="791912" y="6038463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1" name="object 811"/>
            <p:cNvSpPr/>
            <p:nvPr/>
          </p:nvSpPr>
          <p:spPr>
            <a:xfrm>
              <a:off x="790754" y="603781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2" name="object 812"/>
            <p:cNvSpPr/>
            <p:nvPr/>
          </p:nvSpPr>
          <p:spPr>
            <a:xfrm>
              <a:off x="791912" y="6038463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3" name="object 813"/>
            <p:cNvSpPr/>
            <p:nvPr/>
          </p:nvSpPr>
          <p:spPr>
            <a:xfrm>
              <a:off x="790754" y="621948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4" name="object 814"/>
            <p:cNvSpPr/>
            <p:nvPr/>
          </p:nvSpPr>
          <p:spPr>
            <a:xfrm>
              <a:off x="791912" y="622013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5" name="object 815"/>
            <p:cNvSpPr/>
            <p:nvPr/>
          </p:nvSpPr>
          <p:spPr>
            <a:xfrm>
              <a:off x="791912" y="622013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6" name="object 816"/>
            <p:cNvSpPr/>
            <p:nvPr/>
          </p:nvSpPr>
          <p:spPr>
            <a:xfrm>
              <a:off x="790754" y="6045601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7" name="object 817"/>
            <p:cNvSpPr/>
            <p:nvPr/>
          </p:nvSpPr>
          <p:spPr>
            <a:xfrm>
              <a:off x="791912" y="604625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8" name="object 818"/>
            <p:cNvSpPr/>
            <p:nvPr/>
          </p:nvSpPr>
          <p:spPr>
            <a:xfrm>
              <a:off x="753477" y="6070257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9" name="object 819"/>
            <p:cNvSpPr/>
            <p:nvPr/>
          </p:nvSpPr>
          <p:spPr>
            <a:xfrm>
              <a:off x="754636" y="6070907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2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0" name="object 820"/>
            <p:cNvSpPr/>
            <p:nvPr/>
          </p:nvSpPr>
          <p:spPr>
            <a:xfrm>
              <a:off x="8132947" y="6030679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1" name="object 821"/>
            <p:cNvSpPr/>
            <p:nvPr/>
          </p:nvSpPr>
          <p:spPr>
            <a:xfrm>
              <a:off x="8096846" y="603781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2" name="object 822"/>
            <p:cNvSpPr/>
            <p:nvPr/>
          </p:nvSpPr>
          <p:spPr>
            <a:xfrm>
              <a:off x="8097987" y="6038463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3" name="object 823"/>
            <p:cNvSpPr/>
            <p:nvPr/>
          </p:nvSpPr>
          <p:spPr>
            <a:xfrm>
              <a:off x="8097987" y="603846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4" name="object 824"/>
            <p:cNvSpPr/>
            <p:nvPr/>
          </p:nvSpPr>
          <p:spPr>
            <a:xfrm>
              <a:off x="8097987" y="622013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9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5" name="object 825"/>
            <p:cNvSpPr/>
            <p:nvPr/>
          </p:nvSpPr>
          <p:spPr>
            <a:xfrm>
              <a:off x="8096846" y="6045601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4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6" name="object 826"/>
            <p:cNvSpPr/>
            <p:nvPr/>
          </p:nvSpPr>
          <p:spPr>
            <a:xfrm>
              <a:off x="8097987" y="604625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7" name="object 827"/>
            <p:cNvSpPr/>
            <p:nvPr/>
          </p:nvSpPr>
          <p:spPr>
            <a:xfrm>
              <a:off x="8131797" y="6070257"/>
              <a:ext cx="13970" cy="165100"/>
            </a:xfrm>
            <a:custGeom>
              <a:avLst/>
              <a:gdLst/>
              <a:ahLst/>
              <a:cxnLst/>
              <a:rect l="l" t="t" r="r" b="b"/>
              <a:pathLst>
                <a:path w="13970" h="165100">
                  <a:moveTo>
                    <a:pt x="13974" y="0"/>
                  </a:moveTo>
                  <a:lnTo>
                    <a:pt x="0" y="0"/>
                  </a:lnTo>
                  <a:lnTo>
                    <a:pt x="0" y="164797"/>
                  </a:lnTo>
                  <a:lnTo>
                    <a:pt x="13974" y="164797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8" name="object 828"/>
            <p:cNvSpPr/>
            <p:nvPr/>
          </p:nvSpPr>
          <p:spPr>
            <a:xfrm>
              <a:off x="753477" y="6235054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8"/>
                  </a:lnTo>
                  <a:lnTo>
                    <a:pt x="13974" y="4022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9" name="object 829"/>
            <p:cNvSpPr/>
            <p:nvPr/>
          </p:nvSpPr>
          <p:spPr>
            <a:xfrm>
              <a:off x="754636" y="6235704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0" name="object 830"/>
            <p:cNvSpPr/>
            <p:nvPr/>
          </p:nvSpPr>
          <p:spPr>
            <a:xfrm>
              <a:off x="8132947" y="6070907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0"/>
                  </a:moveTo>
                  <a:lnTo>
                    <a:pt x="0" y="163502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1" name="object 831"/>
            <p:cNvSpPr/>
            <p:nvPr/>
          </p:nvSpPr>
          <p:spPr>
            <a:xfrm>
              <a:off x="790752" y="6235065"/>
              <a:ext cx="7355205" cy="40640"/>
            </a:xfrm>
            <a:custGeom>
              <a:avLst/>
              <a:gdLst/>
              <a:ahLst/>
              <a:cxnLst/>
              <a:rect l="l" t="t" r="r" b="b"/>
              <a:pathLst>
                <a:path w="7355205" h="40639">
                  <a:moveTo>
                    <a:pt x="13970" y="7785"/>
                  </a:moveTo>
                  <a:lnTo>
                    <a:pt x="0" y="7785"/>
                  </a:lnTo>
                  <a:lnTo>
                    <a:pt x="0" y="15570"/>
                  </a:lnTo>
                  <a:lnTo>
                    <a:pt x="13970" y="15570"/>
                  </a:lnTo>
                  <a:lnTo>
                    <a:pt x="13970" y="7785"/>
                  </a:lnTo>
                  <a:close/>
                </a:path>
                <a:path w="7355205" h="40639">
                  <a:moveTo>
                    <a:pt x="7355014" y="0"/>
                  </a:moveTo>
                  <a:lnTo>
                    <a:pt x="7341044" y="0"/>
                  </a:lnTo>
                  <a:lnTo>
                    <a:pt x="7341044" y="40220"/>
                  </a:lnTo>
                  <a:lnTo>
                    <a:pt x="7355014" y="40220"/>
                  </a:lnTo>
                  <a:lnTo>
                    <a:pt x="735501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2" name="object 832"/>
            <p:cNvSpPr/>
            <p:nvPr/>
          </p:nvSpPr>
          <p:spPr>
            <a:xfrm>
              <a:off x="791912" y="6243493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3" name="object 833"/>
            <p:cNvSpPr/>
            <p:nvPr/>
          </p:nvSpPr>
          <p:spPr>
            <a:xfrm>
              <a:off x="790754" y="6242843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4" name="object 834"/>
            <p:cNvSpPr/>
            <p:nvPr/>
          </p:nvSpPr>
          <p:spPr>
            <a:xfrm>
              <a:off x="791912" y="6243493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5" name="object 835"/>
            <p:cNvSpPr/>
            <p:nvPr/>
          </p:nvSpPr>
          <p:spPr>
            <a:xfrm>
              <a:off x="790754" y="6426070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6" name="object 836"/>
            <p:cNvSpPr/>
            <p:nvPr/>
          </p:nvSpPr>
          <p:spPr>
            <a:xfrm>
              <a:off x="791912" y="642672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4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7" name="object 837"/>
            <p:cNvSpPr/>
            <p:nvPr/>
          </p:nvSpPr>
          <p:spPr>
            <a:xfrm>
              <a:off x="791912" y="642672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8" name="object 838"/>
            <p:cNvSpPr/>
            <p:nvPr/>
          </p:nvSpPr>
          <p:spPr>
            <a:xfrm>
              <a:off x="790754" y="6250626"/>
              <a:ext cx="13970" cy="175895"/>
            </a:xfrm>
            <a:custGeom>
              <a:avLst/>
              <a:gdLst/>
              <a:ahLst/>
              <a:cxnLst/>
              <a:rect l="l" t="t" r="r" b="b"/>
              <a:pathLst>
                <a:path w="13970" h="175895">
                  <a:moveTo>
                    <a:pt x="13974" y="0"/>
                  </a:moveTo>
                  <a:lnTo>
                    <a:pt x="0" y="0"/>
                  </a:lnTo>
                  <a:lnTo>
                    <a:pt x="0" y="175444"/>
                  </a:lnTo>
                  <a:lnTo>
                    <a:pt x="13974" y="175444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9" name="object 839"/>
            <p:cNvSpPr/>
            <p:nvPr/>
          </p:nvSpPr>
          <p:spPr>
            <a:xfrm>
              <a:off x="791912" y="6251277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143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0" name="object 840"/>
            <p:cNvSpPr/>
            <p:nvPr/>
          </p:nvSpPr>
          <p:spPr>
            <a:xfrm>
              <a:off x="753477" y="6275283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70">
                  <a:moveTo>
                    <a:pt x="13974" y="0"/>
                  </a:moveTo>
                  <a:lnTo>
                    <a:pt x="0" y="0"/>
                  </a:lnTo>
                  <a:lnTo>
                    <a:pt x="0" y="166359"/>
                  </a:lnTo>
                  <a:lnTo>
                    <a:pt x="13974" y="166359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1" name="object 841"/>
            <p:cNvSpPr/>
            <p:nvPr/>
          </p:nvSpPr>
          <p:spPr>
            <a:xfrm>
              <a:off x="754636" y="6275933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506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2" name="object 842"/>
            <p:cNvSpPr/>
            <p:nvPr/>
          </p:nvSpPr>
          <p:spPr>
            <a:xfrm>
              <a:off x="8132947" y="6235704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2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3" name="object 843"/>
            <p:cNvSpPr/>
            <p:nvPr/>
          </p:nvSpPr>
          <p:spPr>
            <a:xfrm>
              <a:off x="8096846" y="6242843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4" name="object 844"/>
            <p:cNvSpPr/>
            <p:nvPr/>
          </p:nvSpPr>
          <p:spPr>
            <a:xfrm>
              <a:off x="8097987" y="6243493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5" name="object 845"/>
            <p:cNvSpPr/>
            <p:nvPr/>
          </p:nvSpPr>
          <p:spPr>
            <a:xfrm>
              <a:off x="8097987" y="624349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6" name="object 846"/>
            <p:cNvSpPr/>
            <p:nvPr/>
          </p:nvSpPr>
          <p:spPr>
            <a:xfrm>
              <a:off x="8097987" y="642672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4"/>
                  </a:lnTo>
                </a:path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7" name="object 847"/>
            <p:cNvSpPr/>
            <p:nvPr/>
          </p:nvSpPr>
          <p:spPr>
            <a:xfrm>
              <a:off x="8096846" y="6250626"/>
              <a:ext cx="14604" cy="175895"/>
            </a:xfrm>
            <a:custGeom>
              <a:avLst/>
              <a:gdLst/>
              <a:ahLst/>
              <a:cxnLst/>
              <a:rect l="l" t="t" r="r" b="b"/>
              <a:pathLst>
                <a:path w="14604" h="175895">
                  <a:moveTo>
                    <a:pt x="13979" y="0"/>
                  </a:moveTo>
                  <a:lnTo>
                    <a:pt x="0" y="0"/>
                  </a:lnTo>
                  <a:lnTo>
                    <a:pt x="0" y="175444"/>
                  </a:lnTo>
                  <a:lnTo>
                    <a:pt x="13979" y="175444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8" name="object 848"/>
            <p:cNvSpPr/>
            <p:nvPr/>
          </p:nvSpPr>
          <p:spPr>
            <a:xfrm>
              <a:off x="8097987" y="6251277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143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9" name="object 849"/>
            <p:cNvSpPr/>
            <p:nvPr/>
          </p:nvSpPr>
          <p:spPr>
            <a:xfrm>
              <a:off x="8131797" y="6275283"/>
              <a:ext cx="13970" cy="166370"/>
            </a:xfrm>
            <a:custGeom>
              <a:avLst/>
              <a:gdLst/>
              <a:ahLst/>
              <a:cxnLst/>
              <a:rect l="l" t="t" r="r" b="b"/>
              <a:pathLst>
                <a:path w="13970" h="166370">
                  <a:moveTo>
                    <a:pt x="13974" y="0"/>
                  </a:moveTo>
                  <a:lnTo>
                    <a:pt x="0" y="0"/>
                  </a:lnTo>
                  <a:lnTo>
                    <a:pt x="0" y="166359"/>
                  </a:lnTo>
                  <a:lnTo>
                    <a:pt x="13974" y="166359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0" name="object 850"/>
            <p:cNvSpPr/>
            <p:nvPr/>
          </p:nvSpPr>
          <p:spPr>
            <a:xfrm>
              <a:off x="8132947" y="6275933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506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1" name="object 851"/>
            <p:cNvSpPr/>
            <p:nvPr/>
          </p:nvSpPr>
          <p:spPr>
            <a:xfrm>
              <a:off x="1636915" y="151788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2" name="object 852"/>
            <p:cNvSpPr/>
            <p:nvPr/>
          </p:nvSpPr>
          <p:spPr>
            <a:xfrm>
              <a:off x="1638074" y="151854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3" name="object 853"/>
            <p:cNvSpPr/>
            <p:nvPr/>
          </p:nvSpPr>
          <p:spPr>
            <a:xfrm>
              <a:off x="1636915" y="151788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4" name="object 854"/>
            <p:cNvSpPr/>
            <p:nvPr/>
          </p:nvSpPr>
          <p:spPr>
            <a:xfrm>
              <a:off x="1638074" y="151854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5" name="object 855"/>
            <p:cNvSpPr/>
            <p:nvPr/>
          </p:nvSpPr>
          <p:spPr>
            <a:xfrm>
              <a:off x="1650898" y="1517887"/>
              <a:ext cx="3978275" cy="8255"/>
            </a:xfrm>
            <a:custGeom>
              <a:avLst/>
              <a:gdLst/>
              <a:ahLst/>
              <a:cxnLst/>
              <a:rect l="l" t="t" r="r" b="b"/>
              <a:pathLst>
                <a:path w="3978275" h="8255">
                  <a:moveTo>
                    <a:pt x="3978236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3978236" y="7788"/>
                  </a:lnTo>
                  <a:lnTo>
                    <a:pt x="3978236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6" name="object 856"/>
            <p:cNvSpPr/>
            <p:nvPr/>
          </p:nvSpPr>
          <p:spPr>
            <a:xfrm>
              <a:off x="1652054" y="1518540"/>
              <a:ext cx="3976370" cy="0"/>
            </a:xfrm>
            <a:custGeom>
              <a:avLst/>
              <a:gdLst/>
              <a:ahLst/>
              <a:cxnLst/>
              <a:rect l="l" t="t" r="r" b="b"/>
              <a:pathLst>
                <a:path w="3976370">
                  <a:moveTo>
                    <a:pt x="0" y="0"/>
                  </a:moveTo>
                  <a:lnTo>
                    <a:pt x="3976015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7" name="object 857"/>
            <p:cNvSpPr/>
            <p:nvPr/>
          </p:nvSpPr>
          <p:spPr>
            <a:xfrm>
              <a:off x="5629249" y="151788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8" name="object 858"/>
            <p:cNvSpPr/>
            <p:nvPr/>
          </p:nvSpPr>
          <p:spPr>
            <a:xfrm>
              <a:off x="5630403" y="151854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9" name="object 859"/>
            <p:cNvSpPr/>
            <p:nvPr/>
          </p:nvSpPr>
          <p:spPr>
            <a:xfrm>
              <a:off x="5629249" y="151788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0" name="object 860"/>
            <p:cNvSpPr/>
            <p:nvPr/>
          </p:nvSpPr>
          <p:spPr>
            <a:xfrm>
              <a:off x="5630403" y="151854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1" name="object 861"/>
            <p:cNvSpPr/>
            <p:nvPr/>
          </p:nvSpPr>
          <p:spPr>
            <a:xfrm>
              <a:off x="1638074" y="170021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2" name="object 862"/>
            <p:cNvSpPr/>
            <p:nvPr/>
          </p:nvSpPr>
          <p:spPr>
            <a:xfrm>
              <a:off x="1636915" y="1525671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3" name="object 863"/>
            <p:cNvSpPr/>
            <p:nvPr/>
          </p:nvSpPr>
          <p:spPr>
            <a:xfrm>
              <a:off x="1638074" y="152632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7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4" name="object 864"/>
            <p:cNvSpPr/>
            <p:nvPr/>
          </p:nvSpPr>
          <p:spPr>
            <a:xfrm>
              <a:off x="5630403" y="170021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5" name="object 865"/>
            <p:cNvSpPr/>
            <p:nvPr/>
          </p:nvSpPr>
          <p:spPr>
            <a:xfrm>
              <a:off x="5629249" y="1525671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6" name="object 866"/>
            <p:cNvSpPr/>
            <p:nvPr/>
          </p:nvSpPr>
          <p:spPr>
            <a:xfrm>
              <a:off x="5630403" y="152632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7" name="object 867"/>
            <p:cNvSpPr/>
            <p:nvPr/>
          </p:nvSpPr>
          <p:spPr>
            <a:xfrm>
              <a:off x="5673522" y="151788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8" name="object 868"/>
            <p:cNvSpPr/>
            <p:nvPr/>
          </p:nvSpPr>
          <p:spPr>
            <a:xfrm>
              <a:off x="5674678" y="151854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9" name="object 869"/>
            <p:cNvSpPr/>
            <p:nvPr/>
          </p:nvSpPr>
          <p:spPr>
            <a:xfrm>
              <a:off x="5673522" y="151788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0" name="object 870"/>
            <p:cNvSpPr/>
            <p:nvPr/>
          </p:nvSpPr>
          <p:spPr>
            <a:xfrm>
              <a:off x="5674678" y="151854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1" name="object 871"/>
            <p:cNvSpPr/>
            <p:nvPr/>
          </p:nvSpPr>
          <p:spPr>
            <a:xfrm>
              <a:off x="5687491" y="1517887"/>
              <a:ext cx="859790" cy="8255"/>
            </a:xfrm>
            <a:custGeom>
              <a:avLst/>
              <a:gdLst/>
              <a:ahLst/>
              <a:cxnLst/>
              <a:rect l="l" t="t" r="r" b="b"/>
              <a:pathLst>
                <a:path w="859790" h="8255">
                  <a:moveTo>
                    <a:pt x="859675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859675" y="7788"/>
                  </a:lnTo>
                  <a:lnTo>
                    <a:pt x="859675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2" name="object 872"/>
            <p:cNvSpPr/>
            <p:nvPr/>
          </p:nvSpPr>
          <p:spPr>
            <a:xfrm>
              <a:off x="5688658" y="1518540"/>
              <a:ext cx="857885" cy="0"/>
            </a:xfrm>
            <a:custGeom>
              <a:avLst/>
              <a:gdLst/>
              <a:ahLst/>
              <a:cxnLst/>
              <a:rect l="l" t="t" r="r" b="b"/>
              <a:pathLst>
                <a:path w="857884">
                  <a:moveTo>
                    <a:pt x="0" y="0"/>
                  </a:moveTo>
                  <a:lnTo>
                    <a:pt x="857341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3" name="object 873"/>
            <p:cNvSpPr/>
            <p:nvPr/>
          </p:nvSpPr>
          <p:spPr>
            <a:xfrm>
              <a:off x="5674678" y="170021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4" name="object 874"/>
            <p:cNvSpPr/>
            <p:nvPr/>
          </p:nvSpPr>
          <p:spPr>
            <a:xfrm>
              <a:off x="5673522" y="1525671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5" name="object 875"/>
            <p:cNvSpPr/>
            <p:nvPr/>
          </p:nvSpPr>
          <p:spPr>
            <a:xfrm>
              <a:off x="5674678" y="152632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7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6" name="object 876"/>
            <p:cNvSpPr/>
            <p:nvPr/>
          </p:nvSpPr>
          <p:spPr>
            <a:xfrm>
              <a:off x="1594980" y="172292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7" name="object 877"/>
            <p:cNvSpPr/>
            <p:nvPr/>
          </p:nvSpPr>
          <p:spPr>
            <a:xfrm>
              <a:off x="1596143" y="172356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8" name="object 878"/>
            <p:cNvSpPr/>
            <p:nvPr/>
          </p:nvSpPr>
          <p:spPr>
            <a:xfrm>
              <a:off x="1594980" y="190458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9" name="object 879"/>
            <p:cNvSpPr/>
            <p:nvPr/>
          </p:nvSpPr>
          <p:spPr>
            <a:xfrm>
              <a:off x="1596143" y="190523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0" name="object 880"/>
            <p:cNvSpPr/>
            <p:nvPr/>
          </p:nvSpPr>
          <p:spPr>
            <a:xfrm>
              <a:off x="1594980" y="190458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1" name="object 881"/>
            <p:cNvSpPr/>
            <p:nvPr/>
          </p:nvSpPr>
          <p:spPr>
            <a:xfrm>
              <a:off x="1596143" y="190523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2" name="object 882"/>
            <p:cNvSpPr/>
            <p:nvPr/>
          </p:nvSpPr>
          <p:spPr>
            <a:xfrm>
              <a:off x="1594980" y="1730707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3" name="object 883"/>
            <p:cNvSpPr/>
            <p:nvPr/>
          </p:nvSpPr>
          <p:spPr>
            <a:xfrm>
              <a:off x="1596143" y="173135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4" name="object 884"/>
            <p:cNvSpPr/>
            <p:nvPr/>
          </p:nvSpPr>
          <p:spPr>
            <a:xfrm>
              <a:off x="5629249" y="172292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5" name="object 885"/>
            <p:cNvSpPr/>
            <p:nvPr/>
          </p:nvSpPr>
          <p:spPr>
            <a:xfrm>
              <a:off x="1638074" y="1723566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4">
                  <a:moveTo>
                    <a:pt x="3992328" y="0"/>
                  </a:moveTo>
                  <a:lnTo>
                    <a:pt x="4003976" y="0"/>
                  </a:lnTo>
                </a:path>
                <a:path w="4004310" h="188594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4">
                  <a:moveTo>
                    <a:pt x="0" y="181665"/>
                  </a:moveTo>
                  <a:lnTo>
                    <a:pt x="0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6" name="object 886"/>
            <p:cNvSpPr/>
            <p:nvPr/>
          </p:nvSpPr>
          <p:spPr>
            <a:xfrm>
              <a:off x="5629249" y="190458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7" name="object 887"/>
            <p:cNvSpPr/>
            <p:nvPr/>
          </p:nvSpPr>
          <p:spPr>
            <a:xfrm>
              <a:off x="5630403" y="190523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8" name="object 888"/>
            <p:cNvSpPr/>
            <p:nvPr/>
          </p:nvSpPr>
          <p:spPr>
            <a:xfrm>
              <a:off x="5629249" y="190458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9" name="object 889"/>
            <p:cNvSpPr/>
            <p:nvPr/>
          </p:nvSpPr>
          <p:spPr>
            <a:xfrm>
              <a:off x="5630403" y="190523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0" name="object 890"/>
            <p:cNvSpPr/>
            <p:nvPr/>
          </p:nvSpPr>
          <p:spPr>
            <a:xfrm>
              <a:off x="1636915" y="1730707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1" name="object 891"/>
            <p:cNvSpPr/>
            <p:nvPr/>
          </p:nvSpPr>
          <p:spPr>
            <a:xfrm>
              <a:off x="1638074" y="173135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2" name="object 892"/>
            <p:cNvSpPr/>
            <p:nvPr/>
          </p:nvSpPr>
          <p:spPr>
            <a:xfrm>
              <a:off x="5629249" y="1730707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3" name="object 893"/>
            <p:cNvSpPr/>
            <p:nvPr/>
          </p:nvSpPr>
          <p:spPr>
            <a:xfrm>
              <a:off x="5630403" y="1731353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7"/>
                  </a:lnTo>
                </a:path>
                <a:path w="44450" h="180975">
                  <a:moveTo>
                    <a:pt x="44274" y="173877"/>
                  </a:moveTo>
                  <a:lnTo>
                    <a:pt x="44274" y="18037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4" name="object 894"/>
            <p:cNvSpPr/>
            <p:nvPr/>
          </p:nvSpPr>
          <p:spPr>
            <a:xfrm>
              <a:off x="5673522" y="1730707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5" name="object 895"/>
            <p:cNvSpPr/>
            <p:nvPr/>
          </p:nvSpPr>
          <p:spPr>
            <a:xfrm>
              <a:off x="5674678" y="173135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6" name="object 896"/>
            <p:cNvSpPr/>
            <p:nvPr/>
          </p:nvSpPr>
          <p:spPr>
            <a:xfrm>
              <a:off x="1594980" y="1927950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7" name="object 897"/>
            <p:cNvSpPr/>
            <p:nvPr/>
          </p:nvSpPr>
          <p:spPr>
            <a:xfrm>
              <a:off x="1596143" y="1928592"/>
              <a:ext cx="12065" cy="189865"/>
            </a:xfrm>
            <a:custGeom>
              <a:avLst/>
              <a:gdLst/>
              <a:ahLst/>
              <a:cxnLst/>
              <a:rect l="l" t="t" r="r" b="b"/>
              <a:pathLst>
                <a:path w="12065" h="189864">
                  <a:moveTo>
                    <a:pt x="0" y="0"/>
                  </a:moveTo>
                  <a:lnTo>
                    <a:pt x="11647" y="0"/>
                  </a:lnTo>
                </a:path>
                <a:path w="12065" h="189864">
                  <a:moveTo>
                    <a:pt x="0" y="0"/>
                  </a:moveTo>
                  <a:lnTo>
                    <a:pt x="0" y="6487"/>
                  </a:lnTo>
                </a:path>
                <a:path w="12065" h="189864">
                  <a:moveTo>
                    <a:pt x="0" y="182964"/>
                  </a:moveTo>
                  <a:lnTo>
                    <a:pt x="11647" y="182964"/>
                  </a:lnTo>
                </a:path>
                <a:path w="12065" h="189864">
                  <a:moveTo>
                    <a:pt x="0" y="182964"/>
                  </a:moveTo>
                  <a:lnTo>
                    <a:pt x="0" y="189461"/>
                  </a:lnTo>
                </a:path>
                <a:path w="12065" h="189864">
                  <a:moveTo>
                    <a:pt x="0" y="182964"/>
                  </a:moveTo>
                  <a:lnTo>
                    <a:pt x="11647" y="182964"/>
                  </a:lnTo>
                </a:path>
                <a:path w="12065" h="189864">
                  <a:moveTo>
                    <a:pt x="0" y="182964"/>
                  </a:moveTo>
                  <a:lnTo>
                    <a:pt x="0" y="1894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8" name="object 898"/>
            <p:cNvSpPr/>
            <p:nvPr/>
          </p:nvSpPr>
          <p:spPr>
            <a:xfrm>
              <a:off x="1594980" y="1935723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5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9" name="object 899"/>
            <p:cNvSpPr/>
            <p:nvPr/>
          </p:nvSpPr>
          <p:spPr>
            <a:xfrm>
              <a:off x="1596143" y="1936379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0" name="object 900"/>
            <p:cNvSpPr/>
            <p:nvPr/>
          </p:nvSpPr>
          <p:spPr>
            <a:xfrm>
              <a:off x="5629249" y="1927950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1" name="object 901"/>
            <p:cNvSpPr/>
            <p:nvPr/>
          </p:nvSpPr>
          <p:spPr>
            <a:xfrm>
              <a:off x="1638074" y="1928592"/>
              <a:ext cx="4004310" cy="189865"/>
            </a:xfrm>
            <a:custGeom>
              <a:avLst/>
              <a:gdLst/>
              <a:ahLst/>
              <a:cxnLst/>
              <a:rect l="l" t="t" r="r" b="b"/>
              <a:pathLst>
                <a:path w="4004310" h="189864">
                  <a:moveTo>
                    <a:pt x="3992328" y="0"/>
                  </a:moveTo>
                  <a:lnTo>
                    <a:pt x="4003976" y="0"/>
                  </a:lnTo>
                </a:path>
                <a:path w="4004310" h="189864">
                  <a:moveTo>
                    <a:pt x="3992328" y="0"/>
                  </a:moveTo>
                  <a:lnTo>
                    <a:pt x="3992328" y="6487"/>
                  </a:lnTo>
                </a:path>
                <a:path w="4004310" h="189864">
                  <a:moveTo>
                    <a:pt x="0" y="182964"/>
                  </a:moveTo>
                  <a:lnTo>
                    <a:pt x="0" y="189461"/>
                  </a:lnTo>
                </a:path>
                <a:path w="4004310" h="189864">
                  <a:moveTo>
                    <a:pt x="3992328" y="182964"/>
                  </a:moveTo>
                  <a:lnTo>
                    <a:pt x="4003976" y="182964"/>
                  </a:lnTo>
                </a:path>
                <a:path w="4004310" h="189864">
                  <a:moveTo>
                    <a:pt x="3992328" y="182964"/>
                  </a:moveTo>
                  <a:lnTo>
                    <a:pt x="3992328" y="189461"/>
                  </a:lnTo>
                </a:path>
                <a:path w="4004310" h="189864">
                  <a:moveTo>
                    <a:pt x="3992328" y="182964"/>
                  </a:moveTo>
                  <a:lnTo>
                    <a:pt x="4003976" y="182964"/>
                  </a:lnTo>
                </a:path>
                <a:path w="4004310" h="189864">
                  <a:moveTo>
                    <a:pt x="3992328" y="182964"/>
                  </a:moveTo>
                  <a:lnTo>
                    <a:pt x="3992328" y="1894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2" name="object 902"/>
            <p:cNvSpPr/>
            <p:nvPr/>
          </p:nvSpPr>
          <p:spPr>
            <a:xfrm>
              <a:off x="1636915" y="1935723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5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3" name="object 903"/>
            <p:cNvSpPr/>
            <p:nvPr/>
          </p:nvSpPr>
          <p:spPr>
            <a:xfrm>
              <a:off x="1638074" y="1936379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4" name="object 904"/>
            <p:cNvSpPr/>
            <p:nvPr/>
          </p:nvSpPr>
          <p:spPr>
            <a:xfrm>
              <a:off x="5629249" y="1935723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5" name="object 905"/>
            <p:cNvSpPr/>
            <p:nvPr/>
          </p:nvSpPr>
          <p:spPr>
            <a:xfrm>
              <a:off x="5630403" y="1936379"/>
              <a:ext cx="44450" cy="182245"/>
            </a:xfrm>
            <a:custGeom>
              <a:avLst/>
              <a:gdLst/>
              <a:ahLst/>
              <a:cxnLst/>
              <a:rect l="l" t="t" r="r" b="b"/>
              <a:pathLst>
                <a:path w="44450" h="182244">
                  <a:moveTo>
                    <a:pt x="0" y="0"/>
                  </a:moveTo>
                  <a:lnTo>
                    <a:pt x="0" y="173887"/>
                  </a:lnTo>
                </a:path>
                <a:path w="44450" h="182244">
                  <a:moveTo>
                    <a:pt x="44274" y="175177"/>
                  </a:moveTo>
                  <a:lnTo>
                    <a:pt x="44274" y="18167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6" name="object 906"/>
            <p:cNvSpPr/>
            <p:nvPr/>
          </p:nvSpPr>
          <p:spPr>
            <a:xfrm>
              <a:off x="5673522" y="1935723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7" name="object 907"/>
            <p:cNvSpPr/>
            <p:nvPr/>
          </p:nvSpPr>
          <p:spPr>
            <a:xfrm>
              <a:off x="5674678" y="1936379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8" name="object 908"/>
            <p:cNvSpPr/>
            <p:nvPr/>
          </p:nvSpPr>
          <p:spPr>
            <a:xfrm>
              <a:off x="1594980" y="2134274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9" name="object 909"/>
            <p:cNvSpPr/>
            <p:nvPr/>
          </p:nvSpPr>
          <p:spPr>
            <a:xfrm>
              <a:off x="1596143" y="2134918"/>
              <a:ext cx="12065" cy="188595"/>
            </a:xfrm>
            <a:custGeom>
              <a:avLst/>
              <a:gdLst/>
              <a:ahLst/>
              <a:cxnLst/>
              <a:rect l="l" t="t" r="r" b="b"/>
              <a:pathLst>
                <a:path w="12065" h="188594">
                  <a:moveTo>
                    <a:pt x="0" y="0"/>
                  </a:moveTo>
                  <a:lnTo>
                    <a:pt x="11647" y="0"/>
                  </a:lnTo>
                </a:path>
                <a:path w="12065" h="188594">
                  <a:moveTo>
                    <a:pt x="0" y="0"/>
                  </a:moveTo>
                  <a:lnTo>
                    <a:pt x="0" y="6487"/>
                  </a:lnTo>
                </a:path>
                <a:path w="12065" h="188594">
                  <a:moveTo>
                    <a:pt x="0" y="181665"/>
                  </a:moveTo>
                  <a:lnTo>
                    <a:pt x="11647" y="181665"/>
                  </a:lnTo>
                </a:path>
                <a:path w="12065" h="188594">
                  <a:moveTo>
                    <a:pt x="0" y="181665"/>
                  </a:moveTo>
                  <a:lnTo>
                    <a:pt x="0" y="188152"/>
                  </a:lnTo>
                </a:path>
                <a:path w="12065" h="188594">
                  <a:moveTo>
                    <a:pt x="0" y="181665"/>
                  </a:moveTo>
                  <a:lnTo>
                    <a:pt x="11647" y="181665"/>
                  </a:lnTo>
                </a:path>
                <a:path w="12065" h="188594">
                  <a:moveTo>
                    <a:pt x="0" y="181665"/>
                  </a:moveTo>
                  <a:lnTo>
                    <a:pt x="0" y="188152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0" name="object 910"/>
            <p:cNvSpPr/>
            <p:nvPr/>
          </p:nvSpPr>
          <p:spPr>
            <a:xfrm>
              <a:off x="1594980" y="2142047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1" name="object 911"/>
            <p:cNvSpPr/>
            <p:nvPr/>
          </p:nvSpPr>
          <p:spPr>
            <a:xfrm>
              <a:off x="1596143" y="2142705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2" name="object 912"/>
            <p:cNvSpPr/>
            <p:nvPr/>
          </p:nvSpPr>
          <p:spPr>
            <a:xfrm>
              <a:off x="5629249" y="2134274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3" name="object 913"/>
            <p:cNvSpPr/>
            <p:nvPr/>
          </p:nvSpPr>
          <p:spPr>
            <a:xfrm>
              <a:off x="1638074" y="2134918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4">
                  <a:moveTo>
                    <a:pt x="3992328" y="0"/>
                  </a:moveTo>
                  <a:lnTo>
                    <a:pt x="4003976" y="0"/>
                  </a:lnTo>
                </a:path>
                <a:path w="4004310" h="188594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4">
                  <a:moveTo>
                    <a:pt x="0" y="181665"/>
                  </a:moveTo>
                  <a:lnTo>
                    <a:pt x="0" y="188152"/>
                  </a:lnTo>
                </a:path>
                <a:path w="4004310" h="188594">
                  <a:moveTo>
                    <a:pt x="3992328" y="181665"/>
                  </a:moveTo>
                  <a:lnTo>
                    <a:pt x="4003976" y="181665"/>
                  </a:lnTo>
                </a:path>
                <a:path w="4004310" h="188594">
                  <a:moveTo>
                    <a:pt x="3992328" y="181665"/>
                  </a:moveTo>
                  <a:lnTo>
                    <a:pt x="3992328" y="188152"/>
                  </a:lnTo>
                </a:path>
                <a:path w="4004310" h="188594">
                  <a:moveTo>
                    <a:pt x="3992328" y="181665"/>
                  </a:moveTo>
                  <a:lnTo>
                    <a:pt x="4003976" y="181665"/>
                  </a:lnTo>
                </a:path>
                <a:path w="4004310" h="188594">
                  <a:moveTo>
                    <a:pt x="3992328" y="181665"/>
                  </a:moveTo>
                  <a:lnTo>
                    <a:pt x="3992328" y="188152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4" name="object 914"/>
            <p:cNvSpPr/>
            <p:nvPr/>
          </p:nvSpPr>
          <p:spPr>
            <a:xfrm>
              <a:off x="1636915" y="2142047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5" name="object 915"/>
            <p:cNvSpPr/>
            <p:nvPr/>
          </p:nvSpPr>
          <p:spPr>
            <a:xfrm>
              <a:off x="1638074" y="2142705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6" name="object 916"/>
            <p:cNvSpPr/>
            <p:nvPr/>
          </p:nvSpPr>
          <p:spPr>
            <a:xfrm>
              <a:off x="5629249" y="2142047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7" name="object 917"/>
            <p:cNvSpPr/>
            <p:nvPr/>
          </p:nvSpPr>
          <p:spPr>
            <a:xfrm>
              <a:off x="5630403" y="2142705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7"/>
                  </a:lnTo>
                </a:path>
                <a:path w="44450" h="180975">
                  <a:moveTo>
                    <a:pt x="44274" y="173877"/>
                  </a:moveTo>
                  <a:lnTo>
                    <a:pt x="44274" y="18036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8" name="object 918"/>
            <p:cNvSpPr/>
            <p:nvPr/>
          </p:nvSpPr>
          <p:spPr>
            <a:xfrm>
              <a:off x="5673522" y="2142047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9" name="object 919"/>
            <p:cNvSpPr/>
            <p:nvPr/>
          </p:nvSpPr>
          <p:spPr>
            <a:xfrm>
              <a:off x="5674678" y="2142705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0" name="object 920"/>
            <p:cNvSpPr/>
            <p:nvPr/>
          </p:nvSpPr>
          <p:spPr>
            <a:xfrm>
              <a:off x="1594980" y="2339290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1" name="object 921"/>
            <p:cNvSpPr/>
            <p:nvPr/>
          </p:nvSpPr>
          <p:spPr>
            <a:xfrm>
              <a:off x="1596143" y="2339944"/>
              <a:ext cx="12065" cy="188595"/>
            </a:xfrm>
            <a:custGeom>
              <a:avLst/>
              <a:gdLst/>
              <a:ahLst/>
              <a:cxnLst/>
              <a:rect l="l" t="t" r="r" b="b"/>
              <a:pathLst>
                <a:path w="12065" h="188594">
                  <a:moveTo>
                    <a:pt x="0" y="0"/>
                  </a:moveTo>
                  <a:lnTo>
                    <a:pt x="11647" y="0"/>
                  </a:lnTo>
                </a:path>
                <a:path w="12065" h="188594">
                  <a:moveTo>
                    <a:pt x="0" y="0"/>
                  </a:moveTo>
                  <a:lnTo>
                    <a:pt x="0" y="6487"/>
                  </a:lnTo>
                </a:path>
                <a:path w="12065" h="188594">
                  <a:moveTo>
                    <a:pt x="0" y="181674"/>
                  </a:moveTo>
                  <a:lnTo>
                    <a:pt x="11647" y="181674"/>
                  </a:lnTo>
                </a:path>
                <a:path w="12065" h="188594">
                  <a:moveTo>
                    <a:pt x="0" y="181674"/>
                  </a:moveTo>
                  <a:lnTo>
                    <a:pt x="0" y="188161"/>
                  </a:lnTo>
                </a:path>
                <a:path w="12065" h="188594">
                  <a:moveTo>
                    <a:pt x="0" y="181674"/>
                  </a:moveTo>
                  <a:lnTo>
                    <a:pt x="11647" y="181674"/>
                  </a:lnTo>
                </a:path>
                <a:path w="12065" h="188594">
                  <a:moveTo>
                    <a:pt x="0" y="181674"/>
                  </a:moveTo>
                  <a:lnTo>
                    <a:pt x="0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2" name="object 922"/>
            <p:cNvSpPr/>
            <p:nvPr/>
          </p:nvSpPr>
          <p:spPr>
            <a:xfrm>
              <a:off x="1594980" y="2347076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3" name="object 923"/>
            <p:cNvSpPr/>
            <p:nvPr/>
          </p:nvSpPr>
          <p:spPr>
            <a:xfrm>
              <a:off x="1596143" y="234773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4" name="object 924"/>
            <p:cNvSpPr/>
            <p:nvPr/>
          </p:nvSpPr>
          <p:spPr>
            <a:xfrm>
              <a:off x="5629249" y="2339290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5" name="object 925"/>
            <p:cNvSpPr/>
            <p:nvPr/>
          </p:nvSpPr>
          <p:spPr>
            <a:xfrm>
              <a:off x="1638074" y="2339944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4">
                  <a:moveTo>
                    <a:pt x="3992328" y="0"/>
                  </a:moveTo>
                  <a:lnTo>
                    <a:pt x="4003976" y="0"/>
                  </a:lnTo>
                </a:path>
                <a:path w="4004310" h="188594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4">
                  <a:moveTo>
                    <a:pt x="0" y="181674"/>
                  </a:moveTo>
                  <a:lnTo>
                    <a:pt x="0" y="188161"/>
                  </a:lnTo>
                </a:path>
                <a:path w="4004310" h="188594">
                  <a:moveTo>
                    <a:pt x="3992328" y="181674"/>
                  </a:moveTo>
                  <a:lnTo>
                    <a:pt x="4003976" y="181674"/>
                  </a:lnTo>
                </a:path>
                <a:path w="4004310" h="188594">
                  <a:moveTo>
                    <a:pt x="3992328" y="181674"/>
                  </a:moveTo>
                  <a:lnTo>
                    <a:pt x="3992328" y="188161"/>
                  </a:lnTo>
                </a:path>
                <a:path w="4004310" h="188594">
                  <a:moveTo>
                    <a:pt x="3992328" y="181674"/>
                  </a:moveTo>
                  <a:lnTo>
                    <a:pt x="4003976" y="181674"/>
                  </a:lnTo>
                </a:path>
                <a:path w="4004310" h="188594">
                  <a:moveTo>
                    <a:pt x="3992328" y="181674"/>
                  </a:moveTo>
                  <a:lnTo>
                    <a:pt x="3992328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6" name="object 926"/>
            <p:cNvSpPr/>
            <p:nvPr/>
          </p:nvSpPr>
          <p:spPr>
            <a:xfrm>
              <a:off x="1636915" y="2347076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7" name="object 927"/>
            <p:cNvSpPr/>
            <p:nvPr/>
          </p:nvSpPr>
          <p:spPr>
            <a:xfrm>
              <a:off x="1638074" y="234773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8" name="object 928"/>
            <p:cNvSpPr/>
            <p:nvPr/>
          </p:nvSpPr>
          <p:spPr>
            <a:xfrm>
              <a:off x="5629249" y="2347076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9" name="object 929"/>
            <p:cNvSpPr/>
            <p:nvPr/>
          </p:nvSpPr>
          <p:spPr>
            <a:xfrm>
              <a:off x="5630403" y="2347731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7"/>
                  </a:lnTo>
                </a:path>
                <a:path w="44450" h="180975">
                  <a:moveTo>
                    <a:pt x="44274" y="173887"/>
                  </a:moveTo>
                  <a:lnTo>
                    <a:pt x="44274" y="18037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0" name="object 930"/>
            <p:cNvSpPr/>
            <p:nvPr/>
          </p:nvSpPr>
          <p:spPr>
            <a:xfrm>
              <a:off x="5673522" y="2347076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1" name="object 931"/>
            <p:cNvSpPr/>
            <p:nvPr/>
          </p:nvSpPr>
          <p:spPr>
            <a:xfrm>
              <a:off x="5674678" y="234773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2" name="object 932"/>
            <p:cNvSpPr/>
            <p:nvPr/>
          </p:nvSpPr>
          <p:spPr>
            <a:xfrm>
              <a:off x="1594980" y="254432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3" name="object 933"/>
            <p:cNvSpPr/>
            <p:nvPr/>
          </p:nvSpPr>
          <p:spPr>
            <a:xfrm>
              <a:off x="1596143" y="2544970"/>
              <a:ext cx="12065" cy="189865"/>
            </a:xfrm>
            <a:custGeom>
              <a:avLst/>
              <a:gdLst/>
              <a:ahLst/>
              <a:cxnLst/>
              <a:rect l="l" t="t" r="r" b="b"/>
              <a:pathLst>
                <a:path w="12065" h="189864">
                  <a:moveTo>
                    <a:pt x="0" y="0"/>
                  </a:moveTo>
                  <a:lnTo>
                    <a:pt x="11647" y="0"/>
                  </a:lnTo>
                </a:path>
                <a:path w="12065" h="189864">
                  <a:moveTo>
                    <a:pt x="0" y="0"/>
                  </a:moveTo>
                  <a:lnTo>
                    <a:pt x="0" y="6487"/>
                  </a:lnTo>
                </a:path>
                <a:path w="12065" h="189864">
                  <a:moveTo>
                    <a:pt x="0" y="182973"/>
                  </a:moveTo>
                  <a:lnTo>
                    <a:pt x="11647" y="182973"/>
                  </a:lnTo>
                </a:path>
                <a:path w="12065" h="189864">
                  <a:moveTo>
                    <a:pt x="0" y="182973"/>
                  </a:moveTo>
                  <a:lnTo>
                    <a:pt x="0" y="189452"/>
                  </a:lnTo>
                </a:path>
                <a:path w="12065" h="189864">
                  <a:moveTo>
                    <a:pt x="0" y="182973"/>
                  </a:moveTo>
                  <a:lnTo>
                    <a:pt x="11647" y="182973"/>
                  </a:lnTo>
                </a:path>
                <a:path w="12065" h="189864">
                  <a:moveTo>
                    <a:pt x="0" y="182973"/>
                  </a:moveTo>
                  <a:lnTo>
                    <a:pt x="0" y="189452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4" name="object 934"/>
            <p:cNvSpPr/>
            <p:nvPr/>
          </p:nvSpPr>
          <p:spPr>
            <a:xfrm>
              <a:off x="1594980" y="2552105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5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5" name="object 935"/>
            <p:cNvSpPr/>
            <p:nvPr/>
          </p:nvSpPr>
          <p:spPr>
            <a:xfrm>
              <a:off x="1596143" y="255275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6" name="object 936"/>
            <p:cNvSpPr/>
            <p:nvPr/>
          </p:nvSpPr>
          <p:spPr>
            <a:xfrm>
              <a:off x="5629249" y="254432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7" name="object 937"/>
            <p:cNvSpPr/>
            <p:nvPr/>
          </p:nvSpPr>
          <p:spPr>
            <a:xfrm>
              <a:off x="1638074" y="2544970"/>
              <a:ext cx="4004310" cy="189865"/>
            </a:xfrm>
            <a:custGeom>
              <a:avLst/>
              <a:gdLst/>
              <a:ahLst/>
              <a:cxnLst/>
              <a:rect l="l" t="t" r="r" b="b"/>
              <a:pathLst>
                <a:path w="4004310" h="189864">
                  <a:moveTo>
                    <a:pt x="3992328" y="0"/>
                  </a:moveTo>
                  <a:lnTo>
                    <a:pt x="4003976" y="0"/>
                  </a:lnTo>
                </a:path>
                <a:path w="4004310" h="189864">
                  <a:moveTo>
                    <a:pt x="3992328" y="0"/>
                  </a:moveTo>
                  <a:lnTo>
                    <a:pt x="3992328" y="6487"/>
                  </a:lnTo>
                </a:path>
                <a:path w="4004310" h="189864">
                  <a:moveTo>
                    <a:pt x="0" y="182973"/>
                  </a:moveTo>
                  <a:lnTo>
                    <a:pt x="0" y="189452"/>
                  </a:lnTo>
                </a:path>
                <a:path w="4004310" h="189864">
                  <a:moveTo>
                    <a:pt x="3992328" y="182973"/>
                  </a:moveTo>
                  <a:lnTo>
                    <a:pt x="4003976" y="182973"/>
                  </a:lnTo>
                </a:path>
                <a:path w="4004310" h="189864">
                  <a:moveTo>
                    <a:pt x="3992328" y="182973"/>
                  </a:moveTo>
                  <a:lnTo>
                    <a:pt x="3992328" y="189452"/>
                  </a:lnTo>
                </a:path>
                <a:path w="4004310" h="189864">
                  <a:moveTo>
                    <a:pt x="3992328" y="182973"/>
                  </a:moveTo>
                  <a:lnTo>
                    <a:pt x="4003976" y="182973"/>
                  </a:lnTo>
                </a:path>
                <a:path w="4004310" h="189864">
                  <a:moveTo>
                    <a:pt x="3992328" y="182973"/>
                  </a:moveTo>
                  <a:lnTo>
                    <a:pt x="3992328" y="189452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8" name="object 938"/>
            <p:cNvSpPr/>
            <p:nvPr/>
          </p:nvSpPr>
          <p:spPr>
            <a:xfrm>
              <a:off x="1636915" y="2552105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5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9" name="object 939"/>
            <p:cNvSpPr/>
            <p:nvPr/>
          </p:nvSpPr>
          <p:spPr>
            <a:xfrm>
              <a:off x="1638074" y="255275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0" name="object 940"/>
            <p:cNvSpPr/>
            <p:nvPr/>
          </p:nvSpPr>
          <p:spPr>
            <a:xfrm>
              <a:off x="5629249" y="2552105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1" name="object 941"/>
            <p:cNvSpPr/>
            <p:nvPr/>
          </p:nvSpPr>
          <p:spPr>
            <a:xfrm>
              <a:off x="5630403" y="2552757"/>
              <a:ext cx="44450" cy="182245"/>
            </a:xfrm>
            <a:custGeom>
              <a:avLst/>
              <a:gdLst/>
              <a:ahLst/>
              <a:cxnLst/>
              <a:rect l="l" t="t" r="r" b="b"/>
              <a:pathLst>
                <a:path w="44450" h="182244">
                  <a:moveTo>
                    <a:pt x="0" y="0"/>
                  </a:moveTo>
                  <a:lnTo>
                    <a:pt x="0" y="173887"/>
                  </a:lnTo>
                </a:path>
                <a:path w="44450" h="182244">
                  <a:moveTo>
                    <a:pt x="44274" y="175186"/>
                  </a:moveTo>
                  <a:lnTo>
                    <a:pt x="44274" y="18166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2" name="object 942"/>
            <p:cNvSpPr/>
            <p:nvPr/>
          </p:nvSpPr>
          <p:spPr>
            <a:xfrm>
              <a:off x="5673522" y="2552105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3" name="object 943"/>
            <p:cNvSpPr/>
            <p:nvPr/>
          </p:nvSpPr>
          <p:spPr>
            <a:xfrm>
              <a:off x="5674678" y="255275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4" name="object 944"/>
            <p:cNvSpPr/>
            <p:nvPr/>
          </p:nvSpPr>
          <p:spPr>
            <a:xfrm>
              <a:off x="1594980" y="275065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5" name="object 945"/>
            <p:cNvSpPr/>
            <p:nvPr/>
          </p:nvSpPr>
          <p:spPr>
            <a:xfrm>
              <a:off x="1596143" y="27512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6" name="object 946"/>
            <p:cNvSpPr/>
            <p:nvPr/>
          </p:nvSpPr>
          <p:spPr>
            <a:xfrm>
              <a:off x="1594980" y="293231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7" name="object 947"/>
            <p:cNvSpPr/>
            <p:nvPr/>
          </p:nvSpPr>
          <p:spPr>
            <a:xfrm>
              <a:off x="1596143" y="293297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8" name="object 948"/>
            <p:cNvSpPr/>
            <p:nvPr/>
          </p:nvSpPr>
          <p:spPr>
            <a:xfrm>
              <a:off x="1594980" y="293231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9" name="object 949"/>
            <p:cNvSpPr/>
            <p:nvPr/>
          </p:nvSpPr>
          <p:spPr>
            <a:xfrm>
              <a:off x="1596143" y="293297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0" name="object 950"/>
            <p:cNvSpPr/>
            <p:nvPr/>
          </p:nvSpPr>
          <p:spPr>
            <a:xfrm>
              <a:off x="1594980" y="2758434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1" name="object 951"/>
            <p:cNvSpPr/>
            <p:nvPr/>
          </p:nvSpPr>
          <p:spPr>
            <a:xfrm>
              <a:off x="1596143" y="275908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2" name="object 952"/>
            <p:cNvSpPr/>
            <p:nvPr/>
          </p:nvSpPr>
          <p:spPr>
            <a:xfrm>
              <a:off x="5629249" y="275065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3" name="object 953"/>
            <p:cNvSpPr/>
            <p:nvPr/>
          </p:nvSpPr>
          <p:spPr>
            <a:xfrm>
              <a:off x="1638074" y="2751296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4">
                  <a:moveTo>
                    <a:pt x="3992328" y="0"/>
                  </a:moveTo>
                  <a:lnTo>
                    <a:pt x="4003976" y="0"/>
                  </a:lnTo>
                </a:path>
                <a:path w="4004310" h="188594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4">
                  <a:moveTo>
                    <a:pt x="0" y="181674"/>
                  </a:moveTo>
                  <a:lnTo>
                    <a:pt x="0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4" name="object 954"/>
            <p:cNvSpPr/>
            <p:nvPr/>
          </p:nvSpPr>
          <p:spPr>
            <a:xfrm>
              <a:off x="5629249" y="293231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5" name="object 955"/>
            <p:cNvSpPr/>
            <p:nvPr/>
          </p:nvSpPr>
          <p:spPr>
            <a:xfrm>
              <a:off x="5630403" y="293297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6" name="object 956"/>
            <p:cNvSpPr/>
            <p:nvPr/>
          </p:nvSpPr>
          <p:spPr>
            <a:xfrm>
              <a:off x="5629249" y="293231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7" name="object 957"/>
            <p:cNvSpPr/>
            <p:nvPr/>
          </p:nvSpPr>
          <p:spPr>
            <a:xfrm>
              <a:off x="5630403" y="2932970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8" name="object 958"/>
            <p:cNvSpPr/>
            <p:nvPr/>
          </p:nvSpPr>
          <p:spPr>
            <a:xfrm>
              <a:off x="1636915" y="2758434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9" name="object 959"/>
            <p:cNvSpPr/>
            <p:nvPr/>
          </p:nvSpPr>
          <p:spPr>
            <a:xfrm>
              <a:off x="1638074" y="275908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0" name="object 960"/>
            <p:cNvSpPr/>
            <p:nvPr/>
          </p:nvSpPr>
          <p:spPr>
            <a:xfrm>
              <a:off x="5629249" y="2758434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1" name="object 961"/>
            <p:cNvSpPr/>
            <p:nvPr/>
          </p:nvSpPr>
          <p:spPr>
            <a:xfrm>
              <a:off x="5630403" y="2759083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7"/>
                  </a:lnTo>
                </a:path>
                <a:path w="44450" h="180975">
                  <a:moveTo>
                    <a:pt x="44274" y="173887"/>
                  </a:moveTo>
                  <a:lnTo>
                    <a:pt x="44274" y="18037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2" name="object 962"/>
            <p:cNvSpPr/>
            <p:nvPr/>
          </p:nvSpPr>
          <p:spPr>
            <a:xfrm>
              <a:off x="5673522" y="2758434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3" name="object 963"/>
            <p:cNvSpPr/>
            <p:nvPr/>
          </p:nvSpPr>
          <p:spPr>
            <a:xfrm>
              <a:off x="5674678" y="275908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4" name="object 964"/>
            <p:cNvSpPr/>
            <p:nvPr/>
          </p:nvSpPr>
          <p:spPr>
            <a:xfrm>
              <a:off x="1594980" y="295566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5" name="object 965"/>
            <p:cNvSpPr/>
            <p:nvPr/>
          </p:nvSpPr>
          <p:spPr>
            <a:xfrm>
              <a:off x="1596143" y="295632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6" name="object 966"/>
            <p:cNvSpPr/>
            <p:nvPr/>
          </p:nvSpPr>
          <p:spPr>
            <a:xfrm>
              <a:off x="1594980" y="3137340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7" name="object 967"/>
            <p:cNvSpPr/>
            <p:nvPr/>
          </p:nvSpPr>
          <p:spPr>
            <a:xfrm>
              <a:off x="1596143" y="31379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8" name="object 968"/>
            <p:cNvSpPr/>
            <p:nvPr/>
          </p:nvSpPr>
          <p:spPr>
            <a:xfrm>
              <a:off x="1594980" y="3137340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9" name="object 969"/>
            <p:cNvSpPr/>
            <p:nvPr/>
          </p:nvSpPr>
          <p:spPr>
            <a:xfrm>
              <a:off x="1596143" y="31379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0" name="object 970"/>
            <p:cNvSpPr/>
            <p:nvPr/>
          </p:nvSpPr>
          <p:spPr>
            <a:xfrm>
              <a:off x="1594980" y="2963463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1" name="object 971"/>
            <p:cNvSpPr/>
            <p:nvPr/>
          </p:nvSpPr>
          <p:spPr>
            <a:xfrm>
              <a:off x="1596143" y="2964109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2" name="object 972"/>
            <p:cNvSpPr/>
            <p:nvPr/>
          </p:nvSpPr>
          <p:spPr>
            <a:xfrm>
              <a:off x="5629249" y="295566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3" name="object 973"/>
            <p:cNvSpPr/>
            <p:nvPr/>
          </p:nvSpPr>
          <p:spPr>
            <a:xfrm>
              <a:off x="1638074" y="2956322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4">
                  <a:moveTo>
                    <a:pt x="3992328" y="0"/>
                  </a:moveTo>
                  <a:lnTo>
                    <a:pt x="4003976" y="0"/>
                  </a:lnTo>
                </a:path>
                <a:path w="4004310" h="188594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4">
                  <a:moveTo>
                    <a:pt x="0" y="181674"/>
                  </a:moveTo>
                  <a:lnTo>
                    <a:pt x="0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4" name="object 974"/>
            <p:cNvSpPr/>
            <p:nvPr/>
          </p:nvSpPr>
          <p:spPr>
            <a:xfrm>
              <a:off x="5629249" y="3137340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5" name="object 975"/>
            <p:cNvSpPr/>
            <p:nvPr/>
          </p:nvSpPr>
          <p:spPr>
            <a:xfrm>
              <a:off x="5630403" y="31379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6" name="object 976"/>
            <p:cNvSpPr/>
            <p:nvPr/>
          </p:nvSpPr>
          <p:spPr>
            <a:xfrm>
              <a:off x="5629249" y="3137340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7" name="object 977"/>
            <p:cNvSpPr/>
            <p:nvPr/>
          </p:nvSpPr>
          <p:spPr>
            <a:xfrm>
              <a:off x="5630403" y="31379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8" name="object 978"/>
            <p:cNvSpPr/>
            <p:nvPr/>
          </p:nvSpPr>
          <p:spPr>
            <a:xfrm>
              <a:off x="1636915" y="2963463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9" name="object 979"/>
            <p:cNvSpPr/>
            <p:nvPr/>
          </p:nvSpPr>
          <p:spPr>
            <a:xfrm>
              <a:off x="1638074" y="2964109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0" name="object 980"/>
            <p:cNvSpPr/>
            <p:nvPr/>
          </p:nvSpPr>
          <p:spPr>
            <a:xfrm>
              <a:off x="5629249" y="2963463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1" name="object 981"/>
            <p:cNvSpPr/>
            <p:nvPr/>
          </p:nvSpPr>
          <p:spPr>
            <a:xfrm>
              <a:off x="5630403" y="2964109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7"/>
                  </a:lnTo>
                </a:path>
                <a:path w="44450" h="180975">
                  <a:moveTo>
                    <a:pt x="44274" y="173887"/>
                  </a:moveTo>
                  <a:lnTo>
                    <a:pt x="44274" y="18037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2" name="object 982"/>
            <p:cNvSpPr/>
            <p:nvPr/>
          </p:nvSpPr>
          <p:spPr>
            <a:xfrm>
              <a:off x="5673522" y="2963463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3" name="object 983"/>
            <p:cNvSpPr/>
            <p:nvPr/>
          </p:nvSpPr>
          <p:spPr>
            <a:xfrm>
              <a:off x="5674678" y="2964109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19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4" name="object 984"/>
            <p:cNvSpPr/>
            <p:nvPr/>
          </p:nvSpPr>
          <p:spPr>
            <a:xfrm>
              <a:off x="1594980" y="316070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5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5" name="object 985"/>
            <p:cNvSpPr/>
            <p:nvPr/>
          </p:nvSpPr>
          <p:spPr>
            <a:xfrm>
              <a:off x="1596143" y="3161348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6" name="object 986"/>
            <p:cNvSpPr/>
            <p:nvPr/>
          </p:nvSpPr>
          <p:spPr>
            <a:xfrm>
              <a:off x="1594980" y="334366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7" name="object 987"/>
            <p:cNvSpPr/>
            <p:nvPr/>
          </p:nvSpPr>
          <p:spPr>
            <a:xfrm>
              <a:off x="1596143" y="334432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8" name="object 988"/>
            <p:cNvSpPr/>
            <p:nvPr/>
          </p:nvSpPr>
          <p:spPr>
            <a:xfrm>
              <a:off x="1594980" y="334366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9" name="object 989"/>
            <p:cNvSpPr/>
            <p:nvPr/>
          </p:nvSpPr>
          <p:spPr>
            <a:xfrm>
              <a:off x="1596143" y="334432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0" name="object 990"/>
            <p:cNvSpPr/>
            <p:nvPr/>
          </p:nvSpPr>
          <p:spPr>
            <a:xfrm>
              <a:off x="1594980" y="3168487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5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1" name="object 991"/>
            <p:cNvSpPr/>
            <p:nvPr/>
          </p:nvSpPr>
          <p:spPr>
            <a:xfrm>
              <a:off x="1596143" y="3169136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2" name="object 992"/>
            <p:cNvSpPr/>
            <p:nvPr/>
          </p:nvSpPr>
          <p:spPr>
            <a:xfrm>
              <a:off x="5629249" y="316070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5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3" name="object 993"/>
            <p:cNvSpPr/>
            <p:nvPr/>
          </p:nvSpPr>
          <p:spPr>
            <a:xfrm>
              <a:off x="1638074" y="3161348"/>
              <a:ext cx="4004310" cy="189865"/>
            </a:xfrm>
            <a:custGeom>
              <a:avLst/>
              <a:gdLst/>
              <a:ahLst/>
              <a:cxnLst/>
              <a:rect l="l" t="t" r="r" b="b"/>
              <a:pathLst>
                <a:path w="4004310" h="189864">
                  <a:moveTo>
                    <a:pt x="3992328" y="0"/>
                  </a:moveTo>
                  <a:lnTo>
                    <a:pt x="4003976" y="0"/>
                  </a:lnTo>
                </a:path>
                <a:path w="4004310" h="189864">
                  <a:moveTo>
                    <a:pt x="3992328" y="0"/>
                  </a:moveTo>
                  <a:lnTo>
                    <a:pt x="3992328" y="6487"/>
                  </a:lnTo>
                </a:path>
                <a:path w="4004310" h="189864">
                  <a:moveTo>
                    <a:pt x="0" y="182973"/>
                  </a:moveTo>
                  <a:lnTo>
                    <a:pt x="0" y="1894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4" name="object 994"/>
            <p:cNvSpPr/>
            <p:nvPr/>
          </p:nvSpPr>
          <p:spPr>
            <a:xfrm>
              <a:off x="5629249" y="334366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5" name="object 995"/>
            <p:cNvSpPr/>
            <p:nvPr/>
          </p:nvSpPr>
          <p:spPr>
            <a:xfrm>
              <a:off x="5630403" y="334432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6" name="object 996"/>
            <p:cNvSpPr/>
            <p:nvPr/>
          </p:nvSpPr>
          <p:spPr>
            <a:xfrm>
              <a:off x="5629249" y="334366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7" name="object 997"/>
            <p:cNvSpPr/>
            <p:nvPr/>
          </p:nvSpPr>
          <p:spPr>
            <a:xfrm>
              <a:off x="5630403" y="334432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8" name="object 998"/>
            <p:cNvSpPr/>
            <p:nvPr/>
          </p:nvSpPr>
          <p:spPr>
            <a:xfrm>
              <a:off x="1636915" y="3168487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5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9" name="object 999"/>
            <p:cNvSpPr/>
            <p:nvPr/>
          </p:nvSpPr>
          <p:spPr>
            <a:xfrm>
              <a:off x="1638074" y="3169136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5629249" y="3168487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5630403" y="3169136"/>
              <a:ext cx="44450" cy="182245"/>
            </a:xfrm>
            <a:custGeom>
              <a:avLst/>
              <a:gdLst/>
              <a:ahLst/>
              <a:cxnLst/>
              <a:rect l="l" t="t" r="r" b="b"/>
              <a:pathLst>
                <a:path w="44450" h="182245">
                  <a:moveTo>
                    <a:pt x="0" y="0"/>
                  </a:moveTo>
                  <a:lnTo>
                    <a:pt x="0" y="173887"/>
                  </a:lnTo>
                </a:path>
                <a:path w="44450" h="182245">
                  <a:moveTo>
                    <a:pt x="44274" y="175186"/>
                  </a:moveTo>
                  <a:lnTo>
                    <a:pt x="44274" y="18167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5673522" y="3168487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5674678" y="3169136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1594980" y="3367025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1596143" y="3367674"/>
              <a:ext cx="12065" cy="188595"/>
            </a:xfrm>
            <a:custGeom>
              <a:avLst/>
              <a:gdLst/>
              <a:ahLst/>
              <a:cxnLst/>
              <a:rect l="l" t="t" r="r" b="b"/>
              <a:pathLst>
                <a:path w="12065" h="188595">
                  <a:moveTo>
                    <a:pt x="0" y="0"/>
                  </a:moveTo>
                  <a:lnTo>
                    <a:pt x="11647" y="0"/>
                  </a:lnTo>
                </a:path>
                <a:path w="12065" h="188595">
                  <a:moveTo>
                    <a:pt x="0" y="0"/>
                  </a:moveTo>
                  <a:lnTo>
                    <a:pt x="0" y="6487"/>
                  </a:lnTo>
                </a:path>
                <a:path w="12065" h="188595">
                  <a:moveTo>
                    <a:pt x="0" y="181665"/>
                  </a:moveTo>
                  <a:lnTo>
                    <a:pt x="11647" y="181665"/>
                  </a:lnTo>
                </a:path>
                <a:path w="12065" h="188595">
                  <a:moveTo>
                    <a:pt x="0" y="181665"/>
                  </a:moveTo>
                  <a:lnTo>
                    <a:pt x="0" y="188161"/>
                  </a:lnTo>
                </a:path>
                <a:path w="12065" h="188595">
                  <a:moveTo>
                    <a:pt x="0" y="181665"/>
                  </a:moveTo>
                  <a:lnTo>
                    <a:pt x="11647" y="181665"/>
                  </a:lnTo>
                </a:path>
                <a:path w="12065" h="188595">
                  <a:moveTo>
                    <a:pt x="0" y="181665"/>
                  </a:moveTo>
                  <a:lnTo>
                    <a:pt x="0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6" name="object 1006"/>
            <p:cNvSpPr/>
            <p:nvPr/>
          </p:nvSpPr>
          <p:spPr>
            <a:xfrm>
              <a:off x="1594980" y="3374816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1596143" y="337546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5629249" y="3367025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9" name="object 1009"/>
            <p:cNvSpPr/>
            <p:nvPr/>
          </p:nvSpPr>
          <p:spPr>
            <a:xfrm>
              <a:off x="1638074" y="3367674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5">
                  <a:moveTo>
                    <a:pt x="3992328" y="0"/>
                  </a:moveTo>
                  <a:lnTo>
                    <a:pt x="4003976" y="0"/>
                  </a:lnTo>
                </a:path>
                <a:path w="4004310" h="188595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5">
                  <a:moveTo>
                    <a:pt x="0" y="181665"/>
                  </a:moveTo>
                  <a:lnTo>
                    <a:pt x="0" y="188161"/>
                  </a:lnTo>
                </a:path>
                <a:path w="4004310" h="188595">
                  <a:moveTo>
                    <a:pt x="3992328" y="181665"/>
                  </a:moveTo>
                  <a:lnTo>
                    <a:pt x="4003976" y="181665"/>
                  </a:lnTo>
                </a:path>
                <a:path w="4004310" h="188595">
                  <a:moveTo>
                    <a:pt x="3992328" y="181665"/>
                  </a:moveTo>
                  <a:lnTo>
                    <a:pt x="3992328" y="188161"/>
                  </a:lnTo>
                </a:path>
                <a:path w="4004310" h="188595">
                  <a:moveTo>
                    <a:pt x="3992328" y="181665"/>
                  </a:moveTo>
                  <a:lnTo>
                    <a:pt x="4003976" y="181665"/>
                  </a:lnTo>
                </a:path>
                <a:path w="4004310" h="188595">
                  <a:moveTo>
                    <a:pt x="3992328" y="181665"/>
                  </a:moveTo>
                  <a:lnTo>
                    <a:pt x="3992328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0" name="object 1010"/>
            <p:cNvSpPr/>
            <p:nvPr/>
          </p:nvSpPr>
          <p:spPr>
            <a:xfrm>
              <a:off x="1636915" y="3374816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1638074" y="337546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2" name="object 1012"/>
            <p:cNvSpPr/>
            <p:nvPr/>
          </p:nvSpPr>
          <p:spPr>
            <a:xfrm>
              <a:off x="5629249" y="3374816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3" name="object 1013"/>
            <p:cNvSpPr/>
            <p:nvPr/>
          </p:nvSpPr>
          <p:spPr>
            <a:xfrm>
              <a:off x="5630403" y="3375461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7"/>
                  </a:lnTo>
                </a:path>
                <a:path w="44450" h="180975">
                  <a:moveTo>
                    <a:pt x="44274" y="173877"/>
                  </a:moveTo>
                  <a:lnTo>
                    <a:pt x="44274" y="18037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4" name="object 1014"/>
            <p:cNvSpPr/>
            <p:nvPr/>
          </p:nvSpPr>
          <p:spPr>
            <a:xfrm>
              <a:off x="5673522" y="3374816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5" name="object 1015"/>
            <p:cNvSpPr/>
            <p:nvPr/>
          </p:nvSpPr>
          <p:spPr>
            <a:xfrm>
              <a:off x="5674678" y="337546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6" name="object 1016"/>
            <p:cNvSpPr/>
            <p:nvPr/>
          </p:nvSpPr>
          <p:spPr>
            <a:xfrm>
              <a:off x="1594980" y="3572054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7" name="object 1017"/>
            <p:cNvSpPr/>
            <p:nvPr/>
          </p:nvSpPr>
          <p:spPr>
            <a:xfrm>
              <a:off x="1596143" y="3572700"/>
              <a:ext cx="12065" cy="188595"/>
            </a:xfrm>
            <a:custGeom>
              <a:avLst/>
              <a:gdLst/>
              <a:ahLst/>
              <a:cxnLst/>
              <a:rect l="l" t="t" r="r" b="b"/>
              <a:pathLst>
                <a:path w="12065" h="188595">
                  <a:moveTo>
                    <a:pt x="0" y="0"/>
                  </a:moveTo>
                  <a:lnTo>
                    <a:pt x="11647" y="0"/>
                  </a:lnTo>
                </a:path>
                <a:path w="12065" h="188595">
                  <a:moveTo>
                    <a:pt x="0" y="0"/>
                  </a:moveTo>
                  <a:lnTo>
                    <a:pt x="0" y="6487"/>
                  </a:lnTo>
                </a:path>
                <a:path w="12065" h="188595">
                  <a:moveTo>
                    <a:pt x="0" y="181674"/>
                  </a:moveTo>
                  <a:lnTo>
                    <a:pt x="11647" y="181674"/>
                  </a:lnTo>
                </a:path>
                <a:path w="12065" h="188595">
                  <a:moveTo>
                    <a:pt x="0" y="181674"/>
                  </a:moveTo>
                  <a:lnTo>
                    <a:pt x="0" y="188161"/>
                  </a:lnTo>
                </a:path>
                <a:path w="12065" h="188595">
                  <a:moveTo>
                    <a:pt x="0" y="181674"/>
                  </a:moveTo>
                  <a:lnTo>
                    <a:pt x="11647" y="181674"/>
                  </a:lnTo>
                </a:path>
                <a:path w="12065" h="188595">
                  <a:moveTo>
                    <a:pt x="0" y="181674"/>
                  </a:moveTo>
                  <a:lnTo>
                    <a:pt x="0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8" name="object 1018"/>
            <p:cNvSpPr/>
            <p:nvPr/>
          </p:nvSpPr>
          <p:spPr>
            <a:xfrm>
              <a:off x="1594980" y="3579840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9" name="object 1019"/>
            <p:cNvSpPr/>
            <p:nvPr/>
          </p:nvSpPr>
          <p:spPr>
            <a:xfrm>
              <a:off x="1596143" y="358048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0" name="object 1020"/>
            <p:cNvSpPr/>
            <p:nvPr/>
          </p:nvSpPr>
          <p:spPr>
            <a:xfrm>
              <a:off x="5629249" y="3572054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1" name="object 1021"/>
            <p:cNvSpPr/>
            <p:nvPr/>
          </p:nvSpPr>
          <p:spPr>
            <a:xfrm>
              <a:off x="1638074" y="3572700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5">
                  <a:moveTo>
                    <a:pt x="3992328" y="0"/>
                  </a:moveTo>
                  <a:lnTo>
                    <a:pt x="4003976" y="0"/>
                  </a:lnTo>
                </a:path>
                <a:path w="4004310" h="188595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5">
                  <a:moveTo>
                    <a:pt x="0" y="181674"/>
                  </a:moveTo>
                  <a:lnTo>
                    <a:pt x="0" y="188161"/>
                  </a:lnTo>
                </a:path>
                <a:path w="4004310" h="188595">
                  <a:moveTo>
                    <a:pt x="3992328" y="181674"/>
                  </a:moveTo>
                  <a:lnTo>
                    <a:pt x="4003976" y="181674"/>
                  </a:lnTo>
                </a:path>
                <a:path w="4004310" h="188595">
                  <a:moveTo>
                    <a:pt x="3992328" y="181674"/>
                  </a:moveTo>
                  <a:lnTo>
                    <a:pt x="3992328" y="188161"/>
                  </a:lnTo>
                </a:path>
                <a:path w="4004310" h="188595">
                  <a:moveTo>
                    <a:pt x="3992328" y="181674"/>
                  </a:moveTo>
                  <a:lnTo>
                    <a:pt x="4003976" y="181674"/>
                  </a:lnTo>
                </a:path>
                <a:path w="4004310" h="188595">
                  <a:moveTo>
                    <a:pt x="3992328" y="181674"/>
                  </a:moveTo>
                  <a:lnTo>
                    <a:pt x="3992328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2" name="object 1022"/>
            <p:cNvSpPr/>
            <p:nvPr/>
          </p:nvSpPr>
          <p:spPr>
            <a:xfrm>
              <a:off x="1636915" y="3579840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3" name="object 1023"/>
            <p:cNvSpPr/>
            <p:nvPr/>
          </p:nvSpPr>
          <p:spPr>
            <a:xfrm>
              <a:off x="1638074" y="358048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5629249" y="3579840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5630403" y="3580487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7"/>
                  </a:lnTo>
                </a:path>
                <a:path w="44450" h="180975">
                  <a:moveTo>
                    <a:pt x="44274" y="173887"/>
                  </a:moveTo>
                  <a:lnTo>
                    <a:pt x="44274" y="18037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6" name="object 1026"/>
            <p:cNvSpPr/>
            <p:nvPr/>
          </p:nvSpPr>
          <p:spPr>
            <a:xfrm>
              <a:off x="5673522" y="3579840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7" name="object 1027"/>
            <p:cNvSpPr/>
            <p:nvPr/>
          </p:nvSpPr>
          <p:spPr>
            <a:xfrm>
              <a:off x="5674678" y="358048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8" name="object 1028"/>
            <p:cNvSpPr/>
            <p:nvPr/>
          </p:nvSpPr>
          <p:spPr>
            <a:xfrm>
              <a:off x="1594980" y="377708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9" name="object 1029"/>
            <p:cNvSpPr/>
            <p:nvPr/>
          </p:nvSpPr>
          <p:spPr>
            <a:xfrm>
              <a:off x="1596143" y="377772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0" name="object 1030"/>
            <p:cNvSpPr/>
            <p:nvPr/>
          </p:nvSpPr>
          <p:spPr>
            <a:xfrm>
              <a:off x="1594980" y="396026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1" name="object 1031"/>
            <p:cNvSpPr/>
            <p:nvPr/>
          </p:nvSpPr>
          <p:spPr>
            <a:xfrm>
              <a:off x="1596143" y="396090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1594980" y="396026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3" name="object 1033"/>
            <p:cNvSpPr/>
            <p:nvPr/>
          </p:nvSpPr>
          <p:spPr>
            <a:xfrm>
              <a:off x="1596143" y="396090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4" name="object 1034"/>
            <p:cNvSpPr/>
            <p:nvPr/>
          </p:nvSpPr>
          <p:spPr>
            <a:xfrm>
              <a:off x="1594980" y="3784827"/>
              <a:ext cx="14604" cy="175895"/>
            </a:xfrm>
            <a:custGeom>
              <a:avLst/>
              <a:gdLst/>
              <a:ahLst/>
              <a:cxnLst/>
              <a:rect l="l" t="t" r="r" b="b"/>
              <a:pathLst>
                <a:path w="14605" h="175895">
                  <a:moveTo>
                    <a:pt x="13979" y="0"/>
                  </a:moveTo>
                  <a:lnTo>
                    <a:pt x="0" y="0"/>
                  </a:lnTo>
                  <a:lnTo>
                    <a:pt x="0" y="175439"/>
                  </a:lnTo>
                  <a:lnTo>
                    <a:pt x="13979" y="175439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1596143" y="3785514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0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6" name="object 1036"/>
            <p:cNvSpPr/>
            <p:nvPr/>
          </p:nvSpPr>
          <p:spPr>
            <a:xfrm>
              <a:off x="5629249" y="377708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7" name="object 1037"/>
            <p:cNvSpPr/>
            <p:nvPr/>
          </p:nvSpPr>
          <p:spPr>
            <a:xfrm>
              <a:off x="1638074" y="3777727"/>
              <a:ext cx="4004310" cy="189865"/>
            </a:xfrm>
            <a:custGeom>
              <a:avLst/>
              <a:gdLst/>
              <a:ahLst/>
              <a:cxnLst/>
              <a:rect l="l" t="t" r="r" b="b"/>
              <a:pathLst>
                <a:path w="4004310" h="189864">
                  <a:moveTo>
                    <a:pt x="3992328" y="0"/>
                  </a:moveTo>
                  <a:lnTo>
                    <a:pt x="4003976" y="0"/>
                  </a:lnTo>
                </a:path>
                <a:path w="4004310" h="189864">
                  <a:moveTo>
                    <a:pt x="3992328" y="0"/>
                  </a:moveTo>
                  <a:lnTo>
                    <a:pt x="3992328" y="6496"/>
                  </a:lnTo>
                </a:path>
                <a:path w="4004310" h="189864">
                  <a:moveTo>
                    <a:pt x="0" y="183182"/>
                  </a:moveTo>
                  <a:lnTo>
                    <a:pt x="0" y="18967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5629249" y="396026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9" name="object 1039"/>
            <p:cNvSpPr/>
            <p:nvPr/>
          </p:nvSpPr>
          <p:spPr>
            <a:xfrm>
              <a:off x="5630403" y="396090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0" name="object 1040"/>
            <p:cNvSpPr/>
            <p:nvPr/>
          </p:nvSpPr>
          <p:spPr>
            <a:xfrm>
              <a:off x="5629249" y="396026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5630403" y="396090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2" name="object 1042"/>
            <p:cNvSpPr/>
            <p:nvPr/>
          </p:nvSpPr>
          <p:spPr>
            <a:xfrm>
              <a:off x="1636915" y="3784827"/>
              <a:ext cx="14604" cy="175895"/>
            </a:xfrm>
            <a:custGeom>
              <a:avLst/>
              <a:gdLst/>
              <a:ahLst/>
              <a:cxnLst/>
              <a:rect l="l" t="t" r="r" b="b"/>
              <a:pathLst>
                <a:path w="14605" h="175895">
                  <a:moveTo>
                    <a:pt x="13979" y="0"/>
                  </a:moveTo>
                  <a:lnTo>
                    <a:pt x="0" y="0"/>
                  </a:lnTo>
                  <a:lnTo>
                    <a:pt x="0" y="175439"/>
                  </a:lnTo>
                  <a:lnTo>
                    <a:pt x="13979" y="175439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3" name="object 1043"/>
            <p:cNvSpPr/>
            <p:nvPr/>
          </p:nvSpPr>
          <p:spPr>
            <a:xfrm>
              <a:off x="1638074" y="3785514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0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5629249" y="3784827"/>
              <a:ext cx="13970" cy="175895"/>
            </a:xfrm>
            <a:custGeom>
              <a:avLst/>
              <a:gdLst/>
              <a:ahLst/>
              <a:cxnLst/>
              <a:rect l="l" t="t" r="r" b="b"/>
              <a:pathLst>
                <a:path w="13970" h="175895">
                  <a:moveTo>
                    <a:pt x="13974" y="0"/>
                  </a:moveTo>
                  <a:lnTo>
                    <a:pt x="0" y="0"/>
                  </a:lnTo>
                  <a:lnTo>
                    <a:pt x="0" y="175439"/>
                  </a:lnTo>
                  <a:lnTo>
                    <a:pt x="13974" y="175439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5" name="object 1045"/>
            <p:cNvSpPr/>
            <p:nvPr/>
          </p:nvSpPr>
          <p:spPr>
            <a:xfrm>
              <a:off x="5630403" y="3785514"/>
              <a:ext cx="44450" cy="182245"/>
            </a:xfrm>
            <a:custGeom>
              <a:avLst/>
              <a:gdLst/>
              <a:ahLst/>
              <a:cxnLst/>
              <a:rect l="l" t="t" r="r" b="b"/>
              <a:pathLst>
                <a:path w="44450" h="182245">
                  <a:moveTo>
                    <a:pt x="0" y="0"/>
                  </a:moveTo>
                  <a:lnTo>
                    <a:pt x="0" y="174096"/>
                  </a:lnTo>
                </a:path>
                <a:path w="44450" h="182245">
                  <a:moveTo>
                    <a:pt x="44274" y="175395"/>
                  </a:moveTo>
                  <a:lnTo>
                    <a:pt x="44274" y="181892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6" name="object 1046"/>
            <p:cNvSpPr/>
            <p:nvPr/>
          </p:nvSpPr>
          <p:spPr>
            <a:xfrm>
              <a:off x="5673522" y="3784827"/>
              <a:ext cx="13970" cy="175895"/>
            </a:xfrm>
            <a:custGeom>
              <a:avLst/>
              <a:gdLst/>
              <a:ahLst/>
              <a:cxnLst/>
              <a:rect l="l" t="t" r="r" b="b"/>
              <a:pathLst>
                <a:path w="13970" h="175895">
                  <a:moveTo>
                    <a:pt x="13974" y="0"/>
                  </a:moveTo>
                  <a:lnTo>
                    <a:pt x="0" y="0"/>
                  </a:lnTo>
                  <a:lnTo>
                    <a:pt x="0" y="175439"/>
                  </a:lnTo>
                  <a:lnTo>
                    <a:pt x="13974" y="175439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5674678" y="3785514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096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" name="object 1048"/>
            <p:cNvSpPr/>
            <p:nvPr/>
          </p:nvSpPr>
          <p:spPr>
            <a:xfrm>
              <a:off x="1594980" y="398362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1596143" y="3984270"/>
              <a:ext cx="12065" cy="188595"/>
            </a:xfrm>
            <a:custGeom>
              <a:avLst/>
              <a:gdLst/>
              <a:ahLst/>
              <a:cxnLst/>
              <a:rect l="l" t="t" r="r" b="b"/>
              <a:pathLst>
                <a:path w="12065" h="188595">
                  <a:moveTo>
                    <a:pt x="0" y="0"/>
                  </a:moveTo>
                  <a:lnTo>
                    <a:pt x="11647" y="0"/>
                  </a:lnTo>
                </a:path>
                <a:path w="12065" h="188595">
                  <a:moveTo>
                    <a:pt x="0" y="0"/>
                  </a:moveTo>
                  <a:lnTo>
                    <a:pt x="0" y="6487"/>
                  </a:lnTo>
                </a:path>
                <a:path w="12065" h="188595">
                  <a:moveTo>
                    <a:pt x="0" y="181665"/>
                  </a:moveTo>
                  <a:lnTo>
                    <a:pt x="11647" y="181665"/>
                  </a:lnTo>
                </a:path>
                <a:path w="12065" h="188595">
                  <a:moveTo>
                    <a:pt x="0" y="181665"/>
                  </a:moveTo>
                  <a:lnTo>
                    <a:pt x="0" y="188152"/>
                  </a:lnTo>
                </a:path>
                <a:path w="12065" h="188595">
                  <a:moveTo>
                    <a:pt x="0" y="181665"/>
                  </a:moveTo>
                  <a:lnTo>
                    <a:pt x="11647" y="181665"/>
                  </a:lnTo>
                </a:path>
                <a:path w="12065" h="188595">
                  <a:moveTo>
                    <a:pt x="0" y="181665"/>
                  </a:moveTo>
                  <a:lnTo>
                    <a:pt x="0" y="188152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1594980" y="3991409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1596143" y="399205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5629249" y="398362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1638074" y="3984270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5">
                  <a:moveTo>
                    <a:pt x="3992328" y="0"/>
                  </a:moveTo>
                  <a:lnTo>
                    <a:pt x="4003976" y="0"/>
                  </a:lnTo>
                </a:path>
                <a:path w="4004310" h="188595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5">
                  <a:moveTo>
                    <a:pt x="0" y="181665"/>
                  </a:moveTo>
                  <a:lnTo>
                    <a:pt x="0" y="188152"/>
                  </a:lnTo>
                </a:path>
                <a:path w="4004310" h="188595">
                  <a:moveTo>
                    <a:pt x="3992328" y="181665"/>
                  </a:moveTo>
                  <a:lnTo>
                    <a:pt x="4003976" y="181665"/>
                  </a:lnTo>
                </a:path>
                <a:path w="4004310" h="188595">
                  <a:moveTo>
                    <a:pt x="3992328" y="181665"/>
                  </a:moveTo>
                  <a:lnTo>
                    <a:pt x="3992328" y="188152"/>
                  </a:lnTo>
                </a:path>
                <a:path w="4004310" h="188595">
                  <a:moveTo>
                    <a:pt x="3992328" y="181665"/>
                  </a:moveTo>
                  <a:lnTo>
                    <a:pt x="4003976" y="181665"/>
                  </a:lnTo>
                </a:path>
                <a:path w="4004310" h="188595">
                  <a:moveTo>
                    <a:pt x="3992328" y="181665"/>
                  </a:moveTo>
                  <a:lnTo>
                    <a:pt x="3992328" y="188152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1636915" y="3991409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1638074" y="399205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5629249" y="3991409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7" name="object 1057"/>
            <p:cNvSpPr/>
            <p:nvPr/>
          </p:nvSpPr>
          <p:spPr>
            <a:xfrm>
              <a:off x="5630403" y="3992057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7"/>
                  </a:lnTo>
                </a:path>
                <a:path w="44450" h="180975">
                  <a:moveTo>
                    <a:pt x="44274" y="173877"/>
                  </a:moveTo>
                  <a:lnTo>
                    <a:pt x="44274" y="18036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8" name="object 1058"/>
            <p:cNvSpPr/>
            <p:nvPr/>
          </p:nvSpPr>
          <p:spPr>
            <a:xfrm>
              <a:off x="5673522" y="3991409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5674678" y="3992057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0" name="object 1060"/>
            <p:cNvSpPr/>
            <p:nvPr/>
          </p:nvSpPr>
          <p:spPr>
            <a:xfrm>
              <a:off x="1594980" y="418865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1" name="object 1061"/>
            <p:cNvSpPr/>
            <p:nvPr/>
          </p:nvSpPr>
          <p:spPr>
            <a:xfrm>
              <a:off x="1596143" y="418929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1594980" y="437031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3" name="object 1063"/>
            <p:cNvSpPr/>
            <p:nvPr/>
          </p:nvSpPr>
          <p:spPr>
            <a:xfrm>
              <a:off x="1596143" y="437097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4" name="object 1064"/>
            <p:cNvSpPr/>
            <p:nvPr/>
          </p:nvSpPr>
          <p:spPr>
            <a:xfrm>
              <a:off x="1594980" y="437031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5" name="object 1065"/>
            <p:cNvSpPr/>
            <p:nvPr/>
          </p:nvSpPr>
          <p:spPr>
            <a:xfrm>
              <a:off x="1596143" y="437097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6" name="object 1066"/>
            <p:cNvSpPr/>
            <p:nvPr/>
          </p:nvSpPr>
          <p:spPr>
            <a:xfrm>
              <a:off x="1594980" y="4196438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7" name="object 1067"/>
            <p:cNvSpPr/>
            <p:nvPr/>
          </p:nvSpPr>
          <p:spPr>
            <a:xfrm>
              <a:off x="1596143" y="419708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8" name="object 1068"/>
            <p:cNvSpPr/>
            <p:nvPr/>
          </p:nvSpPr>
          <p:spPr>
            <a:xfrm>
              <a:off x="5629249" y="418865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9" name="object 1069"/>
            <p:cNvSpPr/>
            <p:nvPr/>
          </p:nvSpPr>
          <p:spPr>
            <a:xfrm>
              <a:off x="1638074" y="4189296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5">
                  <a:moveTo>
                    <a:pt x="3992328" y="0"/>
                  </a:moveTo>
                  <a:lnTo>
                    <a:pt x="4003976" y="0"/>
                  </a:lnTo>
                </a:path>
                <a:path w="4004310" h="188595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5">
                  <a:moveTo>
                    <a:pt x="0" y="181674"/>
                  </a:moveTo>
                  <a:lnTo>
                    <a:pt x="0" y="188152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0" name="object 1070"/>
            <p:cNvSpPr/>
            <p:nvPr/>
          </p:nvSpPr>
          <p:spPr>
            <a:xfrm>
              <a:off x="5629249" y="437031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1" name="object 1071"/>
            <p:cNvSpPr/>
            <p:nvPr/>
          </p:nvSpPr>
          <p:spPr>
            <a:xfrm>
              <a:off x="5630403" y="437097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2" name="object 1072"/>
            <p:cNvSpPr/>
            <p:nvPr/>
          </p:nvSpPr>
          <p:spPr>
            <a:xfrm>
              <a:off x="5629249" y="437031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3" name="object 1073"/>
            <p:cNvSpPr/>
            <p:nvPr/>
          </p:nvSpPr>
          <p:spPr>
            <a:xfrm>
              <a:off x="5630403" y="4370971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7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1636915" y="4196438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5" name="object 1075"/>
            <p:cNvSpPr/>
            <p:nvPr/>
          </p:nvSpPr>
          <p:spPr>
            <a:xfrm>
              <a:off x="1638074" y="419708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6" name="object 1076"/>
            <p:cNvSpPr/>
            <p:nvPr/>
          </p:nvSpPr>
          <p:spPr>
            <a:xfrm>
              <a:off x="5629249" y="4196438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5630403" y="4197083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7"/>
                  </a:lnTo>
                </a:path>
                <a:path w="44450" h="180975">
                  <a:moveTo>
                    <a:pt x="44274" y="173887"/>
                  </a:moveTo>
                  <a:lnTo>
                    <a:pt x="44274" y="18036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8" name="object 1078"/>
            <p:cNvSpPr/>
            <p:nvPr/>
          </p:nvSpPr>
          <p:spPr>
            <a:xfrm>
              <a:off x="5673522" y="4196438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9" name="object 1079"/>
            <p:cNvSpPr/>
            <p:nvPr/>
          </p:nvSpPr>
          <p:spPr>
            <a:xfrm>
              <a:off x="5674678" y="419708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1594980" y="4393668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1" name="object 1081"/>
            <p:cNvSpPr/>
            <p:nvPr/>
          </p:nvSpPr>
          <p:spPr>
            <a:xfrm>
              <a:off x="1596143" y="4394323"/>
              <a:ext cx="12065" cy="189865"/>
            </a:xfrm>
            <a:custGeom>
              <a:avLst/>
              <a:gdLst/>
              <a:ahLst/>
              <a:cxnLst/>
              <a:rect l="l" t="t" r="r" b="b"/>
              <a:pathLst>
                <a:path w="12065" h="189864">
                  <a:moveTo>
                    <a:pt x="0" y="0"/>
                  </a:moveTo>
                  <a:lnTo>
                    <a:pt x="11647" y="0"/>
                  </a:lnTo>
                </a:path>
                <a:path w="12065" h="189864">
                  <a:moveTo>
                    <a:pt x="0" y="0"/>
                  </a:moveTo>
                  <a:lnTo>
                    <a:pt x="0" y="6487"/>
                  </a:lnTo>
                </a:path>
                <a:path w="12065" h="189864">
                  <a:moveTo>
                    <a:pt x="0" y="182964"/>
                  </a:moveTo>
                  <a:lnTo>
                    <a:pt x="11647" y="182964"/>
                  </a:lnTo>
                </a:path>
                <a:path w="12065" h="189864">
                  <a:moveTo>
                    <a:pt x="0" y="182964"/>
                  </a:moveTo>
                  <a:lnTo>
                    <a:pt x="0" y="189452"/>
                  </a:lnTo>
                </a:path>
                <a:path w="12065" h="189864">
                  <a:moveTo>
                    <a:pt x="0" y="182964"/>
                  </a:moveTo>
                  <a:lnTo>
                    <a:pt x="11647" y="182964"/>
                  </a:lnTo>
                </a:path>
                <a:path w="12065" h="189864">
                  <a:moveTo>
                    <a:pt x="0" y="182964"/>
                  </a:moveTo>
                  <a:lnTo>
                    <a:pt x="0" y="189452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2" name="object 1082"/>
            <p:cNvSpPr/>
            <p:nvPr/>
          </p:nvSpPr>
          <p:spPr>
            <a:xfrm>
              <a:off x="1594980" y="4401462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5" h="175260">
                  <a:moveTo>
                    <a:pt x="13979" y="0"/>
                  </a:moveTo>
                  <a:lnTo>
                    <a:pt x="0" y="0"/>
                  </a:lnTo>
                  <a:lnTo>
                    <a:pt x="0" y="175185"/>
                  </a:lnTo>
                  <a:lnTo>
                    <a:pt x="13979" y="1751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1596143" y="4402110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4" name="object 1084"/>
            <p:cNvSpPr/>
            <p:nvPr/>
          </p:nvSpPr>
          <p:spPr>
            <a:xfrm>
              <a:off x="5629249" y="4393668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5" name="object 1085"/>
            <p:cNvSpPr/>
            <p:nvPr/>
          </p:nvSpPr>
          <p:spPr>
            <a:xfrm>
              <a:off x="1638074" y="4394323"/>
              <a:ext cx="4004310" cy="189865"/>
            </a:xfrm>
            <a:custGeom>
              <a:avLst/>
              <a:gdLst/>
              <a:ahLst/>
              <a:cxnLst/>
              <a:rect l="l" t="t" r="r" b="b"/>
              <a:pathLst>
                <a:path w="4004310" h="189864">
                  <a:moveTo>
                    <a:pt x="3992328" y="0"/>
                  </a:moveTo>
                  <a:lnTo>
                    <a:pt x="4003976" y="0"/>
                  </a:lnTo>
                </a:path>
                <a:path w="4004310" h="189864">
                  <a:moveTo>
                    <a:pt x="3992328" y="0"/>
                  </a:moveTo>
                  <a:lnTo>
                    <a:pt x="3992328" y="6487"/>
                  </a:lnTo>
                </a:path>
                <a:path w="4004310" h="189864">
                  <a:moveTo>
                    <a:pt x="0" y="182964"/>
                  </a:moveTo>
                  <a:lnTo>
                    <a:pt x="0" y="189452"/>
                  </a:lnTo>
                </a:path>
                <a:path w="4004310" h="189864">
                  <a:moveTo>
                    <a:pt x="3992328" y="182964"/>
                  </a:moveTo>
                  <a:lnTo>
                    <a:pt x="4003976" y="182964"/>
                  </a:lnTo>
                </a:path>
                <a:path w="4004310" h="189864">
                  <a:moveTo>
                    <a:pt x="3992328" y="182964"/>
                  </a:moveTo>
                  <a:lnTo>
                    <a:pt x="3992328" y="189452"/>
                  </a:lnTo>
                </a:path>
                <a:path w="4004310" h="189864">
                  <a:moveTo>
                    <a:pt x="3992328" y="182964"/>
                  </a:moveTo>
                  <a:lnTo>
                    <a:pt x="4003976" y="182964"/>
                  </a:lnTo>
                </a:path>
                <a:path w="4004310" h="189864">
                  <a:moveTo>
                    <a:pt x="3992328" y="182964"/>
                  </a:moveTo>
                  <a:lnTo>
                    <a:pt x="3992328" y="189452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1636915" y="4401462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5" h="175260">
                  <a:moveTo>
                    <a:pt x="13979" y="0"/>
                  </a:moveTo>
                  <a:lnTo>
                    <a:pt x="0" y="0"/>
                  </a:lnTo>
                  <a:lnTo>
                    <a:pt x="0" y="175185"/>
                  </a:lnTo>
                  <a:lnTo>
                    <a:pt x="13979" y="1751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7" name="object 1087"/>
            <p:cNvSpPr/>
            <p:nvPr/>
          </p:nvSpPr>
          <p:spPr>
            <a:xfrm>
              <a:off x="1638074" y="4402110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8" name="object 1088"/>
            <p:cNvSpPr/>
            <p:nvPr/>
          </p:nvSpPr>
          <p:spPr>
            <a:xfrm>
              <a:off x="5629249" y="4401462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5"/>
                  </a:lnTo>
                  <a:lnTo>
                    <a:pt x="13974" y="1751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5630403" y="4402110"/>
              <a:ext cx="44450" cy="182245"/>
            </a:xfrm>
            <a:custGeom>
              <a:avLst/>
              <a:gdLst/>
              <a:ahLst/>
              <a:cxnLst/>
              <a:rect l="l" t="t" r="r" b="b"/>
              <a:pathLst>
                <a:path w="44450" h="182245">
                  <a:moveTo>
                    <a:pt x="0" y="0"/>
                  </a:moveTo>
                  <a:lnTo>
                    <a:pt x="0" y="173887"/>
                  </a:lnTo>
                </a:path>
                <a:path w="44450" h="182245">
                  <a:moveTo>
                    <a:pt x="44274" y="175177"/>
                  </a:moveTo>
                  <a:lnTo>
                    <a:pt x="44274" y="18166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0" name="object 1090"/>
            <p:cNvSpPr/>
            <p:nvPr/>
          </p:nvSpPr>
          <p:spPr>
            <a:xfrm>
              <a:off x="5673522" y="4401462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5"/>
                  </a:lnTo>
                  <a:lnTo>
                    <a:pt x="13974" y="1751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1" name="object 1091"/>
            <p:cNvSpPr/>
            <p:nvPr/>
          </p:nvSpPr>
          <p:spPr>
            <a:xfrm>
              <a:off x="5674678" y="4402110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1594980" y="4600004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3" name="object 1093"/>
            <p:cNvSpPr/>
            <p:nvPr/>
          </p:nvSpPr>
          <p:spPr>
            <a:xfrm>
              <a:off x="1596143" y="4600648"/>
              <a:ext cx="12065" cy="188595"/>
            </a:xfrm>
            <a:custGeom>
              <a:avLst/>
              <a:gdLst/>
              <a:ahLst/>
              <a:cxnLst/>
              <a:rect l="l" t="t" r="r" b="b"/>
              <a:pathLst>
                <a:path w="12065" h="188595">
                  <a:moveTo>
                    <a:pt x="0" y="0"/>
                  </a:moveTo>
                  <a:lnTo>
                    <a:pt x="11647" y="0"/>
                  </a:lnTo>
                </a:path>
                <a:path w="12065" h="188595">
                  <a:moveTo>
                    <a:pt x="0" y="0"/>
                  </a:moveTo>
                  <a:lnTo>
                    <a:pt x="0" y="6487"/>
                  </a:lnTo>
                </a:path>
                <a:path w="12065" h="188595">
                  <a:moveTo>
                    <a:pt x="0" y="181674"/>
                  </a:moveTo>
                  <a:lnTo>
                    <a:pt x="11647" y="181674"/>
                  </a:lnTo>
                </a:path>
                <a:path w="12065" h="188595">
                  <a:moveTo>
                    <a:pt x="0" y="181674"/>
                  </a:moveTo>
                  <a:lnTo>
                    <a:pt x="0" y="188161"/>
                  </a:lnTo>
                </a:path>
                <a:path w="12065" h="188595">
                  <a:moveTo>
                    <a:pt x="0" y="181674"/>
                  </a:moveTo>
                  <a:lnTo>
                    <a:pt x="11647" y="181674"/>
                  </a:lnTo>
                </a:path>
                <a:path w="12065" h="188595">
                  <a:moveTo>
                    <a:pt x="0" y="181674"/>
                  </a:moveTo>
                  <a:lnTo>
                    <a:pt x="0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1594980" y="4607778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1596143" y="4608436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5629249" y="4600004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1638074" y="4600648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5">
                  <a:moveTo>
                    <a:pt x="3992328" y="0"/>
                  </a:moveTo>
                  <a:lnTo>
                    <a:pt x="4003976" y="0"/>
                  </a:lnTo>
                </a:path>
                <a:path w="4004310" h="188595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5">
                  <a:moveTo>
                    <a:pt x="0" y="181674"/>
                  </a:moveTo>
                  <a:lnTo>
                    <a:pt x="0" y="188161"/>
                  </a:lnTo>
                </a:path>
                <a:path w="4004310" h="188595">
                  <a:moveTo>
                    <a:pt x="3992328" y="181674"/>
                  </a:moveTo>
                  <a:lnTo>
                    <a:pt x="4003976" y="181674"/>
                  </a:lnTo>
                </a:path>
                <a:path w="4004310" h="188595">
                  <a:moveTo>
                    <a:pt x="3992328" y="181674"/>
                  </a:moveTo>
                  <a:lnTo>
                    <a:pt x="3992328" y="188161"/>
                  </a:lnTo>
                </a:path>
                <a:path w="4004310" h="188595">
                  <a:moveTo>
                    <a:pt x="3992328" y="181674"/>
                  </a:moveTo>
                  <a:lnTo>
                    <a:pt x="4003976" y="181674"/>
                  </a:lnTo>
                </a:path>
                <a:path w="4004310" h="188595">
                  <a:moveTo>
                    <a:pt x="3992328" y="181674"/>
                  </a:moveTo>
                  <a:lnTo>
                    <a:pt x="3992328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1636915" y="4607778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9" name="object 1099"/>
            <p:cNvSpPr/>
            <p:nvPr/>
          </p:nvSpPr>
          <p:spPr>
            <a:xfrm>
              <a:off x="1638074" y="4608436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0" name="object 1100"/>
            <p:cNvSpPr/>
            <p:nvPr/>
          </p:nvSpPr>
          <p:spPr>
            <a:xfrm>
              <a:off x="5629249" y="4607778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5630403" y="4608436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7"/>
                  </a:lnTo>
                </a:path>
                <a:path w="44450" h="180975">
                  <a:moveTo>
                    <a:pt x="44274" y="173887"/>
                  </a:moveTo>
                  <a:lnTo>
                    <a:pt x="44274" y="18037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2" name="object 1102"/>
            <p:cNvSpPr/>
            <p:nvPr/>
          </p:nvSpPr>
          <p:spPr>
            <a:xfrm>
              <a:off x="5673522" y="4607778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3" name="object 1103"/>
            <p:cNvSpPr/>
            <p:nvPr/>
          </p:nvSpPr>
          <p:spPr>
            <a:xfrm>
              <a:off x="5674678" y="4608436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1594980" y="4805028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5" name="object 1105"/>
            <p:cNvSpPr/>
            <p:nvPr/>
          </p:nvSpPr>
          <p:spPr>
            <a:xfrm>
              <a:off x="1596143" y="480567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6" name="object 1106"/>
            <p:cNvSpPr/>
            <p:nvPr/>
          </p:nvSpPr>
          <p:spPr>
            <a:xfrm>
              <a:off x="1594980" y="4986689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1596143" y="498734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8" name="object 1108"/>
            <p:cNvSpPr/>
            <p:nvPr/>
          </p:nvSpPr>
          <p:spPr>
            <a:xfrm>
              <a:off x="1594980" y="4986689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9" name="object 1109"/>
            <p:cNvSpPr/>
            <p:nvPr/>
          </p:nvSpPr>
          <p:spPr>
            <a:xfrm>
              <a:off x="1596143" y="498734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1594980" y="4812812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1" name="object 1111"/>
            <p:cNvSpPr/>
            <p:nvPr/>
          </p:nvSpPr>
          <p:spPr>
            <a:xfrm>
              <a:off x="1596143" y="4813462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2" name="object 1112"/>
            <p:cNvSpPr/>
            <p:nvPr/>
          </p:nvSpPr>
          <p:spPr>
            <a:xfrm>
              <a:off x="5629249" y="4805028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1638074" y="4805675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5">
                  <a:moveTo>
                    <a:pt x="3992328" y="0"/>
                  </a:moveTo>
                  <a:lnTo>
                    <a:pt x="4003976" y="0"/>
                  </a:lnTo>
                </a:path>
                <a:path w="4004310" h="188595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5">
                  <a:moveTo>
                    <a:pt x="0" y="181674"/>
                  </a:moveTo>
                  <a:lnTo>
                    <a:pt x="0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4" name="object 1114"/>
            <p:cNvSpPr/>
            <p:nvPr/>
          </p:nvSpPr>
          <p:spPr>
            <a:xfrm>
              <a:off x="5629249" y="4986689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5" name="object 1115"/>
            <p:cNvSpPr/>
            <p:nvPr/>
          </p:nvSpPr>
          <p:spPr>
            <a:xfrm>
              <a:off x="5630403" y="498734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5629249" y="4986689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7" name="object 1117"/>
            <p:cNvSpPr/>
            <p:nvPr/>
          </p:nvSpPr>
          <p:spPr>
            <a:xfrm>
              <a:off x="5630403" y="498734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8" name="object 1118"/>
            <p:cNvSpPr/>
            <p:nvPr/>
          </p:nvSpPr>
          <p:spPr>
            <a:xfrm>
              <a:off x="1636915" y="4812812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1638074" y="4813462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0" name="object 1120"/>
            <p:cNvSpPr/>
            <p:nvPr/>
          </p:nvSpPr>
          <p:spPr>
            <a:xfrm>
              <a:off x="5629249" y="4812812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1" name="object 1121"/>
            <p:cNvSpPr/>
            <p:nvPr/>
          </p:nvSpPr>
          <p:spPr>
            <a:xfrm>
              <a:off x="5630403" y="4813462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7"/>
                  </a:lnTo>
                </a:path>
                <a:path w="44450" h="180975">
                  <a:moveTo>
                    <a:pt x="44274" y="173887"/>
                  </a:moveTo>
                  <a:lnTo>
                    <a:pt x="44274" y="18037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5673522" y="4812812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3" name="object 1123"/>
            <p:cNvSpPr/>
            <p:nvPr/>
          </p:nvSpPr>
          <p:spPr>
            <a:xfrm>
              <a:off x="5674678" y="4813462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4" name="object 1124"/>
            <p:cNvSpPr/>
            <p:nvPr/>
          </p:nvSpPr>
          <p:spPr>
            <a:xfrm>
              <a:off x="1594980" y="5010044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1596143" y="5010701"/>
              <a:ext cx="12065" cy="189865"/>
            </a:xfrm>
            <a:custGeom>
              <a:avLst/>
              <a:gdLst/>
              <a:ahLst/>
              <a:cxnLst/>
              <a:rect l="l" t="t" r="r" b="b"/>
              <a:pathLst>
                <a:path w="12065" h="189864">
                  <a:moveTo>
                    <a:pt x="0" y="0"/>
                  </a:moveTo>
                  <a:lnTo>
                    <a:pt x="11647" y="0"/>
                  </a:lnTo>
                </a:path>
                <a:path w="12065" h="189864">
                  <a:moveTo>
                    <a:pt x="0" y="0"/>
                  </a:moveTo>
                  <a:lnTo>
                    <a:pt x="0" y="6487"/>
                  </a:lnTo>
                </a:path>
                <a:path w="12065" h="189864">
                  <a:moveTo>
                    <a:pt x="0" y="182973"/>
                  </a:moveTo>
                  <a:lnTo>
                    <a:pt x="11647" y="182973"/>
                  </a:lnTo>
                </a:path>
                <a:path w="12065" h="189864">
                  <a:moveTo>
                    <a:pt x="0" y="182973"/>
                  </a:moveTo>
                  <a:lnTo>
                    <a:pt x="0" y="189461"/>
                  </a:lnTo>
                </a:path>
                <a:path w="12065" h="189864">
                  <a:moveTo>
                    <a:pt x="0" y="182973"/>
                  </a:moveTo>
                  <a:lnTo>
                    <a:pt x="11647" y="182973"/>
                  </a:lnTo>
                </a:path>
                <a:path w="12065" h="189864">
                  <a:moveTo>
                    <a:pt x="0" y="182973"/>
                  </a:moveTo>
                  <a:lnTo>
                    <a:pt x="0" y="1894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6" name="object 1126"/>
            <p:cNvSpPr/>
            <p:nvPr/>
          </p:nvSpPr>
          <p:spPr>
            <a:xfrm>
              <a:off x="1594980" y="5017836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5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7" name="object 1127"/>
            <p:cNvSpPr/>
            <p:nvPr/>
          </p:nvSpPr>
          <p:spPr>
            <a:xfrm>
              <a:off x="1596143" y="5018488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5629249" y="5010044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9" name="object 1129"/>
            <p:cNvSpPr/>
            <p:nvPr/>
          </p:nvSpPr>
          <p:spPr>
            <a:xfrm>
              <a:off x="1638074" y="5010701"/>
              <a:ext cx="4004310" cy="189865"/>
            </a:xfrm>
            <a:custGeom>
              <a:avLst/>
              <a:gdLst/>
              <a:ahLst/>
              <a:cxnLst/>
              <a:rect l="l" t="t" r="r" b="b"/>
              <a:pathLst>
                <a:path w="4004310" h="189864">
                  <a:moveTo>
                    <a:pt x="3992328" y="0"/>
                  </a:moveTo>
                  <a:lnTo>
                    <a:pt x="4003976" y="0"/>
                  </a:lnTo>
                </a:path>
                <a:path w="4004310" h="189864">
                  <a:moveTo>
                    <a:pt x="3992328" y="0"/>
                  </a:moveTo>
                  <a:lnTo>
                    <a:pt x="3992328" y="6487"/>
                  </a:lnTo>
                </a:path>
                <a:path w="4004310" h="189864">
                  <a:moveTo>
                    <a:pt x="0" y="182973"/>
                  </a:moveTo>
                  <a:lnTo>
                    <a:pt x="0" y="189461"/>
                  </a:lnTo>
                </a:path>
                <a:path w="4004310" h="189864">
                  <a:moveTo>
                    <a:pt x="3992328" y="182973"/>
                  </a:moveTo>
                  <a:lnTo>
                    <a:pt x="4003976" y="182973"/>
                  </a:lnTo>
                </a:path>
                <a:path w="4004310" h="189864">
                  <a:moveTo>
                    <a:pt x="3992328" y="182973"/>
                  </a:moveTo>
                  <a:lnTo>
                    <a:pt x="3992328" y="189461"/>
                  </a:lnTo>
                </a:path>
                <a:path w="4004310" h="189864">
                  <a:moveTo>
                    <a:pt x="3992328" y="182973"/>
                  </a:moveTo>
                  <a:lnTo>
                    <a:pt x="4003976" y="182973"/>
                  </a:lnTo>
                </a:path>
                <a:path w="4004310" h="189864">
                  <a:moveTo>
                    <a:pt x="3992328" y="182973"/>
                  </a:moveTo>
                  <a:lnTo>
                    <a:pt x="3992328" y="1894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0" name="object 1130"/>
            <p:cNvSpPr/>
            <p:nvPr/>
          </p:nvSpPr>
          <p:spPr>
            <a:xfrm>
              <a:off x="1636915" y="5017836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5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1638074" y="5018488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2" name="object 1132"/>
            <p:cNvSpPr/>
            <p:nvPr/>
          </p:nvSpPr>
          <p:spPr>
            <a:xfrm>
              <a:off x="5629249" y="5017836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3" name="object 1133"/>
            <p:cNvSpPr/>
            <p:nvPr/>
          </p:nvSpPr>
          <p:spPr>
            <a:xfrm>
              <a:off x="5630403" y="5018488"/>
              <a:ext cx="44450" cy="182245"/>
            </a:xfrm>
            <a:custGeom>
              <a:avLst/>
              <a:gdLst/>
              <a:ahLst/>
              <a:cxnLst/>
              <a:rect l="l" t="t" r="r" b="b"/>
              <a:pathLst>
                <a:path w="44450" h="182245">
                  <a:moveTo>
                    <a:pt x="0" y="0"/>
                  </a:moveTo>
                  <a:lnTo>
                    <a:pt x="0" y="173887"/>
                  </a:lnTo>
                </a:path>
                <a:path w="44450" h="182245">
                  <a:moveTo>
                    <a:pt x="44274" y="175186"/>
                  </a:moveTo>
                  <a:lnTo>
                    <a:pt x="44274" y="18167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5673522" y="5017836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5" name="object 1135"/>
            <p:cNvSpPr/>
            <p:nvPr/>
          </p:nvSpPr>
          <p:spPr>
            <a:xfrm>
              <a:off x="5674678" y="5018488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8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6" name="object 1136"/>
            <p:cNvSpPr/>
            <p:nvPr/>
          </p:nvSpPr>
          <p:spPr>
            <a:xfrm>
              <a:off x="1594980" y="521638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1596143" y="521702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8" name="object 1138"/>
            <p:cNvSpPr/>
            <p:nvPr/>
          </p:nvSpPr>
          <p:spPr>
            <a:xfrm>
              <a:off x="1594980" y="539804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9" name="object 1139"/>
            <p:cNvSpPr/>
            <p:nvPr/>
          </p:nvSpPr>
          <p:spPr>
            <a:xfrm>
              <a:off x="1596143" y="539869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1594980" y="539804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1596143" y="539869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1594980" y="5224165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1596143" y="522481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5629249" y="521638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1638074" y="5217026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5">
                  <a:moveTo>
                    <a:pt x="3992328" y="0"/>
                  </a:moveTo>
                  <a:lnTo>
                    <a:pt x="4003976" y="0"/>
                  </a:lnTo>
                </a:path>
                <a:path w="4004310" h="188595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5">
                  <a:moveTo>
                    <a:pt x="0" y="181665"/>
                  </a:moveTo>
                  <a:lnTo>
                    <a:pt x="0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5629249" y="539804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5630403" y="539869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8" name="object 1148"/>
            <p:cNvSpPr/>
            <p:nvPr/>
          </p:nvSpPr>
          <p:spPr>
            <a:xfrm>
              <a:off x="5629249" y="539804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5630403" y="539869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9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0" name="object 1150"/>
            <p:cNvSpPr/>
            <p:nvPr/>
          </p:nvSpPr>
          <p:spPr>
            <a:xfrm>
              <a:off x="1636915" y="5224165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1" name="object 1151"/>
            <p:cNvSpPr/>
            <p:nvPr/>
          </p:nvSpPr>
          <p:spPr>
            <a:xfrm>
              <a:off x="1638074" y="522481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5629249" y="5224165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3" name="object 1153"/>
            <p:cNvSpPr/>
            <p:nvPr/>
          </p:nvSpPr>
          <p:spPr>
            <a:xfrm>
              <a:off x="5630403" y="5224813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7"/>
                  </a:lnTo>
                </a:path>
                <a:path w="44450" h="180975">
                  <a:moveTo>
                    <a:pt x="44274" y="173877"/>
                  </a:moveTo>
                  <a:lnTo>
                    <a:pt x="44274" y="18037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4" name="object 1154"/>
            <p:cNvSpPr/>
            <p:nvPr/>
          </p:nvSpPr>
          <p:spPr>
            <a:xfrm>
              <a:off x="5673522" y="5224165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5674678" y="5224813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6" name="object 1156"/>
            <p:cNvSpPr/>
            <p:nvPr/>
          </p:nvSpPr>
          <p:spPr>
            <a:xfrm>
              <a:off x="1594980" y="542140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7" name="object 1157"/>
            <p:cNvSpPr/>
            <p:nvPr/>
          </p:nvSpPr>
          <p:spPr>
            <a:xfrm>
              <a:off x="1596143" y="5422053"/>
              <a:ext cx="12065" cy="188595"/>
            </a:xfrm>
            <a:custGeom>
              <a:avLst/>
              <a:gdLst/>
              <a:ahLst/>
              <a:cxnLst/>
              <a:rect l="l" t="t" r="r" b="b"/>
              <a:pathLst>
                <a:path w="12065" h="188595">
                  <a:moveTo>
                    <a:pt x="0" y="0"/>
                  </a:moveTo>
                  <a:lnTo>
                    <a:pt x="11647" y="0"/>
                  </a:lnTo>
                </a:path>
                <a:path w="12065" h="188595">
                  <a:moveTo>
                    <a:pt x="0" y="0"/>
                  </a:moveTo>
                  <a:lnTo>
                    <a:pt x="0" y="6487"/>
                  </a:lnTo>
                </a:path>
                <a:path w="12065" h="188595">
                  <a:moveTo>
                    <a:pt x="0" y="181665"/>
                  </a:moveTo>
                  <a:lnTo>
                    <a:pt x="11647" y="181665"/>
                  </a:lnTo>
                </a:path>
                <a:path w="12065" h="188595">
                  <a:moveTo>
                    <a:pt x="0" y="181665"/>
                  </a:moveTo>
                  <a:lnTo>
                    <a:pt x="0" y="188161"/>
                  </a:lnTo>
                </a:path>
                <a:path w="12065" h="188595">
                  <a:moveTo>
                    <a:pt x="0" y="181665"/>
                  </a:moveTo>
                  <a:lnTo>
                    <a:pt x="11647" y="181665"/>
                  </a:lnTo>
                </a:path>
                <a:path w="12065" h="188595">
                  <a:moveTo>
                    <a:pt x="0" y="181665"/>
                  </a:moveTo>
                  <a:lnTo>
                    <a:pt x="0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8" name="object 1158"/>
            <p:cNvSpPr/>
            <p:nvPr/>
          </p:nvSpPr>
          <p:spPr>
            <a:xfrm>
              <a:off x="1594980" y="5429190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9" name="object 1159"/>
            <p:cNvSpPr/>
            <p:nvPr/>
          </p:nvSpPr>
          <p:spPr>
            <a:xfrm>
              <a:off x="1596143" y="5429840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0" name="object 1160"/>
            <p:cNvSpPr/>
            <p:nvPr/>
          </p:nvSpPr>
          <p:spPr>
            <a:xfrm>
              <a:off x="5629249" y="542140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1" name="object 1161"/>
            <p:cNvSpPr/>
            <p:nvPr/>
          </p:nvSpPr>
          <p:spPr>
            <a:xfrm>
              <a:off x="1638074" y="5422053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5">
                  <a:moveTo>
                    <a:pt x="3992328" y="0"/>
                  </a:moveTo>
                  <a:lnTo>
                    <a:pt x="4003976" y="0"/>
                  </a:lnTo>
                </a:path>
                <a:path w="4004310" h="188595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5">
                  <a:moveTo>
                    <a:pt x="0" y="181665"/>
                  </a:moveTo>
                  <a:lnTo>
                    <a:pt x="0" y="188161"/>
                  </a:lnTo>
                </a:path>
                <a:path w="4004310" h="188595">
                  <a:moveTo>
                    <a:pt x="3992328" y="181665"/>
                  </a:moveTo>
                  <a:lnTo>
                    <a:pt x="4003976" y="181665"/>
                  </a:lnTo>
                </a:path>
                <a:path w="4004310" h="188595">
                  <a:moveTo>
                    <a:pt x="3992328" y="181665"/>
                  </a:moveTo>
                  <a:lnTo>
                    <a:pt x="3992328" y="188161"/>
                  </a:lnTo>
                </a:path>
                <a:path w="4004310" h="188595">
                  <a:moveTo>
                    <a:pt x="3992328" y="181665"/>
                  </a:moveTo>
                  <a:lnTo>
                    <a:pt x="4003976" y="181665"/>
                  </a:lnTo>
                </a:path>
                <a:path w="4004310" h="188595">
                  <a:moveTo>
                    <a:pt x="3992328" y="181665"/>
                  </a:moveTo>
                  <a:lnTo>
                    <a:pt x="3992328" y="18816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2" name="object 1162"/>
            <p:cNvSpPr/>
            <p:nvPr/>
          </p:nvSpPr>
          <p:spPr>
            <a:xfrm>
              <a:off x="1636915" y="5429190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3" name="object 1163"/>
            <p:cNvSpPr/>
            <p:nvPr/>
          </p:nvSpPr>
          <p:spPr>
            <a:xfrm>
              <a:off x="1638074" y="5429840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4" name="object 1164"/>
            <p:cNvSpPr/>
            <p:nvPr/>
          </p:nvSpPr>
          <p:spPr>
            <a:xfrm>
              <a:off x="5629249" y="5429190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5" name="object 1165"/>
            <p:cNvSpPr/>
            <p:nvPr/>
          </p:nvSpPr>
          <p:spPr>
            <a:xfrm>
              <a:off x="5630403" y="5429840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7"/>
                  </a:lnTo>
                </a:path>
                <a:path w="44450" h="180975">
                  <a:moveTo>
                    <a:pt x="44274" y="173877"/>
                  </a:moveTo>
                  <a:lnTo>
                    <a:pt x="44274" y="18037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6" name="object 1166"/>
            <p:cNvSpPr/>
            <p:nvPr/>
          </p:nvSpPr>
          <p:spPr>
            <a:xfrm>
              <a:off x="5673522" y="5429190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5674678" y="5429840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7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1594980" y="562643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9" name="object 1169"/>
            <p:cNvSpPr/>
            <p:nvPr/>
          </p:nvSpPr>
          <p:spPr>
            <a:xfrm>
              <a:off x="1596143" y="5627079"/>
              <a:ext cx="12065" cy="189865"/>
            </a:xfrm>
            <a:custGeom>
              <a:avLst/>
              <a:gdLst/>
              <a:ahLst/>
              <a:cxnLst/>
              <a:rect l="l" t="t" r="r" b="b"/>
              <a:pathLst>
                <a:path w="12065" h="189864">
                  <a:moveTo>
                    <a:pt x="0" y="0"/>
                  </a:moveTo>
                  <a:lnTo>
                    <a:pt x="11647" y="0"/>
                  </a:lnTo>
                </a:path>
                <a:path w="12065" h="189864">
                  <a:moveTo>
                    <a:pt x="0" y="0"/>
                  </a:moveTo>
                  <a:lnTo>
                    <a:pt x="0" y="6496"/>
                  </a:lnTo>
                </a:path>
                <a:path w="12065" h="189864">
                  <a:moveTo>
                    <a:pt x="0" y="183000"/>
                  </a:moveTo>
                  <a:lnTo>
                    <a:pt x="11647" y="183000"/>
                  </a:lnTo>
                </a:path>
                <a:path w="12065" h="189864">
                  <a:moveTo>
                    <a:pt x="0" y="183000"/>
                  </a:moveTo>
                  <a:lnTo>
                    <a:pt x="0" y="189488"/>
                  </a:lnTo>
                </a:path>
                <a:path w="12065" h="189864">
                  <a:moveTo>
                    <a:pt x="0" y="183000"/>
                  </a:moveTo>
                  <a:lnTo>
                    <a:pt x="11647" y="183000"/>
                  </a:lnTo>
                </a:path>
                <a:path w="12065" h="189864">
                  <a:moveTo>
                    <a:pt x="0" y="183000"/>
                  </a:moveTo>
                  <a:lnTo>
                    <a:pt x="0" y="18948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0" name="object 1170"/>
            <p:cNvSpPr/>
            <p:nvPr/>
          </p:nvSpPr>
          <p:spPr>
            <a:xfrm>
              <a:off x="1594980" y="5634249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5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1" name="object 1171"/>
            <p:cNvSpPr/>
            <p:nvPr/>
          </p:nvSpPr>
          <p:spPr>
            <a:xfrm>
              <a:off x="1596143" y="5634866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91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2" name="object 1172"/>
            <p:cNvSpPr/>
            <p:nvPr/>
          </p:nvSpPr>
          <p:spPr>
            <a:xfrm>
              <a:off x="5629249" y="562643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3" name="object 1173"/>
            <p:cNvSpPr/>
            <p:nvPr/>
          </p:nvSpPr>
          <p:spPr>
            <a:xfrm>
              <a:off x="1638074" y="5627079"/>
              <a:ext cx="4004310" cy="189865"/>
            </a:xfrm>
            <a:custGeom>
              <a:avLst/>
              <a:gdLst/>
              <a:ahLst/>
              <a:cxnLst/>
              <a:rect l="l" t="t" r="r" b="b"/>
              <a:pathLst>
                <a:path w="4004310" h="189864">
                  <a:moveTo>
                    <a:pt x="3992328" y="0"/>
                  </a:moveTo>
                  <a:lnTo>
                    <a:pt x="4003976" y="0"/>
                  </a:lnTo>
                </a:path>
                <a:path w="4004310" h="189864">
                  <a:moveTo>
                    <a:pt x="3992328" y="0"/>
                  </a:moveTo>
                  <a:lnTo>
                    <a:pt x="3992328" y="6496"/>
                  </a:lnTo>
                </a:path>
                <a:path w="4004310" h="189864">
                  <a:moveTo>
                    <a:pt x="0" y="183000"/>
                  </a:moveTo>
                  <a:lnTo>
                    <a:pt x="0" y="189488"/>
                  </a:lnTo>
                </a:path>
                <a:path w="4004310" h="189864">
                  <a:moveTo>
                    <a:pt x="3992328" y="183000"/>
                  </a:moveTo>
                  <a:lnTo>
                    <a:pt x="4003976" y="183000"/>
                  </a:lnTo>
                </a:path>
                <a:path w="4004310" h="189864">
                  <a:moveTo>
                    <a:pt x="3992328" y="183000"/>
                  </a:moveTo>
                  <a:lnTo>
                    <a:pt x="3992328" y="189488"/>
                  </a:lnTo>
                </a:path>
                <a:path w="4004310" h="189864">
                  <a:moveTo>
                    <a:pt x="3992328" y="183000"/>
                  </a:moveTo>
                  <a:lnTo>
                    <a:pt x="4003976" y="183000"/>
                  </a:lnTo>
                </a:path>
                <a:path w="4004310" h="189864">
                  <a:moveTo>
                    <a:pt x="3992328" y="183000"/>
                  </a:moveTo>
                  <a:lnTo>
                    <a:pt x="3992328" y="18948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4" name="object 1174"/>
            <p:cNvSpPr/>
            <p:nvPr/>
          </p:nvSpPr>
          <p:spPr>
            <a:xfrm>
              <a:off x="1636915" y="5634249"/>
              <a:ext cx="14604" cy="175260"/>
            </a:xfrm>
            <a:custGeom>
              <a:avLst/>
              <a:gdLst/>
              <a:ahLst/>
              <a:cxnLst/>
              <a:rect l="l" t="t" r="r" b="b"/>
              <a:pathLst>
                <a:path w="14605" h="175260">
                  <a:moveTo>
                    <a:pt x="13979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9" y="175181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5" name="object 1175"/>
            <p:cNvSpPr/>
            <p:nvPr/>
          </p:nvSpPr>
          <p:spPr>
            <a:xfrm>
              <a:off x="1638074" y="5634866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914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6" name="object 1176"/>
            <p:cNvSpPr/>
            <p:nvPr/>
          </p:nvSpPr>
          <p:spPr>
            <a:xfrm>
              <a:off x="5629249" y="5634249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7" name="object 1177"/>
            <p:cNvSpPr/>
            <p:nvPr/>
          </p:nvSpPr>
          <p:spPr>
            <a:xfrm>
              <a:off x="5630403" y="5634866"/>
              <a:ext cx="44450" cy="182245"/>
            </a:xfrm>
            <a:custGeom>
              <a:avLst/>
              <a:gdLst/>
              <a:ahLst/>
              <a:cxnLst/>
              <a:rect l="l" t="t" r="r" b="b"/>
              <a:pathLst>
                <a:path w="44450" h="182245">
                  <a:moveTo>
                    <a:pt x="0" y="0"/>
                  </a:moveTo>
                  <a:lnTo>
                    <a:pt x="0" y="173914"/>
                  </a:lnTo>
                </a:path>
                <a:path w="44450" h="182245">
                  <a:moveTo>
                    <a:pt x="44274" y="175213"/>
                  </a:moveTo>
                  <a:lnTo>
                    <a:pt x="44274" y="18170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8" name="object 1178"/>
            <p:cNvSpPr/>
            <p:nvPr/>
          </p:nvSpPr>
          <p:spPr>
            <a:xfrm>
              <a:off x="5673522" y="5634249"/>
              <a:ext cx="13970" cy="175260"/>
            </a:xfrm>
            <a:custGeom>
              <a:avLst/>
              <a:gdLst/>
              <a:ahLst/>
              <a:cxnLst/>
              <a:rect l="l" t="t" r="r" b="b"/>
              <a:pathLst>
                <a:path w="13970" h="175260">
                  <a:moveTo>
                    <a:pt x="13974" y="0"/>
                  </a:moveTo>
                  <a:lnTo>
                    <a:pt x="0" y="0"/>
                  </a:lnTo>
                  <a:lnTo>
                    <a:pt x="0" y="175181"/>
                  </a:lnTo>
                  <a:lnTo>
                    <a:pt x="13974" y="175181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9" name="object 1179"/>
            <p:cNvSpPr/>
            <p:nvPr/>
          </p:nvSpPr>
          <p:spPr>
            <a:xfrm>
              <a:off x="5674678" y="5634866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914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0" name="object 1180"/>
            <p:cNvSpPr/>
            <p:nvPr/>
          </p:nvSpPr>
          <p:spPr>
            <a:xfrm>
              <a:off x="1594980" y="583278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1" name="object 1181"/>
            <p:cNvSpPr/>
            <p:nvPr/>
          </p:nvSpPr>
          <p:spPr>
            <a:xfrm>
              <a:off x="1596143" y="5833441"/>
              <a:ext cx="12065" cy="188595"/>
            </a:xfrm>
            <a:custGeom>
              <a:avLst/>
              <a:gdLst/>
              <a:ahLst/>
              <a:cxnLst/>
              <a:rect l="l" t="t" r="r" b="b"/>
              <a:pathLst>
                <a:path w="12065" h="188595">
                  <a:moveTo>
                    <a:pt x="0" y="0"/>
                  </a:moveTo>
                  <a:lnTo>
                    <a:pt x="11647" y="0"/>
                  </a:lnTo>
                </a:path>
                <a:path w="12065" h="188595">
                  <a:moveTo>
                    <a:pt x="0" y="0"/>
                  </a:moveTo>
                  <a:lnTo>
                    <a:pt x="0" y="6487"/>
                  </a:lnTo>
                </a:path>
                <a:path w="12065" h="188595">
                  <a:moveTo>
                    <a:pt x="0" y="181665"/>
                  </a:moveTo>
                  <a:lnTo>
                    <a:pt x="11647" y="181665"/>
                  </a:lnTo>
                </a:path>
                <a:path w="12065" h="188595">
                  <a:moveTo>
                    <a:pt x="0" y="181665"/>
                  </a:moveTo>
                  <a:lnTo>
                    <a:pt x="0" y="188155"/>
                  </a:lnTo>
                </a:path>
                <a:path w="12065" h="188595">
                  <a:moveTo>
                    <a:pt x="0" y="181665"/>
                  </a:moveTo>
                  <a:lnTo>
                    <a:pt x="11647" y="181665"/>
                  </a:lnTo>
                </a:path>
                <a:path w="12065" h="188595">
                  <a:moveTo>
                    <a:pt x="0" y="181665"/>
                  </a:moveTo>
                  <a:lnTo>
                    <a:pt x="0" y="18815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2" name="object 1182"/>
            <p:cNvSpPr/>
            <p:nvPr/>
          </p:nvSpPr>
          <p:spPr>
            <a:xfrm>
              <a:off x="1594980" y="5840576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3" name="object 1183"/>
            <p:cNvSpPr/>
            <p:nvPr/>
          </p:nvSpPr>
          <p:spPr>
            <a:xfrm>
              <a:off x="1596143" y="5841228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4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4" name="object 1184"/>
            <p:cNvSpPr/>
            <p:nvPr/>
          </p:nvSpPr>
          <p:spPr>
            <a:xfrm>
              <a:off x="5629249" y="583278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5" name="object 1185"/>
            <p:cNvSpPr/>
            <p:nvPr/>
          </p:nvSpPr>
          <p:spPr>
            <a:xfrm>
              <a:off x="1638074" y="5833441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5">
                  <a:moveTo>
                    <a:pt x="3992328" y="0"/>
                  </a:moveTo>
                  <a:lnTo>
                    <a:pt x="4003976" y="0"/>
                  </a:lnTo>
                </a:path>
                <a:path w="4004310" h="188595">
                  <a:moveTo>
                    <a:pt x="3992328" y="0"/>
                  </a:moveTo>
                  <a:lnTo>
                    <a:pt x="3992328" y="6487"/>
                  </a:lnTo>
                </a:path>
                <a:path w="4004310" h="188595">
                  <a:moveTo>
                    <a:pt x="0" y="181665"/>
                  </a:moveTo>
                  <a:lnTo>
                    <a:pt x="0" y="188155"/>
                  </a:lnTo>
                </a:path>
                <a:path w="4004310" h="188595">
                  <a:moveTo>
                    <a:pt x="3992328" y="181665"/>
                  </a:moveTo>
                  <a:lnTo>
                    <a:pt x="4003976" y="181665"/>
                  </a:lnTo>
                </a:path>
                <a:path w="4004310" h="188595">
                  <a:moveTo>
                    <a:pt x="3992328" y="181665"/>
                  </a:moveTo>
                  <a:lnTo>
                    <a:pt x="3992328" y="188155"/>
                  </a:lnTo>
                </a:path>
                <a:path w="4004310" h="188595">
                  <a:moveTo>
                    <a:pt x="3992328" y="181665"/>
                  </a:moveTo>
                  <a:lnTo>
                    <a:pt x="4003976" y="181665"/>
                  </a:lnTo>
                </a:path>
                <a:path w="4004310" h="188595">
                  <a:moveTo>
                    <a:pt x="3992328" y="181665"/>
                  </a:moveTo>
                  <a:lnTo>
                    <a:pt x="3992328" y="18815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6" name="object 1186"/>
            <p:cNvSpPr/>
            <p:nvPr/>
          </p:nvSpPr>
          <p:spPr>
            <a:xfrm>
              <a:off x="1636915" y="5840576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9" y="173880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1638074" y="5841228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4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8" name="object 1188"/>
            <p:cNvSpPr/>
            <p:nvPr/>
          </p:nvSpPr>
          <p:spPr>
            <a:xfrm>
              <a:off x="5629249" y="5840576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9" name="object 1189"/>
            <p:cNvSpPr/>
            <p:nvPr/>
          </p:nvSpPr>
          <p:spPr>
            <a:xfrm>
              <a:off x="5630403" y="5841228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4"/>
                  </a:lnTo>
                </a:path>
                <a:path w="44450" h="180975">
                  <a:moveTo>
                    <a:pt x="44274" y="173878"/>
                  </a:moveTo>
                  <a:lnTo>
                    <a:pt x="44274" y="18036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5673522" y="5840576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0"/>
                  </a:lnTo>
                  <a:lnTo>
                    <a:pt x="13974" y="173880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5674678" y="5841228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4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1594980" y="603781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3" name="object 1193"/>
            <p:cNvSpPr/>
            <p:nvPr/>
          </p:nvSpPr>
          <p:spPr>
            <a:xfrm>
              <a:off x="1596143" y="6038463"/>
              <a:ext cx="12065" cy="188595"/>
            </a:xfrm>
            <a:custGeom>
              <a:avLst/>
              <a:gdLst/>
              <a:ahLst/>
              <a:cxnLst/>
              <a:rect l="l" t="t" r="r" b="b"/>
              <a:pathLst>
                <a:path w="12065" h="188595">
                  <a:moveTo>
                    <a:pt x="0" y="0"/>
                  </a:moveTo>
                  <a:lnTo>
                    <a:pt x="11647" y="0"/>
                  </a:lnTo>
                </a:path>
                <a:path w="12065" h="188595">
                  <a:moveTo>
                    <a:pt x="0" y="0"/>
                  </a:moveTo>
                  <a:lnTo>
                    <a:pt x="0" y="6488"/>
                  </a:lnTo>
                </a:path>
                <a:path w="12065" h="188595">
                  <a:moveTo>
                    <a:pt x="0" y="181668"/>
                  </a:moveTo>
                  <a:lnTo>
                    <a:pt x="11647" y="181668"/>
                  </a:lnTo>
                </a:path>
                <a:path w="12065" h="188595">
                  <a:moveTo>
                    <a:pt x="0" y="181668"/>
                  </a:moveTo>
                  <a:lnTo>
                    <a:pt x="0" y="188158"/>
                  </a:lnTo>
                </a:path>
                <a:path w="12065" h="188595">
                  <a:moveTo>
                    <a:pt x="0" y="181668"/>
                  </a:moveTo>
                  <a:lnTo>
                    <a:pt x="11647" y="181668"/>
                  </a:lnTo>
                </a:path>
                <a:path w="12065" h="188595">
                  <a:moveTo>
                    <a:pt x="0" y="181668"/>
                  </a:moveTo>
                  <a:lnTo>
                    <a:pt x="0" y="18815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4" name="object 1194"/>
            <p:cNvSpPr/>
            <p:nvPr/>
          </p:nvSpPr>
          <p:spPr>
            <a:xfrm>
              <a:off x="1594980" y="6045601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5" name="object 1195"/>
            <p:cNvSpPr/>
            <p:nvPr/>
          </p:nvSpPr>
          <p:spPr>
            <a:xfrm>
              <a:off x="1596143" y="604625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5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6" name="object 1196"/>
            <p:cNvSpPr/>
            <p:nvPr/>
          </p:nvSpPr>
          <p:spPr>
            <a:xfrm>
              <a:off x="5629249" y="603781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7" name="object 1197"/>
            <p:cNvSpPr/>
            <p:nvPr/>
          </p:nvSpPr>
          <p:spPr>
            <a:xfrm>
              <a:off x="1638074" y="6038463"/>
              <a:ext cx="4004310" cy="188595"/>
            </a:xfrm>
            <a:custGeom>
              <a:avLst/>
              <a:gdLst/>
              <a:ahLst/>
              <a:cxnLst/>
              <a:rect l="l" t="t" r="r" b="b"/>
              <a:pathLst>
                <a:path w="4004310" h="188595">
                  <a:moveTo>
                    <a:pt x="3992328" y="0"/>
                  </a:moveTo>
                  <a:lnTo>
                    <a:pt x="4003976" y="0"/>
                  </a:lnTo>
                </a:path>
                <a:path w="4004310" h="188595">
                  <a:moveTo>
                    <a:pt x="3992328" y="0"/>
                  </a:moveTo>
                  <a:lnTo>
                    <a:pt x="3992328" y="6488"/>
                  </a:lnTo>
                </a:path>
                <a:path w="4004310" h="188595">
                  <a:moveTo>
                    <a:pt x="0" y="181668"/>
                  </a:moveTo>
                  <a:lnTo>
                    <a:pt x="0" y="188158"/>
                  </a:lnTo>
                </a:path>
                <a:path w="4004310" h="188595">
                  <a:moveTo>
                    <a:pt x="3992328" y="181668"/>
                  </a:moveTo>
                  <a:lnTo>
                    <a:pt x="4003976" y="181668"/>
                  </a:lnTo>
                </a:path>
                <a:path w="4004310" h="188595">
                  <a:moveTo>
                    <a:pt x="3992328" y="181668"/>
                  </a:moveTo>
                  <a:lnTo>
                    <a:pt x="3992328" y="188158"/>
                  </a:lnTo>
                </a:path>
                <a:path w="4004310" h="188595">
                  <a:moveTo>
                    <a:pt x="3992328" y="181668"/>
                  </a:moveTo>
                  <a:lnTo>
                    <a:pt x="4003976" y="181668"/>
                  </a:lnTo>
                </a:path>
                <a:path w="4004310" h="188595">
                  <a:moveTo>
                    <a:pt x="3992328" y="181668"/>
                  </a:moveTo>
                  <a:lnTo>
                    <a:pt x="3992328" y="18815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8" name="object 1198"/>
            <p:cNvSpPr/>
            <p:nvPr/>
          </p:nvSpPr>
          <p:spPr>
            <a:xfrm>
              <a:off x="1636915" y="6045601"/>
              <a:ext cx="14604" cy="173990"/>
            </a:xfrm>
            <a:custGeom>
              <a:avLst/>
              <a:gdLst/>
              <a:ahLst/>
              <a:cxnLst/>
              <a:rect l="l" t="t" r="r" b="b"/>
              <a:pathLst>
                <a:path w="14605" h="173989">
                  <a:moveTo>
                    <a:pt x="13979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9" y="173885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9" name="object 1199"/>
            <p:cNvSpPr/>
            <p:nvPr/>
          </p:nvSpPr>
          <p:spPr>
            <a:xfrm>
              <a:off x="1638074" y="604625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0" name="object 1200"/>
            <p:cNvSpPr/>
            <p:nvPr/>
          </p:nvSpPr>
          <p:spPr>
            <a:xfrm>
              <a:off x="5629249" y="6045601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1" name="object 1201"/>
            <p:cNvSpPr/>
            <p:nvPr/>
          </p:nvSpPr>
          <p:spPr>
            <a:xfrm>
              <a:off x="5630403" y="6046251"/>
              <a:ext cx="44450" cy="180975"/>
            </a:xfrm>
            <a:custGeom>
              <a:avLst/>
              <a:gdLst/>
              <a:ahLst/>
              <a:cxnLst/>
              <a:rect l="l" t="t" r="r" b="b"/>
              <a:pathLst>
                <a:path w="44450" h="180975">
                  <a:moveTo>
                    <a:pt x="0" y="0"/>
                  </a:moveTo>
                  <a:lnTo>
                    <a:pt x="0" y="172585"/>
                  </a:lnTo>
                </a:path>
                <a:path w="44450" h="180975">
                  <a:moveTo>
                    <a:pt x="44274" y="173880"/>
                  </a:moveTo>
                  <a:lnTo>
                    <a:pt x="44274" y="18037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2" name="object 1202"/>
            <p:cNvSpPr/>
            <p:nvPr/>
          </p:nvSpPr>
          <p:spPr>
            <a:xfrm>
              <a:off x="5673522" y="6045601"/>
              <a:ext cx="13970" cy="173990"/>
            </a:xfrm>
            <a:custGeom>
              <a:avLst/>
              <a:gdLst/>
              <a:ahLst/>
              <a:cxnLst/>
              <a:rect l="l" t="t" r="r" b="b"/>
              <a:pathLst>
                <a:path w="13970" h="173989">
                  <a:moveTo>
                    <a:pt x="13974" y="0"/>
                  </a:moveTo>
                  <a:lnTo>
                    <a:pt x="0" y="0"/>
                  </a:lnTo>
                  <a:lnTo>
                    <a:pt x="0" y="173885"/>
                  </a:lnTo>
                  <a:lnTo>
                    <a:pt x="13974" y="173885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3" name="object 1203"/>
            <p:cNvSpPr/>
            <p:nvPr/>
          </p:nvSpPr>
          <p:spPr>
            <a:xfrm>
              <a:off x="5674678" y="6046251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585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4" name="object 1204"/>
            <p:cNvSpPr/>
            <p:nvPr/>
          </p:nvSpPr>
          <p:spPr>
            <a:xfrm>
              <a:off x="1594980" y="6242843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5" name="object 1205"/>
            <p:cNvSpPr/>
            <p:nvPr/>
          </p:nvSpPr>
          <p:spPr>
            <a:xfrm>
              <a:off x="1596143" y="6243493"/>
              <a:ext cx="12065" cy="189865"/>
            </a:xfrm>
            <a:custGeom>
              <a:avLst/>
              <a:gdLst/>
              <a:ahLst/>
              <a:cxnLst/>
              <a:rect l="l" t="t" r="r" b="b"/>
              <a:pathLst>
                <a:path w="12065" h="189864">
                  <a:moveTo>
                    <a:pt x="0" y="0"/>
                  </a:moveTo>
                  <a:lnTo>
                    <a:pt x="11647" y="0"/>
                  </a:lnTo>
                </a:path>
                <a:path w="12065" h="189864">
                  <a:moveTo>
                    <a:pt x="0" y="0"/>
                  </a:moveTo>
                  <a:lnTo>
                    <a:pt x="0" y="6489"/>
                  </a:lnTo>
                </a:path>
                <a:path w="12065" h="189864">
                  <a:moveTo>
                    <a:pt x="0" y="183226"/>
                  </a:moveTo>
                  <a:lnTo>
                    <a:pt x="11647" y="183226"/>
                  </a:lnTo>
                </a:path>
                <a:path w="12065" h="189864">
                  <a:moveTo>
                    <a:pt x="0" y="183226"/>
                  </a:moveTo>
                  <a:lnTo>
                    <a:pt x="0" y="189711"/>
                  </a:lnTo>
                </a:path>
                <a:path w="12065" h="189864">
                  <a:moveTo>
                    <a:pt x="0" y="183226"/>
                  </a:moveTo>
                  <a:lnTo>
                    <a:pt x="11647" y="183226"/>
                  </a:lnTo>
                </a:path>
                <a:path w="12065" h="189864">
                  <a:moveTo>
                    <a:pt x="0" y="183226"/>
                  </a:moveTo>
                  <a:lnTo>
                    <a:pt x="0" y="18971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6" name="object 1206"/>
            <p:cNvSpPr/>
            <p:nvPr/>
          </p:nvSpPr>
          <p:spPr>
            <a:xfrm>
              <a:off x="1594980" y="6250626"/>
              <a:ext cx="14604" cy="175895"/>
            </a:xfrm>
            <a:custGeom>
              <a:avLst/>
              <a:gdLst/>
              <a:ahLst/>
              <a:cxnLst/>
              <a:rect l="l" t="t" r="r" b="b"/>
              <a:pathLst>
                <a:path w="14605" h="175895">
                  <a:moveTo>
                    <a:pt x="13979" y="0"/>
                  </a:moveTo>
                  <a:lnTo>
                    <a:pt x="0" y="0"/>
                  </a:lnTo>
                  <a:lnTo>
                    <a:pt x="0" y="175444"/>
                  </a:lnTo>
                  <a:lnTo>
                    <a:pt x="13979" y="175444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7" name="object 1207"/>
            <p:cNvSpPr/>
            <p:nvPr/>
          </p:nvSpPr>
          <p:spPr>
            <a:xfrm>
              <a:off x="1596143" y="6251277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143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8" name="object 1208"/>
            <p:cNvSpPr/>
            <p:nvPr/>
          </p:nvSpPr>
          <p:spPr>
            <a:xfrm>
              <a:off x="5629249" y="6242843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9" name="object 1209"/>
            <p:cNvSpPr/>
            <p:nvPr/>
          </p:nvSpPr>
          <p:spPr>
            <a:xfrm>
              <a:off x="1638074" y="6243493"/>
              <a:ext cx="4004310" cy="189865"/>
            </a:xfrm>
            <a:custGeom>
              <a:avLst/>
              <a:gdLst/>
              <a:ahLst/>
              <a:cxnLst/>
              <a:rect l="l" t="t" r="r" b="b"/>
              <a:pathLst>
                <a:path w="4004310" h="189864">
                  <a:moveTo>
                    <a:pt x="3992328" y="0"/>
                  </a:moveTo>
                  <a:lnTo>
                    <a:pt x="4003976" y="0"/>
                  </a:lnTo>
                </a:path>
                <a:path w="4004310" h="189864">
                  <a:moveTo>
                    <a:pt x="3992328" y="0"/>
                  </a:moveTo>
                  <a:lnTo>
                    <a:pt x="3992328" y="6489"/>
                  </a:lnTo>
                </a:path>
                <a:path w="4004310" h="189864">
                  <a:moveTo>
                    <a:pt x="0" y="183226"/>
                  </a:moveTo>
                  <a:lnTo>
                    <a:pt x="0" y="189711"/>
                  </a:lnTo>
                </a:path>
                <a:path w="4004310" h="189864">
                  <a:moveTo>
                    <a:pt x="3992328" y="183226"/>
                  </a:moveTo>
                  <a:lnTo>
                    <a:pt x="4003976" y="183226"/>
                  </a:lnTo>
                </a:path>
                <a:path w="4004310" h="189864">
                  <a:moveTo>
                    <a:pt x="3992328" y="183226"/>
                  </a:moveTo>
                  <a:lnTo>
                    <a:pt x="3992328" y="189711"/>
                  </a:lnTo>
                </a:path>
                <a:path w="4004310" h="189864">
                  <a:moveTo>
                    <a:pt x="3992328" y="183226"/>
                  </a:moveTo>
                  <a:lnTo>
                    <a:pt x="4003976" y="183226"/>
                  </a:lnTo>
                </a:path>
                <a:path w="4004310" h="189864">
                  <a:moveTo>
                    <a:pt x="3992328" y="183226"/>
                  </a:moveTo>
                  <a:lnTo>
                    <a:pt x="3992328" y="18971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0" name="object 1210"/>
            <p:cNvSpPr/>
            <p:nvPr/>
          </p:nvSpPr>
          <p:spPr>
            <a:xfrm>
              <a:off x="1636915" y="6250626"/>
              <a:ext cx="14604" cy="175895"/>
            </a:xfrm>
            <a:custGeom>
              <a:avLst/>
              <a:gdLst/>
              <a:ahLst/>
              <a:cxnLst/>
              <a:rect l="l" t="t" r="r" b="b"/>
              <a:pathLst>
                <a:path w="14605" h="175895">
                  <a:moveTo>
                    <a:pt x="13979" y="0"/>
                  </a:moveTo>
                  <a:lnTo>
                    <a:pt x="0" y="0"/>
                  </a:lnTo>
                  <a:lnTo>
                    <a:pt x="0" y="175444"/>
                  </a:lnTo>
                  <a:lnTo>
                    <a:pt x="13979" y="175444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1" name="object 1211"/>
            <p:cNvSpPr/>
            <p:nvPr/>
          </p:nvSpPr>
          <p:spPr>
            <a:xfrm>
              <a:off x="1638074" y="6251277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143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2" name="object 1212"/>
            <p:cNvSpPr/>
            <p:nvPr/>
          </p:nvSpPr>
          <p:spPr>
            <a:xfrm>
              <a:off x="5629249" y="6250626"/>
              <a:ext cx="13970" cy="175895"/>
            </a:xfrm>
            <a:custGeom>
              <a:avLst/>
              <a:gdLst/>
              <a:ahLst/>
              <a:cxnLst/>
              <a:rect l="l" t="t" r="r" b="b"/>
              <a:pathLst>
                <a:path w="13970" h="175895">
                  <a:moveTo>
                    <a:pt x="13974" y="0"/>
                  </a:moveTo>
                  <a:lnTo>
                    <a:pt x="0" y="0"/>
                  </a:lnTo>
                  <a:lnTo>
                    <a:pt x="0" y="175444"/>
                  </a:lnTo>
                  <a:lnTo>
                    <a:pt x="13974" y="175444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3" name="object 1213"/>
            <p:cNvSpPr/>
            <p:nvPr/>
          </p:nvSpPr>
          <p:spPr>
            <a:xfrm>
              <a:off x="5630403" y="6251277"/>
              <a:ext cx="44450" cy="182245"/>
            </a:xfrm>
            <a:custGeom>
              <a:avLst/>
              <a:gdLst/>
              <a:ahLst/>
              <a:cxnLst/>
              <a:rect l="l" t="t" r="r" b="b"/>
              <a:pathLst>
                <a:path w="44450" h="182245">
                  <a:moveTo>
                    <a:pt x="0" y="0"/>
                  </a:moveTo>
                  <a:lnTo>
                    <a:pt x="0" y="174143"/>
                  </a:lnTo>
                </a:path>
                <a:path w="44450" h="182245">
                  <a:moveTo>
                    <a:pt x="44274" y="175442"/>
                  </a:moveTo>
                  <a:lnTo>
                    <a:pt x="44274" y="181926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4" name="object 1214"/>
            <p:cNvSpPr/>
            <p:nvPr/>
          </p:nvSpPr>
          <p:spPr>
            <a:xfrm>
              <a:off x="5673522" y="6250626"/>
              <a:ext cx="13970" cy="175895"/>
            </a:xfrm>
            <a:custGeom>
              <a:avLst/>
              <a:gdLst/>
              <a:ahLst/>
              <a:cxnLst/>
              <a:rect l="l" t="t" r="r" b="b"/>
              <a:pathLst>
                <a:path w="13970" h="175895">
                  <a:moveTo>
                    <a:pt x="13974" y="0"/>
                  </a:moveTo>
                  <a:lnTo>
                    <a:pt x="0" y="0"/>
                  </a:lnTo>
                  <a:lnTo>
                    <a:pt x="0" y="175444"/>
                  </a:lnTo>
                  <a:lnTo>
                    <a:pt x="13974" y="175444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5" name="object 1215"/>
            <p:cNvSpPr/>
            <p:nvPr/>
          </p:nvSpPr>
          <p:spPr>
            <a:xfrm>
              <a:off x="5674678" y="6251277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0"/>
                  </a:moveTo>
                  <a:lnTo>
                    <a:pt x="0" y="174143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16" name="object 1216"/>
          <p:cNvGrpSpPr/>
          <p:nvPr/>
        </p:nvGrpSpPr>
        <p:grpSpPr>
          <a:xfrm>
            <a:off x="753277" y="6441643"/>
            <a:ext cx="7392670" cy="220979"/>
            <a:chOff x="753277" y="6441643"/>
            <a:chExt cx="7392670" cy="220979"/>
          </a:xfrm>
        </p:grpSpPr>
        <p:sp>
          <p:nvSpPr>
            <p:cNvPr id="1217" name="object 1217"/>
            <p:cNvSpPr/>
            <p:nvPr/>
          </p:nvSpPr>
          <p:spPr>
            <a:xfrm>
              <a:off x="753477" y="6441643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8" name="object 1218"/>
            <p:cNvSpPr/>
            <p:nvPr/>
          </p:nvSpPr>
          <p:spPr>
            <a:xfrm>
              <a:off x="754636" y="6442288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70">
                  <a:moveTo>
                    <a:pt x="0" y="0"/>
                  </a:moveTo>
                  <a:lnTo>
                    <a:pt x="0" y="38933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9" name="object 1219"/>
            <p:cNvSpPr/>
            <p:nvPr/>
          </p:nvSpPr>
          <p:spPr>
            <a:xfrm>
              <a:off x="8131797" y="6441643"/>
              <a:ext cx="13970" cy="40640"/>
            </a:xfrm>
            <a:custGeom>
              <a:avLst/>
              <a:gdLst/>
              <a:ahLst/>
              <a:cxnLst/>
              <a:rect l="l" t="t" r="r" b="b"/>
              <a:pathLst>
                <a:path w="13970" h="40639">
                  <a:moveTo>
                    <a:pt x="13974" y="0"/>
                  </a:moveTo>
                  <a:lnTo>
                    <a:pt x="0" y="0"/>
                  </a:lnTo>
                  <a:lnTo>
                    <a:pt x="0" y="40223"/>
                  </a:lnTo>
                  <a:lnTo>
                    <a:pt x="13974" y="4022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0" name="object 1220"/>
            <p:cNvSpPr/>
            <p:nvPr/>
          </p:nvSpPr>
          <p:spPr>
            <a:xfrm>
              <a:off x="1594980" y="644942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1" name="object 1221"/>
            <p:cNvSpPr/>
            <p:nvPr/>
          </p:nvSpPr>
          <p:spPr>
            <a:xfrm>
              <a:off x="1596143" y="645007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2" name="object 1222"/>
            <p:cNvSpPr/>
            <p:nvPr/>
          </p:nvSpPr>
          <p:spPr>
            <a:xfrm>
              <a:off x="790754" y="644942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3" name="object 1223"/>
            <p:cNvSpPr/>
            <p:nvPr/>
          </p:nvSpPr>
          <p:spPr>
            <a:xfrm>
              <a:off x="791912" y="645007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4" name="object 1224"/>
            <p:cNvSpPr/>
            <p:nvPr/>
          </p:nvSpPr>
          <p:spPr>
            <a:xfrm>
              <a:off x="790754" y="644942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5" name="object 1225"/>
            <p:cNvSpPr/>
            <p:nvPr/>
          </p:nvSpPr>
          <p:spPr>
            <a:xfrm>
              <a:off x="791912" y="645007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6" name="object 1226"/>
            <p:cNvSpPr/>
            <p:nvPr/>
          </p:nvSpPr>
          <p:spPr>
            <a:xfrm>
              <a:off x="790754" y="662980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7" name="object 1227"/>
            <p:cNvSpPr/>
            <p:nvPr/>
          </p:nvSpPr>
          <p:spPr>
            <a:xfrm>
              <a:off x="791912" y="663044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8" name="object 1228"/>
            <p:cNvSpPr/>
            <p:nvPr/>
          </p:nvSpPr>
          <p:spPr>
            <a:xfrm>
              <a:off x="790754" y="662980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9" name="object 1229"/>
            <p:cNvSpPr/>
            <p:nvPr/>
          </p:nvSpPr>
          <p:spPr>
            <a:xfrm>
              <a:off x="791912" y="663044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0" name="object 1230"/>
            <p:cNvSpPr/>
            <p:nvPr/>
          </p:nvSpPr>
          <p:spPr>
            <a:xfrm>
              <a:off x="804729" y="6629801"/>
              <a:ext cx="790575" cy="8255"/>
            </a:xfrm>
            <a:custGeom>
              <a:avLst/>
              <a:gdLst/>
              <a:ahLst/>
              <a:cxnLst/>
              <a:rect l="l" t="t" r="r" b="b"/>
              <a:pathLst>
                <a:path w="790575" h="8254">
                  <a:moveTo>
                    <a:pt x="790252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790252" y="7783"/>
                  </a:lnTo>
                  <a:lnTo>
                    <a:pt x="790252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1" name="object 1231"/>
            <p:cNvSpPr/>
            <p:nvPr/>
          </p:nvSpPr>
          <p:spPr>
            <a:xfrm>
              <a:off x="805893" y="6630446"/>
              <a:ext cx="788035" cy="0"/>
            </a:xfrm>
            <a:custGeom>
              <a:avLst/>
              <a:gdLst/>
              <a:ahLst/>
              <a:cxnLst/>
              <a:rect l="l" t="t" r="r" b="b"/>
              <a:pathLst>
                <a:path w="788035">
                  <a:moveTo>
                    <a:pt x="0" y="0"/>
                  </a:moveTo>
                  <a:lnTo>
                    <a:pt x="787919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2" name="object 1232"/>
            <p:cNvSpPr/>
            <p:nvPr/>
          </p:nvSpPr>
          <p:spPr>
            <a:xfrm>
              <a:off x="1594980" y="662980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3" name="object 1233"/>
            <p:cNvSpPr/>
            <p:nvPr/>
          </p:nvSpPr>
          <p:spPr>
            <a:xfrm>
              <a:off x="1596143" y="663044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4" name="object 1234"/>
            <p:cNvSpPr/>
            <p:nvPr/>
          </p:nvSpPr>
          <p:spPr>
            <a:xfrm>
              <a:off x="1594980" y="662980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5" name="object 1235"/>
            <p:cNvSpPr/>
            <p:nvPr/>
          </p:nvSpPr>
          <p:spPr>
            <a:xfrm>
              <a:off x="1596143" y="663044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6" name="object 1236"/>
            <p:cNvSpPr/>
            <p:nvPr/>
          </p:nvSpPr>
          <p:spPr>
            <a:xfrm>
              <a:off x="790754" y="6457209"/>
              <a:ext cx="13970" cy="172720"/>
            </a:xfrm>
            <a:custGeom>
              <a:avLst/>
              <a:gdLst/>
              <a:ahLst/>
              <a:cxnLst/>
              <a:rect l="l" t="t" r="r" b="b"/>
              <a:pathLst>
                <a:path w="13970" h="172720">
                  <a:moveTo>
                    <a:pt x="13974" y="0"/>
                  </a:moveTo>
                  <a:lnTo>
                    <a:pt x="0" y="0"/>
                  </a:lnTo>
                  <a:lnTo>
                    <a:pt x="0" y="172586"/>
                  </a:lnTo>
                  <a:lnTo>
                    <a:pt x="13974" y="17258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7" name="object 1237"/>
            <p:cNvSpPr/>
            <p:nvPr/>
          </p:nvSpPr>
          <p:spPr>
            <a:xfrm>
              <a:off x="791912" y="645786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9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8" name="object 1238"/>
            <p:cNvSpPr/>
            <p:nvPr/>
          </p:nvSpPr>
          <p:spPr>
            <a:xfrm>
              <a:off x="1594980" y="6457209"/>
              <a:ext cx="14604" cy="172720"/>
            </a:xfrm>
            <a:custGeom>
              <a:avLst/>
              <a:gdLst/>
              <a:ahLst/>
              <a:cxnLst/>
              <a:rect l="l" t="t" r="r" b="b"/>
              <a:pathLst>
                <a:path w="14605" h="172720">
                  <a:moveTo>
                    <a:pt x="13979" y="0"/>
                  </a:moveTo>
                  <a:lnTo>
                    <a:pt x="0" y="0"/>
                  </a:lnTo>
                  <a:lnTo>
                    <a:pt x="0" y="172586"/>
                  </a:lnTo>
                  <a:lnTo>
                    <a:pt x="13979" y="172586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9" name="object 1239"/>
            <p:cNvSpPr/>
            <p:nvPr/>
          </p:nvSpPr>
          <p:spPr>
            <a:xfrm>
              <a:off x="1596143" y="645786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9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0" name="object 1240"/>
            <p:cNvSpPr/>
            <p:nvPr/>
          </p:nvSpPr>
          <p:spPr>
            <a:xfrm>
              <a:off x="753477" y="6481866"/>
              <a:ext cx="13970" cy="172720"/>
            </a:xfrm>
            <a:custGeom>
              <a:avLst/>
              <a:gdLst/>
              <a:ahLst/>
              <a:cxnLst/>
              <a:rect l="l" t="t" r="r" b="b"/>
              <a:pathLst>
                <a:path w="13970" h="172720">
                  <a:moveTo>
                    <a:pt x="13974" y="0"/>
                  </a:moveTo>
                  <a:lnTo>
                    <a:pt x="0" y="0"/>
                  </a:lnTo>
                  <a:lnTo>
                    <a:pt x="0" y="172586"/>
                  </a:lnTo>
                  <a:lnTo>
                    <a:pt x="13974" y="17258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1" name="object 1241"/>
            <p:cNvSpPr/>
            <p:nvPr/>
          </p:nvSpPr>
          <p:spPr>
            <a:xfrm>
              <a:off x="754636" y="6482516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9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2" name="object 1242"/>
            <p:cNvSpPr/>
            <p:nvPr/>
          </p:nvSpPr>
          <p:spPr>
            <a:xfrm>
              <a:off x="753477" y="665445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3" name="object 1243"/>
            <p:cNvSpPr/>
            <p:nvPr/>
          </p:nvSpPr>
          <p:spPr>
            <a:xfrm>
              <a:off x="754636" y="665510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52" y="0"/>
                  </a:lnTo>
                </a:path>
                <a:path w="12065" h="6984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4" name="object 1244"/>
            <p:cNvSpPr/>
            <p:nvPr/>
          </p:nvSpPr>
          <p:spPr>
            <a:xfrm>
              <a:off x="753477" y="665445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5" name="object 1245"/>
            <p:cNvSpPr/>
            <p:nvPr/>
          </p:nvSpPr>
          <p:spPr>
            <a:xfrm>
              <a:off x="754636" y="6442288"/>
              <a:ext cx="7378700" cy="219710"/>
            </a:xfrm>
            <a:custGeom>
              <a:avLst/>
              <a:gdLst/>
              <a:ahLst/>
              <a:cxnLst/>
              <a:rect l="l" t="t" r="r" b="b"/>
              <a:pathLst>
                <a:path w="7378700" h="219709">
                  <a:moveTo>
                    <a:pt x="0" y="212814"/>
                  </a:moveTo>
                  <a:lnTo>
                    <a:pt x="11652" y="212814"/>
                  </a:lnTo>
                </a:path>
                <a:path w="7378700" h="219709">
                  <a:moveTo>
                    <a:pt x="0" y="212814"/>
                  </a:moveTo>
                  <a:lnTo>
                    <a:pt x="0" y="219302"/>
                  </a:lnTo>
                </a:path>
                <a:path w="7378700" h="219709">
                  <a:moveTo>
                    <a:pt x="7378311" y="0"/>
                  </a:moveTo>
                  <a:lnTo>
                    <a:pt x="7378311" y="38933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6" name="object 1246"/>
            <p:cNvSpPr/>
            <p:nvPr/>
          </p:nvSpPr>
          <p:spPr>
            <a:xfrm>
              <a:off x="8096846" y="6449427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7" name="object 1247"/>
            <p:cNvSpPr/>
            <p:nvPr/>
          </p:nvSpPr>
          <p:spPr>
            <a:xfrm>
              <a:off x="8097987" y="645007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11647" y="0"/>
                  </a:lnTo>
                </a:path>
                <a:path w="12065" h="6985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8" name="object 1248"/>
            <p:cNvSpPr/>
            <p:nvPr/>
          </p:nvSpPr>
          <p:spPr>
            <a:xfrm>
              <a:off x="8097987" y="645007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9" name="object 1249"/>
            <p:cNvSpPr/>
            <p:nvPr/>
          </p:nvSpPr>
          <p:spPr>
            <a:xfrm>
              <a:off x="767452" y="6654452"/>
              <a:ext cx="855980" cy="8255"/>
            </a:xfrm>
            <a:custGeom>
              <a:avLst/>
              <a:gdLst/>
              <a:ahLst/>
              <a:cxnLst/>
              <a:rect l="l" t="t" r="r" b="b"/>
              <a:pathLst>
                <a:path w="855980" h="8254">
                  <a:moveTo>
                    <a:pt x="855483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855483" y="7788"/>
                  </a:lnTo>
                  <a:lnTo>
                    <a:pt x="855483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0" name="object 1250"/>
            <p:cNvSpPr/>
            <p:nvPr/>
          </p:nvSpPr>
          <p:spPr>
            <a:xfrm>
              <a:off x="768616" y="6655102"/>
              <a:ext cx="853440" cy="0"/>
            </a:xfrm>
            <a:custGeom>
              <a:avLst/>
              <a:gdLst/>
              <a:ahLst/>
              <a:cxnLst/>
              <a:rect l="l" t="t" r="r" b="b"/>
              <a:pathLst>
                <a:path w="853440">
                  <a:moveTo>
                    <a:pt x="0" y="0"/>
                  </a:moveTo>
                  <a:lnTo>
                    <a:pt x="853155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1" name="object 1251"/>
            <p:cNvSpPr/>
            <p:nvPr/>
          </p:nvSpPr>
          <p:spPr>
            <a:xfrm>
              <a:off x="1636915" y="662980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2" name="object 1252"/>
            <p:cNvSpPr/>
            <p:nvPr/>
          </p:nvSpPr>
          <p:spPr>
            <a:xfrm>
              <a:off x="1638074" y="663044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3" name="object 1253"/>
            <p:cNvSpPr/>
            <p:nvPr/>
          </p:nvSpPr>
          <p:spPr>
            <a:xfrm>
              <a:off x="1636915" y="662980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4" name="object 1254"/>
            <p:cNvSpPr/>
            <p:nvPr/>
          </p:nvSpPr>
          <p:spPr>
            <a:xfrm>
              <a:off x="1638074" y="663044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5" name="object 1255"/>
            <p:cNvSpPr/>
            <p:nvPr/>
          </p:nvSpPr>
          <p:spPr>
            <a:xfrm>
              <a:off x="1650898" y="6629801"/>
              <a:ext cx="3978275" cy="8255"/>
            </a:xfrm>
            <a:custGeom>
              <a:avLst/>
              <a:gdLst/>
              <a:ahLst/>
              <a:cxnLst/>
              <a:rect l="l" t="t" r="r" b="b"/>
              <a:pathLst>
                <a:path w="3978275" h="8254">
                  <a:moveTo>
                    <a:pt x="3978236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3978236" y="7783"/>
                  </a:lnTo>
                  <a:lnTo>
                    <a:pt x="3978236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6" name="object 1256"/>
            <p:cNvSpPr/>
            <p:nvPr/>
          </p:nvSpPr>
          <p:spPr>
            <a:xfrm>
              <a:off x="1652055" y="6630446"/>
              <a:ext cx="3976370" cy="0"/>
            </a:xfrm>
            <a:custGeom>
              <a:avLst/>
              <a:gdLst/>
              <a:ahLst/>
              <a:cxnLst/>
              <a:rect l="l" t="t" r="r" b="b"/>
              <a:pathLst>
                <a:path w="3976370">
                  <a:moveTo>
                    <a:pt x="0" y="0"/>
                  </a:moveTo>
                  <a:lnTo>
                    <a:pt x="3976015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7" name="object 1257"/>
            <p:cNvSpPr/>
            <p:nvPr/>
          </p:nvSpPr>
          <p:spPr>
            <a:xfrm>
              <a:off x="5629249" y="662980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8" name="object 1258"/>
            <p:cNvSpPr/>
            <p:nvPr/>
          </p:nvSpPr>
          <p:spPr>
            <a:xfrm>
              <a:off x="5630403" y="663044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9" name="object 1259"/>
            <p:cNvSpPr/>
            <p:nvPr/>
          </p:nvSpPr>
          <p:spPr>
            <a:xfrm>
              <a:off x="5629249" y="662980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0" name="object 1260"/>
            <p:cNvSpPr/>
            <p:nvPr/>
          </p:nvSpPr>
          <p:spPr>
            <a:xfrm>
              <a:off x="5630403" y="663044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1" name="object 1261"/>
            <p:cNvSpPr/>
            <p:nvPr/>
          </p:nvSpPr>
          <p:spPr>
            <a:xfrm>
              <a:off x="1636915" y="6457209"/>
              <a:ext cx="14604" cy="172720"/>
            </a:xfrm>
            <a:custGeom>
              <a:avLst/>
              <a:gdLst/>
              <a:ahLst/>
              <a:cxnLst/>
              <a:rect l="l" t="t" r="r" b="b"/>
              <a:pathLst>
                <a:path w="14605" h="172720">
                  <a:moveTo>
                    <a:pt x="13979" y="0"/>
                  </a:moveTo>
                  <a:lnTo>
                    <a:pt x="0" y="0"/>
                  </a:lnTo>
                  <a:lnTo>
                    <a:pt x="0" y="172586"/>
                  </a:lnTo>
                  <a:lnTo>
                    <a:pt x="13979" y="172586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2" name="object 1262"/>
            <p:cNvSpPr/>
            <p:nvPr/>
          </p:nvSpPr>
          <p:spPr>
            <a:xfrm>
              <a:off x="1638074" y="645786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9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3" name="object 1263"/>
            <p:cNvSpPr/>
            <p:nvPr/>
          </p:nvSpPr>
          <p:spPr>
            <a:xfrm>
              <a:off x="5629249" y="6449427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4" name="object 1264"/>
            <p:cNvSpPr/>
            <p:nvPr/>
          </p:nvSpPr>
          <p:spPr>
            <a:xfrm>
              <a:off x="5630403" y="6450077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5">
                  <a:moveTo>
                    <a:pt x="0" y="0"/>
                  </a:moveTo>
                  <a:lnTo>
                    <a:pt x="11647" y="0"/>
                  </a:lnTo>
                </a:path>
                <a:path w="12064" h="6985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5" name="object 1265"/>
            <p:cNvSpPr/>
            <p:nvPr/>
          </p:nvSpPr>
          <p:spPr>
            <a:xfrm>
              <a:off x="5629249" y="6457209"/>
              <a:ext cx="13970" cy="172720"/>
            </a:xfrm>
            <a:custGeom>
              <a:avLst/>
              <a:gdLst/>
              <a:ahLst/>
              <a:cxnLst/>
              <a:rect l="l" t="t" r="r" b="b"/>
              <a:pathLst>
                <a:path w="13970" h="172720">
                  <a:moveTo>
                    <a:pt x="13974" y="0"/>
                  </a:moveTo>
                  <a:lnTo>
                    <a:pt x="0" y="0"/>
                  </a:lnTo>
                  <a:lnTo>
                    <a:pt x="0" y="172586"/>
                  </a:lnTo>
                  <a:lnTo>
                    <a:pt x="13974" y="17258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6" name="object 1266"/>
            <p:cNvSpPr/>
            <p:nvPr/>
          </p:nvSpPr>
          <p:spPr>
            <a:xfrm>
              <a:off x="5630403" y="645786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9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7" name="object 1267"/>
            <p:cNvSpPr/>
            <p:nvPr/>
          </p:nvSpPr>
          <p:spPr>
            <a:xfrm>
              <a:off x="1622933" y="665445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5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8" name="object 1268"/>
            <p:cNvSpPr/>
            <p:nvPr/>
          </p:nvSpPr>
          <p:spPr>
            <a:xfrm>
              <a:off x="1624098" y="665510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2" y="0"/>
                  </a:lnTo>
                </a:path>
                <a:path w="12064" h="6984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9" name="object 1269"/>
            <p:cNvSpPr/>
            <p:nvPr/>
          </p:nvSpPr>
          <p:spPr>
            <a:xfrm>
              <a:off x="1636915" y="6654452"/>
              <a:ext cx="4022725" cy="8255"/>
            </a:xfrm>
            <a:custGeom>
              <a:avLst/>
              <a:gdLst/>
              <a:ahLst/>
              <a:cxnLst/>
              <a:rect l="l" t="t" r="r" b="b"/>
              <a:pathLst>
                <a:path w="4022725" h="8254">
                  <a:moveTo>
                    <a:pt x="402250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4022509" y="7788"/>
                  </a:lnTo>
                  <a:lnTo>
                    <a:pt x="402250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0" name="object 1270"/>
            <p:cNvSpPr/>
            <p:nvPr/>
          </p:nvSpPr>
          <p:spPr>
            <a:xfrm>
              <a:off x="1638074" y="6655102"/>
              <a:ext cx="4020820" cy="0"/>
            </a:xfrm>
            <a:custGeom>
              <a:avLst/>
              <a:gdLst/>
              <a:ahLst/>
              <a:cxnLst/>
              <a:rect l="l" t="t" r="r" b="b"/>
              <a:pathLst>
                <a:path w="4020820">
                  <a:moveTo>
                    <a:pt x="0" y="0"/>
                  </a:moveTo>
                  <a:lnTo>
                    <a:pt x="4020290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1" name="object 1271"/>
            <p:cNvSpPr/>
            <p:nvPr/>
          </p:nvSpPr>
          <p:spPr>
            <a:xfrm>
              <a:off x="5673521" y="662980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2" name="object 1272"/>
            <p:cNvSpPr/>
            <p:nvPr/>
          </p:nvSpPr>
          <p:spPr>
            <a:xfrm>
              <a:off x="5674677" y="663044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3" name="object 1273"/>
            <p:cNvSpPr/>
            <p:nvPr/>
          </p:nvSpPr>
          <p:spPr>
            <a:xfrm>
              <a:off x="5673521" y="662980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4" name="object 1274"/>
            <p:cNvSpPr/>
            <p:nvPr/>
          </p:nvSpPr>
          <p:spPr>
            <a:xfrm>
              <a:off x="5674677" y="663044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5" name="object 1275"/>
            <p:cNvSpPr/>
            <p:nvPr/>
          </p:nvSpPr>
          <p:spPr>
            <a:xfrm>
              <a:off x="5687491" y="6629801"/>
              <a:ext cx="859790" cy="8255"/>
            </a:xfrm>
            <a:custGeom>
              <a:avLst/>
              <a:gdLst/>
              <a:ahLst/>
              <a:cxnLst/>
              <a:rect l="l" t="t" r="r" b="b"/>
              <a:pathLst>
                <a:path w="859790" h="8254">
                  <a:moveTo>
                    <a:pt x="859675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859675" y="7783"/>
                  </a:lnTo>
                  <a:lnTo>
                    <a:pt x="859675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6" name="object 1276"/>
            <p:cNvSpPr/>
            <p:nvPr/>
          </p:nvSpPr>
          <p:spPr>
            <a:xfrm>
              <a:off x="5688658" y="6630446"/>
              <a:ext cx="857885" cy="0"/>
            </a:xfrm>
            <a:custGeom>
              <a:avLst/>
              <a:gdLst/>
              <a:ahLst/>
              <a:cxnLst/>
              <a:rect l="l" t="t" r="r" b="b"/>
              <a:pathLst>
                <a:path w="857884">
                  <a:moveTo>
                    <a:pt x="0" y="0"/>
                  </a:moveTo>
                  <a:lnTo>
                    <a:pt x="857341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7" name="object 1277"/>
            <p:cNvSpPr/>
            <p:nvPr/>
          </p:nvSpPr>
          <p:spPr>
            <a:xfrm>
              <a:off x="6547180" y="6629806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0" y="0"/>
                  </a:moveTo>
                  <a:lnTo>
                    <a:pt x="0" y="0"/>
                  </a:lnTo>
                  <a:lnTo>
                    <a:pt x="0" y="7785"/>
                  </a:lnTo>
                  <a:lnTo>
                    <a:pt x="13970" y="7785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8" name="object 1278"/>
            <p:cNvSpPr/>
            <p:nvPr/>
          </p:nvSpPr>
          <p:spPr>
            <a:xfrm>
              <a:off x="5673521" y="6457209"/>
              <a:ext cx="13970" cy="172720"/>
            </a:xfrm>
            <a:custGeom>
              <a:avLst/>
              <a:gdLst/>
              <a:ahLst/>
              <a:cxnLst/>
              <a:rect l="l" t="t" r="r" b="b"/>
              <a:pathLst>
                <a:path w="13970" h="172720">
                  <a:moveTo>
                    <a:pt x="13974" y="0"/>
                  </a:moveTo>
                  <a:lnTo>
                    <a:pt x="0" y="0"/>
                  </a:lnTo>
                  <a:lnTo>
                    <a:pt x="0" y="172586"/>
                  </a:lnTo>
                  <a:lnTo>
                    <a:pt x="13974" y="17258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9" name="object 1279"/>
            <p:cNvSpPr/>
            <p:nvPr/>
          </p:nvSpPr>
          <p:spPr>
            <a:xfrm>
              <a:off x="5674677" y="645786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9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0" name="object 1280"/>
            <p:cNvSpPr/>
            <p:nvPr/>
          </p:nvSpPr>
          <p:spPr>
            <a:xfrm>
              <a:off x="5659539" y="665445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1" name="object 1281"/>
            <p:cNvSpPr/>
            <p:nvPr/>
          </p:nvSpPr>
          <p:spPr>
            <a:xfrm>
              <a:off x="5660697" y="665510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4" h="6984">
                  <a:moveTo>
                    <a:pt x="0" y="0"/>
                  </a:moveTo>
                  <a:lnTo>
                    <a:pt x="11647" y="0"/>
                  </a:lnTo>
                </a:path>
                <a:path w="12064" h="6984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2" name="object 1282"/>
            <p:cNvSpPr/>
            <p:nvPr/>
          </p:nvSpPr>
          <p:spPr>
            <a:xfrm>
              <a:off x="5673521" y="6654452"/>
              <a:ext cx="901700" cy="8255"/>
            </a:xfrm>
            <a:custGeom>
              <a:avLst/>
              <a:gdLst/>
              <a:ahLst/>
              <a:cxnLst/>
              <a:rect l="l" t="t" r="r" b="b"/>
              <a:pathLst>
                <a:path w="901700" h="8254">
                  <a:moveTo>
                    <a:pt x="901611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901611" y="7788"/>
                  </a:lnTo>
                  <a:lnTo>
                    <a:pt x="901611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3" name="object 1283"/>
            <p:cNvSpPr/>
            <p:nvPr/>
          </p:nvSpPr>
          <p:spPr>
            <a:xfrm>
              <a:off x="5674677" y="6655102"/>
              <a:ext cx="899794" cy="0"/>
            </a:xfrm>
            <a:custGeom>
              <a:avLst/>
              <a:gdLst/>
              <a:ahLst/>
              <a:cxnLst/>
              <a:rect l="l" t="t" r="r" b="b"/>
              <a:pathLst>
                <a:path w="899795">
                  <a:moveTo>
                    <a:pt x="0" y="0"/>
                  </a:moveTo>
                  <a:lnTo>
                    <a:pt x="899283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4" name="object 1284"/>
            <p:cNvSpPr/>
            <p:nvPr/>
          </p:nvSpPr>
          <p:spPr>
            <a:xfrm>
              <a:off x="6591439" y="662980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5" name="object 1285"/>
            <p:cNvSpPr/>
            <p:nvPr/>
          </p:nvSpPr>
          <p:spPr>
            <a:xfrm>
              <a:off x="6592591" y="6630446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5">
                  <a:moveTo>
                    <a:pt x="0" y="0"/>
                  </a:moveTo>
                  <a:lnTo>
                    <a:pt x="11647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6" name="object 1286"/>
            <p:cNvSpPr/>
            <p:nvPr/>
          </p:nvSpPr>
          <p:spPr>
            <a:xfrm>
              <a:off x="6605422" y="6629801"/>
              <a:ext cx="860425" cy="8255"/>
            </a:xfrm>
            <a:custGeom>
              <a:avLst/>
              <a:gdLst/>
              <a:ahLst/>
              <a:cxnLst/>
              <a:rect l="l" t="t" r="r" b="b"/>
              <a:pathLst>
                <a:path w="860425" h="8254">
                  <a:moveTo>
                    <a:pt x="860141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860141" y="7783"/>
                  </a:lnTo>
                  <a:lnTo>
                    <a:pt x="860141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7" name="object 1287"/>
            <p:cNvSpPr/>
            <p:nvPr/>
          </p:nvSpPr>
          <p:spPr>
            <a:xfrm>
              <a:off x="6606572" y="6630446"/>
              <a:ext cx="857885" cy="0"/>
            </a:xfrm>
            <a:custGeom>
              <a:avLst/>
              <a:gdLst/>
              <a:ahLst/>
              <a:cxnLst/>
              <a:rect l="l" t="t" r="r" b="b"/>
              <a:pathLst>
                <a:path w="857884">
                  <a:moveTo>
                    <a:pt x="0" y="0"/>
                  </a:moveTo>
                  <a:lnTo>
                    <a:pt x="857732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8" name="object 1288"/>
            <p:cNvSpPr/>
            <p:nvPr/>
          </p:nvSpPr>
          <p:spPr>
            <a:xfrm>
              <a:off x="7465492" y="6629806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0" y="0"/>
                  </a:moveTo>
                  <a:lnTo>
                    <a:pt x="0" y="0"/>
                  </a:lnTo>
                  <a:lnTo>
                    <a:pt x="0" y="7785"/>
                  </a:lnTo>
                  <a:lnTo>
                    <a:pt x="13970" y="7785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9" name="object 1289"/>
            <p:cNvSpPr/>
            <p:nvPr/>
          </p:nvSpPr>
          <p:spPr>
            <a:xfrm>
              <a:off x="6575133" y="665445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0" name="object 1290"/>
            <p:cNvSpPr/>
            <p:nvPr/>
          </p:nvSpPr>
          <p:spPr>
            <a:xfrm>
              <a:off x="6576278" y="6655102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5">
                  <a:moveTo>
                    <a:pt x="0" y="0"/>
                  </a:moveTo>
                  <a:lnTo>
                    <a:pt x="11647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1" name="object 1291"/>
            <p:cNvSpPr/>
            <p:nvPr/>
          </p:nvSpPr>
          <p:spPr>
            <a:xfrm>
              <a:off x="6589115" y="6654452"/>
              <a:ext cx="904875" cy="8255"/>
            </a:xfrm>
            <a:custGeom>
              <a:avLst/>
              <a:gdLst/>
              <a:ahLst/>
              <a:cxnLst/>
              <a:rect l="l" t="t" r="r" b="b"/>
              <a:pathLst>
                <a:path w="904875" h="8254">
                  <a:moveTo>
                    <a:pt x="904408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904408" y="7788"/>
                  </a:lnTo>
                  <a:lnTo>
                    <a:pt x="904408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2" name="object 1292"/>
            <p:cNvSpPr/>
            <p:nvPr/>
          </p:nvSpPr>
          <p:spPr>
            <a:xfrm>
              <a:off x="6590258" y="6655102"/>
              <a:ext cx="902335" cy="0"/>
            </a:xfrm>
            <a:custGeom>
              <a:avLst/>
              <a:gdLst/>
              <a:ahLst/>
              <a:cxnLst/>
              <a:rect l="l" t="t" r="r" b="b"/>
              <a:pathLst>
                <a:path w="902334">
                  <a:moveTo>
                    <a:pt x="0" y="0"/>
                  </a:moveTo>
                  <a:lnTo>
                    <a:pt x="902007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3" name="object 1293"/>
            <p:cNvSpPr/>
            <p:nvPr/>
          </p:nvSpPr>
          <p:spPr>
            <a:xfrm>
              <a:off x="7507426" y="662980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4" y="7783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4" name="object 1294"/>
            <p:cNvSpPr/>
            <p:nvPr/>
          </p:nvSpPr>
          <p:spPr>
            <a:xfrm>
              <a:off x="7508580" y="6630446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5">
                  <a:moveTo>
                    <a:pt x="0" y="0"/>
                  </a:moveTo>
                  <a:lnTo>
                    <a:pt x="11647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5" name="object 1295"/>
            <p:cNvSpPr/>
            <p:nvPr/>
          </p:nvSpPr>
          <p:spPr>
            <a:xfrm>
              <a:off x="7521397" y="6629801"/>
              <a:ext cx="575945" cy="8255"/>
            </a:xfrm>
            <a:custGeom>
              <a:avLst/>
              <a:gdLst/>
              <a:ahLst/>
              <a:cxnLst/>
              <a:rect l="l" t="t" r="r" b="b"/>
              <a:pathLst>
                <a:path w="575945" h="8254">
                  <a:moveTo>
                    <a:pt x="575448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575448" y="7783"/>
                  </a:lnTo>
                  <a:lnTo>
                    <a:pt x="575448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6" name="object 1296"/>
            <p:cNvSpPr/>
            <p:nvPr/>
          </p:nvSpPr>
          <p:spPr>
            <a:xfrm>
              <a:off x="7522544" y="6630446"/>
              <a:ext cx="573405" cy="0"/>
            </a:xfrm>
            <a:custGeom>
              <a:avLst/>
              <a:gdLst/>
              <a:ahLst/>
              <a:cxnLst/>
              <a:rect l="l" t="t" r="r" b="b"/>
              <a:pathLst>
                <a:path w="573404">
                  <a:moveTo>
                    <a:pt x="0" y="0"/>
                  </a:moveTo>
                  <a:lnTo>
                    <a:pt x="573126" y="0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7" name="object 1297"/>
            <p:cNvSpPr/>
            <p:nvPr/>
          </p:nvSpPr>
          <p:spPr>
            <a:xfrm>
              <a:off x="8096846" y="662980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8" name="object 1298"/>
            <p:cNvSpPr/>
            <p:nvPr/>
          </p:nvSpPr>
          <p:spPr>
            <a:xfrm>
              <a:off x="8097987" y="663044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9" name="object 1299"/>
            <p:cNvSpPr/>
            <p:nvPr/>
          </p:nvSpPr>
          <p:spPr>
            <a:xfrm>
              <a:off x="8096846" y="6629801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3"/>
                  </a:lnTo>
                  <a:lnTo>
                    <a:pt x="13979" y="7783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0" name="object 1300"/>
            <p:cNvSpPr/>
            <p:nvPr/>
          </p:nvSpPr>
          <p:spPr>
            <a:xfrm>
              <a:off x="8097987" y="6630446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9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1" name="object 1301"/>
            <p:cNvSpPr/>
            <p:nvPr/>
          </p:nvSpPr>
          <p:spPr>
            <a:xfrm>
              <a:off x="8096846" y="6457209"/>
              <a:ext cx="14604" cy="172720"/>
            </a:xfrm>
            <a:custGeom>
              <a:avLst/>
              <a:gdLst/>
              <a:ahLst/>
              <a:cxnLst/>
              <a:rect l="l" t="t" r="r" b="b"/>
              <a:pathLst>
                <a:path w="14604" h="172720">
                  <a:moveTo>
                    <a:pt x="13979" y="0"/>
                  </a:moveTo>
                  <a:lnTo>
                    <a:pt x="0" y="0"/>
                  </a:lnTo>
                  <a:lnTo>
                    <a:pt x="0" y="172586"/>
                  </a:lnTo>
                  <a:lnTo>
                    <a:pt x="13979" y="172586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ECE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2" name="object 1302"/>
            <p:cNvSpPr/>
            <p:nvPr/>
          </p:nvSpPr>
          <p:spPr>
            <a:xfrm>
              <a:off x="8097987" y="645786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91"/>
                  </a:lnTo>
                </a:path>
              </a:pathLst>
            </a:custGeom>
            <a:ln w="3175">
              <a:solidFill>
                <a:srgbClr val="ECE9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3" name="object 1303"/>
            <p:cNvSpPr/>
            <p:nvPr/>
          </p:nvSpPr>
          <p:spPr>
            <a:xfrm>
              <a:off x="7493444" y="6654452"/>
              <a:ext cx="14604" cy="8255"/>
            </a:xfrm>
            <a:custGeom>
              <a:avLst/>
              <a:gdLst/>
              <a:ahLst/>
              <a:cxnLst/>
              <a:rect l="l" t="t" r="r" b="b"/>
              <a:pathLst>
                <a:path w="14604" h="8254">
                  <a:moveTo>
                    <a:pt x="13979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9" y="7788"/>
                  </a:lnTo>
                  <a:lnTo>
                    <a:pt x="13979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4" name="object 1304"/>
            <p:cNvSpPr/>
            <p:nvPr/>
          </p:nvSpPr>
          <p:spPr>
            <a:xfrm>
              <a:off x="7494599" y="6655102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5">
                  <a:moveTo>
                    <a:pt x="0" y="0"/>
                  </a:moveTo>
                  <a:lnTo>
                    <a:pt x="11647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5" name="object 1305"/>
            <p:cNvSpPr/>
            <p:nvPr/>
          </p:nvSpPr>
          <p:spPr>
            <a:xfrm>
              <a:off x="7507426" y="6654452"/>
              <a:ext cx="624840" cy="8255"/>
            </a:xfrm>
            <a:custGeom>
              <a:avLst/>
              <a:gdLst/>
              <a:ahLst/>
              <a:cxnLst/>
              <a:rect l="l" t="t" r="r" b="b"/>
              <a:pathLst>
                <a:path w="624840" h="8254">
                  <a:moveTo>
                    <a:pt x="624373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624373" y="7788"/>
                  </a:lnTo>
                  <a:lnTo>
                    <a:pt x="624373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6" name="object 1306"/>
            <p:cNvSpPr/>
            <p:nvPr/>
          </p:nvSpPr>
          <p:spPr>
            <a:xfrm>
              <a:off x="7508580" y="6655102"/>
              <a:ext cx="622300" cy="0"/>
            </a:xfrm>
            <a:custGeom>
              <a:avLst/>
              <a:gdLst/>
              <a:ahLst/>
              <a:cxnLst/>
              <a:rect l="l" t="t" r="r" b="b"/>
              <a:pathLst>
                <a:path w="622300">
                  <a:moveTo>
                    <a:pt x="0" y="0"/>
                  </a:moveTo>
                  <a:lnTo>
                    <a:pt x="622034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7" name="object 1307"/>
            <p:cNvSpPr/>
            <p:nvPr/>
          </p:nvSpPr>
          <p:spPr>
            <a:xfrm>
              <a:off x="8131797" y="6481866"/>
              <a:ext cx="13970" cy="172720"/>
            </a:xfrm>
            <a:custGeom>
              <a:avLst/>
              <a:gdLst/>
              <a:ahLst/>
              <a:cxnLst/>
              <a:rect l="l" t="t" r="r" b="b"/>
              <a:pathLst>
                <a:path w="13970" h="172720">
                  <a:moveTo>
                    <a:pt x="13974" y="0"/>
                  </a:moveTo>
                  <a:lnTo>
                    <a:pt x="0" y="0"/>
                  </a:lnTo>
                  <a:lnTo>
                    <a:pt x="0" y="172586"/>
                  </a:lnTo>
                  <a:lnTo>
                    <a:pt x="13974" y="172586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8" name="object 1308"/>
            <p:cNvSpPr/>
            <p:nvPr/>
          </p:nvSpPr>
          <p:spPr>
            <a:xfrm>
              <a:off x="8132947" y="6482516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91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9" name="object 1309"/>
            <p:cNvSpPr/>
            <p:nvPr/>
          </p:nvSpPr>
          <p:spPr>
            <a:xfrm>
              <a:off x="8131797" y="665445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0" name="object 1310"/>
            <p:cNvSpPr/>
            <p:nvPr/>
          </p:nvSpPr>
          <p:spPr>
            <a:xfrm>
              <a:off x="8132947" y="6655102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0"/>
                  </a:moveTo>
                  <a:lnTo>
                    <a:pt x="11647" y="0"/>
                  </a:lnTo>
                </a:path>
                <a:path w="12065" h="6984">
                  <a:moveTo>
                    <a:pt x="0" y="0"/>
                  </a:moveTo>
                  <a:lnTo>
                    <a:pt x="0" y="6488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1" name="object 1311"/>
            <p:cNvSpPr/>
            <p:nvPr/>
          </p:nvSpPr>
          <p:spPr>
            <a:xfrm>
              <a:off x="8131797" y="6654452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13974" y="0"/>
                  </a:moveTo>
                  <a:lnTo>
                    <a:pt x="0" y="0"/>
                  </a:lnTo>
                  <a:lnTo>
                    <a:pt x="0" y="7788"/>
                  </a:lnTo>
                  <a:lnTo>
                    <a:pt x="13974" y="7788"/>
                  </a:lnTo>
                  <a:lnTo>
                    <a:pt x="13974" y="0"/>
                  </a:lnTo>
                  <a:close/>
                </a:path>
              </a:pathLst>
            </a:custGeom>
            <a:solidFill>
              <a:srgbClr val="ACA7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2" name="object 1312"/>
            <p:cNvSpPr/>
            <p:nvPr/>
          </p:nvSpPr>
          <p:spPr>
            <a:xfrm>
              <a:off x="8132947" y="6655102"/>
              <a:ext cx="12065" cy="0"/>
            </a:xfrm>
            <a:custGeom>
              <a:avLst/>
              <a:gdLst/>
              <a:ahLst/>
              <a:cxnLst/>
              <a:rect l="l" t="t" r="r" b="b"/>
              <a:pathLst>
                <a:path w="12065">
                  <a:moveTo>
                    <a:pt x="0" y="0"/>
                  </a:moveTo>
                  <a:lnTo>
                    <a:pt x="11647" y="0"/>
                  </a:lnTo>
                </a:path>
              </a:pathLst>
            </a:custGeom>
            <a:ln w="3175">
              <a:solidFill>
                <a:srgbClr val="ACA7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13" name="object 1313"/>
          <p:cNvGraphicFramePr>
            <a:graphicFrameLocks noGrp="1"/>
          </p:cNvGraphicFramePr>
          <p:nvPr/>
        </p:nvGraphicFramePr>
        <p:xfrm>
          <a:off x="790754" y="579321"/>
          <a:ext cx="7320913" cy="6051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1850"/>
                <a:gridCol w="4035425"/>
                <a:gridCol w="918210"/>
                <a:gridCol w="917574"/>
                <a:gridCol w="617854"/>
              </a:tblGrid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850" spc="1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2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850" spc="1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2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Random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8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01010101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01010101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01010101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0x55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850" b="1" spc="5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MFM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8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10101010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10101010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10101010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0xAA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850" b="1" spc="5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MFM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7716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T w="9525">
                      <a:solidFill>
                        <a:srgbClr val="ACA798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10010010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01001001</a:t>
                      </a:r>
                      <a:r>
                        <a:rPr sz="850" spc="1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00100100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0x92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0x49</a:t>
                      </a:r>
                      <a:r>
                        <a:rPr sz="850" spc="1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0x24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T w="9525">
                      <a:solidFill>
                        <a:srgbClr val="ACA798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850" b="1" spc="5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MFM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01001001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00100100</a:t>
                      </a:r>
                      <a:r>
                        <a:rPr sz="850" spc="1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10010010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0x49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0x24</a:t>
                      </a:r>
                      <a:r>
                        <a:rPr sz="850" spc="1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0x92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ACA798"/>
                      </a:solidFill>
                      <a:prstDash val="solid"/>
                    </a:lnR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850" b="1" spc="5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MFM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lnL w="19050">
                      <a:solidFill>
                        <a:srgbClr val="ACA798"/>
                      </a:solidFill>
                      <a:prstDash val="solid"/>
                    </a:lnL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00100100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10010010</a:t>
                      </a:r>
                      <a:r>
                        <a:rPr sz="850" spc="1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01001001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0x24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0x92</a:t>
                      </a:r>
                      <a:r>
                        <a:rPr sz="850" spc="1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0x49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5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MFM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00000000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00000000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00000000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0x00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00010001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00010001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00010001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0x11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00100010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00100010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00100010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0x22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00110011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00110011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00110011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0x33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01000100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01000100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01000100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0x44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15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01010101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01010101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01010101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0x55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5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MFM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01100110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01100110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01100110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0x66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17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01110111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01110111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01110111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0x77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10001000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10001000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10001000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0x88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19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10011001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10011001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10011001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0x99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10101010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10101010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10101010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0xAA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5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MFM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10111011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10111011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10111011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0xBB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22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11001100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11001100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11001100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0xCC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23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11011101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11011101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11011101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0xDD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24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11101110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11101110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11101110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0xEE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25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11111111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11111111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11111111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0xFF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26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10010010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01001001</a:t>
                      </a:r>
                      <a:r>
                        <a:rPr sz="850" spc="1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00100100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0x92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0x49</a:t>
                      </a:r>
                      <a:r>
                        <a:rPr sz="850" spc="1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0x24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5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MFM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27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01001001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00100100</a:t>
                      </a:r>
                      <a:r>
                        <a:rPr sz="850" spc="1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10010010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0x49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0x24</a:t>
                      </a:r>
                      <a:r>
                        <a:rPr sz="850" spc="1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0x92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5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MFM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28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00100100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10010010</a:t>
                      </a:r>
                      <a:r>
                        <a:rPr sz="850" spc="1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01001001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0x24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0x92</a:t>
                      </a:r>
                      <a:r>
                        <a:rPr sz="850" spc="1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0x49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5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MFM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29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01101101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10110110</a:t>
                      </a:r>
                      <a:r>
                        <a:rPr sz="850" spc="1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11011011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0x6D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0xB6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0xDB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10110110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11011011</a:t>
                      </a:r>
                      <a:r>
                        <a:rPr sz="850" spc="1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01101101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0xB6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0xDB</a:t>
                      </a:r>
                      <a:r>
                        <a:rPr sz="850" spc="1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0x6D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31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11011011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01101101</a:t>
                      </a:r>
                      <a:r>
                        <a:rPr sz="850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10110110</a:t>
                      </a:r>
                      <a:r>
                        <a:rPr sz="850" spc="1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0xDB</a:t>
                      </a:r>
                      <a:r>
                        <a:rPr sz="850" spc="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0x6D</a:t>
                      </a:r>
                      <a:r>
                        <a:rPr sz="850" spc="1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3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0xB6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850" b="1" spc="3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(2,7)RLL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lnB w="9525">
                      <a:solidFill>
                        <a:srgbClr val="ACA798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2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32-</a:t>
                      </a:r>
                      <a:r>
                        <a:rPr sz="850" spc="3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35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50" spc="3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Random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T w="9525">
                      <a:solidFill>
                        <a:srgbClr val="ACA798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R w="19050">
                      <a:solidFill>
                        <a:srgbClr val="ACA798"/>
                      </a:solidFill>
                      <a:prstDash val="solid"/>
                    </a:lnR>
                    <a:lnT w="9525">
                      <a:solidFill>
                        <a:srgbClr val="ACA798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ACA798"/>
                      </a:solidFill>
                      <a:prstDash val="solid"/>
                    </a:lnL>
                    <a:lnT w="9525">
                      <a:solidFill>
                        <a:srgbClr val="ACA798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4910328" cy="5425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27643"/>
            <a:ext cx="7075805" cy="41757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94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70" dirty="0">
                <a:latin typeface="Tahoma"/>
                <a:cs typeface="Tahoma"/>
              </a:rPr>
              <a:t>Extremely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Extreme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Physical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ahoma"/>
                <a:cs typeface="Tahoma"/>
              </a:rPr>
              <a:t>Destruction</a:t>
            </a:r>
            <a:endParaRPr sz="32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690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10" dirty="0">
                <a:latin typeface="Tahoma"/>
                <a:cs typeface="Tahoma"/>
              </a:rPr>
              <a:t>Chainsaws</a:t>
            </a:r>
            <a:endParaRPr sz="28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670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55" dirty="0">
                <a:latin typeface="Tahoma"/>
                <a:cs typeface="Tahoma"/>
              </a:rPr>
              <a:t>Sledge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hammers</a:t>
            </a:r>
            <a:endParaRPr sz="28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675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65" dirty="0">
                <a:latin typeface="Tahoma"/>
                <a:cs typeface="Tahoma"/>
              </a:rPr>
              <a:t>Drop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ahoma"/>
                <a:cs typeface="Tahoma"/>
              </a:rPr>
              <a:t>in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ahoma"/>
                <a:cs typeface="Tahoma"/>
              </a:rPr>
              <a:t>a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volcano</a:t>
            </a:r>
            <a:endParaRPr sz="28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675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60" dirty="0">
                <a:latin typeface="Tahoma"/>
                <a:cs typeface="Tahoma"/>
              </a:rPr>
              <a:t>Place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ahoma"/>
                <a:cs typeface="Tahoma"/>
              </a:rPr>
              <a:t>on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ahoma"/>
                <a:cs typeface="Tahoma"/>
              </a:rPr>
              <a:t>apex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ahoma"/>
                <a:cs typeface="Tahoma"/>
              </a:rPr>
              <a:t>of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ahoma"/>
                <a:cs typeface="Tahoma"/>
              </a:rPr>
              <a:t>a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ahoma"/>
                <a:cs typeface="Tahoma"/>
              </a:rPr>
              <a:t>nuclear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warhead</a:t>
            </a:r>
            <a:endParaRPr sz="2800">
              <a:latin typeface="Tahoma"/>
              <a:cs typeface="Tahoma"/>
            </a:endParaRPr>
          </a:p>
          <a:p>
            <a:pPr marL="625475" lvl="1" indent="-275590">
              <a:lnSpc>
                <a:spcPct val="100000"/>
              </a:lnSpc>
              <a:spcBef>
                <a:spcPts val="670"/>
              </a:spcBef>
              <a:buClr>
                <a:srgbClr val="5FB5CC"/>
              </a:buClr>
              <a:buSzPct val="89285"/>
              <a:buFont typeface="Arial"/>
              <a:buChar char="▪"/>
              <a:tabLst>
                <a:tab pos="626110" algn="l"/>
              </a:tabLst>
            </a:pPr>
            <a:r>
              <a:rPr sz="2800" spc="-10" dirty="0">
                <a:latin typeface="Tahoma"/>
                <a:cs typeface="Tahoma"/>
              </a:rPr>
              <a:t>Multiple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90" dirty="0">
                <a:latin typeface="Tahoma"/>
                <a:cs typeface="Tahoma"/>
              </a:rPr>
              <a:t>rounds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ahoma"/>
                <a:cs typeface="Tahoma"/>
              </a:rPr>
              <a:t>from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ahoma"/>
                <a:cs typeface="Tahoma"/>
              </a:rPr>
              <a:t>a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ahoma"/>
                <a:cs typeface="Tahoma"/>
              </a:rPr>
              <a:t>high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ahoma"/>
                <a:cs typeface="Tahoma"/>
              </a:rPr>
              <a:t>caliber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ahoma"/>
                <a:cs typeface="Tahoma"/>
              </a:rPr>
              <a:t>firearm</a:t>
            </a:r>
            <a:endParaRPr sz="28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5FB5CC"/>
              </a:buClr>
              <a:buFont typeface="Arial"/>
              <a:buChar char="▪"/>
            </a:pPr>
            <a:endParaRPr sz="33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90" dirty="0">
                <a:latin typeface="Tahoma"/>
                <a:cs typeface="Tahoma"/>
              </a:rPr>
              <a:t>Hard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Drivers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are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ahoma"/>
                <a:cs typeface="Tahoma"/>
              </a:rPr>
              <a:t>tougher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than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ahoma"/>
                <a:cs typeface="Tahoma"/>
              </a:rPr>
              <a:t>you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think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163" y="565404"/>
            <a:ext cx="4357116" cy="5425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828241"/>
            <a:ext cx="7931784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75" dirty="0">
                <a:latin typeface="Arial"/>
                <a:cs typeface="Arial"/>
              </a:rPr>
              <a:t>To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b="1" spc="-135" dirty="0">
                <a:latin typeface="Arial"/>
                <a:cs typeface="Arial"/>
              </a:rPr>
              <a:t>reliably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b="1" spc="-160" dirty="0">
                <a:latin typeface="Arial"/>
                <a:cs typeface="Arial"/>
              </a:rPr>
              <a:t>remove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b="1" spc="-40" dirty="0">
                <a:latin typeface="Arial"/>
                <a:cs typeface="Arial"/>
              </a:rPr>
              <a:t>files?</a:t>
            </a:r>
            <a:endParaRPr sz="3200">
              <a:latin typeface="Arial"/>
              <a:cs typeface="Arial"/>
            </a:endParaRPr>
          </a:p>
          <a:p>
            <a:pPr marL="332105" marR="208915" indent="-320040">
              <a:lnSpc>
                <a:spcPct val="10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dirty="0">
                <a:latin typeface="Tahoma"/>
                <a:cs typeface="Tahoma"/>
              </a:rPr>
              <a:t>Not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ahoma"/>
                <a:cs typeface="Tahoma"/>
              </a:rPr>
              <a:t>Much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ahoma"/>
                <a:cs typeface="Tahoma"/>
              </a:rPr>
              <a:t>-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absolutely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ahoma"/>
                <a:cs typeface="Tahoma"/>
              </a:rPr>
              <a:t>secure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is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very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difficult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ahoma"/>
                <a:cs typeface="Tahoma"/>
              </a:rPr>
              <a:t>given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ahoma"/>
                <a:cs typeface="Tahoma"/>
              </a:rPr>
              <a:t>methods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out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today</a:t>
            </a:r>
            <a:endParaRPr sz="3200">
              <a:latin typeface="Tahoma"/>
              <a:cs typeface="Tahoma"/>
            </a:endParaRPr>
          </a:p>
          <a:p>
            <a:pPr marL="332105" marR="5080" indent="-320040">
              <a:lnSpc>
                <a:spcPct val="10000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50" dirty="0">
                <a:latin typeface="Tahoma"/>
                <a:cs typeface="Tahoma"/>
              </a:rPr>
              <a:t>Make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it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ahoma"/>
                <a:cs typeface="Tahoma"/>
              </a:rPr>
              <a:t>impractical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or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ahoma"/>
                <a:cs typeface="Tahoma"/>
              </a:rPr>
              <a:t>extremely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ahoma"/>
                <a:cs typeface="Tahoma"/>
              </a:rPr>
              <a:t>expensive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ahoma"/>
                <a:cs typeface="Tahoma"/>
              </a:rPr>
              <a:t>to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recover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23" y="565404"/>
            <a:ext cx="2654808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57883"/>
            <a:ext cx="7969250" cy="471805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32105" marR="5080" indent="-320040">
              <a:lnSpc>
                <a:spcPts val="2590"/>
              </a:lnSpc>
              <a:spcBef>
                <a:spcPts val="730"/>
              </a:spcBef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85" dirty="0">
                <a:latin typeface="Tahoma"/>
                <a:cs typeface="Tahoma"/>
              </a:rPr>
              <a:t>The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data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ahoma"/>
                <a:cs typeface="Tahoma"/>
              </a:rPr>
              <a:t>can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be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ahoma"/>
                <a:cs typeface="Tahoma"/>
              </a:rPr>
              <a:t>recovered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only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ahoma"/>
                <a:cs typeface="Tahoma"/>
              </a:rPr>
              <a:t>if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the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magnetic</a:t>
            </a:r>
            <a:r>
              <a:rPr sz="2700" spc="-10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platter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is</a:t>
            </a:r>
            <a:r>
              <a:rPr sz="2700" spc="-15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ahoma"/>
                <a:cs typeface="Tahoma"/>
              </a:rPr>
              <a:t>not</a:t>
            </a:r>
            <a:r>
              <a:rPr sz="2700" spc="-14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damaged</a:t>
            </a:r>
            <a:endParaRPr sz="2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0AC00"/>
              </a:buClr>
              <a:buFont typeface="DejaVu Sans"/>
              <a:buChar char="◾"/>
            </a:pPr>
            <a:endParaRPr sz="2150">
              <a:latin typeface="Tahoma"/>
              <a:cs typeface="Tahoma"/>
            </a:endParaRPr>
          </a:p>
          <a:p>
            <a:pPr marL="332105" marR="519430" indent="-320040">
              <a:lnSpc>
                <a:spcPct val="80000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90" dirty="0">
                <a:latin typeface="Tahoma"/>
                <a:cs typeface="Tahoma"/>
              </a:rPr>
              <a:t>The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recovery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is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highly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complicated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45" dirty="0">
                <a:latin typeface="Tahoma"/>
                <a:cs typeface="Tahoma"/>
              </a:rPr>
              <a:t>in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100" dirty="0">
                <a:latin typeface="Tahoma"/>
                <a:cs typeface="Tahoma"/>
              </a:rPr>
              <a:t>case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of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some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particular</a:t>
            </a:r>
            <a:r>
              <a:rPr sz="2700" spc="-100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ultra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ahoma"/>
                <a:cs typeface="Tahoma"/>
              </a:rPr>
              <a:t>hyper-</a:t>
            </a:r>
            <a:r>
              <a:rPr sz="2700" spc="-70" dirty="0">
                <a:latin typeface="Tahoma"/>
                <a:cs typeface="Tahoma"/>
              </a:rPr>
              <a:t>tuned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ahoma"/>
                <a:cs typeface="Tahoma"/>
              </a:rPr>
              <a:t>hard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disk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which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ahoma"/>
                <a:cs typeface="Tahoma"/>
              </a:rPr>
              <a:t>has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highly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customized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ahoma"/>
                <a:cs typeface="Tahoma"/>
              </a:rPr>
              <a:t>system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area</a:t>
            </a:r>
            <a:endParaRPr sz="27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F0AC00"/>
              </a:buClr>
              <a:buFont typeface="DejaVu Sans"/>
              <a:buChar char="◾"/>
            </a:pPr>
            <a:endParaRPr sz="2150">
              <a:latin typeface="Tahoma"/>
              <a:cs typeface="Tahoma"/>
            </a:endParaRPr>
          </a:p>
          <a:p>
            <a:pPr marL="332105" marR="703580" indent="-320040">
              <a:lnSpc>
                <a:spcPct val="80000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90" dirty="0">
                <a:latin typeface="Tahoma"/>
                <a:cs typeface="Tahoma"/>
              </a:rPr>
              <a:t>The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part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replacement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methods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95" dirty="0">
                <a:latin typeface="Tahoma"/>
                <a:cs typeface="Tahoma"/>
              </a:rPr>
              <a:t>and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45" dirty="0">
                <a:latin typeface="Tahoma"/>
                <a:cs typeface="Tahoma"/>
              </a:rPr>
              <a:t>the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ahoma"/>
                <a:cs typeface="Tahoma"/>
              </a:rPr>
              <a:t>magnetic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recovery</a:t>
            </a:r>
            <a:r>
              <a:rPr sz="2700" spc="-145" dirty="0">
                <a:latin typeface="Times New Roman"/>
                <a:cs typeface="Times New Roman"/>
              </a:rPr>
              <a:t> </a:t>
            </a:r>
            <a:r>
              <a:rPr sz="2700" spc="-90" dirty="0">
                <a:latin typeface="Tahoma"/>
                <a:cs typeface="Tahoma"/>
              </a:rPr>
              <a:t>are</a:t>
            </a:r>
            <a:r>
              <a:rPr sz="2700" spc="-140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usually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of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high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cost.</a:t>
            </a:r>
            <a:endParaRPr sz="2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0AC00"/>
              </a:buClr>
              <a:buFont typeface="DejaVu Sans"/>
              <a:buChar char="◾"/>
            </a:pPr>
            <a:endParaRPr sz="2100">
              <a:latin typeface="Tahoma"/>
              <a:cs typeface="Tahoma"/>
            </a:endParaRPr>
          </a:p>
          <a:p>
            <a:pPr marL="332105" marR="424815" indent="-320040">
              <a:lnSpc>
                <a:spcPts val="2590"/>
              </a:lnSpc>
              <a:spcBef>
                <a:spcPts val="5"/>
              </a:spcBef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25" dirty="0">
                <a:latin typeface="Tahoma"/>
                <a:cs typeface="Tahoma"/>
              </a:rPr>
              <a:t>Both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90" dirty="0">
                <a:latin typeface="Tahoma"/>
                <a:cs typeface="Tahoma"/>
              </a:rPr>
              <a:t>classes</a:t>
            </a:r>
            <a:r>
              <a:rPr sz="2700" spc="-140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of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recovery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90" dirty="0">
                <a:latin typeface="Tahoma"/>
                <a:cs typeface="Tahoma"/>
              </a:rPr>
              <a:t>needs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highly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sophisticated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laboratory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setup.</a:t>
            </a:r>
            <a:endParaRPr sz="2700">
              <a:latin typeface="Tahoma"/>
              <a:cs typeface="Tahoma"/>
            </a:endParaRPr>
          </a:p>
          <a:p>
            <a:pPr marL="332740" indent="-320040">
              <a:lnSpc>
                <a:spcPct val="100000"/>
              </a:lnSpc>
              <a:spcBef>
                <a:spcPts val="1964"/>
              </a:spcBef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50" dirty="0">
                <a:latin typeface="Tahoma"/>
                <a:cs typeface="Tahoma"/>
              </a:rPr>
              <a:t>Overwritten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data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3982212" cy="419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47215"/>
            <a:ext cx="7939405" cy="414147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32105" marR="5080" indent="-320040">
              <a:lnSpc>
                <a:spcPct val="80000"/>
              </a:lnSpc>
              <a:spcBef>
                <a:spcPts val="819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3000" spc="-105" dirty="0">
                <a:latin typeface="Tahoma"/>
                <a:cs typeface="Tahoma"/>
              </a:rPr>
              <a:t>Improvements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in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ahoma"/>
                <a:cs typeface="Tahoma"/>
              </a:rPr>
              <a:t>algorithms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ahoma"/>
                <a:cs typeface="Tahoma"/>
              </a:rPr>
              <a:t>that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100" dirty="0">
                <a:latin typeface="Tahoma"/>
                <a:cs typeface="Tahoma"/>
              </a:rPr>
              <a:t>can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predict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ahoma"/>
                <a:cs typeface="Tahoma"/>
              </a:rPr>
              <a:t>the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data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ahoma"/>
                <a:cs typeface="Tahoma"/>
              </a:rPr>
              <a:t>in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highly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90" dirty="0">
                <a:latin typeface="Tahoma"/>
                <a:cs typeface="Tahoma"/>
              </a:rPr>
              <a:t>unrecoverable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ahoma"/>
                <a:cs typeface="Tahoma"/>
              </a:rPr>
              <a:t>sectors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100" dirty="0">
                <a:latin typeface="Tahoma"/>
                <a:cs typeface="Tahoma"/>
              </a:rPr>
              <a:t>and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ahoma"/>
                <a:cs typeface="Tahoma"/>
              </a:rPr>
              <a:t>thus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overcoming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ahoma"/>
                <a:cs typeface="Tahoma"/>
              </a:rPr>
              <a:t>the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failure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ahoma"/>
                <a:cs typeface="Tahoma"/>
              </a:rPr>
              <a:t>to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95" dirty="0">
                <a:latin typeface="Tahoma"/>
                <a:cs typeface="Tahoma"/>
              </a:rPr>
              <a:t>recover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data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105" dirty="0">
                <a:latin typeface="Tahoma"/>
                <a:cs typeface="Tahoma"/>
              </a:rPr>
              <a:t>due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ahoma"/>
                <a:cs typeface="Tahoma"/>
              </a:rPr>
              <a:t>to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ignorable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90" dirty="0">
                <a:latin typeface="Tahoma"/>
                <a:cs typeface="Tahoma"/>
              </a:rPr>
              <a:t>bad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ahoma"/>
                <a:cs typeface="Tahoma"/>
              </a:rPr>
              <a:t>sectors.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0AC00"/>
              </a:buClr>
              <a:buFont typeface="DejaVu Sans"/>
              <a:buChar char="◾"/>
            </a:pPr>
            <a:endParaRPr sz="2350">
              <a:latin typeface="Tahoma"/>
              <a:cs typeface="Tahoma"/>
            </a:endParaRPr>
          </a:p>
          <a:p>
            <a:pPr marL="332105" marR="174625" indent="-320040" algn="just">
              <a:lnSpc>
                <a:spcPts val="2880"/>
              </a:lnSpc>
              <a:spcBef>
                <a:spcPts val="5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740" algn="l"/>
              </a:tabLst>
            </a:pPr>
            <a:r>
              <a:rPr sz="3000" spc="-105" dirty="0">
                <a:latin typeface="Tahoma"/>
                <a:cs typeface="Tahoma"/>
              </a:rPr>
              <a:t>Improvement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in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ahoma"/>
                <a:cs typeface="Tahoma"/>
              </a:rPr>
              <a:t>strength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ahoma"/>
                <a:cs typeface="Tahoma"/>
              </a:rPr>
              <a:t>of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magnetic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ahoma"/>
                <a:cs typeface="Tahoma"/>
              </a:rPr>
              <a:t>field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ahoma"/>
                <a:cs typeface="Tahoma"/>
              </a:rPr>
              <a:t>that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90" dirty="0">
                <a:latin typeface="Tahoma"/>
                <a:cs typeface="Tahoma"/>
              </a:rPr>
              <a:t>is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spc="-135" dirty="0">
                <a:latin typeface="Tahoma"/>
                <a:cs typeface="Tahoma"/>
              </a:rPr>
              <a:t>used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in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magnetic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force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microscopy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120" dirty="0">
                <a:latin typeface="Tahoma"/>
                <a:cs typeface="Tahoma"/>
              </a:rPr>
              <a:t>and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ahoma"/>
                <a:cs typeface="Tahoma"/>
              </a:rPr>
              <a:t>signal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ahoma"/>
                <a:cs typeface="Tahoma"/>
              </a:rPr>
              <a:t>tunnelling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ahoma"/>
                <a:cs typeface="Tahoma"/>
              </a:rPr>
              <a:t>microscopy.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0AC00"/>
              </a:buClr>
              <a:buFont typeface="DejaVu Sans"/>
              <a:buChar char="◾"/>
            </a:pPr>
            <a:endParaRPr sz="2350">
              <a:latin typeface="Tahoma"/>
              <a:cs typeface="Tahoma"/>
            </a:endParaRPr>
          </a:p>
          <a:p>
            <a:pPr marL="332105" marR="130810" indent="-320040" algn="just">
              <a:lnSpc>
                <a:spcPts val="288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740" algn="l"/>
              </a:tabLst>
            </a:pPr>
            <a:r>
              <a:rPr sz="3000" spc="-110" dirty="0">
                <a:latin typeface="Tahoma"/>
                <a:cs typeface="Tahoma"/>
              </a:rPr>
              <a:t>Improvement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ahoma"/>
                <a:cs typeface="Tahoma"/>
              </a:rPr>
              <a:t>in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algorithm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ahoma"/>
                <a:cs typeface="Tahoma"/>
              </a:rPr>
              <a:t>that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30" dirty="0">
                <a:latin typeface="Tahoma"/>
                <a:cs typeface="Tahoma"/>
              </a:rPr>
              <a:t>can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85" dirty="0">
                <a:latin typeface="Tahoma"/>
                <a:cs typeface="Tahoma"/>
              </a:rPr>
              <a:t>extract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ahoma"/>
                <a:cs typeface="Tahoma"/>
              </a:rPr>
              <a:t>data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ahoma"/>
                <a:cs typeface="Tahoma"/>
              </a:rPr>
              <a:t>which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ahoma"/>
                <a:cs typeface="Tahoma"/>
              </a:rPr>
              <a:t>is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95" dirty="0">
                <a:latin typeface="Tahoma"/>
                <a:cs typeface="Tahoma"/>
              </a:rPr>
              <a:t>over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ahoma"/>
                <a:cs typeface="Tahoma"/>
              </a:rPr>
              <a:t>written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ahoma"/>
                <a:cs typeface="Tahoma"/>
              </a:rPr>
              <a:t>more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85" dirty="0">
                <a:latin typeface="Tahoma"/>
                <a:cs typeface="Tahoma"/>
              </a:rPr>
              <a:t>number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ahoma"/>
                <a:cs typeface="Tahoma"/>
              </a:rPr>
              <a:t>of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ahoma"/>
                <a:cs typeface="Tahoma"/>
              </a:rPr>
              <a:t>times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23" y="565404"/>
            <a:ext cx="2636520" cy="419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65503"/>
            <a:ext cx="7950200" cy="43694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32105" marR="5080" indent="-320040">
              <a:lnSpc>
                <a:spcPts val="2400"/>
              </a:lnSpc>
              <a:spcBef>
                <a:spcPts val="675"/>
              </a:spcBef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85" dirty="0">
                <a:latin typeface="Tahoma"/>
                <a:cs typeface="Tahoma"/>
              </a:rPr>
              <a:t>The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recovery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ahoma"/>
                <a:cs typeface="Tahoma"/>
              </a:rPr>
              <a:t>data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ahoma"/>
                <a:cs typeface="Tahoma"/>
              </a:rPr>
              <a:t>from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the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ahoma"/>
                <a:cs typeface="Tahoma"/>
              </a:rPr>
              <a:t>logically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ahoma"/>
                <a:cs typeface="Tahoma"/>
              </a:rPr>
              <a:t>and/or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physically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damaged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disk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drives,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85" dirty="0">
                <a:latin typeface="Tahoma"/>
                <a:cs typeface="Tahoma"/>
              </a:rPr>
              <a:t>and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the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recovery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of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overwritten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ahoma"/>
                <a:cs typeface="Tahoma"/>
              </a:rPr>
              <a:t>data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ahoma"/>
                <a:cs typeface="Tahoma"/>
              </a:rPr>
              <a:t>is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now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ahoma"/>
                <a:cs typeface="Tahoma"/>
              </a:rPr>
              <a:t>been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done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ahoma"/>
                <a:cs typeface="Tahoma"/>
              </a:rPr>
              <a:t>with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ahoma"/>
                <a:cs typeface="Tahoma"/>
              </a:rPr>
              <a:t>a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good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amount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of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success.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0AC00"/>
              </a:buClr>
              <a:buFont typeface="DejaVu Sans"/>
              <a:buChar char="◾"/>
            </a:pPr>
            <a:endParaRPr sz="2000">
              <a:latin typeface="Tahoma"/>
              <a:cs typeface="Tahoma"/>
            </a:endParaRPr>
          </a:p>
          <a:p>
            <a:pPr marL="332105" marR="107314" indent="-320040">
              <a:lnSpc>
                <a:spcPct val="80000"/>
              </a:lnSpc>
              <a:buClr>
                <a:srgbClr val="F0AC00"/>
              </a:buClr>
              <a:buSzPct val="80000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500" spc="-85" dirty="0">
                <a:latin typeface="Tahoma"/>
                <a:cs typeface="Tahoma"/>
              </a:rPr>
              <a:t>The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data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recovery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now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ahoma"/>
                <a:cs typeface="Tahoma"/>
              </a:rPr>
              <a:t>have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become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ahoma"/>
                <a:cs typeface="Tahoma"/>
              </a:rPr>
              <a:t>a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handy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tool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ahoma"/>
                <a:cs typeface="Tahoma"/>
              </a:rPr>
              <a:t>to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ahoma"/>
                <a:cs typeface="Tahoma"/>
              </a:rPr>
              <a:t>the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85" dirty="0">
                <a:latin typeface="Tahoma"/>
                <a:cs typeface="Tahoma"/>
              </a:rPr>
              <a:t>end-</a:t>
            </a:r>
            <a:r>
              <a:rPr sz="2500" spc="-105" dirty="0">
                <a:latin typeface="Tahoma"/>
                <a:cs typeface="Tahoma"/>
              </a:rPr>
              <a:t>users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114" dirty="0">
                <a:latin typeface="Tahoma"/>
                <a:cs typeface="Tahoma"/>
              </a:rPr>
              <a:t>as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far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114" dirty="0">
                <a:latin typeface="Tahoma"/>
                <a:cs typeface="Tahoma"/>
              </a:rPr>
              <a:t>as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the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ahoma"/>
                <a:cs typeface="Tahoma"/>
              </a:rPr>
              <a:t>logical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ahoma"/>
                <a:cs typeface="Tahoma"/>
              </a:rPr>
              <a:t>damages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ahoma"/>
                <a:cs typeface="Tahoma"/>
              </a:rPr>
              <a:t>are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concerned,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although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the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recovery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ahoma"/>
                <a:cs typeface="Tahoma"/>
              </a:rPr>
              <a:t>of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data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ahoma"/>
                <a:cs typeface="Tahoma"/>
              </a:rPr>
              <a:t>from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the</a:t>
            </a:r>
            <a:r>
              <a:rPr sz="2500" spc="-114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ahoma"/>
                <a:cs typeface="Tahoma"/>
              </a:rPr>
              <a:t>physically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damaged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drives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ahoma"/>
                <a:cs typeface="Tahoma"/>
              </a:rPr>
              <a:t>and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ahoma"/>
                <a:cs typeface="Tahoma"/>
              </a:rPr>
              <a:t>over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ahoma"/>
                <a:cs typeface="Tahoma"/>
              </a:rPr>
              <a:t>written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data,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ahoma"/>
                <a:cs typeface="Tahoma"/>
              </a:rPr>
              <a:t>which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is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done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ahoma"/>
                <a:cs typeface="Tahoma"/>
              </a:rPr>
              <a:t>by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the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magnetic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data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recovery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methods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ahoma"/>
                <a:cs typeface="Tahoma"/>
              </a:rPr>
              <a:t>have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ahoma"/>
                <a:cs typeface="Tahoma"/>
              </a:rPr>
              <a:t>still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ahoma"/>
                <a:cs typeface="Tahoma"/>
              </a:rPr>
              <a:t>to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85" dirty="0">
                <a:latin typeface="Tahoma"/>
                <a:cs typeface="Tahoma"/>
              </a:rPr>
              <a:t>reach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ahoma"/>
                <a:cs typeface="Tahoma"/>
              </a:rPr>
              <a:t>at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the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ahoma"/>
                <a:cs typeface="Tahoma"/>
              </a:rPr>
              <a:t>end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ahoma"/>
                <a:cs typeface="Tahoma"/>
              </a:rPr>
              <a:t>users,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the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ahoma"/>
                <a:cs typeface="Tahoma"/>
              </a:rPr>
              <a:t>data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recovery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ahoma"/>
                <a:cs typeface="Tahoma"/>
              </a:rPr>
              <a:t>industry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100" dirty="0">
                <a:latin typeface="Tahoma"/>
                <a:cs typeface="Tahoma"/>
              </a:rPr>
              <a:t>has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ahoma"/>
                <a:cs typeface="Tahoma"/>
              </a:rPr>
              <a:t>grown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ahoma"/>
                <a:cs typeface="Tahoma"/>
              </a:rPr>
              <a:t>through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heights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30" dirty="0">
                <a:latin typeface="Tahoma"/>
                <a:cs typeface="Tahoma"/>
              </a:rPr>
              <a:t>of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technology,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ahoma"/>
                <a:cs typeface="Tahoma"/>
              </a:rPr>
              <a:t>that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85" dirty="0">
                <a:latin typeface="Tahoma"/>
                <a:cs typeface="Tahoma"/>
              </a:rPr>
              <a:t>nowadays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ahoma"/>
                <a:cs typeface="Tahoma"/>
              </a:rPr>
              <a:t>the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ahoma"/>
                <a:cs typeface="Tahoma"/>
              </a:rPr>
              <a:t>situation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ahoma"/>
                <a:cs typeface="Tahoma"/>
              </a:rPr>
              <a:t>is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90" dirty="0">
                <a:latin typeface="Tahoma"/>
                <a:cs typeface="Tahoma"/>
              </a:rPr>
              <a:t>such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that,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ahoma"/>
                <a:cs typeface="Tahoma"/>
              </a:rPr>
              <a:t>data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95" dirty="0">
                <a:latin typeface="Tahoma"/>
                <a:cs typeface="Tahoma"/>
              </a:rPr>
              <a:t>can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ahoma"/>
                <a:cs typeface="Tahoma"/>
              </a:rPr>
              <a:t>be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75" dirty="0">
                <a:latin typeface="Tahoma"/>
                <a:cs typeface="Tahoma"/>
              </a:rPr>
              <a:t>recovered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ahoma"/>
                <a:cs typeface="Tahoma"/>
              </a:rPr>
              <a:t>from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ahoma"/>
                <a:cs typeface="Tahoma"/>
              </a:rPr>
              <a:t>any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Tahoma"/>
                <a:cs typeface="Tahoma"/>
              </a:rPr>
              <a:t>physically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ahoma"/>
                <a:cs typeface="Tahoma"/>
              </a:rPr>
              <a:t>damaged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55" dirty="0">
                <a:latin typeface="Tahoma"/>
                <a:cs typeface="Tahoma"/>
              </a:rPr>
              <a:t>drive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ahoma"/>
                <a:cs typeface="Tahoma"/>
              </a:rPr>
              <a:t>until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45" dirty="0">
                <a:latin typeface="Tahoma"/>
                <a:cs typeface="Tahoma"/>
              </a:rPr>
              <a:t>it’s</a:t>
            </a:r>
            <a:r>
              <a:rPr sz="2500" spc="-275" dirty="0">
                <a:latin typeface="Tahoma"/>
                <a:cs typeface="Tahoma"/>
              </a:rPr>
              <a:t> </a:t>
            </a:r>
            <a:r>
              <a:rPr sz="2500" spc="-50" dirty="0">
                <a:latin typeface="Tahoma"/>
                <a:cs typeface="Tahoma"/>
              </a:rPr>
              <a:t>magnetic</a:t>
            </a:r>
            <a:r>
              <a:rPr sz="2500" spc="-254" dirty="0">
                <a:latin typeface="Tahoma"/>
                <a:cs typeface="Tahoma"/>
              </a:rPr>
              <a:t> </a:t>
            </a:r>
            <a:r>
              <a:rPr sz="2500" spc="-10" dirty="0">
                <a:latin typeface="Tahoma"/>
                <a:cs typeface="Tahoma"/>
              </a:rPr>
              <a:t>platters </a:t>
            </a:r>
            <a:r>
              <a:rPr sz="2500" spc="-65" dirty="0">
                <a:latin typeface="Tahoma"/>
                <a:cs typeface="Tahoma"/>
              </a:rPr>
              <a:t>remain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114" dirty="0">
                <a:latin typeface="Tahoma"/>
                <a:cs typeface="Tahoma"/>
              </a:rPr>
              <a:t>as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ahoma"/>
                <a:cs typeface="Tahoma"/>
              </a:rPr>
              <a:t>such.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23" y="565404"/>
            <a:ext cx="2636520" cy="419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57883"/>
            <a:ext cx="7917815" cy="438848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32105" marR="53340" indent="-320040">
              <a:lnSpc>
                <a:spcPct val="80000"/>
              </a:lnSpc>
              <a:spcBef>
                <a:spcPts val="750"/>
              </a:spcBef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20" dirty="0">
                <a:latin typeface="Tahoma"/>
                <a:cs typeface="Tahoma"/>
              </a:rPr>
              <a:t>And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in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90" dirty="0">
                <a:latin typeface="Tahoma"/>
                <a:cs typeface="Tahoma"/>
              </a:rPr>
              <a:t>case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of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the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magnetic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recovery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also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the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present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ahoma"/>
                <a:cs typeface="Tahoma"/>
              </a:rPr>
              <a:t>state-</a:t>
            </a:r>
            <a:r>
              <a:rPr sz="2700" spc="-50" dirty="0">
                <a:latin typeface="Tahoma"/>
                <a:cs typeface="Tahoma"/>
              </a:rPr>
              <a:t>of-</a:t>
            </a:r>
            <a:r>
              <a:rPr sz="2700" spc="-65" dirty="0">
                <a:latin typeface="Tahoma"/>
                <a:cs typeface="Tahoma"/>
              </a:rPr>
              <a:t>the-</a:t>
            </a:r>
            <a:r>
              <a:rPr sz="2700" spc="-45" dirty="0">
                <a:latin typeface="Tahoma"/>
                <a:cs typeface="Tahoma"/>
              </a:rPr>
              <a:t>art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100" dirty="0">
                <a:latin typeface="Tahoma"/>
                <a:cs typeface="Tahoma"/>
              </a:rPr>
              <a:t>has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contributed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ahoma"/>
                <a:cs typeface="Tahoma"/>
              </a:rPr>
              <a:t>a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ahoma"/>
                <a:cs typeface="Tahoma"/>
              </a:rPr>
              <a:t>lot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ahoma"/>
                <a:cs typeface="Tahoma"/>
              </a:rPr>
              <a:t>to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the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data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ahoma"/>
                <a:cs typeface="Tahoma"/>
              </a:rPr>
              <a:t>recover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industry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ahoma"/>
                <a:cs typeface="Tahoma"/>
              </a:rPr>
              <a:t>that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the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magnetic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recovery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ahoma"/>
                <a:cs typeface="Tahoma"/>
              </a:rPr>
              <a:t>had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reported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ahoma"/>
                <a:cs typeface="Tahoma"/>
              </a:rPr>
              <a:t>recover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of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data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ahoma"/>
                <a:cs typeface="Tahoma"/>
              </a:rPr>
              <a:t>that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85" dirty="0">
                <a:latin typeface="Tahoma"/>
                <a:cs typeface="Tahoma"/>
              </a:rPr>
              <a:t>had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been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over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written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upto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320" dirty="0">
                <a:latin typeface="Tahoma"/>
                <a:cs typeface="Tahoma"/>
              </a:rPr>
              <a:t>17</a:t>
            </a:r>
            <a:r>
              <a:rPr sz="2700" spc="-1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times.</a:t>
            </a:r>
            <a:endParaRPr sz="27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F0AC00"/>
              </a:buClr>
              <a:buFont typeface="DejaVu Sans"/>
              <a:buChar char="◾"/>
            </a:pPr>
            <a:endParaRPr sz="2150">
              <a:latin typeface="Tahoma"/>
              <a:cs typeface="Tahoma"/>
            </a:endParaRPr>
          </a:p>
          <a:p>
            <a:pPr marL="332105" marR="191770" indent="-320040">
              <a:lnSpc>
                <a:spcPct val="80000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90" dirty="0">
                <a:latin typeface="Tahoma"/>
                <a:cs typeface="Tahoma"/>
              </a:rPr>
              <a:t>Through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part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replacement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the</a:t>
            </a:r>
            <a:r>
              <a:rPr sz="2700" spc="-100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recovery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of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data</a:t>
            </a:r>
            <a:r>
              <a:rPr sz="2700" spc="-100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from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physically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damaged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Tahoma"/>
                <a:cs typeface="Tahoma"/>
              </a:rPr>
              <a:t>drives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100" dirty="0">
                <a:latin typeface="Tahoma"/>
                <a:cs typeface="Tahoma"/>
              </a:rPr>
              <a:t>has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become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easy.</a:t>
            </a:r>
            <a:endParaRPr sz="2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0AC00"/>
              </a:buClr>
              <a:buFont typeface="DejaVu Sans"/>
              <a:buChar char="◾"/>
            </a:pPr>
            <a:endParaRPr sz="2100">
              <a:latin typeface="Tahoma"/>
              <a:cs typeface="Tahoma"/>
            </a:endParaRPr>
          </a:p>
          <a:p>
            <a:pPr marL="332105" marR="5080" indent="-320040">
              <a:lnSpc>
                <a:spcPct val="80000"/>
              </a:lnSpc>
              <a:buClr>
                <a:srgbClr val="F0AC00"/>
              </a:buClr>
              <a:buSzPct val="79629"/>
              <a:buFont typeface="DejaVu Sans"/>
              <a:buChar char="◾"/>
              <a:tabLst>
                <a:tab pos="332105" algn="l"/>
                <a:tab pos="332740" algn="l"/>
              </a:tabLst>
            </a:pPr>
            <a:r>
              <a:rPr sz="2700" spc="-40" dirty="0">
                <a:latin typeface="Tahoma"/>
                <a:cs typeface="Tahoma"/>
              </a:rPr>
              <a:t>With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the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114" dirty="0">
                <a:latin typeface="Tahoma"/>
                <a:cs typeface="Tahoma"/>
              </a:rPr>
              <a:t>use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of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ahoma"/>
                <a:cs typeface="Tahoma"/>
              </a:rPr>
              <a:t>magnetic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force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microscopy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95" dirty="0">
                <a:latin typeface="Tahoma"/>
                <a:cs typeface="Tahoma"/>
              </a:rPr>
              <a:t>and</a:t>
            </a:r>
            <a:r>
              <a:rPr sz="2700" spc="-17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Signal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tunnelling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microscopy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ahoma"/>
                <a:cs typeface="Tahoma"/>
              </a:rPr>
              <a:t>the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magnetic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ahoma"/>
                <a:cs typeface="Tahoma"/>
              </a:rPr>
              <a:t>recovery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30" dirty="0">
                <a:latin typeface="Tahoma"/>
                <a:cs typeface="Tahoma"/>
              </a:rPr>
              <a:t>of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ahoma"/>
                <a:cs typeface="Tahoma"/>
              </a:rPr>
              <a:t>over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45" dirty="0">
                <a:latin typeface="Tahoma"/>
                <a:cs typeface="Tahoma"/>
              </a:rPr>
              <a:t>written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data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spc="-60" dirty="0">
                <a:latin typeface="Tahoma"/>
                <a:cs typeface="Tahoma"/>
              </a:rPr>
              <a:t>also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100" dirty="0">
                <a:latin typeface="Tahoma"/>
                <a:cs typeface="Tahoma"/>
              </a:rPr>
              <a:t>have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ahoma"/>
                <a:cs typeface="Tahoma"/>
              </a:rPr>
              <a:t>become</a:t>
            </a:r>
            <a:r>
              <a:rPr sz="2700" spc="-145" dirty="0">
                <a:latin typeface="Times New Roman"/>
                <a:cs typeface="Times New Roman"/>
              </a:rPr>
              <a:t> </a:t>
            </a:r>
            <a:r>
              <a:rPr sz="2700" spc="-65" dirty="0">
                <a:latin typeface="Tahoma"/>
                <a:cs typeface="Tahoma"/>
              </a:rPr>
              <a:t>possible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ahoma"/>
                <a:cs typeface="Tahoma"/>
              </a:rPr>
              <a:t>to</a:t>
            </a:r>
            <a:r>
              <a:rPr sz="2700" spc="-1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great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ahoma"/>
                <a:cs typeface="Tahoma"/>
              </a:rPr>
              <a:t>extend.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59308"/>
            <a:ext cx="2657856" cy="4251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7" y="1739849"/>
            <a:ext cx="7927340" cy="402653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32105" marR="108585" indent="-320040">
              <a:lnSpc>
                <a:spcPct val="80000"/>
              </a:lnSpc>
              <a:spcBef>
                <a:spcPts val="875"/>
              </a:spcBef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spc="-105" dirty="0">
                <a:latin typeface="Tahoma"/>
                <a:cs typeface="Tahoma"/>
                <a:hlinkClick r:id="rId3"/>
              </a:rPr>
              <a:t>http://www.geocities.com/spezzin_grazer/ca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p-</a:t>
            </a:r>
            <a:r>
              <a:rPr sz="3200" spc="-10" dirty="0">
                <a:latin typeface="Tahoma"/>
                <a:cs typeface="Tahoma"/>
              </a:rPr>
              <a:t>4/cap4.htm</a:t>
            </a:r>
            <a:endParaRPr sz="3200">
              <a:latin typeface="Tahoma"/>
              <a:cs typeface="Tahoma"/>
            </a:endParaRPr>
          </a:p>
          <a:p>
            <a:pPr marL="332740" indent="-320040">
              <a:lnSpc>
                <a:spcPts val="269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u="sng" spc="-135" dirty="0">
                <a:solidFill>
                  <a:srgbClr val="158AB9"/>
                </a:solidFill>
                <a:uFill>
                  <a:solidFill>
                    <a:srgbClr val="158AB9"/>
                  </a:solidFill>
                </a:uFill>
                <a:latin typeface="Tahoma"/>
                <a:cs typeface="Tahoma"/>
                <a:hlinkClick r:id="rId4"/>
              </a:rPr>
              <a:t>http://www.cs.auckland.ac.nz/~pgut001/pubs</a:t>
            </a:r>
            <a:endParaRPr sz="3200">
              <a:latin typeface="Tahoma"/>
              <a:cs typeface="Tahoma"/>
            </a:endParaRPr>
          </a:p>
          <a:p>
            <a:pPr marL="332105">
              <a:lnSpc>
                <a:spcPts val="3075"/>
              </a:lnSpc>
            </a:pPr>
            <a:r>
              <a:rPr sz="3200" u="sng" spc="-40" dirty="0">
                <a:solidFill>
                  <a:srgbClr val="158AB9"/>
                </a:solidFill>
                <a:uFill>
                  <a:solidFill>
                    <a:srgbClr val="158AB9"/>
                  </a:solidFill>
                </a:uFill>
                <a:latin typeface="Tahoma"/>
                <a:cs typeface="Tahoma"/>
                <a:hlinkClick r:id="rId4"/>
              </a:rPr>
              <a:t>/secure_del.html</a:t>
            </a:r>
            <a:endParaRPr sz="3200">
              <a:latin typeface="Tahoma"/>
              <a:cs typeface="Tahoma"/>
            </a:endParaRPr>
          </a:p>
          <a:p>
            <a:pPr marL="332740" indent="-320040">
              <a:lnSpc>
                <a:spcPts val="3075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u="sng" spc="-50" dirty="0">
                <a:solidFill>
                  <a:srgbClr val="158AB9"/>
                </a:solidFill>
                <a:uFill>
                  <a:solidFill>
                    <a:srgbClr val="158AB9"/>
                  </a:solidFill>
                </a:uFill>
                <a:latin typeface="Tahoma"/>
                <a:cs typeface="Tahoma"/>
                <a:hlinkClick r:id="rId5"/>
              </a:rPr>
              <a:t>http://sfgate.com</a:t>
            </a:r>
            <a:endParaRPr sz="3200">
              <a:latin typeface="Tahoma"/>
              <a:cs typeface="Tahoma"/>
            </a:endParaRPr>
          </a:p>
          <a:p>
            <a:pPr marL="332740" indent="-320040">
              <a:lnSpc>
                <a:spcPts val="307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u="sng" spc="-75" dirty="0">
                <a:solidFill>
                  <a:srgbClr val="158AB9"/>
                </a:solidFill>
                <a:uFill>
                  <a:solidFill>
                    <a:srgbClr val="158AB9"/>
                  </a:solidFill>
                </a:uFill>
                <a:latin typeface="Tahoma"/>
                <a:cs typeface="Tahoma"/>
                <a:hlinkClick r:id="rId6"/>
              </a:rPr>
              <a:t>http://www.executivesoftware.com</a:t>
            </a:r>
            <a:endParaRPr sz="3200">
              <a:latin typeface="Tahoma"/>
              <a:cs typeface="Tahoma"/>
            </a:endParaRPr>
          </a:p>
          <a:p>
            <a:pPr marL="332740" indent="-320040">
              <a:lnSpc>
                <a:spcPts val="3070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u="sng" spc="-75" dirty="0">
                <a:solidFill>
                  <a:srgbClr val="158AB9"/>
                </a:solidFill>
                <a:uFill>
                  <a:solidFill>
                    <a:srgbClr val="158AB9"/>
                  </a:solidFill>
                </a:uFill>
                <a:latin typeface="Tahoma"/>
                <a:cs typeface="Tahoma"/>
                <a:hlinkClick r:id="rId7"/>
              </a:rPr>
              <a:t>http://www.softwareshelf.com</a:t>
            </a:r>
            <a:endParaRPr sz="3200">
              <a:latin typeface="Tahoma"/>
              <a:cs typeface="Tahoma"/>
            </a:endParaRPr>
          </a:p>
          <a:p>
            <a:pPr marL="332740" indent="-320040">
              <a:lnSpc>
                <a:spcPts val="3075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u="sng" spc="-100" dirty="0">
                <a:solidFill>
                  <a:srgbClr val="158AB9"/>
                </a:solidFill>
                <a:uFill>
                  <a:solidFill>
                    <a:srgbClr val="158AB9"/>
                  </a:solidFill>
                </a:uFill>
                <a:latin typeface="Tahoma"/>
                <a:cs typeface="Tahoma"/>
                <a:hlinkClick r:id="rId8"/>
              </a:rPr>
              <a:t>http://www.geek.com/news/</a:t>
            </a:r>
            <a:endParaRPr sz="3200">
              <a:latin typeface="Tahoma"/>
              <a:cs typeface="Tahoma"/>
            </a:endParaRPr>
          </a:p>
          <a:p>
            <a:pPr marL="332740" indent="-320040">
              <a:lnSpc>
                <a:spcPts val="3075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u="sng" spc="-70" dirty="0">
                <a:solidFill>
                  <a:srgbClr val="158AB9"/>
                </a:solidFill>
                <a:uFill>
                  <a:solidFill>
                    <a:srgbClr val="158AB9"/>
                  </a:solidFill>
                </a:uFill>
                <a:latin typeface="Tahoma"/>
                <a:cs typeface="Tahoma"/>
                <a:hlinkClick r:id="rId9"/>
              </a:rPr>
              <a:t>http://www.slashdot.com</a:t>
            </a:r>
            <a:endParaRPr sz="3200">
              <a:latin typeface="Tahoma"/>
              <a:cs typeface="Tahoma"/>
            </a:endParaRPr>
          </a:p>
          <a:p>
            <a:pPr marL="332740" indent="-320040">
              <a:lnSpc>
                <a:spcPts val="3454"/>
              </a:lnSpc>
              <a:buClr>
                <a:srgbClr val="F0AC00"/>
              </a:buClr>
              <a:buSzPct val="79687"/>
              <a:buFont typeface="DejaVu Sans"/>
              <a:buChar char="◾"/>
              <a:tabLst>
                <a:tab pos="332740" algn="l"/>
              </a:tabLst>
            </a:pPr>
            <a:r>
              <a:rPr sz="3200" u="sng" spc="-65" dirty="0">
                <a:solidFill>
                  <a:srgbClr val="158AB9"/>
                </a:solidFill>
                <a:uFill>
                  <a:solidFill>
                    <a:srgbClr val="158AB9"/>
                  </a:solidFill>
                </a:uFill>
                <a:latin typeface="Tahoma"/>
                <a:cs typeface="Tahoma"/>
                <a:hlinkClick r:id="rId10"/>
              </a:rPr>
              <a:t>http://www.compdisk.com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741795"/>
            <a:chOff x="0" y="0"/>
            <a:chExt cx="9144000" cy="67417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17259"/>
              <a:ext cx="9144000" cy="10375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7413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17259"/>
              <a:ext cx="9144000" cy="10375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2861</Words>
  <Application>Microsoft Office PowerPoint</Application>
  <PresentationFormat>On-screen Show (4:3)</PresentationFormat>
  <Paragraphs>408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Arial</vt:lpstr>
      <vt:lpstr>DejaVu Sans</vt:lpstr>
      <vt:lpstr>Elephant</vt:lpstr>
      <vt:lpstr>Tahoma</vt:lpstr>
      <vt:lpstr>Times New Roman</vt:lpstr>
      <vt:lpstr>Office Theme</vt:lpstr>
      <vt:lpstr>NGOSA GATHAM Master Cyber Security Master Computer Science (India)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problem</vt:lpstr>
      <vt:lpstr>PowerPoint Presentation</vt:lpstr>
      <vt:lpstr>Partition problem</vt:lpstr>
      <vt:lpstr>PowerPoint Presentation</vt:lpstr>
      <vt:lpstr>Password loss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Fast deletion</vt:lpstr>
      <vt:lpstr>PowerPoint Presentation</vt:lpstr>
      <vt:lpstr>PowerPoint Presentation</vt:lpstr>
      <vt:lpstr>Complete deletion</vt:lpstr>
      <vt:lpstr>Complete deletion</vt:lpstr>
      <vt:lpstr>PowerPoint Presentation</vt:lpstr>
      <vt:lpstr>PowerPoint Presentation</vt:lpstr>
      <vt:lpstr>Complete high level format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RECOVERY</dc:title>
  <dc:creator>user</dc:creator>
  <cp:lastModifiedBy>Microsoft account</cp:lastModifiedBy>
  <cp:revision>3</cp:revision>
  <dcterms:created xsi:type="dcterms:W3CDTF">2025-02-27T07:09:30Z</dcterms:created>
  <dcterms:modified xsi:type="dcterms:W3CDTF">2025-02-27T07:47:33Z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2025-02-27T00:00:00Z</vt:filetime>
  </property>
  <property fmtid="{D5CDD505-2E9C-101B-9397-08002B2CF9AE}" pid="3" name="Creator">
    <vt:lpwstr>Microsoft® PowerPoint® 2010</vt:lpwstr>
  </property>
  <property fmtid="{D5CDD505-2E9C-101B-9397-08002B2CF9AE}" pid="4" name="DocumentID">
    <vt:lpwstr>C9FA-6A4A-9846-0000</vt:lpwstr>
  </property>
  <property fmtid="{D5CDD505-2E9C-101B-9397-08002B2CF9AE}" pid="5" name="LastSaved">
    <vt:filetime>2025-02-27T00:00:00Z</vt:filetime>
  </property>
  <property fmtid="{D5CDD505-2E9C-101B-9397-08002B2CF9AE}" pid="6" name="Owner">
    <vt:lpwstr>cdjilelagats@gmail.com</vt:lpwstr>
  </property>
  <property fmtid="{D5CDD505-2E9C-101B-9397-08002B2CF9AE}" pid="7" name="Producer">
    <vt:lpwstr>airSlate inc. Mellivora 3.1.5.1</vt:lpwstr>
  </property>
  <property fmtid="{D5CDD505-2E9C-101B-9397-08002B2CF9AE}" pid="8" name="reupload">
    <vt:lpwstr>znde7QzA47ULXobq/Il2v9xtBIxp+hNajzCHNO7KMpMUkR5npaIrdZMYWjwJubJgQBvwEc9EirpXXRojRBMWjD1MTJeubdcssTFSKHvKY4McUr9mQSwxPbOMQ6GdR6bCRPa7ZllwYbuoaLEWsvrkDDf5</vt:lpwstr>
  </property>
</Properties>
</file>