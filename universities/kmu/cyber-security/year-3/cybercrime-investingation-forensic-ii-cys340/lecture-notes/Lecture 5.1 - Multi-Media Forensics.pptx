
<file path=[Content_Types].xml><?xml version="1.0" encoding="utf-8"?>
<Types xmlns="http://schemas.openxmlformats.org/package/2006/content-types">
  <Default Extension="mp3" ContentType="audio/mpeg"/>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8"/>
  </p:notesMasterIdLst>
  <p:sldIdLst>
    <p:sldId id="256" r:id="rId2"/>
    <p:sldId id="282" r:id="rId3"/>
    <p:sldId id="283" r:id="rId4"/>
    <p:sldId id="284" r:id="rId5"/>
    <p:sldId id="281" r:id="rId6"/>
    <p:sldId id="273" r:id="rId7"/>
    <p:sldId id="257" r:id="rId8"/>
    <p:sldId id="258" r:id="rId9"/>
    <p:sldId id="260" r:id="rId10"/>
    <p:sldId id="261" r:id="rId11"/>
    <p:sldId id="272" r:id="rId12"/>
    <p:sldId id="263" r:id="rId13"/>
    <p:sldId id="264" r:id="rId14"/>
    <p:sldId id="278" r:id="rId15"/>
    <p:sldId id="277" r:id="rId16"/>
    <p:sldId id="265" r:id="rId17"/>
    <p:sldId id="266" r:id="rId18"/>
    <p:sldId id="275" r:id="rId19"/>
    <p:sldId id="276" r:id="rId20"/>
    <p:sldId id="279" r:id="rId21"/>
    <p:sldId id="267" r:id="rId22"/>
    <p:sldId id="268" r:id="rId23"/>
    <p:sldId id="269" r:id="rId24"/>
    <p:sldId id="270" r:id="rId25"/>
    <p:sldId id="271" r:id="rId26"/>
    <p:sldId id="280"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05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F60BB5-F8AE-4234-9BD3-B2C0F70EC7C0}" type="datetimeFigureOut">
              <a:rPr lang="en-US" smtClean="0"/>
              <a:t>3/5/2025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B38747-1AF7-4BEE-A06E-27DE5D3DDD88}" type="slidenum">
              <a:rPr lang="en-US" smtClean="0"/>
              <a:t>‹#›</a:t>
            </a:fld>
            <a:endParaRPr lang="en-US"/>
          </a:p>
        </p:txBody>
      </p:sp>
    </p:spTree>
    <p:extLst>
      <p:ext uri="{BB962C8B-B14F-4D97-AF65-F5344CB8AC3E}">
        <p14:creationId xmlns:p14="http://schemas.microsoft.com/office/powerpoint/2010/main" val="26386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extBox 7"/>
          <p:cNvSpPr txBox="1"/>
          <p:nvPr/>
        </p:nvSpPr>
        <p:spPr>
          <a:xfrm>
            <a:off x="1828800" y="3159760"/>
            <a:ext cx="457200" cy="1034129"/>
          </a:xfrm>
          <a:prstGeom prst="rect">
            <a:avLst/>
          </a:prstGeom>
          <a:noFill/>
        </p:spPr>
        <p:txBody>
          <a:bodyPr wrap="square" lIns="0" tIns="9144" rIns="0" bIns="9144" rtlCol="0" anchor="ctr" anchorCtr="0">
            <a:spAutoFit/>
          </a:bodyPr>
          <a:lstStyle/>
          <a:p>
            <a:r>
              <a:rPr lang="en-US" sz="6600" dirty="0" smtClean="0">
                <a:effectLst>
                  <a:outerShdw blurRad="38100" dist="38100" dir="2700000" algn="tl">
                    <a:srgbClr val="000000">
                      <a:alpha val="43137"/>
                    </a:srgbClr>
                  </a:outerShdw>
                </a:effectLst>
                <a:latin typeface="+mn-lt"/>
              </a:rPr>
              <a:t>{</a:t>
            </a:r>
            <a:endParaRPr lang="en-US" sz="6600" dirty="0">
              <a:effectLst>
                <a:outerShdw blurRad="38100" dist="38100" dir="2700000" algn="tl">
                  <a:srgbClr val="000000">
                    <a:alpha val="43137"/>
                  </a:srgbClr>
                </a:outerShdw>
              </a:effectLst>
              <a:latin typeface="+mn-lt"/>
            </a:endParaRPr>
          </a:p>
        </p:txBody>
      </p:sp>
      <p:sp>
        <p:nvSpPr>
          <p:cNvPr id="2" name="Title 1"/>
          <p:cNvSpPr>
            <a:spLocks noGrp="1"/>
          </p:cNvSpPr>
          <p:nvPr>
            <p:ph type="ctrTitle"/>
          </p:nvPr>
        </p:nvSpPr>
        <p:spPr>
          <a:xfrm>
            <a:off x="777240" y="1219200"/>
            <a:ext cx="7543800" cy="2152650"/>
          </a:xfrm>
        </p:spPr>
        <p:txBody>
          <a:bodyPr>
            <a:noAutofit/>
          </a:bodyPr>
          <a:lstStyle>
            <a:lvl1pPr>
              <a:defRPr sz="600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133600" y="3375491"/>
            <a:ext cx="6172200" cy="685800"/>
          </a:xfrm>
        </p:spPr>
        <p:txBody>
          <a:bodyPr anchor="ct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5" name="Date Placeholder 14"/>
          <p:cNvSpPr>
            <a:spLocks noGrp="1"/>
          </p:cNvSpPr>
          <p:nvPr>
            <p:ph type="dt" sz="half" idx="10"/>
          </p:nvPr>
        </p:nvSpPr>
        <p:spPr/>
        <p:txBody>
          <a:bodyPr/>
          <a:lstStyle/>
          <a:p>
            <a:fld id="{5ACFE9E6-9F60-48A7-A249-17092A1FA081}" type="datetimeFigureOut">
              <a:rPr lang="en-US" smtClean="0"/>
              <a:t>3/5/2025</a:t>
            </a:fld>
            <a:endParaRPr lang="en-US"/>
          </a:p>
        </p:txBody>
      </p:sp>
      <p:sp>
        <p:nvSpPr>
          <p:cNvPr id="16" name="Slide Number Placeholder 15"/>
          <p:cNvSpPr>
            <a:spLocks noGrp="1"/>
          </p:cNvSpPr>
          <p:nvPr>
            <p:ph type="sldNum" sz="quarter" idx="11"/>
          </p:nvPr>
        </p:nvSpPr>
        <p:spPr/>
        <p:txBody>
          <a:bodyPr/>
          <a:lstStyle/>
          <a:p>
            <a:fld id="{30ED012F-BCDF-4F7D-804C-280894FED8E3}" type="slidenum">
              <a:rPr lang="en-US" smtClean="0"/>
              <a:t>‹#›</a:t>
            </a:fld>
            <a:endParaRPr lang="en-US"/>
          </a:p>
        </p:txBody>
      </p:sp>
      <p:sp>
        <p:nvSpPr>
          <p:cNvPr id="17" name="Footer Placeholder 16"/>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Title 12"/>
          <p:cNvSpPr>
            <a:spLocks noGrp="1"/>
          </p:cNvSpPr>
          <p:nvPr>
            <p:ph type="title"/>
          </p:nvPr>
        </p:nvSpPr>
        <p:spPr/>
        <p:txBody>
          <a:bodyPr/>
          <a:lstStyle/>
          <a:p>
            <a:r>
              <a:rPr lang="en-US" smtClean="0"/>
              <a:t>Click to edit Master title style</a:t>
            </a:r>
            <a:endParaRPr lang="en-US"/>
          </a:p>
        </p:txBody>
      </p:sp>
      <p:sp>
        <p:nvSpPr>
          <p:cNvPr id="14" name="Date Placeholder 13"/>
          <p:cNvSpPr>
            <a:spLocks noGrp="1"/>
          </p:cNvSpPr>
          <p:nvPr>
            <p:ph type="dt" sz="half" idx="10"/>
          </p:nvPr>
        </p:nvSpPr>
        <p:spPr/>
        <p:txBody>
          <a:bodyPr/>
          <a:lstStyle/>
          <a:p>
            <a:fld id="{5ACFE9E6-9F60-48A7-A249-17092A1FA081}" type="datetimeFigureOut">
              <a:rPr lang="en-US" smtClean="0"/>
              <a:t>3/5/2025</a:t>
            </a:fld>
            <a:endParaRPr lang="en-US"/>
          </a:p>
        </p:txBody>
      </p:sp>
      <p:sp>
        <p:nvSpPr>
          <p:cNvPr id="15" name="Slide Number Placeholder 14"/>
          <p:cNvSpPr>
            <a:spLocks noGrp="1"/>
          </p:cNvSpPr>
          <p:nvPr>
            <p:ph type="sldNum" sz="quarter" idx="11"/>
          </p:nvPr>
        </p:nvSpPr>
        <p:spPr/>
        <p:txBody>
          <a:bodyPr/>
          <a:lstStyle/>
          <a:p>
            <a:fld id="{30ED012F-BCDF-4F7D-804C-280894FED8E3}" type="slidenum">
              <a:rPr lang="en-US" smtClean="0"/>
              <a:t>‹#›</a:t>
            </a:fld>
            <a:endParaRPr lang="en-US"/>
          </a:p>
        </p:txBody>
      </p:sp>
      <p:sp>
        <p:nvSpPr>
          <p:cNvPr id="16" name="Footer Placeholder 15"/>
          <p:cNvSpPr>
            <a:spLocks noGrp="1"/>
          </p:cNvSpPr>
          <p:nvPr>
            <p:ph type="ftr" sz="quarter" idx="12"/>
          </p:nvPr>
        </p:nvSpPr>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TextBox 7"/>
          <p:cNvSpPr txBox="1"/>
          <p:nvPr/>
        </p:nvSpPr>
        <p:spPr>
          <a:xfrm>
            <a:off x="4267200" y="4074497"/>
            <a:ext cx="457200" cy="1015663"/>
          </a:xfrm>
          <a:prstGeom prst="rect">
            <a:avLst/>
          </a:prstGeom>
          <a:noFill/>
        </p:spPr>
        <p:txBody>
          <a:bodyPr wrap="square" lIns="0" tIns="0" rIns="0" bIns="0" rtlCol="0" anchor="t" anchorCtr="0">
            <a:spAutoFit/>
          </a:bodyPr>
          <a:lstStyle/>
          <a:p>
            <a:r>
              <a:rPr lang="en-US" sz="6600" dirty="0" smtClean="0">
                <a:effectLst>
                  <a:outerShdw blurRad="38100" dist="38100" dir="2700000" algn="tl">
                    <a:srgbClr val="000000">
                      <a:alpha val="43137"/>
                    </a:srgbClr>
                  </a:outerShdw>
                </a:effectLst>
                <a:latin typeface="+mn-lt"/>
              </a:rPr>
              <a:t>{</a:t>
            </a:r>
            <a:endParaRPr lang="en-US" sz="6600" dirty="0">
              <a:effectLst>
                <a:outerShdw blurRad="38100" dist="38100" dir="2700000" algn="tl">
                  <a:srgbClr val="000000">
                    <a:alpha val="43137"/>
                  </a:srgbClr>
                </a:outerShdw>
              </a:effectLst>
              <a:latin typeface="+mn-lt"/>
            </a:endParaRPr>
          </a:p>
        </p:txBody>
      </p:sp>
      <p:sp>
        <p:nvSpPr>
          <p:cNvPr id="3" name="Text Placeholder 2"/>
          <p:cNvSpPr>
            <a:spLocks noGrp="1"/>
          </p:cNvSpPr>
          <p:nvPr>
            <p:ph type="body" idx="1"/>
          </p:nvPr>
        </p:nvSpPr>
        <p:spPr>
          <a:xfrm>
            <a:off x="4572000" y="4267368"/>
            <a:ext cx="3733800" cy="731520"/>
          </a:xfrm>
        </p:spPr>
        <p:txBody>
          <a:bodyPr anchor="ctr">
            <a:normAutofit/>
          </a:bodyPr>
          <a:lstStyle>
            <a:lvl1pPr marL="0" indent="0">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2" name="Date Placeholder 11"/>
          <p:cNvSpPr>
            <a:spLocks noGrp="1"/>
          </p:cNvSpPr>
          <p:nvPr>
            <p:ph type="dt" sz="half" idx="10"/>
          </p:nvPr>
        </p:nvSpPr>
        <p:spPr/>
        <p:txBody>
          <a:bodyPr/>
          <a:lstStyle/>
          <a:p>
            <a:fld id="{5ACFE9E6-9F60-48A7-A249-17092A1FA081}" type="datetimeFigureOut">
              <a:rPr lang="en-US" smtClean="0"/>
              <a:t>3/5/2025</a:t>
            </a:fld>
            <a:endParaRPr lang="en-US"/>
          </a:p>
        </p:txBody>
      </p:sp>
      <p:sp>
        <p:nvSpPr>
          <p:cNvPr id="13" name="Slide Number Placeholder 12"/>
          <p:cNvSpPr>
            <a:spLocks noGrp="1"/>
          </p:cNvSpPr>
          <p:nvPr>
            <p:ph type="sldNum" sz="quarter" idx="11"/>
          </p:nvPr>
        </p:nvSpPr>
        <p:spPr/>
        <p:txBody>
          <a:bodyPr/>
          <a:lstStyle/>
          <a:p>
            <a:fld id="{30ED012F-BCDF-4F7D-804C-280894FED8E3}" type="slidenum">
              <a:rPr lang="en-US" smtClean="0"/>
              <a:t>‹#›</a:t>
            </a:fld>
            <a:endParaRPr lang="en-US"/>
          </a:p>
        </p:txBody>
      </p:sp>
      <p:sp>
        <p:nvSpPr>
          <p:cNvPr id="14" name="Footer Placeholder 13"/>
          <p:cNvSpPr>
            <a:spLocks noGrp="1"/>
          </p:cNvSpPr>
          <p:nvPr>
            <p:ph type="ftr" sz="quarter" idx="12"/>
          </p:nvPr>
        </p:nvSpPr>
        <p:spPr/>
        <p:txBody>
          <a:bodyPr/>
          <a:lstStyle/>
          <a:p>
            <a:endParaRPr lang="en-US"/>
          </a:p>
        </p:txBody>
      </p:sp>
      <p:sp>
        <p:nvSpPr>
          <p:cNvPr id="4" name="Title 3"/>
          <p:cNvSpPr>
            <a:spLocks noGrp="1"/>
          </p:cNvSpPr>
          <p:nvPr>
            <p:ph type="title"/>
          </p:nvPr>
        </p:nvSpPr>
        <p:spPr>
          <a:xfrm>
            <a:off x="2286000" y="1905000"/>
            <a:ext cx="6035040" cy="2350008"/>
          </a:xfrm>
        </p:spPr>
        <p:txBody>
          <a:bodyPr/>
          <a:lstStyle>
            <a:lvl1pPr marL="0" algn="l" defTabSz="914400" rtl="0" eaLnBrk="1" latinLnBrk="0" hangingPunct="1">
              <a:spcBef>
                <a:spcPct val="0"/>
              </a:spcBef>
              <a:buNone/>
              <a:defRPr lang="en-US" sz="5400" b="0" kern="1200" cap="none" dirty="0" smtClean="0">
                <a:solidFill>
                  <a:schemeClr val="tx1"/>
                </a:solidFill>
                <a:effectLst>
                  <a:outerShdw blurRad="38100" dist="38100" dir="2700000" algn="tl">
                    <a:srgbClr val="000000">
                      <a:alpha val="43137"/>
                    </a:srgbClr>
                  </a:outerShdw>
                </a:effectLst>
                <a:latin typeface="+mj-lt"/>
                <a:ea typeface="+mj-ea"/>
                <a:cs typeface="+mj-cs"/>
              </a:defRPr>
            </a:lvl1pPr>
          </a:lstStyle>
          <a:p>
            <a:r>
              <a:rPr lang="en-US"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5ACFE9E6-9F60-48A7-A249-17092A1FA081}" type="datetimeFigureOut">
              <a:rPr lang="en-US" smtClean="0"/>
              <a:t>3/5/2025</a:t>
            </a:fld>
            <a:endParaRPr lang="en-US"/>
          </a:p>
        </p:txBody>
      </p:sp>
      <p:sp>
        <p:nvSpPr>
          <p:cNvPr id="9" name="Slide Number Placeholder 8"/>
          <p:cNvSpPr>
            <a:spLocks noGrp="1"/>
          </p:cNvSpPr>
          <p:nvPr>
            <p:ph type="sldNum" sz="quarter" idx="11"/>
          </p:nvPr>
        </p:nvSpPr>
        <p:spPr/>
        <p:txBody>
          <a:bodyPr/>
          <a:lstStyle/>
          <a:p>
            <a:fld id="{30ED012F-BCDF-4F7D-804C-280894FED8E3}" type="slidenum">
              <a:rPr lang="en-US" smtClean="0"/>
              <a:t>‹#›</a:t>
            </a:fld>
            <a:endParaRPr lang="en-US"/>
          </a:p>
        </p:txBody>
      </p:sp>
      <p:sp>
        <p:nvSpPr>
          <p:cNvPr id="10" name="Footer Placeholder 9"/>
          <p:cNvSpPr>
            <a:spLocks noGrp="1"/>
          </p:cNvSpPr>
          <p:nvPr>
            <p:ph type="ftr" sz="quarter" idx="12"/>
          </p:nvPr>
        </p:nvSpPr>
        <p:spPr/>
        <p:txBody>
          <a:bodyPr/>
          <a:lstStyle/>
          <a:p>
            <a:endParaRPr lang="en-US"/>
          </a:p>
        </p:txBody>
      </p:sp>
      <p:sp>
        <p:nvSpPr>
          <p:cNvPr id="11" name="Title 10"/>
          <p:cNvSpPr>
            <a:spLocks noGrp="1"/>
          </p:cNvSpPr>
          <p:nvPr>
            <p:ph type="title"/>
          </p:nvPr>
        </p:nvSpPr>
        <p:spPr/>
        <p:txBody>
          <a:bodyPr/>
          <a:lstStyle/>
          <a:p>
            <a:r>
              <a:rPr lang="en-US" smtClean="0"/>
              <a:t>Click to edit Master title style</a:t>
            </a:r>
            <a:endParaRPr lang="en-US" dirty="0"/>
          </a:p>
        </p:txBody>
      </p:sp>
      <p:sp>
        <p:nvSpPr>
          <p:cNvPr id="5" name="Content Placeholder 4"/>
          <p:cNvSpPr>
            <a:spLocks noGrp="1"/>
          </p:cNvSpPr>
          <p:nvPr>
            <p:ph sz="quarter" idx="13"/>
          </p:nvPr>
        </p:nvSpPr>
        <p:spPr>
          <a:xfrm>
            <a:off x="1344168" y="658368"/>
            <a:ext cx="3273552" cy="3429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6"/>
          <p:cNvSpPr>
            <a:spLocks noGrp="1"/>
          </p:cNvSpPr>
          <p:nvPr>
            <p:ph sz="quarter" idx="14"/>
          </p:nvPr>
        </p:nvSpPr>
        <p:spPr>
          <a:xfrm>
            <a:off x="5029200" y="658368"/>
            <a:ext cx="3273552" cy="34321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41120" y="661976"/>
            <a:ext cx="3273552"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344168" y="1371600"/>
            <a:ext cx="3276600"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29200" y="661976"/>
            <a:ext cx="3273552"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29200" y="1371600"/>
            <a:ext cx="3273552"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TextBox 12"/>
          <p:cNvSpPr txBox="1"/>
          <p:nvPr/>
        </p:nvSpPr>
        <p:spPr>
          <a:xfrm>
            <a:off x="1056640" y="520192"/>
            <a:ext cx="4572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8" name="TextBox 17"/>
          <p:cNvSpPr txBox="1"/>
          <p:nvPr/>
        </p:nvSpPr>
        <p:spPr>
          <a:xfrm>
            <a:off x="4780280" y="520192"/>
            <a:ext cx="4572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2" name="Title 11"/>
          <p:cNvSpPr>
            <a:spLocks noGrp="1"/>
          </p:cNvSpPr>
          <p:nvPr>
            <p:ph type="title"/>
          </p:nvPr>
        </p:nvSpPr>
        <p:spPr/>
        <p:txBody>
          <a:bodyPr/>
          <a:lstStyle/>
          <a:p>
            <a:r>
              <a:rPr lang="en-US" smtClean="0"/>
              <a:t>Click to edit Master title style</a:t>
            </a:r>
            <a:endParaRPr lang="en-US" dirty="0"/>
          </a:p>
        </p:txBody>
      </p:sp>
      <p:sp>
        <p:nvSpPr>
          <p:cNvPr id="14" name="Date Placeholder 13"/>
          <p:cNvSpPr>
            <a:spLocks noGrp="1"/>
          </p:cNvSpPr>
          <p:nvPr>
            <p:ph type="dt" sz="half" idx="10"/>
          </p:nvPr>
        </p:nvSpPr>
        <p:spPr/>
        <p:txBody>
          <a:bodyPr/>
          <a:lstStyle/>
          <a:p>
            <a:fld id="{5ACFE9E6-9F60-48A7-A249-17092A1FA081}" type="datetimeFigureOut">
              <a:rPr lang="en-US" smtClean="0"/>
              <a:t>3/5/2025</a:t>
            </a:fld>
            <a:endParaRPr lang="en-US"/>
          </a:p>
        </p:txBody>
      </p:sp>
      <p:sp>
        <p:nvSpPr>
          <p:cNvPr id="15" name="Slide Number Placeholder 14"/>
          <p:cNvSpPr>
            <a:spLocks noGrp="1"/>
          </p:cNvSpPr>
          <p:nvPr>
            <p:ph type="sldNum" sz="quarter" idx="11"/>
          </p:nvPr>
        </p:nvSpPr>
        <p:spPr/>
        <p:txBody>
          <a:bodyPr/>
          <a:lstStyle/>
          <a:p>
            <a:fld id="{30ED012F-BCDF-4F7D-804C-280894FED8E3}" type="slidenum">
              <a:rPr lang="en-US" smtClean="0"/>
              <a:t>‹#›</a:t>
            </a:fld>
            <a:endParaRPr lang="en-US"/>
          </a:p>
        </p:txBody>
      </p:sp>
      <p:sp>
        <p:nvSpPr>
          <p:cNvPr id="16" name="Footer Placeholder 15"/>
          <p:cNvSpPr>
            <a:spLocks noGrp="1"/>
          </p:cNvSpPr>
          <p:nvPr>
            <p:ph type="ftr" sz="quarter" idx="12"/>
          </p:nvPr>
        </p:nvSpPr>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a:p>
        </p:txBody>
      </p:sp>
      <p:sp>
        <p:nvSpPr>
          <p:cNvPr id="7" name="Date Placeholder 6"/>
          <p:cNvSpPr>
            <a:spLocks noGrp="1"/>
          </p:cNvSpPr>
          <p:nvPr>
            <p:ph type="dt" sz="half" idx="10"/>
          </p:nvPr>
        </p:nvSpPr>
        <p:spPr/>
        <p:txBody>
          <a:bodyPr/>
          <a:lstStyle/>
          <a:p>
            <a:fld id="{5ACFE9E6-9F60-48A7-A249-17092A1FA081}" type="datetimeFigureOut">
              <a:rPr lang="en-US" smtClean="0"/>
              <a:t>3/5/2025</a:t>
            </a:fld>
            <a:endParaRPr lang="en-US"/>
          </a:p>
        </p:txBody>
      </p:sp>
      <p:sp>
        <p:nvSpPr>
          <p:cNvPr id="8" name="Slide Number Placeholder 7"/>
          <p:cNvSpPr>
            <a:spLocks noGrp="1"/>
          </p:cNvSpPr>
          <p:nvPr>
            <p:ph type="sldNum" sz="quarter" idx="11"/>
          </p:nvPr>
        </p:nvSpPr>
        <p:spPr/>
        <p:txBody>
          <a:bodyPr/>
          <a:lstStyle/>
          <a:p>
            <a:fld id="{30ED012F-BCDF-4F7D-804C-280894FED8E3}"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ACFE9E6-9F60-48A7-A249-17092A1FA081}" type="datetimeFigureOut">
              <a:rPr lang="en-US" smtClean="0"/>
              <a:t>3/5/2025</a:t>
            </a:fld>
            <a:endParaRPr lang="en-US"/>
          </a:p>
        </p:txBody>
      </p:sp>
      <p:sp>
        <p:nvSpPr>
          <p:cNvPr id="6" name="Slide Number Placeholder 5"/>
          <p:cNvSpPr>
            <a:spLocks noGrp="1"/>
          </p:cNvSpPr>
          <p:nvPr>
            <p:ph type="sldNum" sz="quarter" idx="11"/>
          </p:nvPr>
        </p:nvSpPr>
        <p:spPr/>
        <p:txBody>
          <a:bodyPr/>
          <a:lstStyle/>
          <a:p>
            <a:fld id="{30ED012F-BCDF-4F7D-804C-280894FED8E3}" type="slidenum">
              <a:rPr lang="en-US" smtClean="0"/>
              <a:t>‹#›</a:t>
            </a:fld>
            <a:endParaRPr lang="en-US"/>
          </a:p>
        </p:txBody>
      </p:sp>
      <p:sp>
        <p:nvSpPr>
          <p:cNvPr id="7" name="Footer Placeholder 6"/>
          <p:cNvSpPr>
            <a:spLocks noGrp="1"/>
          </p:cNvSpPr>
          <p:nvPr>
            <p:ph type="ftr" sz="quarter" idx="12"/>
          </p:nvPr>
        </p:nvSpPr>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TextBox 8"/>
          <p:cNvSpPr txBox="1"/>
          <p:nvPr/>
        </p:nvSpPr>
        <p:spPr>
          <a:xfrm>
            <a:off x="5328920" y="1774588"/>
            <a:ext cx="457200" cy="1231106"/>
          </a:xfrm>
          <a:prstGeom prst="rect">
            <a:avLst/>
          </a:prstGeom>
          <a:noFill/>
        </p:spPr>
        <p:txBody>
          <a:bodyPr wrap="square" lIns="0" tIns="0" rIns="0" bIns="0" rtlCol="0" anchor="t" anchorCtr="0">
            <a:spAutoFit/>
          </a:bodyPr>
          <a:lstStyle/>
          <a:p>
            <a:r>
              <a:rPr lang="en-US" sz="8000" dirty="0" smtClean="0">
                <a:effectLst>
                  <a:outerShdw blurRad="38100" dist="38100" dir="2700000" algn="tl">
                    <a:srgbClr val="000000">
                      <a:alpha val="43137"/>
                    </a:srgbClr>
                  </a:outerShdw>
                </a:effectLst>
                <a:latin typeface="+mn-lt"/>
              </a:rPr>
              <a:t>{</a:t>
            </a:r>
            <a:endParaRPr lang="en-US" sz="8000" dirty="0">
              <a:effectLst>
                <a:outerShdw blurRad="38100" dist="38100" dir="2700000" algn="tl">
                  <a:srgbClr val="000000">
                    <a:alpha val="43137"/>
                  </a:srgbClr>
                </a:outerShdw>
              </a:effectLst>
              <a:latin typeface="+mn-lt"/>
            </a:endParaRPr>
          </a:p>
        </p:txBody>
      </p:sp>
      <p:sp>
        <p:nvSpPr>
          <p:cNvPr id="3" name="Content Placeholder 2"/>
          <p:cNvSpPr>
            <a:spLocks noGrp="1"/>
          </p:cNvSpPr>
          <p:nvPr>
            <p:ph idx="1"/>
          </p:nvPr>
        </p:nvSpPr>
        <p:spPr>
          <a:xfrm>
            <a:off x="838200" y="685801"/>
            <a:ext cx="4343400" cy="3429000"/>
          </a:xfrm>
        </p:spPr>
        <p:txBody>
          <a:bodyPr anchor="ct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715000" y="685801"/>
            <a:ext cx="2590800" cy="3429000"/>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5" name="Date Placeholder 14"/>
          <p:cNvSpPr>
            <a:spLocks noGrp="1"/>
          </p:cNvSpPr>
          <p:nvPr>
            <p:ph type="dt" sz="half" idx="10"/>
          </p:nvPr>
        </p:nvSpPr>
        <p:spPr/>
        <p:txBody>
          <a:bodyPr/>
          <a:lstStyle/>
          <a:p>
            <a:fld id="{5ACFE9E6-9F60-48A7-A249-17092A1FA081}" type="datetimeFigureOut">
              <a:rPr lang="en-US" smtClean="0"/>
              <a:t>3/5/2025</a:t>
            </a:fld>
            <a:endParaRPr lang="en-US"/>
          </a:p>
        </p:txBody>
      </p:sp>
      <p:sp>
        <p:nvSpPr>
          <p:cNvPr id="16" name="Slide Number Placeholder 15"/>
          <p:cNvSpPr>
            <a:spLocks noGrp="1"/>
          </p:cNvSpPr>
          <p:nvPr>
            <p:ph type="sldNum" sz="quarter" idx="11"/>
          </p:nvPr>
        </p:nvSpPr>
        <p:spPr/>
        <p:txBody>
          <a:bodyPr/>
          <a:lstStyle/>
          <a:p>
            <a:fld id="{30ED012F-BCDF-4F7D-804C-280894FED8E3}" type="slidenum">
              <a:rPr lang="en-US" smtClean="0"/>
              <a:t>‹#›</a:t>
            </a:fld>
            <a:endParaRPr lang="en-US"/>
          </a:p>
        </p:txBody>
      </p:sp>
      <p:sp>
        <p:nvSpPr>
          <p:cNvPr id="17" name="Footer Placeholder 16"/>
          <p:cNvSpPr>
            <a:spLocks noGrp="1"/>
          </p:cNvSpPr>
          <p:nvPr>
            <p:ph type="ftr" sz="quarter" idx="12"/>
          </p:nvPr>
        </p:nvSpPr>
        <p:spPr/>
        <p:txBody>
          <a:bodyPr/>
          <a:lstStyle/>
          <a:p>
            <a:endParaRPr lang="en-US"/>
          </a:p>
        </p:txBody>
      </p:sp>
      <p:sp>
        <p:nvSpPr>
          <p:cNvPr id="18" name="Title 17"/>
          <p:cNvSpPr>
            <a:spLocks noGrp="1"/>
          </p:cNvSpPr>
          <p:nvPr>
            <p:ph type="title"/>
          </p:nvPr>
        </p:nvSpPr>
        <p:spPr/>
        <p:txBody>
          <a:bodyPr/>
          <a:lstStyle/>
          <a:p>
            <a:r>
              <a:rPr lang="en-US" smtClean="0"/>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219200" y="612775"/>
            <a:ext cx="6705600" cy="2546985"/>
          </a:xfrm>
          <a:effectLst>
            <a:outerShdw blurRad="152400" dist="317500" dir="5400000" sx="90000" sy="-19000" rotWithShape="0">
              <a:prstClr val="black">
                <a:alpha val="15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2743200" y="3453047"/>
            <a:ext cx="5029200" cy="720804"/>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Box 8"/>
          <p:cNvSpPr txBox="1"/>
          <p:nvPr/>
        </p:nvSpPr>
        <p:spPr>
          <a:xfrm>
            <a:off x="2435352" y="3331464"/>
            <a:ext cx="4572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1" name="Title 10"/>
          <p:cNvSpPr>
            <a:spLocks noGrp="1"/>
          </p:cNvSpPr>
          <p:nvPr>
            <p:ph type="title"/>
          </p:nvPr>
        </p:nvSpPr>
        <p:spPr/>
        <p:txBody>
          <a:bodyPr/>
          <a:lstStyle/>
          <a:p>
            <a:r>
              <a:rPr lang="en-US" smtClean="0"/>
              <a:t>Click to edit Master title style</a:t>
            </a:r>
            <a:endParaRPr lang="en-US"/>
          </a:p>
        </p:txBody>
      </p:sp>
      <p:sp>
        <p:nvSpPr>
          <p:cNvPr id="13" name="Date Placeholder 12"/>
          <p:cNvSpPr>
            <a:spLocks noGrp="1"/>
          </p:cNvSpPr>
          <p:nvPr>
            <p:ph type="dt" sz="half" idx="10"/>
          </p:nvPr>
        </p:nvSpPr>
        <p:spPr/>
        <p:txBody>
          <a:bodyPr/>
          <a:lstStyle/>
          <a:p>
            <a:fld id="{5ACFE9E6-9F60-48A7-A249-17092A1FA081}" type="datetimeFigureOut">
              <a:rPr lang="en-US" smtClean="0"/>
              <a:t>3/5/2025</a:t>
            </a:fld>
            <a:endParaRPr lang="en-US"/>
          </a:p>
        </p:txBody>
      </p:sp>
      <p:sp>
        <p:nvSpPr>
          <p:cNvPr id="14" name="Slide Number Placeholder 13"/>
          <p:cNvSpPr>
            <a:spLocks noGrp="1"/>
          </p:cNvSpPr>
          <p:nvPr>
            <p:ph type="sldNum" sz="quarter" idx="11"/>
          </p:nvPr>
        </p:nvSpPr>
        <p:spPr/>
        <p:txBody>
          <a:bodyPr/>
          <a:lstStyle/>
          <a:p>
            <a:fld id="{30ED012F-BCDF-4F7D-804C-280894FED8E3}" type="slidenum">
              <a:rPr lang="en-US" smtClean="0"/>
              <a:t>‹#›</a:t>
            </a:fld>
            <a:endParaRPr lang="en-US"/>
          </a:p>
        </p:txBody>
      </p:sp>
      <p:sp>
        <p:nvSpPr>
          <p:cNvPr id="15" name="Footer Placeholder 14"/>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133600" y="685801"/>
            <a:ext cx="5791200" cy="3505199"/>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CFE9E6-9F60-48A7-A249-17092A1FA081}" type="datetimeFigureOut">
              <a:rPr lang="en-US" smtClean="0"/>
              <a:t>3/5/2025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D012F-BCDF-4F7D-804C-280894FED8E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9600" y="609601"/>
            <a:ext cx="2133600" cy="51816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895600" y="685801"/>
            <a:ext cx="5029200" cy="45720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ACFE9E6-9F60-48A7-A249-17092A1FA081}" type="datetimeFigureOut">
              <a:rPr lang="en-US" smtClean="0"/>
              <a:t>3/5/2025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D012F-BCDF-4F7D-804C-280894FED8E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a:gsLst>
              <a:gs pos="0">
                <a:schemeClr val="accent6">
                  <a:lumMod val="50000"/>
                  <a:alpha val="36000"/>
                </a:schemeClr>
              </a:gs>
              <a:gs pos="100000">
                <a:schemeClr val="bg2">
                  <a:alpha val="1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rot="19724275">
            <a:off x="1373221" y="1038440"/>
            <a:ext cx="7240620" cy="5706987"/>
          </a:xfrm>
          <a:prstGeom prst="ellipse">
            <a:avLst/>
          </a:prstGeom>
          <a:gradFill flip="none" rotWithShape="1">
            <a:gsLst>
              <a:gs pos="0">
                <a:schemeClr val="accent6">
                  <a:lumMod val="60000"/>
                  <a:lumOff val="40000"/>
                  <a:alpha val="7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rot="17656910">
            <a:off x="-274211" y="1165875"/>
            <a:ext cx="5538472" cy="4480459"/>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19724275">
            <a:off x="3277955" y="116854"/>
            <a:ext cx="6479362" cy="4754757"/>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777240" y="4876800"/>
            <a:ext cx="7543800" cy="9144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2133600" y="685801"/>
            <a:ext cx="6096000" cy="3657599"/>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172200" y="6154738"/>
            <a:ext cx="2133600" cy="365125"/>
          </a:xfrm>
          <a:prstGeom prst="rect">
            <a:avLst/>
          </a:prstGeom>
        </p:spPr>
        <p:txBody>
          <a:bodyPr vert="horz" lIns="91440" tIns="45720" rIns="91440" bIns="45720" rtlCol="0" anchor="t"/>
          <a:lstStyle>
            <a:lvl1pPr algn="r">
              <a:defRPr sz="1100">
                <a:solidFill>
                  <a:schemeClr val="tx1">
                    <a:alpha val="60000"/>
                  </a:schemeClr>
                </a:solidFill>
                <a:effectLst/>
              </a:defRPr>
            </a:lvl1pPr>
          </a:lstStyle>
          <a:p>
            <a:fld id="{5ACFE9E6-9F60-48A7-A249-17092A1FA081}" type="datetimeFigureOut">
              <a:rPr lang="en-US" smtClean="0"/>
              <a:t>3/5/2025</a:t>
            </a:fld>
            <a:endParaRPr lang="en-US"/>
          </a:p>
        </p:txBody>
      </p:sp>
      <p:sp>
        <p:nvSpPr>
          <p:cNvPr id="5" name="Footer Placeholder 4"/>
          <p:cNvSpPr>
            <a:spLocks noGrp="1"/>
          </p:cNvSpPr>
          <p:nvPr>
            <p:ph type="ftr" sz="quarter" idx="3"/>
          </p:nvPr>
        </p:nvSpPr>
        <p:spPr>
          <a:xfrm>
            <a:off x="822960" y="6154738"/>
            <a:ext cx="4572000" cy="365125"/>
          </a:xfrm>
          <a:prstGeom prst="rect">
            <a:avLst/>
          </a:prstGeom>
        </p:spPr>
        <p:txBody>
          <a:bodyPr vert="horz" lIns="91440" tIns="45720" rIns="91440" bIns="45720" rtlCol="0" anchor="t"/>
          <a:lstStyle>
            <a:lvl1pPr algn="l">
              <a:defRPr sz="1100">
                <a:solidFill>
                  <a:schemeClr val="tx1">
                    <a:alpha val="60000"/>
                  </a:schemeClr>
                </a:solidFill>
                <a:effectLst/>
              </a:defRPr>
            </a:lvl1pPr>
          </a:lstStyle>
          <a:p>
            <a:endParaRPr lang="en-US"/>
          </a:p>
        </p:txBody>
      </p:sp>
      <p:sp>
        <p:nvSpPr>
          <p:cNvPr id="6" name="Slide Number Placeholder 5"/>
          <p:cNvSpPr>
            <a:spLocks noGrp="1"/>
          </p:cNvSpPr>
          <p:nvPr>
            <p:ph type="sldNum" sz="quarter" idx="4"/>
          </p:nvPr>
        </p:nvSpPr>
        <p:spPr>
          <a:xfrm>
            <a:off x="822960" y="5842000"/>
            <a:ext cx="2133600" cy="304800"/>
          </a:xfrm>
          <a:prstGeom prst="rect">
            <a:avLst/>
          </a:prstGeom>
        </p:spPr>
        <p:txBody>
          <a:bodyPr vert="horz" lIns="91440" tIns="45720" rIns="91440" bIns="9144" rtlCol="0" anchor="b"/>
          <a:lstStyle>
            <a:lvl1pPr algn="l">
              <a:defRPr sz="1600">
                <a:solidFill>
                  <a:schemeClr val="tx1">
                    <a:alpha val="60000"/>
                  </a:schemeClr>
                </a:solidFill>
                <a:effectLst/>
              </a:defRPr>
            </a:lvl1pPr>
          </a:lstStyle>
          <a:p>
            <a:fld id="{30ED012F-BCDF-4F7D-804C-280894FED8E3}"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spcBef>
          <a:spcPct val="0"/>
        </a:spcBef>
        <a:buNone/>
        <a:defRPr sz="4900" kern="1200">
          <a:solidFill>
            <a:schemeClr val="tx1"/>
          </a:solidFill>
          <a:effectLst>
            <a:outerShdw blurRad="38100" dist="38100" dir="2700000" algn="tl">
              <a:srgbClr val="000000">
                <a:alpha val="43137"/>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56032" algn="l" defTabSz="914400" rtl="0" eaLnBrk="1" latinLnBrk="0" hangingPunct="1">
        <a:spcBef>
          <a:spcPct val="20000"/>
        </a:spcBef>
        <a:spcAft>
          <a:spcPts val="0"/>
        </a:spcAft>
        <a:buSzPct val="60000"/>
        <a:buFont typeface="Wingdings" pitchFamily="2" charset="2"/>
        <a:buChar char=""/>
        <a:defRPr sz="2100" kern="1200">
          <a:solidFill>
            <a:schemeClr val="tx1"/>
          </a:solidFill>
          <a:effectLst>
            <a:outerShdw blurRad="38100" dist="38100" dir="2700000" algn="tl">
              <a:srgbClr val="000000">
                <a:alpha val="43137"/>
              </a:srgbClr>
            </a:outerShdw>
          </a:effectLst>
          <a:latin typeface="+mn-lt"/>
          <a:ea typeface="+mn-ea"/>
          <a:cs typeface="+mn-cs"/>
        </a:defRPr>
      </a:lvl1pPr>
      <a:lvl2pPr marL="640080" indent="-256032" algn="l" defTabSz="914400" rtl="0" eaLnBrk="1" latinLnBrk="0" hangingPunct="1">
        <a:spcBef>
          <a:spcPct val="20000"/>
        </a:spcBef>
        <a:buSzPct val="60000"/>
        <a:buFont typeface="Wingdings" pitchFamily="2" charset="2"/>
        <a:buChar char=""/>
        <a:defRPr sz="1900" kern="1200">
          <a:solidFill>
            <a:schemeClr val="tx1"/>
          </a:solidFill>
          <a:effectLst>
            <a:outerShdw blurRad="38100" dist="38100" dir="2700000" algn="tl">
              <a:srgbClr val="000000">
                <a:alpha val="43137"/>
              </a:srgbClr>
            </a:outerShdw>
          </a:effectLst>
          <a:latin typeface="+mn-lt"/>
          <a:ea typeface="+mn-ea"/>
          <a:cs typeface="+mn-cs"/>
        </a:defRPr>
      </a:lvl2pPr>
      <a:lvl3pPr marL="1005840" indent="-256032" algn="l" defTabSz="914400" rtl="0" eaLnBrk="1" latinLnBrk="0" hangingPunct="1">
        <a:spcBef>
          <a:spcPct val="20000"/>
        </a:spcBef>
        <a:buSzPct val="60000"/>
        <a:buFont typeface="Wingdings" pitchFamily="2" charset="2"/>
        <a:buChar char=""/>
        <a:defRPr sz="1700" kern="1200">
          <a:solidFill>
            <a:schemeClr val="tx1"/>
          </a:solidFill>
          <a:effectLst>
            <a:outerShdw blurRad="38100" dist="38100" dir="2700000" algn="tl">
              <a:srgbClr val="000000">
                <a:alpha val="43137"/>
              </a:srgbClr>
            </a:outerShdw>
          </a:effectLst>
          <a:latin typeface="+mn-lt"/>
          <a:ea typeface="+mn-ea"/>
          <a:cs typeface="+mn-cs"/>
        </a:defRPr>
      </a:lvl3pPr>
      <a:lvl4pPr marL="1371600" indent="-256032" algn="l" defTabSz="914400" rtl="0" eaLnBrk="1" latinLnBrk="0" hangingPunct="1">
        <a:spcBef>
          <a:spcPct val="20000"/>
        </a:spcBef>
        <a:buSzPct val="60000"/>
        <a:buFont typeface="Wingdings" pitchFamily="2" charset="2"/>
        <a:buChar char=""/>
        <a:defRPr sz="1600" kern="1200">
          <a:solidFill>
            <a:schemeClr val="tx1"/>
          </a:solidFill>
          <a:effectLst>
            <a:outerShdw blurRad="38100" dist="38100" dir="2700000" algn="tl">
              <a:srgbClr val="000000">
                <a:alpha val="43137"/>
              </a:srgbClr>
            </a:outerShdw>
          </a:effectLst>
          <a:latin typeface="+mn-lt"/>
          <a:ea typeface="+mn-ea"/>
          <a:cs typeface="+mn-cs"/>
        </a:defRPr>
      </a:lvl4pPr>
      <a:lvl5pPr marL="1645920" indent="-256032" algn="l" defTabSz="914400" rtl="0" eaLnBrk="1" latinLnBrk="0" hangingPunct="1">
        <a:spcBef>
          <a:spcPct val="20000"/>
        </a:spcBef>
        <a:buSzPct val="60000"/>
        <a:buFont typeface="Wingdings" pitchFamily="2" charset="2"/>
        <a:buChar char=""/>
        <a:defRPr sz="1500" kern="1200">
          <a:solidFill>
            <a:schemeClr val="tx1"/>
          </a:solidFill>
          <a:effectLst>
            <a:outerShdw blurRad="38100" dist="38100" dir="2700000" algn="tl">
              <a:srgbClr val="000000">
                <a:alpha val="43137"/>
              </a:srgbClr>
            </a:outerShdw>
          </a:effectLst>
          <a:latin typeface="+mn-lt"/>
          <a:ea typeface="+mn-ea"/>
          <a:cs typeface="+mn-cs"/>
        </a:defRPr>
      </a:lvl5pPr>
      <a:lvl6pPr marL="196596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6pPr>
      <a:lvl7pPr marL="224028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7pPr>
      <a:lvl8pPr marL="251460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8pPr>
      <a:lvl9pPr marL="283464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Layout" Target="../slideLayouts/slideLayout7.xml"/><Relationship Id="rId7" Type="http://schemas.openxmlformats.org/officeDocument/2006/relationships/image" Target="../media/image7.jpe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0.jp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9.jpg"/><Relationship Id="rId5" Type="http://schemas.openxmlformats.org/officeDocument/2006/relationships/image" Target="../media/image3.png"/><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slideLayout" Target="../slideLayouts/slideLayout7.xml"/><Relationship Id="rId7" Type="http://schemas.openxmlformats.org/officeDocument/2006/relationships/image" Target="../media/image17.jpe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1.jp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20.jpg"/><Relationship Id="rId5" Type="http://schemas.openxmlformats.org/officeDocument/2006/relationships/image" Target="../media/image18.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4.jp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23.jpg"/><Relationship Id="rId5" Type="http://schemas.openxmlformats.org/officeDocument/2006/relationships/image" Target="../media/image22.jp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microsoft.com/office/2007/relationships/media" Target="../media/media9.mp3"/><Relationship Id="rId7" Type="http://schemas.openxmlformats.org/officeDocument/2006/relationships/image" Target="../media/image26.jp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25.png"/><Relationship Id="rId5" Type="http://schemas.openxmlformats.org/officeDocument/2006/relationships/slideLayout" Target="../slideLayouts/slideLayout7.xml"/><Relationship Id="rId4" Type="http://schemas.openxmlformats.org/officeDocument/2006/relationships/audio" Target="../media/media9.mp3"/></Relationships>
</file>

<file path=ppt/slides/_rels/slide14.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jpeg"/><Relationship Id="rId7" Type="http://schemas.openxmlformats.org/officeDocument/2006/relationships/image" Target="../media/image32.jpg"/><Relationship Id="rId2" Type="http://schemas.openxmlformats.org/officeDocument/2006/relationships/image" Target="../media/image27.jpg"/><Relationship Id="rId1" Type="http://schemas.openxmlformats.org/officeDocument/2006/relationships/slideLayout" Target="../slideLayouts/slideLayout7.xml"/><Relationship Id="rId6" Type="http://schemas.openxmlformats.org/officeDocument/2006/relationships/image" Target="../media/image31.jpg"/><Relationship Id="rId5" Type="http://schemas.openxmlformats.org/officeDocument/2006/relationships/image" Target="../media/image30.jp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5.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5.jpeg"/><Relationship Id="rId5" Type="http://schemas.openxmlformats.org/officeDocument/2006/relationships/image" Target="../media/image24.jpg"/><Relationship Id="rId4" Type="http://schemas.openxmlformats.org/officeDocument/2006/relationships/image" Target="../media/image34.jp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18.png"/><Relationship Id="rId4" Type="http://schemas.openxmlformats.org/officeDocument/2006/relationships/image" Target="../media/image36.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2.mp3"/><Relationship Id="rId1" Type="http://schemas.microsoft.com/office/2007/relationships/media" Target="../media/media12.mp3"/><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7.jp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40.jp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42.jpg"/><Relationship Id="rId7" Type="http://schemas.openxmlformats.org/officeDocument/2006/relationships/image" Target="../media/image46.jpg"/><Relationship Id="rId2" Type="http://schemas.openxmlformats.org/officeDocument/2006/relationships/image" Target="../media/image41.jpg"/><Relationship Id="rId1" Type="http://schemas.openxmlformats.org/officeDocument/2006/relationships/slideLayout" Target="../slideLayouts/slideLayout7.xml"/><Relationship Id="rId6" Type="http://schemas.openxmlformats.org/officeDocument/2006/relationships/image" Target="../media/image45.jpg"/><Relationship Id="rId5" Type="http://schemas.openxmlformats.org/officeDocument/2006/relationships/image" Target="../media/image44.jpg"/><Relationship Id="rId4" Type="http://schemas.openxmlformats.org/officeDocument/2006/relationships/image" Target="../media/image43.jpg"/></Relationships>
</file>

<file path=ppt/slides/_rels/slide21.xml.rels><?xml version="1.0" encoding="UTF-8" standalone="yes"?>
<Relationships xmlns="http://schemas.openxmlformats.org/package/2006/relationships"><Relationship Id="rId8" Type="http://schemas.openxmlformats.org/officeDocument/2006/relationships/image" Target="../media/image3.png"/><Relationship Id="rId3" Type="http://schemas.microsoft.com/office/2007/relationships/media" Target="../media/media16.mp3"/><Relationship Id="rId7" Type="http://schemas.openxmlformats.org/officeDocument/2006/relationships/image" Target="../media/image25.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47.png"/><Relationship Id="rId5" Type="http://schemas.openxmlformats.org/officeDocument/2006/relationships/slideLayout" Target="../slideLayouts/slideLayout7.xml"/><Relationship Id="rId4" Type="http://schemas.openxmlformats.org/officeDocument/2006/relationships/audio" Target="../media/media16.mp3"/></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49.gif"/><Relationship Id="rId5" Type="http://schemas.openxmlformats.org/officeDocument/2006/relationships/image" Target="../media/image48.jpe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microsoft.com/office/2007/relationships/media" Target="../media/media19.mp4"/><Relationship Id="rId7" Type="http://schemas.openxmlformats.org/officeDocument/2006/relationships/image" Target="../media/image50.png"/><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8.png"/><Relationship Id="rId5" Type="http://schemas.openxmlformats.org/officeDocument/2006/relationships/slideLayout" Target="../slideLayouts/slideLayout7.xml"/><Relationship Id="rId4" Type="http://schemas.openxmlformats.org/officeDocument/2006/relationships/video" Target="../media/media19.mp4"/></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0.mp3"/><Relationship Id="rId1" Type="http://schemas.microsoft.com/office/2007/relationships/media" Target="../media/media20.mp3"/><Relationship Id="rId5" Type="http://schemas.openxmlformats.org/officeDocument/2006/relationships/image" Target="../media/image8.png"/><Relationship Id="rId4" Type="http://schemas.openxmlformats.org/officeDocument/2006/relationships/image" Target="../media/image51.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55.png"/><Relationship Id="rId2" Type="http://schemas.openxmlformats.org/officeDocument/2006/relationships/audio" Target="../media/media21.mp3"/><Relationship Id="rId1" Type="http://schemas.microsoft.com/office/2007/relationships/media" Target="../media/media21.mp3"/><Relationship Id="rId6" Type="http://schemas.openxmlformats.org/officeDocument/2006/relationships/image" Target="../media/image54.jpeg"/><Relationship Id="rId5" Type="http://schemas.openxmlformats.org/officeDocument/2006/relationships/image" Target="../media/image53.png"/><Relationship Id="rId4" Type="http://schemas.openxmlformats.org/officeDocument/2006/relationships/image" Target="../media/image52.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p:cNvSpPr txBox="1"/>
          <p:nvPr/>
        </p:nvSpPr>
        <p:spPr>
          <a:xfrm>
            <a:off x="838200" y="152400"/>
            <a:ext cx="7086600" cy="1600438"/>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4000" dirty="0" smtClean="0">
                <a:solidFill>
                  <a:srgbClr val="FFFF00"/>
                </a:solidFill>
                <a:latin typeface="Algerian" pitchFamily="82" charset="0"/>
              </a:rPr>
              <a:t>KAPASA MAKASA UNIVERSITY</a:t>
            </a:r>
            <a:endParaRPr lang="en-US" sz="4000" dirty="0">
              <a:solidFill>
                <a:srgbClr val="FFFF00"/>
              </a:solidFill>
              <a:latin typeface="Algerian" pitchFamily="82" charset="0"/>
            </a:endParaRPr>
          </a:p>
          <a:p>
            <a:endParaRPr lang="en-US" dirty="0"/>
          </a:p>
        </p:txBody>
      </p:sp>
      <p:sp>
        <p:nvSpPr>
          <p:cNvPr id="2" name="TextBox 1"/>
          <p:cNvSpPr txBox="1"/>
          <p:nvPr/>
        </p:nvSpPr>
        <p:spPr>
          <a:xfrm>
            <a:off x="685800" y="4813434"/>
            <a:ext cx="2971800" cy="1508105"/>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en-US" sz="3600" b="1" dirty="0" smtClean="0">
                <a:solidFill>
                  <a:srgbClr val="C00000"/>
                </a:solidFill>
              </a:rPr>
              <a:t>Presented by</a:t>
            </a:r>
          </a:p>
          <a:p>
            <a:pPr algn="ctr"/>
            <a:r>
              <a:rPr lang="en-US" sz="2800" dirty="0" smtClean="0">
                <a:solidFill>
                  <a:srgbClr val="00B0F0"/>
                </a:solidFill>
              </a:rPr>
              <a:t>NGOSA GATHAMS</a:t>
            </a:r>
          </a:p>
        </p:txBody>
      </p:sp>
      <p:sp>
        <p:nvSpPr>
          <p:cNvPr id="4" name="TextBox 3"/>
          <p:cNvSpPr txBox="1"/>
          <p:nvPr/>
        </p:nvSpPr>
        <p:spPr>
          <a:xfrm>
            <a:off x="5408682" y="4617045"/>
            <a:ext cx="3735318" cy="1938992"/>
          </a:xfrm>
          <a:prstGeom prst="rect">
            <a:avLst/>
          </a:prstGeom>
        </p:spPr>
        <p:style>
          <a:lnRef idx="0">
            <a:schemeClr val="accent1"/>
          </a:lnRef>
          <a:fillRef idx="3">
            <a:schemeClr val="accent1"/>
          </a:fillRef>
          <a:effectRef idx="3">
            <a:schemeClr val="accent1"/>
          </a:effectRef>
          <a:fontRef idx="minor">
            <a:schemeClr val="lt1"/>
          </a:fontRef>
        </p:style>
        <p:txBody>
          <a:bodyPr wrap="none" rtlCol="0">
            <a:spAutoFit/>
          </a:bodyPr>
          <a:lstStyle/>
          <a:p>
            <a:r>
              <a:rPr lang="en-US" sz="3600" b="1" dirty="0" smtClean="0">
                <a:solidFill>
                  <a:srgbClr val="C00000"/>
                </a:solidFill>
              </a:rPr>
              <a:t>Presented to</a:t>
            </a:r>
          </a:p>
          <a:p>
            <a:pPr algn="ctr"/>
            <a:r>
              <a:rPr lang="en-US" sz="2800" b="1" dirty="0" smtClean="0">
                <a:solidFill>
                  <a:srgbClr val="00B0F0"/>
                </a:solidFill>
              </a:rPr>
              <a:t>3</a:t>
            </a:r>
            <a:r>
              <a:rPr lang="en-US" sz="2800" b="1" baseline="30000" dirty="0" smtClean="0">
                <a:solidFill>
                  <a:srgbClr val="00B0F0"/>
                </a:solidFill>
              </a:rPr>
              <a:t>RD</a:t>
            </a:r>
            <a:r>
              <a:rPr lang="en-US" sz="2800" b="1" dirty="0" smtClean="0">
                <a:solidFill>
                  <a:srgbClr val="00B0F0"/>
                </a:solidFill>
              </a:rPr>
              <a:t> YEAR CYBER</a:t>
            </a:r>
          </a:p>
          <a:p>
            <a:pPr algn="ctr"/>
            <a:r>
              <a:rPr lang="en-US" sz="2800" b="1" dirty="0" smtClean="0">
                <a:solidFill>
                  <a:srgbClr val="00B0F0"/>
                </a:solidFill>
              </a:rPr>
              <a:t>CLASS</a:t>
            </a:r>
          </a:p>
          <a:p>
            <a:pPr algn="ctr"/>
            <a:endParaRPr lang="en-US" sz="2800" dirty="0">
              <a:solidFill>
                <a:srgbClr val="00B0F0"/>
              </a:solidFill>
            </a:endParaRPr>
          </a:p>
        </p:txBody>
      </p:sp>
      <p:sp>
        <p:nvSpPr>
          <p:cNvPr id="6" name="TextBox 5"/>
          <p:cNvSpPr txBox="1"/>
          <p:nvPr/>
        </p:nvSpPr>
        <p:spPr>
          <a:xfrm>
            <a:off x="1918855" y="2792343"/>
            <a:ext cx="5333999" cy="707886"/>
          </a:xfrm>
          <a:prstGeom prst="rect">
            <a:avLst/>
          </a:prstGeom>
        </p:spPr>
        <p:style>
          <a:lnRef idx="1">
            <a:schemeClr val="accent3"/>
          </a:lnRef>
          <a:fillRef idx="3">
            <a:schemeClr val="accent3"/>
          </a:fillRef>
          <a:effectRef idx="2">
            <a:schemeClr val="accent3"/>
          </a:effectRef>
          <a:fontRef idx="minor">
            <a:schemeClr val="lt1"/>
          </a:fontRef>
        </p:style>
        <p:txBody>
          <a:bodyPr wrap="square" rtlCol="0">
            <a:spAutoFit/>
          </a:bodyPr>
          <a:lstStyle/>
          <a:p>
            <a:pPr algn="ctr"/>
            <a:r>
              <a:rPr lang="en-US" sz="4000" b="1" dirty="0" smtClean="0">
                <a:solidFill>
                  <a:schemeClr val="bg2"/>
                </a:solidFill>
              </a:rPr>
              <a:t>Topic - Multimedia</a:t>
            </a:r>
            <a:endParaRPr lang="en-US" sz="4000" b="1" dirty="0">
              <a:solidFill>
                <a:schemeClr val="bg2"/>
              </a:solidFill>
            </a:endParaRPr>
          </a:p>
        </p:txBody>
      </p:sp>
    </p:spTree>
    <p:extLst>
      <p:ext uri="{BB962C8B-B14F-4D97-AF65-F5344CB8AC3E}">
        <p14:creationId xmlns:p14="http://schemas.microsoft.com/office/powerpoint/2010/main" val="3838081337"/>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u"/>
      </p:transition>
    </mc:Choice>
    <mc:Fallback xmlns="">
      <p:transition spd="slow" advClick="0" advTm="1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1550"/>
                            </p:stCondLst>
                            <p:childTnLst>
                              <p:par>
                                <p:cTn id="9" presetID="22" presetClass="entr" presetSubtype="8" fill="hold" grpId="0" nodeType="afterEffect">
                                  <p:stCondLst>
                                    <p:cond delay="0"/>
                                  </p:stCondLst>
                                  <p:iterate type="lt">
                                    <p:tmPct val="10000"/>
                                  </p:iterate>
                                  <p:childTnLst>
                                    <p:set>
                                      <p:cBhvr>
                                        <p:cTn id="10" dur="1" fill="hold">
                                          <p:stCondLst>
                                            <p:cond delay="0"/>
                                          </p:stCondLst>
                                        </p:cTn>
                                        <p:tgtEl>
                                          <p:spTgt spid="6">
                                            <p:bg/>
                                          </p:spTgt>
                                        </p:tgtEl>
                                        <p:attrNameLst>
                                          <p:attrName>style.visibility</p:attrName>
                                        </p:attrNameLst>
                                      </p:cBhvr>
                                      <p:to>
                                        <p:strVal val="visible"/>
                                      </p:to>
                                    </p:set>
                                    <p:animEffect transition="in" filter="wipe(left)">
                                      <p:cBhvr>
                                        <p:cTn id="11" dur="1000"/>
                                        <p:tgtEl>
                                          <p:spTgt spid="6">
                                            <p:bg/>
                                          </p:spTgt>
                                        </p:tgtEl>
                                      </p:cBhvr>
                                    </p:animEffect>
                                  </p:childTnLst>
                                </p:cTn>
                              </p:par>
                            </p:childTnLst>
                          </p:cTn>
                        </p:par>
                        <p:par>
                          <p:cTn id="12" fill="hold">
                            <p:stCondLst>
                              <p:cond delay="2550"/>
                            </p:stCondLst>
                            <p:childTnLst>
                              <p:par>
                                <p:cTn id="13" presetID="22" presetClass="entr" presetSubtype="8" fill="hold" grpId="0" nodeType="afterEffect">
                                  <p:stCondLst>
                                    <p:cond delay="0"/>
                                  </p:stCondLst>
                                  <p:iterate type="lt">
                                    <p:tmPct val="10000"/>
                                  </p:iterate>
                                  <p:childTnLst>
                                    <p:set>
                                      <p:cBhvr>
                                        <p:cTn id="14" dur="1" fill="hold">
                                          <p:stCondLst>
                                            <p:cond delay="0"/>
                                          </p:stCondLst>
                                        </p:cTn>
                                        <p:tgtEl>
                                          <p:spTgt spid="6">
                                            <p:txEl>
                                              <p:pRg st="0" end="0"/>
                                            </p:txEl>
                                          </p:spTgt>
                                        </p:tgtEl>
                                        <p:attrNameLst>
                                          <p:attrName>style.visibility</p:attrName>
                                        </p:attrNameLst>
                                      </p:cBhvr>
                                      <p:to>
                                        <p:strVal val="visible"/>
                                      </p:to>
                                    </p:set>
                                    <p:animEffect transition="in" filter="wipe(left)">
                                      <p:cBhvr>
                                        <p:cTn id="15" dur="1000"/>
                                        <p:tgtEl>
                                          <p:spTgt spid="6">
                                            <p:txEl>
                                              <p:pRg st="0" end="0"/>
                                            </p:txEl>
                                          </p:spTgt>
                                        </p:tgtEl>
                                      </p:cBhvr>
                                    </p:animEffect>
                                  </p:childTnLst>
                                </p:cTn>
                              </p:par>
                            </p:childTnLst>
                          </p:cTn>
                        </p:par>
                        <p:par>
                          <p:cTn id="16" fill="hold">
                            <p:stCondLst>
                              <p:cond delay="5050"/>
                            </p:stCondLst>
                            <p:childTnLst>
                              <p:par>
                                <p:cTn id="17" presetID="21" presetClass="entr" presetSubtype="8"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heel(8)">
                                      <p:cBhvr>
                                        <p:cTn id="19" dur="1000"/>
                                        <p:tgtEl>
                                          <p:spTgt spid="2"/>
                                        </p:tgtEl>
                                      </p:cBhvr>
                                    </p:animEffect>
                                  </p:childTnLst>
                                </p:cTn>
                              </p:par>
                            </p:childTnLst>
                          </p:cTn>
                        </p:par>
                        <p:par>
                          <p:cTn id="20" fill="hold">
                            <p:stCondLst>
                              <p:cond delay="6050"/>
                            </p:stCondLst>
                            <p:childTnLst>
                              <p:par>
                                <p:cTn id="21" presetID="21" presetClass="entr" presetSubtype="8"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heel(8)">
                                      <p:cBhvr>
                                        <p:cTn id="23"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4" grpId="0" animBg="1"/>
      <p:bldP spid="6" grpId="0" build="p"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533400"/>
            <a:ext cx="8001000" cy="5262979"/>
          </a:xfrm>
          <a:prstGeom prst="rect">
            <a:avLst/>
          </a:prstGeom>
        </p:spPr>
        <p:txBody>
          <a:bodyPr wrap="square">
            <a:spAutoFit/>
          </a:bodyPr>
          <a:lstStyle/>
          <a:p>
            <a:r>
              <a:rPr lang="en-US" sz="2400" dirty="0" smtClean="0">
                <a:latin typeface="Tahoma" panose="020B0604030504040204" pitchFamily="34" charset="0"/>
              </a:rPr>
              <a:t>RESEARCH claim </a:t>
            </a:r>
            <a:r>
              <a:rPr lang="en-US" sz="2400" dirty="0">
                <a:latin typeface="Tahoma" panose="020B0604030504040204" pitchFamily="34" charset="0"/>
              </a:rPr>
              <a:t>that humans get their information in the following </a:t>
            </a:r>
            <a:r>
              <a:rPr lang="en-US" sz="2400" dirty="0" smtClean="0">
                <a:latin typeface="Tahoma" panose="020B0604030504040204" pitchFamily="34" charset="0"/>
              </a:rPr>
              <a:t>ways:</a:t>
            </a:r>
            <a:endParaRPr lang="en-US" sz="2400" dirty="0">
              <a:latin typeface="Tahoma" panose="020B0604030504040204" pitchFamily="34" charset="0"/>
            </a:endParaRPr>
          </a:p>
          <a:p>
            <a:r>
              <a:rPr lang="en-US" sz="2400" dirty="0">
                <a:latin typeface="Tahoma" panose="020B0604030504040204" pitchFamily="34" charset="0"/>
              </a:rPr>
              <a:t>• more than 80 % by sight - of which 20 % is remembered</a:t>
            </a:r>
          </a:p>
          <a:p>
            <a:r>
              <a:rPr lang="en-US" sz="2400" dirty="0">
                <a:latin typeface="Tahoma" panose="020B0604030504040204" pitchFamily="34" charset="0"/>
              </a:rPr>
              <a:t>• 11 % by hearing - of which 30 % is remembered</a:t>
            </a:r>
          </a:p>
          <a:p>
            <a:r>
              <a:rPr lang="en-US" sz="2400" dirty="0">
                <a:latin typeface="Tahoma" panose="020B0604030504040204" pitchFamily="34" charset="0"/>
              </a:rPr>
              <a:t>• 3.5 % by smell</a:t>
            </a:r>
          </a:p>
          <a:p>
            <a:r>
              <a:rPr lang="en-US" sz="2400" dirty="0">
                <a:latin typeface="Tahoma" panose="020B0604030504040204" pitchFamily="34" charset="0"/>
              </a:rPr>
              <a:t>• 1.5 % by touch and taste</a:t>
            </a:r>
            <a:r>
              <a:rPr lang="en-US" sz="2400" dirty="0" smtClean="0">
                <a:latin typeface="Tahoma" panose="020B0604030504040204" pitchFamily="34" charset="0"/>
              </a:rPr>
              <a:t>.</a:t>
            </a:r>
          </a:p>
          <a:p>
            <a:endParaRPr lang="en-US" sz="2400" dirty="0">
              <a:latin typeface="Tahoma" panose="020B0604030504040204" pitchFamily="34" charset="0"/>
            </a:endParaRPr>
          </a:p>
          <a:p>
            <a:r>
              <a:rPr lang="en-US" sz="2400" dirty="0">
                <a:latin typeface="Tahoma" panose="020B0604030504040204" pitchFamily="34" charset="0"/>
              </a:rPr>
              <a:t>... where 50 % of what is both seen and heard is remembered</a:t>
            </a:r>
          </a:p>
          <a:p>
            <a:r>
              <a:rPr lang="en-US" sz="2400" dirty="0">
                <a:latin typeface="Tahoma" panose="020B0604030504040204" pitchFamily="34" charset="0"/>
              </a:rPr>
              <a:t>... further 80 % of what is seen, heard and done, is remembered</a:t>
            </a:r>
          </a:p>
          <a:p>
            <a:r>
              <a:rPr lang="en-US" sz="2400" dirty="0">
                <a:latin typeface="Tahoma" panose="020B0604030504040204" pitchFamily="34" charset="0"/>
              </a:rPr>
              <a:t>That is, multiple, media, and interactive should be a good thing</a:t>
            </a:r>
            <a:endParaRPr lang="en-US" sz="2400" dirty="0"/>
          </a:p>
        </p:txBody>
      </p:sp>
    </p:spTree>
    <p:extLst>
      <p:ext uri="{BB962C8B-B14F-4D97-AF65-F5344CB8AC3E}">
        <p14:creationId xmlns:p14="http://schemas.microsoft.com/office/powerpoint/2010/main" val="295544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295400"/>
            <a:ext cx="8305800" cy="4800600"/>
          </a:xfrm>
        </p:spPr>
        <p:txBody>
          <a:bodyPr>
            <a:normAutofit/>
          </a:bodyPr>
          <a:lstStyle/>
          <a:p>
            <a:r>
              <a:rPr lang="en-US" dirty="0"/>
              <a:t>Text - ASCII/Unicode, HTML, Postscript, PDF</a:t>
            </a:r>
          </a:p>
          <a:p>
            <a:r>
              <a:rPr lang="en-US" dirty="0"/>
              <a:t>• Audio – Sound, music, speech, structured audio (e.g. MIDI)</a:t>
            </a:r>
          </a:p>
          <a:p>
            <a:r>
              <a:rPr lang="en-US" dirty="0"/>
              <a:t>• Still Image - Facsimile, photo, scanned image</a:t>
            </a:r>
          </a:p>
          <a:p>
            <a:r>
              <a:rPr lang="en-US" dirty="0"/>
              <a:t>• Video (Moving Images) – Movie, a sequence of pictures</a:t>
            </a:r>
          </a:p>
          <a:p>
            <a:r>
              <a:rPr lang="en-US" dirty="0"/>
              <a:t>• Graphics – Computer produced image</a:t>
            </a:r>
          </a:p>
          <a:p>
            <a:r>
              <a:rPr lang="en-US" dirty="0"/>
              <a:t>• Animation – A sequence of graphics images</a:t>
            </a:r>
          </a:p>
          <a:p>
            <a:r>
              <a:rPr lang="en-US" dirty="0"/>
              <a:t>• Discrete Media (DM, Static): text, image, graphics</a:t>
            </a:r>
          </a:p>
          <a:p>
            <a:r>
              <a:rPr lang="en-US" dirty="0"/>
              <a:t>• Continuous Media (CM, Dynamic): audio, video, animation</a:t>
            </a:r>
          </a:p>
          <a:p>
            <a:r>
              <a:rPr lang="en-US" dirty="0"/>
              <a:t>• Captured </a:t>
            </a:r>
            <a:r>
              <a:rPr lang="en-US" dirty="0" err="1"/>
              <a:t>vs</a:t>
            </a:r>
            <a:r>
              <a:rPr lang="en-US" dirty="0"/>
              <a:t> Synthesized media</a:t>
            </a:r>
          </a:p>
          <a:p>
            <a:r>
              <a:rPr lang="en-US" dirty="0"/>
              <a:t>• Standalone </a:t>
            </a:r>
            <a:r>
              <a:rPr lang="en-US" dirty="0" err="1"/>
              <a:t>vs</a:t>
            </a:r>
            <a:r>
              <a:rPr lang="en-US" dirty="0"/>
              <a:t> Networked media</a:t>
            </a:r>
            <a:endParaRPr lang="en-US" dirty="0"/>
          </a:p>
        </p:txBody>
      </p:sp>
      <p:sp>
        <p:nvSpPr>
          <p:cNvPr id="3" name="Title 2"/>
          <p:cNvSpPr>
            <a:spLocks noGrp="1"/>
          </p:cNvSpPr>
          <p:nvPr>
            <p:ph type="title"/>
          </p:nvPr>
        </p:nvSpPr>
        <p:spPr>
          <a:xfrm>
            <a:off x="685800" y="381000"/>
            <a:ext cx="8153400" cy="914400"/>
          </a:xfrm>
        </p:spPr>
        <p:txBody>
          <a:bodyPr/>
          <a:lstStyle/>
          <a:p>
            <a:r>
              <a:rPr lang="en-US" dirty="0" smtClean="0"/>
              <a:t>Classification of multimedia</a:t>
            </a:r>
            <a:endParaRPr lang="en-US" dirty="0"/>
          </a:p>
        </p:txBody>
      </p:sp>
    </p:spTree>
    <p:extLst>
      <p:ext uri="{BB962C8B-B14F-4D97-AF65-F5344CB8AC3E}">
        <p14:creationId xmlns:p14="http://schemas.microsoft.com/office/powerpoint/2010/main" val="925971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295400"/>
            <a:ext cx="8610600" cy="4800600"/>
          </a:xfrm>
        </p:spPr>
        <p:txBody>
          <a:bodyPr>
            <a:normAutofit/>
          </a:bodyPr>
          <a:lstStyle/>
          <a:p>
            <a:r>
              <a:rPr lang="en-US" dirty="0"/>
              <a:t>Digital audio/video is revolutionizing music, film, game, and video &amp;</a:t>
            </a:r>
          </a:p>
          <a:p>
            <a:r>
              <a:rPr lang="en-US" dirty="0"/>
              <a:t>audio industries</a:t>
            </a:r>
          </a:p>
          <a:p>
            <a:r>
              <a:rPr lang="en-US" dirty="0"/>
              <a:t>• Convergence of computers, telecommunication, radio, and TV</a:t>
            </a:r>
          </a:p>
          <a:p>
            <a:r>
              <a:rPr lang="en-US" dirty="0"/>
              <a:t>– Caused by technology and competition</a:t>
            </a:r>
          </a:p>
          <a:p>
            <a:r>
              <a:rPr lang="en-US" dirty="0"/>
              <a:t>– Dramatic changes in products and infrastructure</a:t>
            </a:r>
          </a:p>
          <a:p>
            <a:r>
              <a:rPr lang="en-US" dirty="0"/>
              <a:t>• New application potential</a:t>
            </a:r>
          </a:p>
          <a:p>
            <a:r>
              <a:rPr lang="en-US" dirty="0"/>
              <a:t>– Huge potential markets</a:t>
            </a:r>
          </a:p>
          <a:p>
            <a:r>
              <a:rPr lang="en-US" dirty="0"/>
              <a:t>– Improving our lives (learning, entertainment, and work)</a:t>
            </a:r>
          </a:p>
          <a:p>
            <a:r>
              <a:rPr lang="en-US" dirty="0"/>
              <a:t>• Interesting technical issues</a:t>
            </a:r>
            <a:endParaRPr lang="en-US" dirty="0"/>
          </a:p>
        </p:txBody>
      </p:sp>
      <p:sp>
        <p:nvSpPr>
          <p:cNvPr id="3" name="Title 2"/>
          <p:cNvSpPr>
            <a:spLocks noGrp="1"/>
          </p:cNvSpPr>
          <p:nvPr>
            <p:ph type="title"/>
          </p:nvPr>
        </p:nvSpPr>
        <p:spPr>
          <a:xfrm>
            <a:off x="381000" y="381000"/>
            <a:ext cx="8458200" cy="914400"/>
          </a:xfrm>
        </p:spPr>
        <p:txBody>
          <a:bodyPr/>
          <a:lstStyle/>
          <a:p>
            <a:r>
              <a:rPr lang="en-US" dirty="0" smtClean="0"/>
              <a:t>Why multimedia is important</a:t>
            </a:r>
            <a:endParaRPr lang="en-US" dirty="0"/>
          </a:p>
        </p:txBody>
      </p:sp>
    </p:spTree>
    <p:extLst>
      <p:ext uri="{BB962C8B-B14F-4D97-AF65-F5344CB8AC3E}">
        <p14:creationId xmlns:p14="http://schemas.microsoft.com/office/powerpoint/2010/main" val="2742847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457200"/>
            <a:ext cx="7772400" cy="2523768"/>
          </a:xfrm>
          <a:prstGeom prst="rect">
            <a:avLst/>
          </a:prstGeom>
        </p:spPr>
        <p:txBody>
          <a:bodyPr wrap="square">
            <a:spAutoFit/>
          </a:bodyPr>
          <a:lstStyle/>
          <a:p>
            <a:pPr algn="ctr"/>
            <a:r>
              <a:rPr lang="en-US" sz="4400" b="1" dirty="0">
                <a:solidFill>
                  <a:srgbClr val="FFFF00"/>
                </a:solidFill>
              </a:rPr>
              <a:t>Multimedia</a:t>
            </a:r>
          </a:p>
          <a:p>
            <a:pPr lvl="1"/>
            <a:r>
              <a:rPr lang="en-US" sz="2400" dirty="0"/>
              <a:t>Multimedia is a combination of text, sound, graphics, video, and animation delivers    by computer or any other electronic media.</a:t>
            </a:r>
          </a:p>
          <a:p>
            <a:pPr lvl="1"/>
            <a:r>
              <a:rPr lang="en-US" sz="2400" dirty="0"/>
              <a:t> image for example-</a:t>
            </a:r>
          </a:p>
          <a:p>
            <a:r>
              <a:rPr lang="en-US" dirty="0"/>
              <a:t> </a:t>
            </a:r>
          </a:p>
        </p:txBody>
      </p:sp>
      <p:grpSp>
        <p:nvGrpSpPr>
          <p:cNvPr id="3" name="Group 2"/>
          <p:cNvGrpSpPr>
            <a:grpSpLocks/>
          </p:cNvGrpSpPr>
          <p:nvPr/>
        </p:nvGrpSpPr>
        <p:grpSpPr bwMode="auto">
          <a:xfrm>
            <a:off x="460328" y="3565976"/>
            <a:ext cx="2762250" cy="2466975"/>
            <a:chOff x="2304" y="1584"/>
            <a:chExt cx="1740" cy="1554"/>
          </a:xfrm>
        </p:grpSpPr>
        <p:sp>
          <p:nvSpPr>
            <p:cNvPr id="4" name="Film"/>
            <p:cNvSpPr>
              <a:spLocks noEditPoints="1" noChangeArrowheads="1"/>
            </p:cNvSpPr>
            <p:nvPr/>
          </p:nvSpPr>
          <p:spPr bwMode="auto">
            <a:xfrm>
              <a:off x="2304" y="1980"/>
              <a:ext cx="726" cy="1158"/>
            </a:xfrm>
            <a:custGeom>
              <a:avLst/>
              <a:gdLst>
                <a:gd name="T0" fmla="*/ 0 w 21600"/>
                <a:gd name="T1" fmla="*/ 0 h 21600"/>
                <a:gd name="T2" fmla="*/ 10800 w 21600"/>
                <a:gd name="T3" fmla="*/ 0 h 21600"/>
                <a:gd name="T4" fmla="*/ 21600 w 21600"/>
                <a:gd name="T5" fmla="*/ 0 h 21600"/>
                <a:gd name="T6" fmla="*/ 21600 w 21600"/>
                <a:gd name="T7" fmla="*/ 10800 h 21600"/>
                <a:gd name="T8" fmla="*/ 21600 w 21600"/>
                <a:gd name="T9" fmla="*/ 21600 h 21600"/>
                <a:gd name="T10" fmla="*/ 10800 w 21600"/>
                <a:gd name="T11" fmla="*/ 21600 h 21600"/>
                <a:gd name="T12" fmla="*/ 0 w 21600"/>
                <a:gd name="T13" fmla="*/ 21600 h 21600"/>
                <a:gd name="T14" fmla="*/ 0 w 21600"/>
                <a:gd name="T15" fmla="*/ 10800 h 21600"/>
                <a:gd name="T16" fmla="*/ 4960 w 21600"/>
                <a:gd name="T17" fmla="*/ 8129 h 21600"/>
                <a:gd name="T18" fmla="*/ 17079 w 21600"/>
                <a:gd name="T19" fmla="*/ 1342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21600" y="0"/>
                  </a:moveTo>
                  <a:lnTo>
                    <a:pt x="21600" y="21600"/>
                  </a:lnTo>
                  <a:lnTo>
                    <a:pt x="0" y="21600"/>
                  </a:lnTo>
                  <a:lnTo>
                    <a:pt x="0" y="0"/>
                  </a:lnTo>
                  <a:lnTo>
                    <a:pt x="21600" y="0"/>
                  </a:lnTo>
                  <a:close/>
                </a:path>
                <a:path w="21600" h="21600" extrusionOk="0">
                  <a:moveTo>
                    <a:pt x="3014" y="21600"/>
                  </a:moveTo>
                  <a:lnTo>
                    <a:pt x="3014" y="0"/>
                  </a:lnTo>
                  <a:lnTo>
                    <a:pt x="0" y="0"/>
                  </a:lnTo>
                  <a:lnTo>
                    <a:pt x="0" y="21600"/>
                  </a:lnTo>
                  <a:lnTo>
                    <a:pt x="3014" y="21600"/>
                  </a:lnTo>
                  <a:close/>
                </a:path>
                <a:path w="21600" h="21600" extrusionOk="0">
                  <a:moveTo>
                    <a:pt x="21600" y="21600"/>
                  </a:moveTo>
                  <a:lnTo>
                    <a:pt x="21600" y="0"/>
                  </a:lnTo>
                  <a:lnTo>
                    <a:pt x="18586" y="0"/>
                  </a:lnTo>
                  <a:lnTo>
                    <a:pt x="18586" y="21600"/>
                  </a:lnTo>
                  <a:lnTo>
                    <a:pt x="21600" y="21600"/>
                  </a:lnTo>
                  <a:close/>
                </a:path>
                <a:path w="21600" h="21600" extrusionOk="0">
                  <a:moveTo>
                    <a:pt x="6028" y="6574"/>
                  </a:moveTo>
                  <a:lnTo>
                    <a:pt x="15572" y="6574"/>
                  </a:lnTo>
                  <a:lnTo>
                    <a:pt x="16074" y="6574"/>
                  </a:lnTo>
                  <a:lnTo>
                    <a:pt x="16326" y="6457"/>
                  </a:lnTo>
                  <a:lnTo>
                    <a:pt x="16577" y="6339"/>
                  </a:lnTo>
                  <a:lnTo>
                    <a:pt x="16828" y="6222"/>
                  </a:lnTo>
                  <a:lnTo>
                    <a:pt x="17079" y="6222"/>
                  </a:lnTo>
                  <a:lnTo>
                    <a:pt x="17330" y="5987"/>
                  </a:lnTo>
                  <a:lnTo>
                    <a:pt x="17330" y="5870"/>
                  </a:lnTo>
                  <a:lnTo>
                    <a:pt x="17581" y="5635"/>
                  </a:lnTo>
                  <a:lnTo>
                    <a:pt x="17581" y="1526"/>
                  </a:lnTo>
                  <a:lnTo>
                    <a:pt x="17330" y="1291"/>
                  </a:lnTo>
                  <a:lnTo>
                    <a:pt x="17330" y="1174"/>
                  </a:lnTo>
                  <a:lnTo>
                    <a:pt x="17079" y="1057"/>
                  </a:lnTo>
                  <a:lnTo>
                    <a:pt x="16828" y="939"/>
                  </a:lnTo>
                  <a:lnTo>
                    <a:pt x="16577" y="822"/>
                  </a:lnTo>
                  <a:lnTo>
                    <a:pt x="16326" y="704"/>
                  </a:lnTo>
                  <a:lnTo>
                    <a:pt x="16074" y="704"/>
                  </a:lnTo>
                  <a:lnTo>
                    <a:pt x="15572" y="587"/>
                  </a:lnTo>
                  <a:lnTo>
                    <a:pt x="6028" y="587"/>
                  </a:lnTo>
                  <a:lnTo>
                    <a:pt x="5526" y="704"/>
                  </a:lnTo>
                  <a:lnTo>
                    <a:pt x="5274" y="704"/>
                  </a:lnTo>
                  <a:lnTo>
                    <a:pt x="5023" y="822"/>
                  </a:lnTo>
                  <a:lnTo>
                    <a:pt x="4772" y="939"/>
                  </a:lnTo>
                  <a:lnTo>
                    <a:pt x="4521" y="1057"/>
                  </a:lnTo>
                  <a:lnTo>
                    <a:pt x="4270" y="1174"/>
                  </a:lnTo>
                  <a:lnTo>
                    <a:pt x="4270" y="1291"/>
                  </a:lnTo>
                  <a:lnTo>
                    <a:pt x="4019" y="1526"/>
                  </a:lnTo>
                  <a:lnTo>
                    <a:pt x="4019" y="5635"/>
                  </a:lnTo>
                  <a:lnTo>
                    <a:pt x="4270" y="5870"/>
                  </a:lnTo>
                  <a:lnTo>
                    <a:pt x="4270" y="5987"/>
                  </a:lnTo>
                  <a:lnTo>
                    <a:pt x="4521" y="6222"/>
                  </a:lnTo>
                  <a:lnTo>
                    <a:pt x="4772" y="6222"/>
                  </a:lnTo>
                  <a:lnTo>
                    <a:pt x="5023" y="6339"/>
                  </a:lnTo>
                  <a:lnTo>
                    <a:pt x="5274" y="6457"/>
                  </a:lnTo>
                  <a:lnTo>
                    <a:pt x="5526" y="6574"/>
                  </a:lnTo>
                  <a:lnTo>
                    <a:pt x="6028" y="6574"/>
                  </a:lnTo>
                  <a:close/>
                </a:path>
                <a:path w="21600" h="21600" extrusionOk="0">
                  <a:moveTo>
                    <a:pt x="6028" y="13617"/>
                  </a:moveTo>
                  <a:lnTo>
                    <a:pt x="15572" y="13617"/>
                  </a:lnTo>
                  <a:lnTo>
                    <a:pt x="16074" y="13617"/>
                  </a:lnTo>
                  <a:lnTo>
                    <a:pt x="16326" y="13617"/>
                  </a:lnTo>
                  <a:lnTo>
                    <a:pt x="16577" y="13500"/>
                  </a:lnTo>
                  <a:lnTo>
                    <a:pt x="16828" y="13383"/>
                  </a:lnTo>
                  <a:lnTo>
                    <a:pt x="17079" y="13265"/>
                  </a:lnTo>
                  <a:lnTo>
                    <a:pt x="17330" y="13148"/>
                  </a:lnTo>
                  <a:lnTo>
                    <a:pt x="17330" y="12913"/>
                  </a:lnTo>
                  <a:lnTo>
                    <a:pt x="17581" y="12796"/>
                  </a:lnTo>
                  <a:lnTo>
                    <a:pt x="17581" y="8687"/>
                  </a:lnTo>
                  <a:lnTo>
                    <a:pt x="17330" y="8452"/>
                  </a:lnTo>
                  <a:lnTo>
                    <a:pt x="17330" y="8335"/>
                  </a:lnTo>
                  <a:lnTo>
                    <a:pt x="17079" y="8217"/>
                  </a:lnTo>
                  <a:lnTo>
                    <a:pt x="16828" y="7983"/>
                  </a:lnTo>
                  <a:lnTo>
                    <a:pt x="16577" y="7983"/>
                  </a:lnTo>
                  <a:lnTo>
                    <a:pt x="16326" y="7865"/>
                  </a:lnTo>
                  <a:lnTo>
                    <a:pt x="16074" y="7865"/>
                  </a:lnTo>
                  <a:lnTo>
                    <a:pt x="15572" y="7748"/>
                  </a:lnTo>
                  <a:lnTo>
                    <a:pt x="6028" y="7748"/>
                  </a:lnTo>
                  <a:lnTo>
                    <a:pt x="5526" y="7865"/>
                  </a:lnTo>
                  <a:lnTo>
                    <a:pt x="5274" y="7865"/>
                  </a:lnTo>
                  <a:lnTo>
                    <a:pt x="5023" y="7983"/>
                  </a:lnTo>
                  <a:lnTo>
                    <a:pt x="4772" y="7983"/>
                  </a:lnTo>
                  <a:lnTo>
                    <a:pt x="4521" y="8217"/>
                  </a:lnTo>
                  <a:lnTo>
                    <a:pt x="4270" y="8335"/>
                  </a:lnTo>
                  <a:lnTo>
                    <a:pt x="4270" y="8452"/>
                  </a:lnTo>
                  <a:lnTo>
                    <a:pt x="4019" y="8687"/>
                  </a:lnTo>
                  <a:lnTo>
                    <a:pt x="4019" y="12796"/>
                  </a:lnTo>
                  <a:lnTo>
                    <a:pt x="4270" y="12913"/>
                  </a:lnTo>
                  <a:lnTo>
                    <a:pt x="4270" y="13148"/>
                  </a:lnTo>
                  <a:lnTo>
                    <a:pt x="4521" y="13265"/>
                  </a:lnTo>
                  <a:lnTo>
                    <a:pt x="4772" y="13383"/>
                  </a:lnTo>
                  <a:lnTo>
                    <a:pt x="5023" y="13500"/>
                  </a:lnTo>
                  <a:lnTo>
                    <a:pt x="5274" y="13617"/>
                  </a:lnTo>
                  <a:lnTo>
                    <a:pt x="5526" y="13617"/>
                  </a:lnTo>
                  <a:lnTo>
                    <a:pt x="6028" y="13617"/>
                  </a:lnTo>
                  <a:close/>
                </a:path>
                <a:path w="21600" h="21600" extrusionOk="0">
                  <a:moveTo>
                    <a:pt x="6028" y="20778"/>
                  </a:moveTo>
                  <a:lnTo>
                    <a:pt x="15572" y="20778"/>
                  </a:lnTo>
                  <a:lnTo>
                    <a:pt x="16074" y="20778"/>
                  </a:lnTo>
                  <a:lnTo>
                    <a:pt x="16326" y="20661"/>
                  </a:lnTo>
                  <a:lnTo>
                    <a:pt x="16577" y="20661"/>
                  </a:lnTo>
                  <a:lnTo>
                    <a:pt x="16828" y="20543"/>
                  </a:lnTo>
                  <a:lnTo>
                    <a:pt x="17079" y="20426"/>
                  </a:lnTo>
                  <a:lnTo>
                    <a:pt x="17330" y="20309"/>
                  </a:lnTo>
                  <a:lnTo>
                    <a:pt x="17330" y="20074"/>
                  </a:lnTo>
                  <a:lnTo>
                    <a:pt x="17581" y="19957"/>
                  </a:lnTo>
                  <a:lnTo>
                    <a:pt x="17581" y="15730"/>
                  </a:lnTo>
                  <a:lnTo>
                    <a:pt x="17330" y="15613"/>
                  </a:lnTo>
                  <a:lnTo>
                    <a:pt x="17330" y="15378"/>
                  </a:lnTo>
                  <a:lnTo>
                    <a:pt x="17079" y="15378"/>
                  </a:lnTo>
                  <a:lnTo>
                    <a:pt x="16828" y="15143"/>
                  </a:lnTo>
                  <a:lnTo>
                    <a:pt x="16577" y="15026"/>
                  </a:lnTo>
                  <a:lnTo>
                    <a:pt x="16326" y="15026"/>
                  </a:lnTo>
                  <a:lnTo>
                    <a:pt x="16074" y="15026"/>
                  </a:lnTo>
                  <a:lnTo>
                    <a:pt x="15572" y="14909"/>
                  </a:lnTo>
                  <a:lnTo>
                    <a:pt x="6028" y="14909"/>
                  </a:lnTo>
                  <a:lnTo>
                    <a:pt x="5526" y="15026"/>
                  </a:lnTo>
                  <a:lnTo>
                    <a:pt x="5274" y="15026"/>
                  </a:lnTo>
                  <a:lnTo>
                    <a:pt x="5023" y="15026"/>
                  </a:lnTo>
                  <a:lnTo>
                    <a:pt x="4772" y="15143"/>
                  </a:lnTo>
                  <a:lnTo>
                    <a:pt x="4521" y="15378"/>
                  </a:lnTo>
                  <a:lnTo>
                    <a:pt x="4270" y="15378"/>
                  </a:lnTo>
                  <a:lnTo>
                    <a:pt x="4270" y="15613"/>
                  </a:lnTo>
                  <a:lnTo>
                    <a:pt x="4019" y="15730"/>
                  </a:lnTo>
                  <a:lnTo>
                    <a:pt x="4019" y="19957"/>
                  </a:lnTo>
                  <a:lnTo>
                    <a:pt x="4270" y="20074"/>
                  </a:lnTo>
                  <a:lnTo>
                    <a:pt x="4270" y="20309"/>
                  </a:lnTo>
                  <a:lnTo>
                    <a:pt x="4521" y="20426"/>
                  </a:lnTo>
                  <a:lnTo>
                    <a:pt x="4772" y="20543"/>
                  </a:lnTo>
                  <a:lnTo>
                    <a:pt x="5023" y="20661"/>
                  </a:lnTo>
                  <a:lnTo>
                    <a:pt x="5274" y="20661"/>
                  </a:lnTo>
                  <a:lnTo>
                    <a:pt x="5526" y="20778"/>
                  </a:lnTo>
                  <a:lnTo>
                    <a:pt x="6028" y="20778"/>
                  </a:lnTo>
                  <a:close/>
                </a:path>
                <a:path w="21600" h="21600" extrusionOk="0">
                  <a:moveTo>
                    <a:pt x="753" y="1291"/>
                  </a:moveTo>
                  <a:lnTo>
                    <a:pt x="2260" y="1291"/>
                  </a:lnTo>
                  <a:lnTo>
                    <a:pt x="2260" y="235"/>
                  </a:lnTo>
                  <a:lnTo>
                    <a:pt x="753" y="235"/>
                  </a:lnTo>
                  <a:lnTo>
                    <a:pt x="753" y="1291"/>
                  </a:lnTo>
                  <a:close/>
                </a:path>
                <a:path w="21600" h="21600" extrusionOk="0">
                  <a:moveTo>
                    <a:pt x="753" y="2700"/>
                  </a:moveTo>
                  <a:lnTo>
                    <a:pt x="2260" y="2700"/>
                  </a:lnTo>
                  <a:lnTo>
                    <a:pt x="2260" y="1643"/>
                  </a:lnTo>
                  <a:lnTo>
                    <a:pt x="753" y="1643"/>
                  </a:lnTo>
                  <a:lnTo>
                    <a:pt x="753" y="2700"/>
                  </a:lnTo>
                  <a:close/>
                </a:path>
                <a:path w="21600" h="21600" extrusionOk="0">
                  <a:moveTo>
                    <a:pt x="753" y="4109"/>
                  </a:moveTo>
                  <a:lnTo>
                    <a:pt x="2260" y="4109"/>
                  </a:lnTo>
                  <a:lnTo>
                    <a:pt x="2260" y="3052"/>
                  </a:lnTo>
                  <a:lnTo>
                    <a:pt x="753" y="3052"/>
                  </a:lnTo>
                  <a:lnTo>
                    <a:pt x="753" y="4109"/>
                  </a:lnTo>
                  <a:close/>
                </a:path>
                <a:path w="21600" h="21600" extrusionOk="0">
                  <a:moveTo>
                    <a:pt x="753" y="5517"/>
                  </a:moveTo>
                  <a:lnTo>
                    <a:pt x="2260" y="5517"/>
                  </a:lnTo>
                  <a:lnTo>
                    <a:pt x="2260" y="4461"/>
                  </a:lnTo>
                  <a:lnTo>
                    <a:pt x="753" y="4461"/>
                  </a:lnTo>
                  <a:lnTo>
                    <a:pt x="753" y="5517"/>
                  </a:lnTo>
                  <a:close/>
                </a:path>
                <a:path w="21600" h="21600" extrusionOk="0">
                  <a:moveTo>
                    <a:pt x="753" y="6926"/>
                  </a:moveTo>
                  <a:lnTo>
                    <a:pt x="2260" y="6926"/>
                  </a:lnTo>
                  <a:lnTo>
                    <a:pt x="2260" y="5870"/>
                  </a:lnTo>
                  <a:lnTo>
                    <a:pt x="753" y="5870"/>
                  </a:lnTo>
                  <a:lnTo>
                    <a:pt x="753" y="6926"/>
                  </a:lnTo>
                  <a:close/>
                </a:path>
                <a:path w="21600" h="21600" extrusionOk="0">
                  <a:moveTo>
                    <a:pt x="753" y="8335"/>
                  </a:moveTo>
                  <a:lnTo>
                    <a:pt x="2260" y="8335"/>
                  </a:lnTo>
                  <a:lnTo>
                    <a:pt x="2260" y="7278"/>
                  </a:lnTo>
                  <a:lnTo>
                    <a:pt x="753" y="7278"/>
                  </a:lnTo>
                  <a:lnTo>
                    <a:pt x="753" y="8335"/>
                  </a:lnTo>
                  <a:close/>
                </a:path>
                <a:path w="21600" h="21600" extrusionOk="0">
                  <a:moveTo>
                    <a:pt x="753" y="9743"/>
                  </a:moveTo>
                  <a:lnTo>
                    <a:pt x="2260" y="9743"/>
                  </a:lnTo>
                  <a:lnTo>
                    <a:pt x="2260" y="8687"/>
                  </a:lnTo>
                  <a:lnTo>
                    <a:pt x="753" y="8687"/>
                  </a:lnTo>
                  <a:lnTo>
                    <a:pt x="753" y="9743"/>
                  </a:lnTo>
                  <a:close/>
                </a:path>
                <a:path w="21600" h="21600" extrusionOk="0">
                  <a:moveTo>
                    <a:pt x="753" y="11152"/>
                  </a:moveTo>
                  <a:lnTo>
                    <a:pt x="2260" y="11152"/>
                  </a:lnTo>
                  <a:lnTo>
                    <a:pt x="2260" y="10096"/>
                  </a:lnTo>
                  <a:lnTo>
                    <a:pt x="753" y="10096"/>
                  </a:lnTo>
                  <a:lnTo>
                    <a:pt x="753" y="11152"/>
                  </a:lnTo>
                  <a:close/>
                </a:path>
                <a:path w="21600" h="21600" extrusionOk="0">
                  <a:moveTo>
                    <a:pt x="753" y="12561"/>
                  </a:moveTo>
                  <a:lnTo>
                    <a:pt x="2260" y="12561"/>
                  </a:lnTo>
                  <a:lnTo>
                    <a:pt x="2260" y="11504"/>
                  </a:lnTo>
                  <a:lnTo>
                    <a:pt x="753" y="11504"/>
                  </a:lnTo>
                  <a:lnTo>
                    <a:pt x="753" y="12561"/>
                  </a:lnTo>
                  <a:close/>
                </a:path>
                <a:path w="21600" h="21600" extrusionOk="0">
                  <a:moveTo>
                    <a:pt x="753" y="13970"/>
                  </a:moveTo>
                  <a:lnTo>
                    <a:pt x="2260" y="13970"/>
                  </a:lnTo>
                  <a:lnTo>
                    <a:pt x="2260" y="12913"/>
                  </a:lnTo>
                  <a:lnTo>
                    <a:pt x="753" y="12913"/>
                  </a:lnTo>
                  <a:lnTo>
                    <a:pt x="753" y="13970"/>
                  </a:lnTo>
                  <a:close/>
                </a:path>
                <a:path w="21600" h="21600" extrusionOk="0">
                  <a:moveTo>
                    <a:pt x="753" y="15378"/>
                  </a:moveTo>
                  <a:lnTo>
                    <a:pt x="2260" y="15378"/>
                  </a:lnTo>
                  <a:lnTo>
                    <a:pt x="2260" y="14322"/>
                  </a:lnTo>
                  <a:lnTo>
                    <a:pt x="753" y="14322"/>
                  </a:lnTo>
                  <a:lnTo>
                    <a:pt x="753" y="15378"/>
                  </a:lnTo>
                  <a:close/>
                </a:path>
                <a:path w="21600" h="21600" extrusionOk="0">
                  <a:moveTo>
                    <a:pt x="753" y="16787"/>
                  </a:moveTo>
                  <a:lnTo>
                    <a:pt x="2260" y="16787"/>
                  </a:lnTo>
                  <a:lnTo>
                    <a:pt x="2260" y="15730"/>
                  </a:lnTo>
                  <a:lnTo>
                    <a:pt x="753" y="15730"/>
                  </a:lnTo>
                  <a:lnTo>
                    <a:pt x="753" y="16787"/>
                  </a:lnTo>
                  <a:close/>
                </a:path>
                <a:path w="21600" h="21600" extrusionOk="0">
                  <a:moveTo>
                    <a:pt x="753" y="18196"/>
                  </a:moveTo>
                  <a:lnTo>
                    <a:pt x="2260" y="18196"/>
                  </a:lnTo>
                  <a:lnTo>
                    <a:pt x="2260" y="17139"/>
                  </a:lnTo>
                  <a:lnTo>
                    <a:pt x="753" y="17139"/>
                  </a:lnTo>
                  <a:lnTo>
                    <a:pt x="753" y="18196"/>
                  </a:lnTo>
                  <a:close/>
                </a:path>
                <a:path w="21600" h="21600" extrusionOk="0">
                  <a:moveTo>
                    <a:pt x="753" y="19604"/>
                  </a:moveTo>
                  <a:lnTo>
                    <a:pt x="2260" y="19604"/>
                  </a:lnTo>
                  <a:lnTo>
                    <a:pt x="2260" y="18548"/>
                  </a:lnTo>
                  <a:lnTo>
                    <a:pt x="753" y="18548"/>
                  </a:lnTo>
                  <a:lnTo>
                    <a:pt x="753" y="19604"/>
                  </a:lnTo>
                  <a:close/>
                </a:path>
                <a:path w="21600" h="21600" extrusionOk="0">
                  <a:moveTo>
                    <a:pt x="753" y="21013"/>
                  </a:moveTo>
                  <a:lnTo>
                    <a:pt x="2260" y="21013"/>
                  </a:lnTo>
                  <a:lnTo>
                    <a:pt x="2260" y="19957"/>
                  </a:lnTo>
                  <a:lnTo>
                    <a:pt x="753" y="19957"/>
                  </a:lnTo>
                  <a:lnTo>
                    <a:pt x="753" y="21013"/>
                  </a:lnTo>
                  <a:close/>
                </a:path>
                <a:path w="21600" h="21600" extrusionOk="0">
                  <a:moveTo>
                    <a:pt x="19340" y="1409"/>
                  </a:moveTo>
                  <a:lnTo>
                    <a:pt x="20595" y="1409"/>
                  </a:lnTo>
                  <a:lnTo>
                    <a:pt x="20595" y="352"/>
                  </a:lnTo>
                  <a:lnTo>
                    <a:pt x="19340" y="352"/>
                  </a:lnTo>
                  <a:lnTo>
                    <a:pt x="19340" y="1409"/>
                  </a:lnTo>
                  <a:close/>
                </a:path>
                <a:path w="21600" h="21600" extrusionOk="0">
                  <a:moveTo>
                    <a:pt x="19340" y="2700"/>
                  </a:moveTo>
                  <a:lnTo>
                    <a:pt x="20595" y="2700"/>
                  </a:lnTo>
                  <a:lnTo>
                    <a:pt x="20595" y="1643"/>
                  </a:lnTo>
                  <a:lnTo>
                    <a:pt x="19340" y="1643"/>
                  </a:lnTo>
                  <a:lnTo>
                    <a:pt x="19340" y="2700"/>
                  </a:lnTo>
                  <a:close/>
                </a:path>
                <a:path w="21600" h="21600" extrusionOk="0">
                  <a:moveTo>
                    <a:pt x="19340" y="4109"/>
                  </a:moveTo>
                  <a:lnTo>
                    <a:pt x="20595" y="4109"/>
                  </a:lnTo>
                  <a:lnTo>
                    <a:pt x="20595" y="3052"/>
                  </a:lnTo>
                  <a:lnTo>
                    <a:pt x="19340" y="3052"/>
                  </a:lnTo>
                  <a:lnTo>
                    <a:pt x="19340" y="4109"/>
                  </a:lnTo>
                  <a:close/>
                </a:path>
                <a:path w="21600" h="21600" extrusionOk="0">
                  <a:moveTo>
                    <a:pt x="19340" y="5517"/>
                  </a:moveTo>
                  <a:lnTo>
                    <a:pt x="20595" y="5517"/>
                  </a:lnTo>
                  <a:lnTo>
                    <a:pt x="20595" y="4461"/>
                  </a:lnTo>
                  <a:lnTo>
                    <a:pt x="19340" y="4461"/>
                  </a:lnTo>
                  <a:lnTo>
                    <a:pt x="19340" y="5517"/>
                  </a:lnTo>
                  <a:close/>
                </a:path>
                <a:path w="21600" h="21600" extrusionOk="0">
                  <a:moveTo>
                    <a:pt x="19340" y="6926"/>
                  </a:moveTo>
                  <a:lnTo>
                    <a:pt x="20595" y="6926"/>
                  </a:lnTo>
                  <a:lnTo>
                    <a:pt x="20595" y="5870"/>
                  </a:lnTo>
                  <a:lnTo>
                    <a:pt x="19340" y="5870"/>
                  </a:lnTo>
                  <a:lnTo>
                    <a:pt x="19340" y="6926"/>
                  </a:lnTo>
                  <a:close/>
                </a:path>
                <a:path w="21600" h="21600" extrusionOk="0">
                  <a:moveTo>
                    <a:pt x="19340" y="8335"/>
                  </a:moveTo>
                  <a:lnTo>
                    <a:pt x="20595" y="8335"/>
                  </a:lnTo>
                  <a:lnTo>
                    <a:pt x="20595" y="7278"/>
                  </a:lnTo>
                  <a:lnTo>
                    <a:pt x="19340" y="7278"/>
                  </a:lnTo>
                  <a:lnTo>
                    <a:pt x="19340" y="8335"/>
                  </a:lnTo>
                  <a:close/>
                </a:path>
                <a:path w="21600" h="21600" extrusionOk="0">
                  <a:moveTo>
                    <a:pt x="19340" y="9743"/>
                  </a:moveTo>
                  <a:lnTo>
                    <a:pt x="20595" y="9743"/>
                  </a:lnTo>
                  <a:lnTo>
                    <a:pt x="20595" y="8687"/>
                  </a:lnTo>
                  <a:lnTo>
                    <a:pt x="19340" y="8687"/>
                  </a:lnTo>
                  <a:lnTo>
                    <a:pt x="19340" y="9743"/>
                  </a:lnTo>
                  <a:close/>
                </a:path>
                <a:path w="21600" h="21600" extrusionOk="0">
                  <a:moveTo>
                    <a:pt x="19340" y="11152"/>
                  </a:moveTo>
                  <a:lnTo>
                    <a:pt x="20595" y="11152"/>
                  </a:lnTo>
                  <a:lnTo>
                    <a:pt x="20595" y="10096"/>
                  </a:lnTo>
                  <a:lnTo>
                    <a:pt x="19340" y="10096"/>
                  </a:lnTo>
                  <a:lnTo>
                    <a:pt x="19340" y="11152"/>
                  </a:lnTo>
                  <a:close/>
                </a:path>
                <a:path w="21600" h="21600" extrusionOk="0">
                  <a:moveTo>
                    <a:pt x="19340" y="12561"/>
                  </a:moveTo>
                  <a:lnTo>
                    <a:pt x="20595" y="12561"/>
                  </a:lnTo>
                  <a:lnTo>
                    <a:pt x="20595" y="11504"/>
                  </a:lnTo>
                  <a:lnTo>
                    <a:pt x="19340" y="11504"/>
                  </a:lnTo>
                  <a:lnTo>
                    <a:pt x="19340" y="12561"/>
                  </a:lnTo>
                  <a:close/>
                </a:path>
                <a:path w="21600" h="21600" extrusionOk="0">
                  <a:moveTo>
                    <a:pt x="19340" y="13970"/>
                  </a:moveTo>
                  <a:lnTo>
                    <a:pt x="20595" y="13970"/>
                  </a:lnTo>
                  <a:lnTo>
                    <a:pt x="20595" y="12913"/>
                  </a:lnTo>
                  <a:lnTo>
                    <a:pt x="19340" y="12913"/>
                  </a:lnTo>
                  <a:lnTo>
                    <a:pt x="19340" y="13970"/>
                  </a:lnTo>
                  <a:close/>
                </a:path>
                <a:path w="21600" h="21600" extrusionOk="0">
                  <a:moveTo>
                    <a:pt x="19340" y="15378"/>
                  </a:moveTo>
                  <a:lnTo>
                    <a:pt x="20595" y="15378"/>
                  </a:lnTo>
                  <a:lnTo>
                    <a:pt x="20595" y="14322"/>
                  </a:lnTo>
                  <a:lnTo>
                    <a:pt x="19340" y="14322"/>
                  </a:lnTo>
                  <a:lnTo>
                    <a:pt x="19340" y="15378"/>
                  </a:lnTo>
                  <a:close/>
                </a:path>
                <a:path w="21600" h="21600" extrusionOk="0">
                  <a:moveTo>
                    <a:pt x="19340" y="16787"/>
                  </a:moveTo>
                  <a:lnTo>
                    <a:pt x="20595" y="16787"/>
                  </a:lnTo>
                  <a:lnTo>
                    <a:pt x="20595" y="15730"/>
                  </a:lnTo>
                  <a:lnTo>
                    <a:pt x="19340" y="15730"/>
                  </a:lnTo>
                  <a:lnTo>
                    <a:pt x="19340" y="16787"/>
                  </a:lnTo>
                  <a:close/>
                </a:path>
                <a:path w="21600" h="21600" extrusionOk="0">
                  <a:moveTo>
                    <a:pt x="19340" y="18196"/>
                  </a:moveTo>
                  <a:lnTo>
                    <a:pt x="20595" y="18196"/>
                  </a:lnTo>
                  <a:lnTo>
                    <a:pt x="20595" y="17139"/>
                  </a:lnTo>
                  <a:lnTo>
                    <a:pt x="19340" y="17139"/>
                  </a:lnTo>
                  <a:lnTo>
                    <a:pt x="19340" y="18196"/>
                  </a:lnTo>
                  <a:close/>
                </a:path>
                <a:path w="21600" h="21600" extrusionOk="0">
                  <a:moveTo>
                    <a:pt x="19340" y="19604"/>
                  </a:moveTo>
                  <a:lnTo>
                    <a:pt x="20595" y="19604"/>
                  </a:lnTo>
                  <a:lnTo>
                    <a:pt x="20595" y="18548"/>
                  </a:lnTo>
                  <a:lnTo>
                    <a:pt x="19340" y="18548"/>
                  </a:lnTo>
                  <a:lnTo>
                    <a:pt x="19340" y="19604"/>
                  </a:lnTo>
                  <a:close/>
                </a:path>
                <a:path w="21600" h="21600" extrusionOk="0">
                  <a:moveTo>
                    <a:pt x="19340" y="21013"/>
                  </a:moveTo>
                  <a:lnTo>
                    <a:pt x="20595" y="21013"/>
                  </a:lnTo>
                  <a:lnTo>
                    <a:pt x="20595" y="19957"/>
                  </a:lnTo>
                  <a:lnTo>
                    <a:pt x="19340" y="19957"/>
                  </a:lnTo>
                  <a:lnTo>
                    <a:pt x="19340" y="21013"/>
                  </a:lnTo>
                  <a:close/>
                </a:path>
              </a:pathLst>
            </a:custGeom>
            <a:solidFill>
              <a:srgbClr val="CCCC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 name="Sound"/>
            <p:cNvSpPr>
              <a:spLocks noEditPoints="1" noChangeArrowheads="1"/>
            </p:cNvSpPr>
            <p:nvPr/>
          </p:nvSpPr>
          <p:spPr bwMode="auto">
            <a:xfrm>
              <a:off x="2724" y="1584"/>
              <a:ext cx="1008" cy="768"/>
            </a:xfrm>
            <a:custGeom>
              <a:avLst/>
              <a:gdLst>
                <a:gd name="T0" fmla="*/ 11164 w 21600"/>
                <a:gd name="T1" fmla="*/ 21159 h 21600"/>
                <a:gd name="T2" fmla="*/ 11164 w 21600"/>
                <a:gd name="T3" fmla="*/ 0 h 21600"/>
                <a:gd name="T4" fmla="*/ 0 w 21600"/>
                <a:gd name="T5" fmla="*/ 10800 h 21600"/>
                <a:gd name="T6" fmla="*/ 21600 w 21600"/>
                <a:gd name="T7" fmla="*/ 10800 h 21600"/>
                <a:gd name="T8" fmla="*/ 242 w 21600"/>
                <a:gd name="T9" fmla="*/ 7604 h 21600"/>
                <a:gd name="T10" fmla="*/ 10760 w 21600"/>
                <a:gd name="T11" fmla="*/ 13555 h 21600"/>
              </a:gdLst>
              <a:ahLst/>
              <a:cxnLst>
                <a:cxn ang="0">
                  <a:pos x="T0" y="T1"/>
                </a:cxn>
                <a:cxn ang="0">
                  <a:pos x="T2" y="T3"/>
                </a:cxn>
                <a:cxn ang="0">
                  <a:pos x="T4" y="T5"/>
                </a:cxn>
                <a:cxn ang="0">
                  <a:pos x="T6" y="T7"/>
                </a:cxn>
              </a:cxnLst>
              <a:rect l="T8" t="T9" r="T10" b="T11"/>
              <a:pathLst>
                <a:path w="21600" h="21600">
                  <a:moveTo>
                    <a:pt x="0" y="7273"/>
                  </a:moveTo>
                  <a:lnTo>
                    <a:pt x="5824" y="7273"/>
                  </a:lnTo>
                  <a:lnTo>
                    <a:pt x="11164" y="0"/>
                  </a:lnTo>
                  <a:lnTo>
                    <a:pt x="11164" y="21159"/>
                  </a:lnTo>
                  <a:lnTo>
                    <a:pt x="5824" y="13885"/>
                  </a:lnTo>
                  <a:lnTo>
                    <a:pt x="0" y="13885"/>
                  </a:lnTo>
                  <a:lnTo>
                    <a:pt x="0" y="7273"/>
                  </a:lnTo>
                  <a:close/>
                </a:path>
                <a:path w="21600" h="21600">
                  <a:moveTo>
                    <a:pt x="13024" y="7273"/>
                  </a:moveTo>
                  <a:lnTo>
                    <a:pt x="13591" y="6722"/>
                  </a:lnTo>
                  <a:lnTo>
                    <a:pt x="13833" y="7548"/>
                  </a:lnTo>
                  <a:lnTo>
                    <a:pt x="14076" y="8485"/>
                  </a:lnTo>
                  <a:lnTo>
                    <a:pt x="14157" y="9367"/>
                  </a:lnTo>
                  <a:lnTo>
                    <a:pt x="14197" y="10524"/>
                  </a:lnTo>
                  <a:lnTo>
                    <a:pt x="14197" y="11406"/>
                  </a:lnTo>
                  <a:lnTo>
                    <a:pt x="14116" y="12012"/>
                  </a:lnTo>
                  <a:lnTo>
                    <a:pt x="13995" y="12728"/>
                  </a:lnTo>
                  <a:lnTo>
                    <a:pt x="13833" y="13444"/>
                  </a:lnTo>
                  <a:lnTo>
                    <a:pt x="13712" y="14106"/>
                  </a:lnTo>
                  <a:lnTo>
                    <a:pt x="13591" y="14546"/>
                  </a:lnTo>
                  <a:lnTo>
                    <a:pt x="13065" y="13885"/>
                  </a:lnTo>
                  <a:lnTo>
                    <a:pt x="13307" y="12893"/>
                  </a:lnTo>
                  <a:lnTo>
                    <a:pt x="13469" y="11791"/>
                  </a:lnTo>
                  <a:lnTo>
                    <a:pt x="13550" y="10910"/>
                  </a:lnTo>
                  <a:lnTo>
                    <a:pt x="13591" y="10138"/>
                  </a:lnTo>
                  <a:lnTo>
                    <a:pt x="13469" y="9367"/>
                  </a:lnTo>
                  <a:lnTo>
                    <a:pt x="13388" y="8595"/>
                  </a:lnTo>
                  <a:lnTo>
                    <a:pt x="13267" y="7934"/>
                  </a:lnTo>
                  <a:lnTo>
                    <a:pt x="13024" y="7273"/>
                  </a:lnTo>
                  <a:close/>
                </a:path>
                <a:path w="21600" h="21600">
                  <a:moveTo>
                    <a:pt x="16382" y="3967"/>
                  </a:moveTo>
                  <a:lnTo>
                    <a:pt x="16786" y="5179"/>
                  </a:lnTo>
                  <a:lnTo>
                    <a:pt x="17150" y="6612"/>
                  </a:lnTo>
                  <a:lnTo>
                    <a:pt x="17474" y="8651"/>
                  </a:lnTo>
                  <a:lnTo>
                    <a:pt x="17595" y="9753"/>
                  </a:lnTo>
                  <a:lnTo>
                    <a:pt x="17635" y="12012"/>
                  </a:lnTo>
                  <a:lnTo>
                    <a:pt x="17393" y="13665"/>
                  </a:lnTo>
                  <a:lnTo>
                    <a:pt x="17150" y="15208"/>
                  </a:lnTo>
                  <a:lnTo>
                    <a:pt x="16786" y="16310"/>
                  </a:lnTo>
                  <a:lnTo>
                    <a:pt x="16341" y="17687"/>
                  </a:lnTo>
                  <a:lnTo>
                    <a:pt x="15815" y="17081"/>
                  </a:lnTo>
                  <a:lnTo>
                    <a:pt x="16503" y="14602"/>
                  </a:lnTo>
                  <a:lnTo>
                    <a:pt x="16786" y="13169"/>
                  </a:lnTo>
                  <a:lnTo>
                    <a:pt x="16867" y="12012"/>
                  </a:lnTo>
                  <a:lnTo>
                    <a:pt x="16867" y="9642"/>
                  </a:lnTo>
                  <a:lnTo>
                    <a:pt x="16705" y="7989"/>
                  </a:lnTo>
                  <a:lnTo>
                    <a:pt x="16422" y="6612"/>
                  </a:lnTo>
                  <a:lnTo>
                    <a:pt x="16220" y="5675"/>
                  </a:lnTo>
                  <a:lnTo>
                    <a:pt x="15856" y="4518"/>
                  </a:lnTo>
                  <a:lnTo>
                    <a:pt x="16382" y="3967"/>
                  </a:lnTo>
                  <a:close/>
                </a:path>
                <a:path w="21600" h="21600">
                  <a:moveTo>
                    <a:pt x="18889" y="1377"/>
                  </a:moveTo>
                  <a:lnTo>
                    <a:pt x="19415" y="826"/>
                  </a:lnTo>
                  <a:lnTo>
                    <a:pt x="20194" y="2576"/>
                  </a:lnTo>
                  <a:lnTo>
                    <a:pt x="20831" y="4683"/>
                  </a:lnTo>
                  <a:lnTo>
                    <a:pt x="21357" y="7204"/>
                  </a:lnTo>
                  <a:lnTo>
                    <a:pt x="21650" y="9450"/>
                  </a:lnTo>
                  <a:lnTo>
                    <a:pt x="21600" y="12301"/>
                  </a:lnTo>
                  <a:lnTo>
                    <a:pt x="21215" y="15938"/>
                  </a:lnTo>
                  <a:lnTo>
                    <a:pt x="20629" y="18348"/>
                  </a:lnTo>
                  <a:lnTo>
                    <a:pt x="19415" y="21655"/>
                  </a:lnTo>
                  <a:lnTo>
                    <a:pt x="18889" y="21159"/>
                  </a:lnTo>
                  <a:lnTo>
                    <a:pt x="19901" y="18404"/>
                  </a:lnTo>
                  <a:lnTo>
                    <a:pt x="20467" y="15593"/>
                  </a:lnTo>
                  <a:lnTo>
                    <a:pt x="20791" y="12342"/>
                  </a:lnTo>
                  <a:lnTo>
                    <a:pt x="20871" y="9532"/>
                  </a:lnTo>
                  <a:lnTo>
                    <a:pt x="20629" y="7411"/>
                  </a:lnTo>
                  <a:lnTo>
                    <a:pt x="20062" y="4628"/>
                  </a:lnTo>
                  <a:lnTo>
                    <a:pt x="19415" y="2810"/>
                  </a:lnTo>
                  <a:lnTo>
                    <a:pt x="18889" y="1377"/>
                  </a:lnTo>
                  <a:close/>
                </a:path>
              </a:pathLst>
            </a:custGeom>
            <a:solidFill>
              <a:srgbClr val="CCCCFF"/>
            </a:solidFill>
            <a:ln w="9525">
              <a:solidFill>
                <a:srgbClr val="000000"/>
              </a:solidFill>
              <a:miter lim="800000"/>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endParaRPr lang="en-US"/>
            </a:p>
          </p:txBody>
        </p:sp>
        <p:sp>
          <p:nvSpPr>
            <p:cNvPr id="6" name="Photo"/>
            <p:cNvSpPr>
              <a:spLocks noEditPoints="1" noChangeArrowheads="1"/>
            </p:cNvSpPr>
            <p:nvPr/>
          </p:nvSpPr>
          <p:spPr bwMode="auto">
            <a:xfrm>
              <a:off x="3108" y="2040"/>
              <a:ext cx="936" cy="696"/>
            </a:xfrm>
            <a:custGeom>
              <a:avLst/>
              <a:gdLst>
                <a:gd name="T0" fmla="*/ 0 w 21600"/>
                <a:gd name="T1" fmla="*/ 3085 h 21600"/>
                <a:gd name="T2" fmla="*/ 10800 w 21600"/>
                <a:gd name="T3" fmla="*/ 0 h 21600"/>
                <a:gd name="T4" fmla="*/ 21600 w 21600"/>
                <a:gd name="T5" fmla="*/ 3085 h 21600"/>
                <a:gd name="T6" fmla="*/ 21600 w 21600"/>
                <a:gd name="T7" fmla="*/ 10800 h 21600"/>
                <a:gd name="T8" fmla="*/ 21600 w 21600"/>
                <a:gd name="T9" fmla="*/ 21600 h 21600"/>
                <a:gd name="T10" fmla="*/ 10800 w 21600"/>
                <a:gd name="T11" fmla="*/ 21800 h 21600"/>
                <a:gd name="T12" fmla="*/ 0 w 21600"/>
                <a:gd name="T13" fmla="*/ 21600 h 21600"/>
                <a:gd name="T14" fmla="*/ 0 w 21600"/>
                <a:gd name="T15" fmla="*/ 10800 h 21600"/>
                <a:gd name="T16" fmla="*/ 7778 w 21600"/>
                <a:gd name="T17" fmla="*/ 8228 h 21600"/>
                <a:gd name="T18" fmla="*/ 13757 w 21600"/>
                <a:gd name="T19" fmla="*/ 16886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0" y="21600"/>
                  </a:moveTo>
                  <a:lnTo>
                    <a:pt x="0" y="3085"/>
                  </a:lnTo>
                  <a:lnTo>
                    <a:pt x="1542" y="3085"/>
                  </a:lnTo>
                  <a:lnTo>
                    <a:pt x="1542" y="1028"/>
                  </a:lnTo>
                  <a:lnTo>
                    <a:pt x="3857" y="1028"/>
                  </a:lnTo>
                  <a:lnTo>
                    <a:pt x="3857" y="3085"/>
                  </a:lnTo>
                  <a:lnTo>
                    <a:pt x="5400" y="3085"/>
                  </a:lnTo>
                  <a:lnTo>
                    <a:pt x="6942" y="0"/>
                  </a:lnTo>
                  <a:lnTo>
                    <a:pt x="14657" y="0"/>
                  </a:lnTo>
                  <a:lnTo>
                    <a:pt x="16200" y="3085"/>
                  </a:lnTo>
                  <a:lnTo>
                    <a:pt x="21600" y="3085"/>
                  </a:lnTo>
                  <a:lnTo>
                    <a:pt x="21600" y="21600"/>
                  </a:lnTo>
                  <a:lnTo>
                    <a:pt x="0" y="21600"/>
                  </a:lnTo>
                  <a:close/>
                </a:path>
                <a:path w="21600" h="21600" extrusionOk="0">
                  <a:moveTo>
                    <a:pt x="0" y="3085"/>
                  </a:moveTo>
                  <a:lnTo>
                    <a:pt x="21600" y="3085"/>
                  </a:lnTo>
                  <a:lnTo>
                    <a:pt x="21600" y="21600"/>
                  </a:lnTo>
                  <a:lnTo>
                    <a:pt x="0" y="21600"/>
                  </a:lnTo>
                  <a:lnTo>
                    <a:pt x="0" y="3085"/>
                  </a:lnTo>
                  <a:close/>
                </a:path>
                <a:path w="21600" h="21600" extrusionOk="0">
                  <a:moveTo>
                    <a:pt x="10800" y="4800"/>
                  </a:moveTo>
                  <a:lnTo>
                    <a:pt x="11925" y="4971"/>
                  </a:lnTo>
                  <a:lnTo>
                    <a:pt x="13017" y="5442"/>
                  </a:lnTo>
                  <a:lnTo>
                    <a:pt x="14046" y="6128"/>
                  </a:lnTo>
                  <a:lnTo>
                    <a:pt x="14914" y="7071"/>
                  </a:lnTo>
                  <a:lnTo>
                    <a:pt x="15621" y="8271"/>
                  </a:lnTo>
                  <a:lnTo>
                    <a:pt x="16167" y="9514"/>
                  </a:lnTo>
                  <a:lnTo>
                    <a:pt x="16425" y="11014"/>
                  </a:lnTo>
                  <a:lnTo>
                    <a:pt x="16585" y="12471"/>
                  </a:lnTo>
                  <a:lnTo>
                    <a:pt x="16489" y="14014"/>
                  </a:lnTo>
                  <a:lnTo>
                    <a:pt x="16135" y="15471"/>
                  </a:lnTo>
                  <a:lnTo>
                    <a:pt x="15621" y="16800"/>
                  </a:lnTo>
                  <a:lnTo>
                    <a:pt x="14914" y="18000"/>
                  </a:lnTo>
                  <a:lnTo>
                    <a:pt x="14046" y="18942"/>
                  </a:lnTo>
                  <a:lnTo>
                    <a:pt x="13050" y="19671"/>
                  </a:lnTo>
                  <a:lnTo>
                    <a:pt x="11925" y="20057"/>
                  </a:lnTo>
                  <a:lnTo>
                    <a:pt x="10832" y="20185"/>
                  </a:lnTo>
                  <a:lnTo>
                    <a:pt x="9675" y="20142"/>
                  </a:lnTo>
                  <a:lnTo>
                    <a:pt x="8582" y="19628"/>
                  </a:lnTo>
                  <a:lnTo>
                    <a:pt x="7553" y="18942"/>
                  </a:lnTo>
                  <a:lnTo>
                    <a:pt x="6717" y="17957"/>
                  </a:lnTo>
                  <a:lnTo>
                    <a:pt x="5946" y="16842"/>
                  </a:lnTo>
                  <a:lnTo>
                    <a:pt x="5464" y="15514"/>
                  </a:lnTo>
                  <a:lnTo>
                    <a:pt x="5078" y="14014"/>
                  </a:lnTo>
                  <a:lnTo>
                    <a:pt x="5014" y="12514"/>
                  </a:lnTo>
                  <a:lnTo>
                    <a:pt x="5110" y="11014"/>
                  </a:lnTo>
                  <a:lnTo>
                    <a:pt x="5528" y="9557"/>
                  </a:lnTo>
                  <a:lnTo>
                    <a:pt x="6010" y="8228"/>
                  </a:lnTo>
                  <a:lnTo>
                    <a:pt x="6750" y="7114"/>
                  </a:lnTo>
                  <a:lnTo>
                    <a:pt x="7650" y="6085"/>
                  </a:lnTo>
                  <a:lnTo>
                    <a:pt x="8614" y="5400"/>
                  </a:lnTo>
                  <a:lnTo>
                    <a:pt x="9707" y="4971"/>
                  </a:lnTo>
                  <a:lnTo>
                    <a:pt x="10800" y="4800"/>
                  </a:lnTo>
                  <a:close/>
                </a:path>
                <a:path w="21600" h="21600" extrusionOk="0">
                  <a:moveTo>
                    <a:pt x="8003" y="8057"/>
                  </a:moveTo>
                  <a:lnTo>
                    <a:pt x="8807" y="7371"/>
                  </a:lnTo>
                  <a:lnTo>
                    <a:pt x="9546" y="6985"/>
                  </a:lnTo>
                  <a:lnTo>
                    <a:pt x="10446" y="6771"/>
                  </a:lnTo>
                  <a:lnTo>
                    <a:pt x="11217" y="6771"/>
                  </a:lnTo>
                  <a:lnTo>
                    <a:pt x="12053" y="7028"/>
                  </a:lnTo>
                  <a:lnTo>
                    <a:pt x="12889" y="7457"/>
                  </a:lnTo>
                  <a:lnTo>
                    <a:pt x="13628" y="8100"/>
                  </a:lnTo>
                  <a:lnTo>
                    <a:pt x="14175" y="8871"/>
                  </a:lnTo>
                  <a:lnTo>
                    <a:pt x="14625" y="9814"/>
                  </a:lnTo>
                  <a:lnTo>
                    <a:pt x="14978" y="10885"/>
                  </a:lnTo>
                  <a:lnTo>
                    <a:pt x="15171" y="12042"/>
                  </a:lnTo>
                  <a:lnTo>
                    <a:pt x="15107" y="13114"/>
                  </a:lnTo>
                  <a:lnTo>
                    <a:pt x="15042" y="14228"/>
                  </a:lnTo>
                  <a:lnTo>
                    <a:pt x="14689" y="15257"/>
                  </a:lnTo>
                  <a:lnTo>
                    <a:pt x="14207" y="16285"/>
                  </a:lnTo>
                  <a:lnTo>
                    <a:pt x="13596" y="17057"/>
                  </a:lnTo>
                  <a:lnTo>
                    <a:pt x="12889" y="17657"/>
                  </a:lnTo>
                  <a:lnTo>
                    <a:pt x="12053" y="18085"/>
                  </a:lnTo>
                  <a:lnTo>
                    <a:pt x="11185" y="18257"/>
                  </a:lnTo>
                  <a:lnTo>
                    <a:pt x="10414" y="18214"/>
                  </a:lnTo>
                  <a:lnTo>
                    <a:pt x="9546" y="18042"/>
                  </a:lnTo>
                  <a:lnTo>
                    <a:pt x="8742" y="17614"/>
                  </a:lnTo>
                  <a:lnTo>
                    <a:pt x="8003" y="17014"/>
                  </a:lnTo>
                  <a:lnTo>
                    <a:pt x="7457" y="16242"/>
                  </a:lnTo>
                  <a:lnTo>
                    <a:pt x="6975" y="15257"/>
                  </a:lnTo>
                  <a:lnTo>
                    <a:pt x="6653" y="14142"/>
                  </a:lnTo>
                  <a:lnTo>
                    <a:pt x="6492" y="13114"/>
                  </a:lnTo>
                  <a:lnTo>
                    <a:pt x="6525" y="11914"/>
                  </a:lnTo>
                  <a:lnTo>
                    <a:pt x="6621" y="10842"/>
                  </a:lnTo>
                  <a:lnTo>
                    <a:pt x="6942" y="9771"/>
                  </a:lnTo>
                  <a:lnTo>
                    <a:pt x="7457" y="8785"/>
                  </a:lnTo>
                  <a:lnTo>
                    <a:pt x="8003" y="8057"/>
                  </a:lnTo>
                  <a:close/>
                </a:path>
              </a:pathLst>
            </a:custGeom>
            <a:solidFill>
              <a:srgbClr val="CCCCFF"/>
            </a:solidFill>
            <a:ln w="9525">
              <a:solidFill>
                <a:srgbClr val="000000"/>
              </a:solidFill>
              <a:miter lim="800000"/>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endParaRPr lang="en-US"/>
            </a:p>
          </p:txBody>
        </p:sp>
        <p:sp>
          <p:nvSpPr>
            <p:cNvPr id="7" name="Music"/>
            <p:cNvSpPr>
              <a:spLocks noEditPoints="1" noChangeArrowheads="1"/>
            </p:cNvSpPr>
            <p:nvPr/>
          </p:nvSpPr>
          <p:spPr bwMode="auto">
            <a:xfrm>
              <a:off x="3216" y="2448"/>
              <a:ext cx="768" cy="672"/>
            </a:xfrm>
            <a:custGeom>
              <a:avLst/>
              <a:gdLst>
                <a:gd name="T0" fmla="*/ 7352 w 21600"/>
                <a:gd name="T1" fmla="*/ 46 h 21600"/>
                <a:gd name="T2" fmla="*/ 7373 w 21600"/>
                <a:gd name="T3" fmla="*/ 9900 h 21600"/>
                <a:gd name="T4" fmla="*/ 21683 w 21600"/>
                <a:gd name="T5" fmla="*/ 10061 h 21600"/>
                <a:gd name="T6" fmla="*/ 7352 w 21600"/>
                <a:gd name="T7" fmla="*/ 46 h 21600"/>
                <a:gd name="T8" fmla="*/ 21600 w 21600"/>
                <a:gd name="T9" fmla="*/ 0 h 21600"/>
                <a:gd name="T10" fmla="*/ 7975 w 21600"/>
                <a:gd name="T11" fmla="*/ 923 h 21600"/>
                <a:gd name="T12" fmla="*/ 20935 w 21600"/>
                <a:gd name="T13" fmla="*/ 5354 h 21600"/>
              </a:gdLst>
              <a:ahLst/>
              <a:cxnLst>
                <a:cxn ang="0">
                  <a:pos x="T0" y="T1"/>
                </a:cxn>
                <a:cxn ang="0">
                  <a:pos x="T2" y="T3"/>
                </a:cxn>
                <a:cxn ang="0">
                  <a:pos x="T4" y="T5"/>
                </a:cxn>
                <a:cxn ang="0">
                  <a:pos x="T6" y="T7"/>
                </a:cxn>
                <a:cxn ang="0">
                  <a:pos x="T8" y="T9"/>
                </a:cxn>
              </a:cxnLst>
              <a:rect l="T10" t="T11" r="T12" b="T13"/>
              <a:pathLst>
                <a:path w="21600" h="21600">
                  <a:moveTo>
                    <a:pt x="7352" y="46"/>
                  </a:moveTo>
                  <a:lnTo>
                    <a:pt x="7373" y="9900"/>
                  </a:lnTo>
                  <a:lnTo>
                    <a:pt x="7352" y="16107"/>
                  </a:lnTo>
                  <a:lnTo>
                    <a:pt x="7103" y="15969"/>
                  </a:lnTo>
                  <a:lnTo>
                    <a:pt x="6729" y="15692"/>
                  </a:lnTo>
                  <a:lnTo>
                    <a:pt x="6355" y="15553"/>
                  </a:lnTo>
                  <a:lnTo>
                    <a:pt x="5981" y="15415"/>
                  </a:lnTo>
                  <a:lnTo>
                    <a:pt x="5607" y="15276"/>
                  </a:lnTo>
                  <a:lnTo>
                    <a:pt x="5109" y="15138"/>
                  </a:lnTo>
                  <a:lnTo>
                    <a:pt x="4735" y="15138"/>
                  </a:lnTo>
                  <a:lnTo>
                    <a:pt x="4236" y="15138"/>
                  </a:lnTo>
                  <a:lnTo>
                    <a:pt x="3364" y="15138"/>
                  </a:lnTo>
                  <a:lnTo>
                    <a:pt x="2616" y="15276"/>
                  </a:lnTo>
                  <a:lnTo>
                    <a:pt x="1869" y="15692"/>
                  </a:lnTo>
                  <a:lnTo>
                    <a:pt x="1246" y="15969"/>
                  </a:lnTo>
                  <a:lnTo>
                    <a:pt x="747" y="16523"/>
                  </a:lnTo>
                  <a:lnTo>
                    <a:pt x="373" y="17076"/>
                  </a:lnTo>
                  <a:lnTo>
                    <a:pt x="124" y="17630"/>
                  </a:lnTo>
                  <a:lnTo>
                    <a:pt x="0" y="18323"/>
                  </a:lnTo>
                  <a:lnTo>
                    <a:pt x="124" y="19015"/>
                  </a:lnTo>
                  <a:lnTo>
                    <a:pt x="373" y="19569"/>
                  </a:lnTo>
                  <a:lnTo>
                    <a:pt x="747" y="20123"/>
                  </a:lnTo>
                  <a:lnTo>
                    <a:pt x="1246" y="20676"/>
                  </a:lnTo>
                  <a:lnTo>
                    <a:pt x="1869" y="21092"/>
                  </a:lnTo>
                  <a:lnTo>
                    <a:pt x="2616" y="21369"/>
                  </a:lnTo>
                  <a:lnTo>
                    <a:pt x="3364" y="21507"/>
                  </a:lnTo>
                  <a:lnTo>
                    <a:pt x="4236" y="21646"/>
                  </a:lnTo>
                  <a:lnTo>
                    <a:pt x="5109" y="21507"/>
                  </a:lnTo>
                  <a:lnTo>
                    <a:pt x="5856" y="21369"/>
                  </a:lnTo>
                  <a:lnTo>
                    <a:pt x="6604" y="21092"/>
                  </a:lnTo>
                  <a:lnTo>
                    <a:pt x="7227" y="20676"/>
                  </a:lnTo>
                  <a:lnTo>
                    <a:pt x="7726" y="20123"/>
                  </a:lnTo>
                  <a:lnTo>
                    <a:pt x="8100" y="19569"/>
                  </a:lnTo>
                  <a:lnTo>
                    <a:pt x="8349" y="19015"/>
                  </a:lnTo>
                  <a:lnTo>
                    <a:pt x="8473" y="18323"/>
                  </a:lnTo>
                  <a:lnTo>
                    <a:pt x="8473" y="6276"/>
                  </a:lnTo>
                  <a:lnTo>
                    <a:pt x="20561" y="6276"/>
                  </a:lnTo>
                  <a:lnTo>
                    <a:pt x="20561" y="16107"/>
                  </a:lnTo>
                  <a:lnTo>
                    <a:pt x="20187" y="15830"/>
                  </a:lnTo>
                  <a:lnTo>
                    <a:pt x="19938" y="15692"/>
                  </a:lnTo>
                  <a:lnTo>
                    <a:pt x="19564" y="15553"/>
                  </a:lnTo>
                  <a:lnTo>
                    <a:pt x="19190" y="15415"/>
                  </a:lnTo>
                  <a:lnTo>
                    <a:pt x="18692" y="15276"/>
                  </a:lnTo>
                  <a:lnTo>
                    <a:pt x="18318" y="15138"/>
                  </a:lnTo>
                  <a:lnTo>
                    <a:pt x="17944" y="15138"/>
                  </a:lnTo>
                  <a:lnTo>
                    <a:pt x="17446" y="15138"/>
                  </a:lnTo>
                  <a:lnTo>
                    <a:pt x="16573" y="15138"/>
                  </a:lnTo>
                  <a:lnTo>
                    <a:pt x="15826" y="15276"/>
                  </a:lnTo>
                  <a:lnTo>
                    <a:pt x="15078" y="15692"/>
                  </a:lnTo>
                  <a:lnTo>
                    <a:pt x="14455" y="15969"/>
                  </a:lnTo>
                  <a:lnTo>
                    <a:pt x="13956" y="16523"/>
                  </a:lnTo>
                  <a:lnTo>
                    <a:pt x="13583" y="17076"/>
                  </a:lnTo>
                  <a:lnTo>
                    <a:pt x="13333" y="17630"/>
                  </a:lnTo>
                  <a:lnTo>
                    <a:pt x="13209" y="18323"/>
                  </a:lnTo>
                  <a:lnTo>
                    <a:pt x="13333" y="19015"/>
                  </a:lnTo>
                  <a:lnTo>
                    <a:pt x="13583" y="19569"/>
                  </a:lnTo>
                  <a:lnTo>
                    <a:pt x="13956" y="20123"/>
                  </a:lnTo>
                  <a:lnTo>
                    <a:pt x="14455" y="20676"/>
                  </a:lnTo>
                  <a:lnTo>
                    <a:pt x="15078" y="21092"/>
                  </a:lnTo>
                  <a:lnTo>
                    <a:pt x="15826" y="21369"/>
                  </a:lnTo>
                  <a:lnTo>
                    <a:pt x="16573" y="21507"/>
                  </a:lnTo>
                  <a:lnTo>
                    <a:pt x="17446" y="21646"/>
                  </a:lnTo>
                  <a:lnTo>
                    <a:pt x="18318" y="21507"/>
                  </a:lnTo>
                  <a:lnTo>
                    <a:pt x="19066" y="21369"/>
                  </a:lnTo>
                  <a:lnTo>
                    <a:pt x="19813" y="21092"/>
                  </a:lnTo>
                  <a:lnTo>
                    <a:pt x="20436" y="20676"/>
                  </a:lnTo>
                  <a:lnTo>
                    <a:pt x="20935" y="20123"/>
                  </a:lnTo>
                  <a:lnTo>
                    <a:pt x="21309" y="19569"/>
                  </a:lnTo>
                  <a:lnTo>
                    <a:pt x="21558" y="19015"/>
                  </a:lnTo>
                  <a:lnTo>
                    <a:pt x="21683" y="18323"/>
                  </a:lnTo>
                  <a:lnTo>
                    <a:pt x="21683" y="10061"/>
                  </a:lnTo>
                  <a:lnTo>
                    <a:pt x="21683" y="46"/>
                  </a:lnTo>
                  <a:lnTo>
                    <a:pt x="7352" y="46"/>
                  </a:lnTo>
                  <a:close/>
                </a:path>
              </a:pathLst>
            </a:custGeom>
            <a:solidFill>
              <a:srgbClr val="CCCCFF"/>
            </a:solidFill>
            <a:ln w="9525">
              <a:solidFill>
                <a:srgbClr val="000000"/>
              </a:solidFill>
              <a:miter lim="800000"/>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endParaRPr lang="en-US"/>
            </a:p>
          </p:txBody>
        </p:sp>
      </p:grpSp>
      <p:sp>
        <p:nvSpPr>
          <p:cNvPr id="8" name="Music"/>
          <p:cNvSpPr>
            <a:spLocks noEditPoints="1" noChangeArrowheads="1"/>
          </p:cNvSpPr>
          <p:nvPr/>
        </p:nvSpPr>
        <p:spPr bwMode="auto">
          <a:xfrm>
            <a:off x="6781800" y="4332951"/>
            <a:ext cx="1809750" cy="1809750"/>
          </a:xfrm>
          <a:custGeom>
            <a:avLst/>
            <a:gdLst>
              <a:gd name="T0" fmla="*/ 7352 w 21600"/>
              <a:gd name="T1" fmla="*/ 46 h 21600"/>
              <a:gd name="T2" fmla="*/ 7373 w 21600"/>
              <a:gd name="T3" fmla="*/ 9900 h 21600"/>
              <a:gd name="T4" fmla="*/ 21683 w 21600"/>
              <a:gd name="T5" fmla="*/ 10061 h 21600"/>
              <a:gd name="T6" fmla="*/ 7352 w 21600"/>
              <a:gd name="T7" fmla="*/ 46 h 21600"/>
              <a:gd name="T8" fmla="*/ 21600 w 21600"/>
              <a:gd name="T9" fmla="*/ 0 h 21600"/>
              <a:gd name="T10" fmla="*/ 7975 w 21600"/>
              <a:gd name="T11" fmla="*/ 923 h 21600"/>
              <a:gd name="T12" fmla="*/ 20935 w 21600"/>
              <a:gd name="T13" fmla="*/ 5354 h 21600"/>
            </a:gdLst>
            <a:ahLst/>
            <a:cxnLst>
              <a:cxn ang="0">
                <a:pos x="T0" y="T1"/>
              </a:cxn>
              <a:cxn ang="0">
                <a:pos x="T2" y="T3"/>
              </a:cxn>
              <a:cxn ang="0">
                <a:pos x="T4" y="T5"/>
              </a:cxn>
              <a:cxn ang="0">
                <a:pos x="T6" y="T7"/>
              </a:cxn>
              <a:cxn ang="0">
                <a:pos x="T8" y="T9"/>
              </a:cxn>
            </a:cxnLst>
            <a:rect l="T10" t="T11" r="T12" b="T13"/>
            <a:pathLst>
              <a:path w="21600" h="21600">
                <a:moveTo>
                  <a:pt x="7352" y="46"/>
                </a:moveTo>
                <a:lnTo>
                  <a:pt x="7373" y="9900"/>
                </a:lnTo>
                <a:lnTo>
                  <a:pt x="7352" y="16107"/>
                </a:lnTo>
                <a:lnTo>
                  <a:pt x="7103" y="15969"/>
                </a:lnTo>
                <a:lnTo>
                  <a:pt x="6729" y="15692"/>
                </a:lnTo>
                <a:lnTo>
                  <a:pt x="6355" y="15553"/>
                </a:lnTo>
                <a:lnTo>
                  <a:pt x="5981" y="15415"/>
                </a:lnTo>
                <a:lnTo>
                  <a:pt x="5607" y="15276"/>
                </a:lnTo>
                <a:lnTo>
                  <a:pt x="5109" y="15138"/>
                </a:lnTo>
                <a:lnTo>
                  <a:pt x="4735" y="15138"/>
                </a:lnTo>
                <a:lnTo>
                  <a:pt x="4236" y="15138"/>
                </a:lnTo>
                <a:lnTo>
                  <a:pt x="3364" y="15138"/>
                </a:lnTo>
                <a:lnTo>
                  <a:pt x="2616" y="15276"/>
                </a:lnTo>
                <a:lnTo>
                  <a:pt x="1869" y="15692"/>
                </a:lnTo>
                <a:lnTo>
                  <a:pt x="1246" y="15969"/>
                </a:lnTo>
                <a:lnTo>
                  <a:pt x="747" y="16523"/>
                </a:lnTo>
                <a:lnTo>
                  <a:pt x="373" y="17076"/>
                </a:lnTo>
                <a:lnTo>
                  <a:pt x="124" y="17630"/>
                </a:lnTo>
                <a:lnTo>
                  <a:pt x="0" y="18323"/>
                </a:lnTo>
                <a:lnTo>
                  <a:pt x="124" y="19015"/>
                </a:lnTo>
                <a:lnTo>
                  <a:pt x="373" y="19569"/>
                </a:lnTo>
                <a:lnTo>
                  <a:pt x="747" y="20123"/>
                </a:lnTo>
                <a:lnTo>
                  <a:pt x="1246" y="20676"/>
                </a:lnTo>
                <a:lnTo>
                  <a:pt x="1869" y="21092"/>
                </a:lnTo>
                <a:lnTo>
                  <a:pt x="2616" y="21369"/>
                </a:lnTo>
                <a:lnTo>
                  <a:pt x="3364" y="21507"/>
                </a:lnTo>
                <a:lnTo>
                  <a:pt x="4236" y="21646"/>
                </a:lnTo>
                <a:lnTo>
                  <a:pt x="5109" y="21507"/>
                </a:lnTo>
                <a:lnTo>
                  <a:pt x="5856" y="21369"/>
                </a:lnTo>
                <a:lnTo>
                  <a:pt x="6604" y="21092"/>
                </a:lnTo>
                <a:lnTo>
                  <a:pt x="7227" y="20676"/>
                </a:lnTo>
                <a:lnTo>
                  <a:pt x="7726" y="20123"/>
                </a:lnTo>
                <a:lnTo>
                  <a:pt x="8100" y="19569"/>
                </a:lnTo>
                <a:lnTo>
                  <a:pt x="8349" y="19015"/>
                </a:lnTo>
                <a:lnTo>
                  <a:pt x="8473" y="18323"/>
                </a:lnTo>
                <a:lnTo>
                  <a:pt x="8473" y="6276"/>
                </a:lnTo>
                <a:lnTo>
                  <a:pt x="20561" y="6276"/>
                </a:lnTo>
                <a:lnTo>
                  <a:pt x="20561" y="16107"/>
                </a:lnTo>
                <a:lnTo>
                  <a:pt x="20187" y="15830"/>
                </a:lnTo>
                <a:lnTo>
                  <a:pt x="19938" y="15692"/>
                </a:lnTo>
                <a:lnTo>
                  <a:pt x="19564" y="15553"/>
                </a:lnTo>
                <a:lnTo>
                  <a:pt x="19190" y="15415"/>
                </a:lnTo>
                <a:lnTo>
                  <a:pt x="18692" y="15276"/>
                </a:lnTo>
                <a:lnTo>
                  <a:pt x="18318" y="15138"/>
                </a:lnTo>
                <a:lnTo>
                  <a:pt x="17944" y="15138"/>
                </a:lnTo>
                <a:lnTo>
                  <a:pt x="17446" y="15138"/>
                </a:lnTo>
                <a:lnTo>
                  <a:pt x="16573" y="15138"/>
                </a:lnTo>
                <a:lnTo>
                  <a:pt x="15826" y="15276"/>
                </a:lnTo>
                <a:lnTo>
                  <a:pt x="15078" y="15692"/>
                </a:lnTo>
                <a:lnTo>
                  <a:pt x="14455" y="15969"/>
                </a:lnTo>
                <a:lnTo>
                  <a:pt x="13956" y="16523"/>
                </a:lnTo>
                <a:lnTo>
                  <a:pt x="13583" y="17076"/>
                </a:lnTo>
                <a:lnTo>
                  <a:pt x="13333" y="17630"/>
                </a:lnTo>
                <a:lnTo>
                  <a:pt x="13209" y="18323"/>
                </a:lnTo>
                <a:lnTo>
                  <a:pt x="13333" y="19015"/>
                </a:lnTo>
                <a:lnTo>
                  <a:pt x="13583" y="19569"/>
                </a:lnTo>
                <a:lnTo>
                  <a:pt x="13956" y="20123"/>
                </a:lnTo>
                <a:lnTo>
                  <a:pt x="14455" y="20676"/>
                </a:lnTo>
                <a:lnTo>
                  <a:pt x="15078" y="21092"/>
                </a:lnTo>
                <a:lnTo>
                  <a:pt x="15826" y="21369"/>
                </a:lnTo>
                <a:lnTo>
                  <a:pt x="16573" y="21507"/>
                </a:lnTo>
                <a:lnTo>
                  <a:pt x="17446" y="21646"/>
                </a:lnTo>
                <a:lnTo>
                  <a:pt x="18318" y="21507"/>
                </a:lnTo>
                <a:lnTo>
                  <a:pt x="19066" y="21369"/>
                </a:lnTo>
                <a:lnTo>
                  <a:pt x="19813" y="21092"/>
                </a:lnTo>
                <a:lnTo>
                  <a:pt x="20436" y="20676"/>
                </a:lnTo>
                <a:lnTo>
                  <a:pt x="20935" y="20123"/>
                </a:lnTo>
                <a:lnTo>
                  <a:pt x="21309" y="19569"/>
                </a:lnTo>
                <a:lnTo>
                  <a:pt x="21558" y="19015"/>
                </a:lnTo>
                <a:lnTo>
                  <a:pt x="21683" y="18323"/>
                </a:lnTo>
                <a:lnTo>
                  <a:pt x="21683" y="10061"/>
                </a:lnTo>
                <a:lnTo>
                  <a:pt x="21683" y="46"/>
                </a:lnTo>
                <a:lnTo>
                  <a:pt x="7352" y="46"/>
                </a:lnTo>
                <a:close/>
              </a:path>
            </a:pathLst>
          </a:custGeom>
          <a:solidFill>
            <a:srgbClr val="FFBE7D"/>
          </a:solidFill>
          <a:ln w="9525">
            <a:solidFill>
              <a:srgbClr val="000000"/>
            </a:solidFill>
            <a:miter lim="800000"/>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endParaRPr lang="en-US"/>
          </a:p>
        </p:txBody>
      </p: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52800" y="3249870"/>
            <a:ext cx="3608332" cy="3375412"/>
          </a:xfrm>
          <a:prstGeom prst="ellipse">
            <a:avLst/>
          </a:prstGeom>
          <a:ln>
            <a:noFill/>
          </a:ln>
          <a:effectLst>
            <a:softEdge rad="112500"/>
          </a:effectLst>
        </p:spPr>
      </p:pic>
      <p:pic>
        <p:nvPicPr>
          <p:cNvPr id="11" name="Voice000.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55528" y="81887"/>
            <a:ext cx="609600" cy="609600"/>
          </a:xfrm>
          <a:prstGeom prst="rect">
            <a:avLst/>
          </a:prstGeom>
        </p:spPr>
      </p:pic>
    </p:spTree>
    <p:extLst>
      <p:ext uri="{BB962C8B-B14F-4D97-AF65-F5344CB8AC3E}">
        <p14:creationId xmlns:p14="http://schemas.microsoft.com/office/powerpoint/2010/main" val="4158468262"/>
      </p:ext>
    </p:extLst>
  </p:cSld>
  <p:clrMapOvr>
    <a:masterClrMapping/>
  </p:clrMapOvr>
  <mc:AlternateContent xmlns:mc="http://schemas.openxmlformats.org/markup-compatibility/2006" xmlns:p14="http://schemas.microsoft.com/office/powerpoint/2010/main">
    <mc:Choice Requires="p14">
      <p:transition spd="slow" p14:dur="2000" advClick="0" advTm="25000"/>
    </mc:Choice>
    <mc:Fallback xmlns="">
      <p:transition spd="slow" advClick="0" advTm="2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457" fill="hold"/>
                                        <p:tgtEl>
                                          <p:spTgt spid="11"/>
                                        </p:tgtEl>
                                      </p:cBhvr>
                                    </p:cmd>
                                  </p:childTnLst>
                                </p:cTn>
                              </p:par>
                              <p:par>
                                <p:cTn id="7" presetID="22" presetClass="entr" presetSubtype="8" fill="hold" grpId="0" nodeType="withEffect">
                                  <p:stCondLst>
                                    <p:cond delay="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wipe(left)">
                                      <p:cBhvr>
                                        <p:cTn id="9" dur="1250"/>
                                        <p:tgtEl>
                                          <p:spTgt spid="2"/>
                                        </p:tgtEl>
                                      </p:cBhvr>
                                    </p:animEffect>
                                  </p:childTnLst>
                                </p:cTn>
                              </p:par>
                            </p:childTnLst>
                          </p:cTn>
                        </p:par>
                        <p:par>
                          <p:cTn id="10" fill="hold">
                            <p:stCondLst>
                              <p:cond delay="18457"/>
                            </p:stCondLst>
                            <p:childTnLst>
                              <p:par>
                                <p:cTn id="11" presetID="31" presetClass="entr" presetSubtype="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1000" fill="hold"/>
                                        <p:tgtEl>
                                          <p:spTgt spid="3"/>
                                        </p:tgtEl>
                                        <p:attrNameLst>
                                          <p:attrName>ppt_w</p:attrName>
                                        </p:attrNameLst>
                                      </p:cBhvr>
                                      <p:tavLst>
                                        <p:tav tm="0">
                                          <p:val>
                                            <p:fltVal val="0"/>
                                          </p:val>
                                        </p:tav>
                                        <p:tav tm="100000">
                                          <p:val>
                                            <p:strVal val="#ppt_w"/>
                                          </p:val>
                                        </p:tav>
                                      </p:tavLst>
                                    </p:anim>
                                    <p:anim calcmode="lin" valueType="num">
                                      <p:cBhvr>
                                        <p:cTn id="14" dur="1000" fill="hold"/>
                                        <p:tgtEl>
                                          <p:spTgt spid="3"/>
                                        </p:tgtEl>
                                        <p:attrNameLst>
                                          <p:attrName>ppt_h</p:attrName>
                                        </p:attrNameLst>
                                      </p:cBhvr>
                                      <p:tavLst>
                                        <p:tav tm="0">
                                          <p:val>
                                            <p:fltVal val="0"/>
                                          </p:val>
                                        </p:tav>
                                        <p:tav tm="100000">
                                          <p:val>
                                            <p:strVal val="#ppt_h"/>
                                          </p:val>
                                        </p:tav>
                                      </p:tavLst>
                                    </p:anim>
                                    <p:anim calcmode="lin" valueType="num">
                                      <p:cBhvr>
                                        <p:cTn id="15" dur="1000" fill="hold"/>
                                        <p:tgtEl>
                                          <p:spTgt spid="3"/>
                                        </p:tgtEl>
                                        <p:attrNameLst>
                                          <p:attrName>style.rotation</p:attrName>
                                        </p:attrNameLst>
                                      </p:cBhvr>
                                      <p:tavLst>
                                        <p:tav tm="0">
                                          <p:val>
                                            <p:fltVal val="90"/>
                                          </p:val>
                                        </p:tav>
                                        <p:tav tm="100000">
                                          <p:val>
                                            <p:fltVal val="0"/>
                                          </p:val>
                                        </p:tav>
                                      </p:tavLst>
                                    </p:anim>
                                    <p:animEffect transition="in" filter="fade">
                                      <p:cBhvr>
                                        <p:cTn id="16" dur="1000"/>
                                        <p:tgtEl>
                                          <p:spTgt spid="3"/>
                                        </p:tgtEl>
                                      </p:cBhvr>
                                    </p:animEffect>
                                  </p:childTnLst>
                                </p:cTn>
                              </p:par>
                            </p:childTnLst>
                          </p:cTn>
                        </p:par>
                        <p:par>
                          <p:cTn id="17" fill="hold">
                            <p:stCondLst>
                              <p:cond delay="19457"/>
                            </p:stCondLst>
                            <p:childTnLst>
                              <p:par>
                                <p:cTn id="18" presetID="31" presetClass="entr" presetSubtype="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par>
                          <p:cTn id="24" fill="hold">
                            <p:stCondLst>
                              <p:cond delay="20457"/>
                            </p:stCondLst>
                            <p:childTnLst>
                              <p:par>
                                <p:cTn id="25" presetID="21" presetClass="entr" presetSubtype="8"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heel(8)">
                                      <p:cBhvr>
                                        <p:cTn id="2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28" fill="hold" display="0">
                  <p:stCondLst>
                    <p:cond delay="indefinite"/>
                  </p:stCondLst>
                  <p:endCondLst>
                    <p:cond evt="onStopAudio" delay="0">
                      <p:tgtEl>
                        <p:sldTgt/>
                      </p:tgtEl>
                    </p:cond>
                  </p:endCondLst>
                </p:cTn>
                <p:tgtEl>
                  <p:spTgt spid="11"/>
                </p:tgtEl>
              </p:cMediaNode>
            </p:audio>
          </p:childTnLst>
        </p:cTn>
      </p:par>
    </p:tnLst>
    <p:bldLst>
      <p:bldP spid="2" grpId="0"/>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1"/>
          <p:cNvGrpSpPr>
            <a:grpSpLocks/>
          </p:cNvGrpSpPr>
          <p:nvPr/>
        </p:nvGrpSpPr>
        <p:grpSpPr bwMode="auto">
          <a:xfrm>
            <a:off x="0" y="676642"/>
            <a:ext cx="9054818" cy="5475704"/>
            <a:chOff x="2083" y="3204"/>
            <a:chExt cx="8021" cy="2566"/>
          </a:xfrm>
        </p:grpSpPr>
        <p:grpSp>
          <p:nvGrpSpPr>
            <p:cNvPr id="3" name="Group 2"/>
            <p:cNvGrpSpPr>
              <a:grpSpLocks/>
            </p:cNvGrpSpPr>
            <p:nvPr/>
          </p:nvGrpSpPr>
          <p:grpSpPr bwMode="auto">
            <a:xfrm>
              <a:off x="4401" y="3784"/>
              <a:ext cx="3420" cy="1080"/>
              <a:chOff x="4221" y="3424"/>
              <a:chExt cx="3420" cy="1080"/>
            </a:xfrm>
          </p:grpSpPr>
          <p:sp>
            <p:nvSpPr>
              <p:cNvPr id="14" name="WordArt 6"/>
              <p:cNvSpPr>
                <a:spLocks noChangeArrowheads="1" noChangeShapeType="1" noTextEdit="1"/>
              </p:cNvSpPr>
              <p:nvPr/>
            </p:nvSpPr>
            <p:spPr bwMode="auto">
              <a:xfrm>
                <a:off x="4581" y="3784"/>
                <a:ext cx="2700" cy="36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numCol="1" fromWordArt="1">
                <a:prstTxWarp prst="textPlain">
                  <a:avLst>
                    <a:gd name="adj" fmla="val 50000"/>
                  </a:avLst>
                </a:prstTxWarp>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sz="3600" kern="10" dirty="0">
                    <a:solidFill>
                      <a:srgbClr val="FF0000"/>
                    </a:solidFill>
                    <a:effectLst>
                      <a:outerShdw dist="35921" dir="2700000" algn="ctr" rotWithShape="0">
                        <a:srgbClr val="C0C0C0"/>
                      </a:outerShdw>
                    </a:effectLst>
                    <a:latin typeface="Impact"/>
                  </a:rPr>
                  <a:t>MULTIMEDIA</a:t>
                </a:r>
              </a:p>
            </p:txBody>
          </p:sp>
          <p:sp>
            <p:nvSpPr>
              <p:cNvPr id="15" name="AutoShape 7"/>
              <p:cNvSpPr>
                <a:spLocks noChangeArrowheads="1"/>
              </p:cNvSpPr>
              <p:nvPr/>
            </p:nvSpPr>
            <p:spPr bwMode="auto">
              <a:xfrm>
                <a:off x="4221" y="3424"/>
                <a:ext cx="3420" cy="1080"/>
              </a:xfrm>
              <a:prstGeom prst="bevel">
                <a:avLst>
                  <a:gd name="adj" fmla="val 125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p>
            </p:txBody>
          </p:sp>
        </p:grpSp>
        <p:sp>
          <p:nvSpPr>
            <p:cNvPr id="4" name="Text Box 8"/>
            <p:cNvSpPr txBox="1">
              <a:spLocks noChangeArrowheads="1"/>
            </p:cNvSpPr>
            <p:nvPr/>
          </p:nvSpPr>
          <p:spPr bwMode="auto">
            <a:xfrm>
              <a:off x="2285" y="3204"/>
              <a:ext cx="1463" cy="360"/>
            </a:xfrm>
            <a:prstGeom prst="rect">
              <a:avLst/>
            </a:prstGeom>
            <a:solidFill>
              <a:srgbClr val="FFFFFF"/>
            </a:solidFill>
            <a:ln w="9525">
              <a:solidFill>
                <a:srgbClr val="000000"/>
              </a:solidFill>
              <a:miter lim="800000"/>
              <a:headEnd/>
              <a:tailEnd/>
            </a:ln>
          </p:spPr>
          <p:txBody>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sz="4000" b="1" dirty="0" smtClean="0">
                  <a:solidFill>
                    <a:srgbClr val="FF0000"/>
                  </a:solidFill>
                  <a:latin typeface="+mn-lt"/>
                </a:rPr>
                <a:t>Text</a:t>
              </a:r>
              <a:endParaRPr lang="en-US" sz="1200" dirty="0">
                <a:latin typeface="Copperplate Gothic Bold" pitchFamily="34" charset="0"/>
              </a:endParaRPr>
            </a:p>
          </p:txBody>
        </p:sp>
        <p:sp>
          <p:nvSpPr>
            <p:cNvPr id="5" name="Line 9"/>
            <p:cNvSpPr>
              <a:spLocks noChangeShapeType="1"/>
            </p:cNvSpPr>
            <p:nvPr/>
          </p:nvSpPr>
          <p:spPr bwMode="auto">
            <a:xfrm>
              <a:off x="3748" y="3564"/>
              <a:ext cx="653" cy="2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p>
          </p:txBody>
        </p:sp>
        <p:sp>
          <p:nvSpPr>
            <p:cNvPr id="6" name="Text Box 10"/>
            <p:cNvSpPr txBox="1">
              <a:spLocks noChangeArrowheads="1"/>
            </p:cNvSpPr>
            <p:nvPr/>
          </p:nvSpPr>
          <p:spPr bwMode="auto">
            <a:xfrm>
              <a:off x="2083" y="5314"/>
              <a:ext cx="1868" cy="360"/>
            </a:xfrm>
            <a:prstGeom prst="rect">
              <a:avLst/>
            </a:prstGeom>
            <a:solidFill>
              <a:srgbClr val="FFFFFF"/>
            </a:solidFill>
            <a:ln w="9525">
              <a:solidFill>
                <a:srgbClr val="000000"/>
              </a:solidFill>
              <a:miter lim="800000"/>
              <a:headEnd/>
              <a:tailEnd/>
            </a:ln>
          </p:spPr>
          <p:txBody>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sz="4000" dirty="0">
                  <a:solidFill>
                    <a:srgbClr val="FF0000"/>
                  </a:solidFill>
                  <a:latin typeface="+mn-lt"/>
                </a:rPr>
                <a:t>AUDIO</a:t>
              </a:r>
            </a:p>
          </p:txBody>
        </p:sp>
        <p:sp>
          <p:nvSpPr>
            <p:cNvPr id="7" name="Text Box 11"/>
            <p:cNvSpPr txBox="1">
              <a:spLocks noChangeArrowheads="1"/>
            </p:cNvSpPr>
            <p:nvPr/>
          </p:nvSpPr>
          <p:spPr bwMode="auto">
            <a:xfrm>
              <a:off x="8181" y="3244"/>
              <a:ext cx="1800" cy="280"/>
            </a:xfrm>
            <a:prstGeom prst="rect">
              <a:avLst/>
            </a:prstGeom>
            <a:solidFill>
              <a:srgbClr val="FFFFFF"/>
            </a:solidFill>
            <a:ln w="9525">
              <a:solidFill>
                <a:srgbClr val="000000"/>
              </a:solidFill>
              <a:miter lim="800000"/>
              <a:headEnd/>
              <a:tailEnd/>
            </a:ln>
          </p:spPr>
          <p:txBody>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sz="2800" b="1" dirty="0" smtClean="0">
                  <a:solidFill>
                    <a:srgbClr val="FF0000"/>
                  </a:solidFill>
                  <a:latin typeface="+mn-lt"/>
                </a:rPr>
                <a:t>GRAPHIC</a:t>
              </a:r>
              <a:endParaRPr lang="en-US" sz="2800" b="1" dirty="0">
                <a:solidFill>
                  <a:srgbClr val="FF0000"/>
                </a:solidFill>
                <a:latin typeface="+mn-lt"/>
              </a:endParaRPr>
            </a:p>
          </p:txBody>
        </p:sp>
        <p:sp>
          <p:nvSpPr>
            <p:cNvPr id="8" name="Line 12"/>
            <p:cNvSpPr>
              <a:spLocks noChangeShapeType="1"/>
            </p:cNvSpPr>
            <p:nvPr/>
          </p:nvSpPr>
          <p:spPr bwMode="auto">
            <a:xfrm flipV="1">
              <a:off x="3951" y="4864"/>
              <a:ext cx="450" cy="4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p>
          </p:txBody>
        </p:sp>
        <p:sp>
          <p:nvSpPr>
            <p:cNvPr id="9" name="Text Box 13"/>
            <p:cNvSpPr txBox="1">
              <a:spLocks noChangeArrowheads="1"/>
            </p:cNvSpPr>
            <p:nvPr/>
          </p:nvSpPr>
          <p:spPr bwMode="auto">
            <a:xfrm>
              <a:off x="8304" y="5134"/>
              <a:ext cx="1800" cy="360"/>
            </a:xfrm>
            <a:prstGeom prst="rect">
              <a:avLst/>
            </a:prstGeom>
            <a:solidFill>
              <a:srgbClr val="FFFFFF"/>
            </a:solidFill>
            <a:ln w="9525">
              <a:solidFill>
                <a:srgbClr val="000000"/>
              </a:solidFill>
              <a:miter lim="800000"/>
              <a:headEnd/>
              <a:tailEnd/>
            </a:ln>
          </p:spPr>
          <p:txBody>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sz="3600" b="1" dirty="0">
                  <a:solidFill>
                    <a:srgbClr val="FF0000"/>
                  </a:solidFill>
                  <a:latin typeface="+mn-lt"/>
                </a:rPr>
                <a:t>VIDEO</a:t>
              </a:r>
            </a:p>
          </p:txBody>
        </p:sp>
        <p:sp>
          <p:nvSpPr>
            <p:cNvPr id="10" name="Text Box 14"/>
            <p:cNvSpPr txBox="1">
              <a:spLocks noChangeArrowheads="1"/>
            </p:cNvSpPr>
            <p:nvPr/>
          </p:nvSpPr>
          <p:spPr bwMode="auto">
            <a:xfrm>
              <a:off x="5121" y="5410"/>
              <a:ext cx="2227" cy="360"/>
            </a:xfrm>
            <a:prstGeom prst="rect">
              <a:avLst/>
            </a:prstGeom>
            <a:solidFill>
              <a:srgbClr val="FFFFFF"/>
            </a:solidFill>
            <a:ln w="9525">
              <a:solidFill>
                <a:srgbClr val="000000"/>
              </a:solidFill>
              <a:miter lim="800000"/>
              <a:headEnd/>
              <a:tailEnd/>
            </a:ln>
          </p:spPr>
          <p:txBody>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sz="2800" b="1" dirty="0">
                  <a:solidFill>
                    <a:srgbClr val="FF0000"/>
                  </a:solidFill>
                  <a:latin typeface="+mn-lt"/>
                </a:rPr>
                <a:t>ANIMATION</a:t>
              </a:r>
            </a:p>
          </p:txBody>
        </p:sp>
        <p:sp>
          <p:nvSpPr>
            <p:cNvPr id="11" name="Line 15"/>
            <p:cNvSpPr>
              <a:spLocks noChangeShapeType="1"/>
            </p:cNvSpPr>
            <p:nvPr/>
          </p:nvSpPr>
          <p:spPr bwMode="auto">
            <a:xfrm flipV="1">
              <a:off x="6201" y="4864"/>
              <a:ext cx="0" cy="54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p>
          </p:txBody>
        </p:sp>
        <p:sp>
          <p:nvSpPr>
            <p:cNvPr id="12" name="Line 16"/>
            <p:cNvSpPr>
              <a:spLocks noChangeShapeType="1"/>
            </p:cNvSpPr>
            <p:nvPr/>
          </p:nvSpPr>
          <p:spPr bwMode="auto">
            <a:xfrm flipH="1" flipV="1">
              <a:off x="7821" y="4864"/>
              <a:ext cx="483" cy="27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p>
          </p:txBody>
        </p:sp>
        <p:sp>
          <p:nvSpPr>
            <p:cNvPr id="13" name="Line 17"/>
            <p:cNvSpPr>
              <a:spLocks noChangeShapeType="1"/>
            </p:cNvSpPr>
            <p:nvPr/>
          </p:nvSpPr>
          <p:spPr bwMode="auto">
            <a:xfrm flipH="1">
              <a:off x="7821" y="3524"/>
              <a:ext cx="360" cy="27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p>
          </p:txBody>
        </p:sp>
      </p:grpSp>
    </p:spTree>
    <p:extLst>
      <p:ext uri="{BB962C8B-B14F-4D97-AF65-F5344CB8AC3E}">
        <p14:creationId xmlns:p14="http://schemas.microsoft.com/office/powerpoint/2010/main" val="1051128844"/>
      </p:ext>
    </p:extLst>
  </p:cSld>
  <p:clrMapOvr>
    <a:masterClrMapping/>
  </p:clrMapOvr>
  <mc:AlternateContent xmlns:mc="http://schemas.openxmlformats.org/markup-compatibility/2006" xmlns:p14="http://schemas.microsoft.com/office/powerpoint/2010/main">
    <mc:Choice Requires="p14">
      <p:transition p14:dur="10" advClick="0" advTm="4000"/>
    </mc:Choice>
    <mc:Fallback xmlns="">
      <p:transition advClick="0" advTm="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01318" y="5827662"/>
            <a:ext cx="2731363" cy="758929"/>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9581" y="3276600"/>
            <a:ext cx="2555363" cy="235508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3" name="Picture 1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76568" y="3307764"/>
            <a:ext cx="3335843" cy="23239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4" name="Picture 1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76163" y="3920382"/>
            <a:ext cx="2931443" cy="2654837"/>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4" name="TextBox 3"/>
          <p:cNvSpPr txBox="1"/>
          <p:nvPr/>
        </p:nvSpPr>
        <p:spPr>
          <a:xfrm>
            <a:off x="838200" y="228600"/>
            <a:ext cx="7595110" cy="2923877"/>
          </a:xfrm>
          <a:prstGeom prst="rect">
            <a:avLst/>
          </a:prstGeom>
          <a:noFill/>
        </p:spPr>
        <p:txBody>
          <a:bodyPr wrap="square" rtlCol="0">
            <a:spAutoFit/>
          </a:bodyPr>
          <a:lstStyle/>
          <a:p>
            <a:pPr algn="ctr"/>
            <a:r>
              <a:rPr lang="en-US" sz="3600" b="1" dirty="0">
                <a:solidFill>
                  <a:srgbClr val="FFFF00"/>
                </a:solidFill>
              </a:rPr>
              <a:t>Use of area</a:t>
            </a:r>
          </a:p>
          <a:p>
            <a:pPr marL="457200" indent="-457200" algn="ctr">
              <a:buFont typeface="Wingdings" pitchFamily="2" charset="2"/>
              <a:buChar char="v"/>
            </a:pPr>
            <a:r>
              <a:rPr lang="en-US" sz="2800" b="1" dirty="0" smtClean="0">
                <a:solidFill>
                  <a:srgbClr val="FFFF00"/>
                </a:solidFill>
              </a:rPr>
              <a:t>Multimedia </a:t>
            </a:r>
            <a:r>
              <a:rPr lang="en-US" sz="2800" b="1" dirty="0">
                <a:solidFill>
                  <a:srgbClr val="FFFF00"/>
                </a:solidFill>
              </a:rPr>
              <a:t>use in Business </a:t>
            </a:r>
          </a:p>
          <a:p>
            <a:r>
              <a:rPr lang="en-US" sz="2400" dirty="0" smtClean="0"/>
              <a:t>Business  </a:t>
            </a:r>
            <a:r>
              <a:rPr lang="en-US" sz="2400" dirty="0"/>
              <a:t>application </a:t>
            </a:r>
            <a:r>
              <a:rPr lang="en-US" sz="2400" dirty="0" smtClean="0"/>
              <a:t> for  multimedia  </a:t>
            </a:r>
            <a:r>
              <a:rPr lang="en-US" sz="2400" dirty="0"/>
              <a:t>include </a:t>
            </a:r>
            <a:r>
              <a:rPr lang="en-US" sz="2400" dirty="0" smtClean="0"/>
              <a:t>presentation, Training</a:t>
            </a:r>
            <a:r>
              <a:rPr lang="en-US" sz="2400" dirty="0"/>
              <a:t>, </a:t>
            </a:r>
            <a:r>
              <a:rPr lang="en-US" sz="2400" dirty="0" smtClean="0"/>
              <a:t> advertisement,  </a:t>
            </a:r>
            <a:r>
              <a:rPr lang="en-US" sz="2400" dirty="0"/>
              <a:t>video, conferencing and etc</a:t>
            </a:r>
            <a:r>
              <a:rPr lang="en-US" sz="2400" dirty="0" smtClean="0"/>
              <a:t>. For example– sells </a:t>
            </a:r>
            <a:r>
              <a:rPr lang="en-US" sz="2400" dirty="0"/>
              <a:t>person can learn </a:t>
            </a:r>
            <a:r>
              <a:rPr lang="en-US" sz="2400" dirty="0" smtClean="0"/>
              <a:t>and Provide </a:t>
            </a:r>
            <a:r>
              <a:rPr lang="en-US" sz="2400" dirty="0"/>
              <a:t>poster with the help of multimedia</a:t>
            </a:r>
            <a:r>
              <a:rPr lang="en-US" sz="2400" dirty="0" smtClean="0"/>
              <a:t>.</a:t>
            </a:r>
          </a:p>
          <a:p>
            <a:r>
              <a:rPr lang="en-US" sz="2400" dirty="0" smtClean="0"/>
              <a:t>Image for example-</a:t>
            </a:r>
            <a:endParaRPr lang="en-US" sz="2400" dirty="0"/>
          </a:p>
        </p:txBody>
      </p:sp>
      <p:pic>
        <p:nvPicPr>
          <p:cNvPr id="2" name="sl4.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98995" y="228600"/>
            <a:ext cx="609600" cy="609600"/>
          </a:xfrm>
          <a:prstGeom prst="rect">
            <a:avLst/>
          </a:prstGeom>
        </p:spPr>
      </p:pic>
    </p:spTree>
    <p:extLst>
      <p:ext uri="{BB962C8B-B14F-4D97-AF65-F5344CB8AC3E}">
        <p14:creationId xmlns:p14="http://schemas.microsoft.com/office/powerpoint/2010/main" val="1107964695"/>
      </p:ext>
    </p:extLst>
  </p:cSld>
  <p:clrMapOvr>
    <a:masterClrMapping/>
  </p:clrMapOvr>
  <mc:AlternateContent xmlns:mc="http://schemas.openxmlformats.org/markup-compatibility/2006" xmlns:p14="http://schemas.microsoft.com/office/powerpoint/2010/main">
    <mc:Choice Requires="p14">
      <p:transition p14:dur="10" advClick="0" advTm="30000"/>
    </mc:Choice>
    <mc:Fallback xmlns="">
      <p:transition advClick="0" advTm="3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249" fill="hold"/>
                                        <p:tgtEl>
                                          <p:spTgt spid="2"/>
                                        </p:tgtEl>
                                      </p:cBhvr>
                                    </p:cmd>
                                  </p:childTnLst>
                                </p:cTn>
                              </p:par>
                              <p:par>
                                <p:cTn id="7" presetID="22" presetClass="entr" presetSubtype="8" fill="hold" grpId="0" nodeType="withEffect">
                                  <p:stCondLst>
                                    <p:cond delay="400"/>
                                  </p:stCondLst>
                                  <p:iterate type="lt">
                                    <p:tmPct val="10000"/>
                                  </p:iterate>
                                  <p:childTnLst>
                                    <p:set>
                                      <p:cBhvr>
                                        <p:cTn id="8" dur="1" fill="hold">
                                          <p:stCondLst>
                                            <p:cond delay="0"/>
                                          </p:stCondLst>
                                        </p:cTn>
                                        <p:tgtEl>
                                          <p:spTgt spid="4"/>
                                        </p:tgtEl>
                                        <p:attrNameLst>
                                          <p:attrName>style.visibility</p:attrName>
                                        </p:attrNameLst>
                                      </p:cBhvr>
                                      <p:to>
                                        <p:strVal val="visible"/>
                                      </p:to>
                                    </p:set>
                                    <p:animEffect transition="in" filter="wipe(left)">
                                      <p:cBhvr>
                                        <p:cTn id="9" dur="1000"/>
                                        <p:tgtEl>
                                          <p:spTgt spid="4"/>
                                        </p:tgtEl>
                                      </p:cBhvr>
                                    </p:animEffect>
                                  </p:childTnLst>
                                </p:cTn>
                              </p:par>
                            </p:childTnLst>
                          </p:cTn>
                        </p:par>
                        <p:par>
                          <p:cTn id="10" fill="hold">
                            <p:stCondLst>
                              <p:cond delay="23100"/>
                            </p:stCondLst>
                            <p:childTnLst>
                              <p:par>
                                <p:cTn id="11" presetID="21" presetClass="entr" presetSubtype="1"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heel(1)">
                                      <p:cBhvr>
                                        <p:cTn id="13" dur="1300"/>
                                        <p:tgtEl>
                                          <p:spTgt spid="12"/>
                                        </p:tgtEl>
                                      </p:cBhvr>
                                    </p:animEffect>
                                  </p:childTnLst>
                                </p:cTn>
                              </p:par>
                            </p:childTnLst>
                          </p:cTn>
                        </p:par>
                        <p:par>
                          <p:cTn id="14" fill="hold">
                            <p:stCondLst>
                              <p:cond delay="24400"/>
                            </p:stCondLst>
                            <p:childTnLst>
                              <p:par>
                                <p:cTn id="15" presetID="53" presetClass="entr" presetSubtype="16" fill="hold" nodeType="after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750" fill="hold"/>
                                        <p:tgtEl>
                                          <p:spTgt spid="13"/>
                                        </p:tgtEl>
                                        <p:attrNameLst>
                                          <p:attrName>ppt_w</p:attrName>
                                        </p:attrNameLst>
                                      </p:cBhvr>
                                      <p:tavLst>
                                        <p:tav tm="0">
                                          <p:val>
                                            <p:fltVal val="0"/>
                                          </p:val>
                                        </p:tav>
                                        <p:tav tm="100000">
                                          <p:val>
                                            <p:strVal val="#ppt_w"/>
                                          </p:val>
                                        </p:tav>
                                      </p:tavLst>
                                    </p:anim>
                                    <p:anim calcmode="lin" valueType="num">
                                      <p:cBhvr>
                                        <p:cTn id="18" dur="750" fill="hold"/>
                                        <p:tgtEl>
                                          <p:spTgt spid="13"/>
                                        </p:tgtEl>
                                        <p:attrNameLst>
                                          <p:attrName>ppt_h</p:attrName>
                                        </p:attrNameLst>
                                      </p:cBhvr>
                                      <p:tavLst>
                                        <p:tav tm="0">
                                          <p:val>
                                            <p:fltVal val="0"/>
                                          </p:val>
                                        </p:tav>
                                        <p:tav tm="100000">
                                          <p:val>
                                            <p:strVal val="#ppt_h"/>
                                          </p:val>
                                        </p:tav>
                                      </p:tavLst>
                                    </p:anim>
                                    <p:animEffect transition="in" filter="fade">
                                      <p:cBhvr>
                                        <p:cTn id="19" dur="750"/>
                                        <p:tgtEl>
                                          <p:spTgt spid="13"/>
                                        </p:tgtEl>
                                      </p:cBhvr>
                                    </p:animEffect>
                                  </p:childTnLst>
                                </p:cTn>
                              </p:par>
                            </p:childTnLst>
                          </p:cTn>
                        </p:par>
                        <p:par>
                          <p:cTn id="20" fill="hold">
                            <p:stCondLst>
                              <p:cond delay="25150"/>
                            </p:stCondLst>
                            <p:childTnLst>
                              <p:par>
                                <p:cTn id="21" presetID="14" presetClass="entr" presetSubtype="10" fill="hold"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randombar(horizontal)">
                                      <p:cBhvr>
                                        <p:cTn id="23" dur="500"/>
                                        <p:tgtEl>
                                          <p:spTgt spid="14"/>
                                        </p:tgtEl>
                                      </p:cBhvr>
                                    </p:animEffect>
                                  </p:childTnLst>
                                </p:cTn>
                              </p:par>
                            </p:childTnLst>
                          </p:cTn>
                        </p:par>
                        <p:par>
                          <p:cTn id="24" fill="hold">
                            <p:stCondLst>
                              <p:cond delay="25650"/>
                            </p:stCondLst>
                            <p:childTnLst>
                              <p:par>
                                <p:cTn id="25" presetID="31" presetClass="entr" presetSubtype="0" fill="hold" nodeType="after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2300" fill="hold"/>
                                        <p:tgtEl>
                                          <p:spTgt spid="8"/>
                                        </p:tgtEl>
                                        <p:attrNameLst>
                                          <p:attrName>ppt_w</p:attrName>
                                        </p:attrNameLst>
                                      </p:cBhvr>
                                      <p:tavLst>
                                        <p:tav tm="0">
                                          <p:val>
                                            <p:fltVal val="0"/>
                                          </p:val>
                                        </p:tav>
                                        <p:tav tm="100000">
                                          <p:val>
                                            <p:strVal val="#ppt_w"/>
                                          </p:val>
                                        </p:tav>
                                      </p:tavLst>
                                    </p:anim>
                                    <p:anim calcmode="lin" valueType="num">
                                      <p:cBhvr>
                                        <p:cTn id="28" dur="2300" fill="hold"/>
                                        <p:tgtEl>
                                          <p:spTgt spid="8"/>
                                        </p:tgtEl>
                                        <p:attrNameLst>
                                          <p:attrName>ppt_h</p:attrName>
                                        </p:attrNameLst>
                                      </p:cBhvr>
                                      <p:tavLst>
                                        <p:tav tm="0">
                                          <p:val>
                                            <p:fltVal val="0"/>
                                          </p:val>
                                        </p:tav>
                                        <p:tav tm="100000">
                                          <p:val>
                                            <p:strVal val="#ppt_h"/>
                                          </p:val>
                                        </p:tav>
                                      </p:tavLst>
                                    </p:anim>
                                    <p:anim calcmode="lin" valueType="num">
                                      <p:cBhvr>
                                        <p:cTn id="29" dur="2300" fill="hold"/>
                                        <p:tgtEl>
                                          <p:spTgt spid="8"/>
                                        </p:tgtEl>
                                        <p:attrNameLst>
                                          <p:attrName>style.rotation</p:attrName>
                                        </p:attrNameLst>
                                      </p:cBhvr>
                                      <p:tavLst>
                                        <p:tav tm="0">
                                          <p:val>
                                            <p:fltVal val="90"/>
                                          </p:val>
                                        </p:tav>
                                        <p:tav tm="100000">
                                          <p:val>
                                            <p:fltVal val="0"/>
                                          </p:val>
                                        </p:tav>
                                      </p:tavLst>
                                    </p:anim>
                                    <p:animEffect transition="in" filter="fade">
                                      <p:cBhvr>
                                        <p:cTn id="30" dur="2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31" fill="hold" display="0">
                  <p:stCondLst>
                    <p:cond delay="indefinite"/>
                  </p:stCondLst>
                  <p:endCondLst>
                    <p:cond evt="onStopAudio" delay="0">
                      <p:tgtEl>
                        <p:sldTgt/>
                      </p:tgtEl>
                    </p:cond>
                  </p:endCondLst>
                </p:cTn>
                <p:tgtEl>
                  <p:spTgt spid="2"/>
                </p:tgtEl>
              </p:cMediaNode>
            </p:audio>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p:cNvSpPr txBox="1"/>
          <p:nvPr/>
        </p:nvSpPr>
        <p:spPr>
          <a:xfrm>
            <a:off x="609600" y="457201"/>
            <a:ext cx="7924800" cy="2800767"/>
          </a:xfrm>
          <a:prstGeom prst="rect">
            <a:avLst/>
          </a:prstGeom>
          <a:noFill/>
        </p:spPr>
        <p:txBody>
          <a:bodyPr wrap="square" rtlCol="0">
            <a:spAutoFit/>
          </a:bodyPr>
          <a:lstStyle/>
          <a:p>
            <a:pPr marL="342900" indent="-342900" algn="ctr">
              <a:buFont typeface="Wingdings" pitchFamily="2" charset="2"/>
              <a:buChar char="v"/>
            </a:pPr>
            <a:r>
              <a:rPr lang="en-US" sz="2400" b="1" dirty="0" smtClean="0">
                <a:solidFill>
                  <a:srgbClr val="FFFF00"/>
                </a:solidFill>
              </a:rPr>
              <a:t>  </a:t>
            </a:r>
            <a:r>
              <a:rPr lang="en-US" sz="3200" b="1" dirty="0">
                <a:solidFill>
                  <a:srgbClr val="FFFF00"/>
                </a:solidFill>
              </a:rPr>
              <a:t>Multimedia use in  </a:t>
            </a:r>
            <a:r>
              <a:rPr lang="en-US" sz="3200" b="1" dirty="0" smtClean="0">
                <a:solidFill>
                  <a:srgbClr val="FFFF00"/>
                </a:solidFill>
              </a:rPr>
              <a:t>education</a:t>
            </a:r>
          </a:p>
          <a:p>
            <a:pPr lvl="1"/>
            <a:r>
              <a:rPr lang="en-US" sz="2400" dirty="0" smtClean="0"/>
              <a:t>Multimedia is better form of teaching school and</a:t>
            </a:r>
          </a:p>
          <a:p>
            <a:pPr lvl="1"/>
            <a:r>
              <a:rPr lang="en-US" sz="2400" dirty="0"/>
              <a:t>college . Multimedia presentations are grate way to introduce new concepts or explain  </a:t>
            </a:r>
            <a:r>
              <a:rPr lang="en-US" sz="2400" dirty="0" smtClean="0"/>
              <a:t>a      </a:t>
            </a:r>
            <a:r>
              <a:rPr lang="en-US" sz="2400" dirty="0"/>
              <a:t>new technology. For example -  an electronic game which plays </a:t>
            </a:r>
            <a:r>
              <a:rPr lang="en-US" sz="2400" dirty="0" smtClean="0"/>
              <a:t>various </a:t>
            </a:r>
            <a:r>
              <a:rPr lang="en-US" sz="2400" dirty="0"/>
              <a:t>poems  for bits , smart classes</a:t>
            </a:r>
            <a:r>
              <a:rPr lang="en-US" sz="2400" dirty="0" smtClean="0"/>
              <a:t>.</a:t>
            </a:r>
          </a:p>
          <a:p>
            <a:pPr lvl="1"/>
            <a:r>
              <a:rPr lang="en-US" sz="2400" dirty="0" smtClean="0"/>
              <a:t>example-</a:t>
            </a:r>
            <a:endParaRPr lang="en-US" dirty="0"/>
          </a:p>
        </p:txBody>
      </p:sp>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8601" y="3429000"/>
            <a:ext cx="3429000" cy="3200400"/>
          </a:xfrm>
          <a:prstGeom prst="rect">
            <a:avLst/>
          </a:prstGeom>
          <a:ln>
            <a:noFill/>
          </a:ln>
          <a:effectLst>
            <a:softEdge rad="112500"/>
          </a:effectLst>
        </p:spPr>
      </p:pic>
      <p:pic>
        <p:nvPicPr>
          <p:cNvPr id="3" name="sl 5.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 y="76200"/>
            <a:ext cx="609600" cy="609600"/>
          </a:xfrm>
          <a:prstGeom prst="rect">
            <a:avLst/>
          </a:prstGeom>
        </p:spPr>
      </p:pic>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48400" y="4135698"/>
            <a:ext cx="2780280" cy="2520998"/>
          </a:xfrm>
          <a:prstGeom prst="rect">
            <a:avLst/>
          </a:prstGeom>
          <a:ln>
            <a:noFill/>
          </a:ln>
          <a:effectLst>
            <a:softEdge rad="112500"/>
          </a:effectLst>
        </p:spPr>
      </p:pic>
      <p:pic>
        <p:nvPicPr>
          <p:cNvPr id="5" name="Picture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581400" y="4135698"/>
            <a:ext cx="2790826" cy="2505076"/>
          </a:xfrm>
          <a:prstGeom prst="rect">
            <a:avLst/>
          </a:prstGeom>
          <a:ln>
            <a:noFill/>
          </a:ln>
          <a:effectLst>
            <a:softEdge rad="112500"/>
          </a:effectLst>
        </p:spPr>
      </p:pic>
    </p:spTree>
    <p:extLst>
      <p:ext uri="{BB962C8B-B14F-4D97-AF65-F5344CB8AC3E}">
        <p14:creationId xmlns:p14="http://schemas.microsoft.com/office/powerpoint/2010/main" val="1809800755"/>
      </p:ext>
    </p:extLst>
  </p:cSld>
  <p:clrMapOvr>
    <a:masterClrMapping/>
  </p:clrMapOvr>
  <mc:AlternateContent xmlns:mc="http://schemas.openxmlformats.org/markup-compatibility/2006" xmlns:p14="http://schemas.microsoft.com/office/powerpoint/2010/main">
    <mc:Choice Requires="p14">
      <p:transition spd="slow" p14:dur="2000" advClick="0" advTm="33000"/>
    </mc:Choice>
    <mc:Fallback xmlns="">
      <p:transition spd="slow" advClick="0" advTm="3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6449" fill="hold"/>
                                        <p:tgtEl>
                                          <p:spTgt spid="3"/>
                                        </p:tgtEl>
                                      </p:cBhvr>
                                    </p:cmd>
                                  </p:childTnLst>
                                </p:cTn>
                              </p:par>
                              <p:par>
                                <p:cTn id="7" presetID="22" presetClass="entr" presetSubtype="8" fill="hold" grpId="0" nodeType="withEffect">
                                  <p:stCondLst>
                                    <p:cond delay="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wipe(left)">
                                      <p:cBhvr>
                                        <p:cTn id="9" dur="1000"/>
                                        <p:tgtEl>
                                          <p:spTgt spid="2"/>
                                        </p:tgtEl>
                                      </p:cBhvr>
                                    </p:animEffect>
                                  </p:childTnLst>
                                </p:cTn>
                              </p:par>
                            </p:childTnLst>
                          </p:cTn>
                        </p:par>
                        <p:par>
                          <p:cTn id="10" fill="hold">
                            <p:stCondLst>
                              <p:cond delay="26449"/>
                            </p:stCondLst>
                            <p:childTnLst>
                              <p:par>
                                <p:cTn id="11" presetID="4" presetClass="entr" presetSubtype="32" fill="hold"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ox(out)">
                                      <p:cBhvr>
                                        <p:cTn id="13" dur="2000"/>
                                        <p:tgtEl>
                                          <p:spTgt spid="10"/>
                                        </p:tgtEl>
                                      </p:cBhvr>
                                    </p:animEffect>
                                  </p:childTnLst>
                                </p:cTn>
                              </p:par>
                            </p:childTnLst>
                          </p:cTn>
                        </p:par>
                        <p:par>
                          <p:cTn id="14" fill="hold">
                            <p:stCondLst>
                              <p:cond delay="28449"/>
                            </p:stCondLst>
                            <p:childTnLst>
                              <p:par>
                                <p:cTn id="15" presetID="53" presetClass="entr" presetSubtype="528"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1000" fill="hold"/>
                                        <p:tgtEl>
                                          <p:spTgt spid="5"/>
                                        </p:tgtEl>
                                        <p:attrNameLst>
                                          <p:attrName>ppt_w</p:attrName>
                                        </p:attrNameLst>
                                      </p:cBhvr>
                                      <p:tavLst>
                                        <p:tav tm="0">
                                          <p:val>
                                            <p:fltVal val="0"/>
                                          </p:val>
                                        </p:tav>
                                        <p:tav tm="100000">
                                          <p:val>
                                            <p:strVal val="#ppt_w"/>
                                          </p:val>
                                        </p:tav>
                                      </p:tavLst>
                                    </p:anim>
                                    <p:anim calcmode="lin" valueType="num">
                                      <p:cBhvr>
                                        <p:cTn id="18" dur="1000" fill="hold"/>
                                        <p:tgtEl>
                                          <p:spTgt spid="5"/>
                                        </p:tgtEl>
                                        <p:attrNameLst>
                                          <p:attrName>ppt_h</p:attrName>
                                        </p:attrNameLst>
                                      </p:cBhvr>
                                      <p:tavLst>
                                        <p:tav tm="0">
                                          <p:val>
                                            <p:fltVal val="0"/>
                                          </p:val>
                                        </p:tav>
                                        <p:tav tm="100000">
                                          <p:val>
                                            <p:strVal val="#ppt_h"/>
                                          </p:val>
                                        </p:tav>
                                      </p:tavLst>
                                    </p:anim>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fltVal val="0.5"/>
                                          </p:val>
                                        </p:tav>
                                        <p:tav tm="100000">
                                          <p:val>
                                            <p:strVal val="#ppt_x"/>
                                          </p:val>
                                        </p:tav>
                                      </p:tavLst>
                                    </p:anim>
                                    <p:anim calcmode="lin" valueType="num">
                                      <p:cBhvr>
                                        <p:cTn id="21" dur="1000" fill="hold"/>
                                        <p:tgtEl>
                                          <p:spTgt spid="5"/>
                                        </p:tgtEl>
                                        <p:attrNameLst>
                                          <p:attrName>ppt_y</p:attrName>
                                        </p:attrNameLst>
                                      </p:cBhvr>
                                      <p:tavLst>
                                        <p:tav tm="0">
                                          <p:val>
                                            <p:fltVal val="0.5"/>
                                          </p:val>
                                        </p:tav>
                                        <p:tav tm="100000">
                                          <p:val>
                                            <p:strVal val="#ppt_y"/>
                                          </p:val>
                                        </p:tav>
                                      </p:tavLst>
                                    </p:anim>
                                  </p:childTnLst>
                                </p:cTn>
                              </p:par>
                            </p:childTnLst>
                          </p:cTn>
                        </p:par>
                        <p:par>
                          <p:cTn id="22" fill="hold">
                            <p:stCondLst>
                              <p:cond delay="29449"/>
                            </p:stCondLst>
                            <p:childTnLst>
                              <p:par>
                                <p:cTn id="23" presetID="53" presetClass="entr" presetSubtype="528" fill="hold" nodeType="after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1000" fill="hold"/>
                                        <p:tgtEl>
                                          <p:spTgt spid="4"/>
                                        </p:tgtEl>
                                        <p:attrNameLst>
                                          <p:attrName>ppt_w</p:attrName>
                                        </p:attrNameLst>
                                      </p:cBhvr>
                                      <p:tavLst>
                                        <p:tav tm="0">
                                          <p:val>
                                            <p:fltVal val="0"/>
                                          </p:val>
                                        </p:tav>
                                        <p:tav tm="100000">
                                          <p:val>
                                            <p:strVal val="#ppt_w"/>
                                          </p:val>
                                        </p:tav>
                                      </p:tavLst>
                                    </p:anim>
                                    <p:anim calcmode="lin" valueType="num">
                                      <p:cBhvr>
                                        <p:cTn id="26" dur="1000" fill="hold"/>
                                        <p:tgtEl>
                                          <p:spTgt spid="4"/>
                                        </p:tgtEl>
                                        <p:attrNameLst>
                                          <p:attrName>ppt_h</p:attrName>
                                        </p:attrNameLst>
                                      </p:cBhvr>
                                      <p:tavLst>
                                        <p:tav tm="0">
                                          <p:val>
                                            <p:fltVal val="0"/>
                                          </p:val>
                                        </p:tav>
                                        <p:tav tm="100000">
                                          <p:val>
                                            <p:strVal val="#ppt_h"/>
                                          </p:val>
                                        </p:tav>
                                      </p:tavLst>
                                    </p:anim>
                                    <p:animEffect transition="in" filter="fade">
                                      <p:cBhvr>
                                        <p:cTn id="27" dur="1000"/>
                                        <p:tgtEl>
                                          <p:spTgt spid="4"/>
                                        </p:tgtEl>
                                      </p:cBhvr>
                                    </p:animEffect>
                                    <p:anim calcmode="lin" valueType="num">
                                      <p:cBhvr>
                                        <p:cTn id="28" dur="1000" fill="hold"/>
                                        <p:tgtEl>
                                          <p:spTgt spid="4"/>
                                        </p:tgtEl>
                                        <p:attrNameLst>
                                          <p:attrName>ppt_x</p:attrName>
                                        </p:attrNameLst>
                                      </p:cBhvr>
                                      <p:tavLst>
                                        <p:tav tm="0">
                                          <p:val>
                                            <p:fltVal val="0.5"/>
                                          </p:val>
                                        </p:tav>
                                        <p:tav tm="100000">
                                          <p:val>
                                            <p:strVal val="#ppt_x"/>
                                          </p:val>
                                        </p:tav>
                                      </p:tavLst>
                                    </p:anim>
                                    <p:anim calcmode="lin" valueType="num">
                                      <p:cBhvr>
                                        <p:cTn id="29" dur="1000" fill="hold"/>
                                        <p:tgtEl>
                                          <p:spTgt spid="4"/>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30" fill="hold" display="0">
                  <p:stCondLst>
                    <p:cond delay="indefinite"/>
                  </p:stCondLst>
                  <p:endCondLst>
                    <p:cond evt="onStopAudio" delay="0">
                      <p:tgtEl>
                        <p:sldTgt/>
                      </p:tgtEl>
                    </p:cond>
                  </p:endCondLst>
                </p:cTn>
                <p:tgtEl>
                  <p:spTgt spid="3"/>
                </p:tgtEl>
              </p:cMediaNode>
            </p:audio>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669878" y="366215"/>
            <a:ext cx="5502322" cy="6124754"/>
          </a:xfrm>
          <a:prstGeom prst="rect">
            <a:avLst/>
          </a:prstGeom>
          <a:noFill/>
        </p:spPr>
        <p:txBody>
          <a:bodyPr wrap="square" rtlCol="0">
            <a:spAutoFit/>
          </a:bodyPr>
          <a:lstStyle/>
          <a:p>
            <a:pPr marL="457200" indent="-457200" algn="ctr">
              <a:buFont typeface="Wingdings" pitchFamily="2" charset="2"/>
              <a:buChar char="v"/>
            </a:pPr>
            <a:r>
              <a:rPr lang="en-US" sz="3200" b="1" dirty="0" smtClean="0">
                <a:solidFill>
                  <a:srgbClr val="FFFF00"/>
                </a:solidFill>
              </a:rPr>
              <a:t>Multimedia </a:t>
            </a:r>
            <a:r>
              <a:rPr lang="en-US" sz="3200" b="1" dirty="0">
                <a:solidFill>
                  <a:srgbClr val="FFFF00"/>
                </a:solidFill>
              </a:rPr>
              <a:t>use at </a:t>
            </a:r>
            <a:r>
              <a:rPr lang="en-US" sz="3200" b="1" dirty="0" smtClean="0">
                <a:solidFill>
                  <a:srgbClr val="FFFF00"/>
                </a:solidFill>
              </a:rPr>
              <a:t>Home </a:t>
            </a:r>
            <a:endParaRPr lang="en-US" sz="2800" dirty="0">
              <a:solidFill>
                <a:srgbClr val="FFFF00"/>
              </a:solidFill>
            </a:endParaRPr>
          </a:p>
          <a:p>
            <a:r>
              <a:rPr lang="en-US" sz="2400" dirty="0" smtClean="0"/>
              <a:t>From </a:t>
            </a:r>
            <a:r>
              <a:rPr lang="en-US" sz="2400" dirty="0"/>
              <a:t>gardening, cooking, home design, remodeling, and repair to genealogy  software, multimedia has entered the home</a:t>
            </a:r>
            <a:r>
              <a:rPr lang="en-US" sz="2400" dirty="0" smtClean="0"/>
              <a:t>. Today</a:t>
            </a:r>
            <a:r>
              <a:rPr lang="en-US" sz="2400" dirty="0"/>
              <a:t>, home consumers of multimedia own either a computer </a:t>
            </a:r>
            <a:r>
              <a:rPr lang="en-US" sz="2400" dirty="0" smtClean="0"/>
              <a:t>with an </a:t>
            </a:r>
            <a:r>
              <a:rPr lang="en-US" sz="2400" dirty="0"/>
              <a:t>attached CD-ROM or DVD drive </a:t>
            </a:r>
            <a:r>
              <a:rPr lang="en-US" sz="2400" dirty="0" smtClean="0"/>
              <a:t>or a set-top </a:t>
            </a:r>
            <a:r>
              <a:rPr lang="en-US" sz="2400" dirty="0"/>
              <a:t>player that hooks </a:t>
            </a:r>
            <a:r>
              <a:rPr lang="en-US" sz="2400" dirty="0" smtClean="0"/>
              <a:t>up to </a:t>
            </a:r>
            <a:r>
              <a:rPr lang="en-US" sz="2400" dirty="0"/>
              <a:t>the </a:t>
            </a:r>
            <a:r>
              <a:rPr lang="en-US" sz="2400" dirty="0" smtClean="0"/>
              <a:t>television, such </a:t>
            </a:r>
            <a:r>
              <a:rPr lang="en-US" sz="2400" dirty="0"/>
              <a:t>as a Nintendo Wii, X-box, or Sony </a:t>
            </a:r>
            <a:r>
              <a:rPr lang="en-US" sz="2400" dirty="0" smtClean="0"/>
              <a:t>PlayStation machine. There </a:t>
            </a:r>
            <a:r>
              <a:rPr lang="en-US" sz="2400" dirty="0"/>
              <a:t>is increasing convergence</a:t>
            </a:r>
            <a:r>
              <a:rPr lang="en-US" sz="2400" b="1" dirty="0"/>
              <a:t> </a:t>
            </a:r>
            <a:r>
              <a:rPr lang="en-US" sz="2400" dirty="0"/>
              <a:t>or melding </a:t>
            </a:r>
            <a:r>
              <a:rPr lang="en-US" sz="2400" dirty="0" smtClean="0"/>
              <a:t>of computer based multimedia </a:t>
            </a:r>
            <a:r>
              <a:rPr lang="en-US" sz="2400" dirty="0"/>
              <a:t>with entertainment and games-based media </a:t>
            </a:r>
            <a:r>
              <a:rPr lang="en-US" sz="2400" dirty="0" smtClean="0"/>
              <a:t>traditionally described </a:t>
            </a:r>
            <a:r>
              <a:rPr lang="en-US" sz="2400" dirty="0"/>
              <a:t>as “shoot-</a:t>
            </a:r>
            <a:r>
              <a:rPr lang="en-US" sz="2400" dirty="0" err="1"/>
              <a:t>em</a:t>
            </a:r>
            <a:r>
              <a:rPr lang="en-US" sz="2400" dirty="0"/>
              <a:t>-up</a:t>
            </a:r>
            <a:r>
              <a:rPr lang="en-US" sz="2400" dirty="0" smtClean="0"/>
              <a:t>.”</a:t>
            </a:r>
            <a:endParaRPr lang="en-US" sz="2400" dirty="0"/>
          </a:p>
        </p:txBody>
      </p:sp>
      <p:pic>
        <p:nvPicPr>
          <p:cNvPr id="3" name="sl 6(mp3).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76200" y="76200"/>
            <a:ext cx="609600" cy="609600"/>
          </a:xfrm>
          <a:prstGeom prst="rect">
            <a:avLst/>
          </a:prstGeom>
        </p:spPr>
      </p:pic>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48400" y="772885"/>
            <a:ext cx="2743200" cy="2811925"/>
          </a:xfrm>
          <a:prstGeom prst="rect">
            <a:avLst/>
          </a:prstGeom>
          <a:ln>
            <a:noFill/>
          </a:ln>
          <a:effectLst>
            <a:softEdge rad="112500"/>
          </a:effectLst>
        </p:spPr>
      </p:pic>
      <p:pic>
        <p:nvPicPr>
          <p:cNvPr id="5" name="Pictur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72200" y="3885342"/>
            <a:ext cx="2819400" cy="2605626"/>
          </a:xfrm>
          <a:prstGeom prst="rect">
            <a:avLst/>
          </a:prstGeom>
          <a:ln>
            <a:noFill/>
          </a:ln>
          <a:effectLst>
            <a:softEdge rad="112500"/>
          </a:effectLst>
        </p:spPr>
      </p:pic>
    </p:spTree>
    <p:extLst>
      <p:ext uri="{BB962C8B-B14F-4D97-AF65-F5344CB8AC3E}">
        <p14:creationId xmlns:p14="http://schemas.microsoft.com/office/powerpoint/2010/main" val="634794656"/>
      </p:ext>
    </p:extLst>
  </p:cSld>
  <p:clrMapOvr>
    <a:masterClrMapping/>
  </p:clrMapOvr>
  <mc:AlternateContent xmlns:mc="http://schemas.openxmlformats.org/markup-compatibility/2006" xmlns:p14="http://schemas.microsoft.com/office/powerpoint/2010/main">
    <mc:Choice Requires="p14">
      <p:transition spd="slow" p14:dur="2000" advClick="0" advTm="47000"/>
    </mc:Choice>
    <mc:Fallback xmlns="">
      <p:transition spd="slow" advClick="0" advTm="47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345" fill="hold"/>
                                        <p:tgtEl>
                                          <p:spTgt spid="3"/>
                                        </p:tgtEl>
                                      </p:cBhvr>
                                    </p:cmd>
                                  </p:childTnLst>
                                </p:cTn>
                              </p:par>
                              <p:par>
                                <p:cTn id="7" presetID="22" presetClass="entr" presetSubtype="8" fill="hold" grpId="0" nodeType="withEffect">
                                  <p:stCondLst>
                                    <p:cond delay="0"/>
                                  </p:stCondLst>
                                  <p:iterate type="lt">
                                    <p:tmPct val="10000"/>
                                  </p:iterate>
                                  <p:childTnLst>
                                    <p:set>
                                      <p:cBhvr>
                                        <p:cTn id="8" dur="1" fill="hold">
                                          <p:stCondLst>
                                            <p:cond delay="0"/>
                                          </p:stCondLst>
                                        </p:cTn>
                                        <p:tgtEl>
                                          <p:spTgt spid="4"/>
                                        </p:tgtEl>
                                        <p:attrNameLst>
                                          <p:attrName>style.visibility</p:attrName>
                                        </p:attrNameLst>
                                      </p:cBhvr>
                                      <p:to>
                                        <p:strVal val="visible"/>
                                      </p:to>
                                    </p:set>
                                    <p:animEffect transition="in" filter="wipe(left)">
                                      <p:cBhvr>
                                        <p:cTn id="9" dur="1000"/>
                                        <p:tgtEl>
                                          <p:spTgt spid="4"/>
                                        </p:tgtEl>
                                      </p:cBhvr>
                                    </p:animEffect>
                                  </p:childTnLst>
                                </p:cTn>
                              </p:par>
                            </p:childTnLst>
                          </p:cTn>
                        </p:par>
                        <p:par>
                          <p:cTn id="10" fill="hold">
                            <p:stCondLst>
                              <p:cond delay="43700"/>
                            </p:stCondLst>
                            <p:childTnLst>
                              <p:par>
                                <p:cTn id="11" presetID="53" presetClass="entr" presetSubtype="16"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1000" fill="hold"/>
                                        <p:tgtEl>
                                          <p:spTgt spid="2"/>
                                        </p:tgtEl>
                                        <p:attrNameLst>
                                          <p:attrName>ppt_w</p:attrName>
                                        </p:attrNameLst>
                                      </p:cBhvr>
                                      <p:tavLst>
                                        <p:tav tm="0">
                                          <p:val>
                                            <p:fltVal val="0"/>
                                          </p:val>
                                        </p:tav>
                                        <p:tav tm="100000">
                                          <p:val>
                                            <p:strVal val="#ppt_w"/>
                                          </p:val>
                                        </p:tav>
                                      </p:tavLst>
                                    </p:anim>
                                    <p:anim calcmode="lin" valueType="num">
                                      <p:cBhvr>
                                        <p:cTn id="14" dur="1000" fill="hold"/>
                                        <p:tgtEl>
                                          <p:spTgt spid="2"/>
                                        </p:tgtEl>
                                        <p:attrNameLst>
                                          <p:attrName>ppt_h</p:attrName>
                                        </p:attrNameLst>
                                      </p:cBhvr>
                                      <p:tavLst>
                                        <p:tav tm="0">
                                          <p:val>
                                            <p:fltVal val="0"/>
                                          </p:val>
                                        </p:tav>
                                        <p:tav tm="100000">
                                          <p:val>
                                            <p:strVal val="#ppt_h"/>
                                          </p:val>
                                        </p:tav>
                                      </p:tavLst>
                                    </p:anim>
                                    <p:animEffect transition="in" filter="fade">
                                      <p:cBhvr>
                                        <p:cTn id="15" dur="1000"/>
                                        <p:tgtEl>
                                          <p:spTgt spid="2"/>
                                        </p:tgtEl>
                                      </p:cBhvr>
                                    </p:animEffect>
                                  </p:childTnLst>
                                </p:cTn>
                              </p:par>
                              <p:par>
                                <p:cTn id="16" presetID="53" presetClass="entr" presetSubtype="16"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1000" fill="hold"/>
                                        <p:tgtEl>
                                          <p:spTgt spid="5"/>
                                        </p:tgtEl>
                                        <p:attrNameLst>
                                          <p:attrName>ppt_w</p:attrName>
                                        </p:attrNameLst>
                                      </p:cBhvr>
                                      <p:tavLst>
                                        <p:tav tm="0">
                                          <p:val>
                                            <p:fltVal val="0"/>
                                          </p:val>
                                        </p:tav>
                                        <p:tav tm="100000">
                                          <p:val>
                                            <p:strVal val="#ppt_w"/>
                                          </p:val>
                                        </p:tav>
                                      </p:tavLst>
                                    </p:anim>
                                    <p:anim calcmode="lin" valueType="num">
                                      <p:cBhvr>
                                        <p:cTn id="19" dur="1000" fill="hold"/>
                                        <p:tgtEl>
                                          <p:spTgt spid="5"/>
                                        </p:tgtEl>
                                        <p:attrNameLst>
                                          <p:attrName>ppt_h</p:attrName>
                                        </p:attrNameLst>
                                      </p:cBhvr>
                                      <p:tavLst>
                                        <p:tav tm="0">
                                          <p:val>
                                            <p:fltVal val="0"/>
                                          </p:val>
                                        </p:tav>
                                        <p:tav tm="100000">
                                          <p:val>
                                            <p:strVal val="#ppt_h"/>
                                          </p:val>
                                        </p:tav>
                                      </p:tavLst>
                                    </p:anim>
                                    <p:animEffect transition="in" filter="fade">
                                      <p:cBhvr>
                                        <p:cTn id="2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21" fill="hold" display="0">
                  <p:stCondLst>
                    <p:cond delay="indefinite"/>
                  </p:stCondLst>
                  <p:endCondLst>
                    <p:cond evt="onStopAudio" delay="0">
                      <p:tgtEl>
                        <p:sldTgt/>
                      </p:tgtEl>
                    </p:cond>
                  </p:endCondLst>
                </p:cTn>
                <p:tgtEl>
                  <p:spTgt spid="3"/>
                </p:tgtEl>
              </p:cMediaNode>
            </p:audio>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2543" y="966147"/>
            <a:ext cx="3027676" cy="2756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descr="C:\Documents and Settings\Administrator\Desktop\smm2005\demo\header_01.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9000" y="5125243"/>
            <a:ext cx="1679575" cy="90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C:\Documents and Settings\Administrator\Desktop\smm2005\demo\af.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7675" y="4572000"/>
            <a:ext cx="2609850" cy="200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C:\Documents and Settings\Administrator\Desktop\smm2005\demo\header2.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0" y="4647383"/>
            <a:ext cx="2571750" cy="184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910" y="1010840"/>
            <a:ext cx="4876089" cy="2646878"/>
          </a:xfrm>
          <a:prstGeom prst="rect">
            <a:avLst/>
          </a:prstGeom>
        </p:spPr>
        <p:txBody>
          <a:bodyPr wrap="square">
            <a:spAutoFit/>
          </a:bodyPr>
          <a:lstStyle/>
          <a:p>
            <a:pPr marL="457200" indent="-457200">
              <a:buFont typeface="Wingdings" pitchFamily="2" charset="2"/>
              <a:buChar char="v"/>
            </a:pPr>
            <a:r>
              <a:rPr lang="en-US" sz="2800" b="1" dirty="0">
                <a:solidFill>
                  <a:srgbClr val="FFFF00"/>
                </a:solidFill>
              </a:rPr>
              <a:t>Multimedia use at Home</a:t>
            </a:r>
          </a:p>
          <a:p>
            <a:endParaRPr lang="en-US" dirty="0" smtClean="0"/>
          </a:p>
          <a:p>
            <a:r>
              <a:rPr lang="en-US" sz="2400" dirty="0" smtClean="0"/>
              <a:t>Nintendo </a:t>
            </a:r>
            <a:r>
              <a:rPr lang="en-US" sz="2400" dirty="0"/>
              <a:t>alone has sold over 118 million game players worldwide along with more than 750 million games.</a:t>
            </a:r>
          </a:p>
          <a:p>
            <a:r>
              <a:rPr lang="en-US" sz="2400" dirty="0"/>
              <a:t>Image for example-</a:t>
            </a:r>
          </a:p>
        </p:txBody>
      </p:sp>
      <p:pic>
        <p:nvPicPr>
          <p:cNvPr id="3" name="sl 7.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52400" y="76200"/>
            <a:ext cx="609600" cy="609600"/>
          </a:xfrm>
          <a:prstGeom prst="rect">
            <a:avLst/>
          </a:prstGeom>
        </p:spPr>
      </p:pic>
    </p:spTree>
    <p:extLst>
      <p:ext uri="{BB962C8B-B14F-4D97-AF65-F5344CB8AC3E}">
        <p14:creationId xmlns:p14="http://schemas.microsoft.com/office/powerpoint/2010/main" val="2075365355"/>
      </p:ext>
    </p:extLst>
  </p:cSld>
  <p:clrMapOvr>
    <a:masterClrMapping/>
  </p:clrMapOvr>
  <mc:AlternateContent xmlns:mc="http://schemas.openxmlformats.org/markup-compatibility/2006" xmlns:p14="http://schemas.microsoft.com/office/powerpoint/2010/main">
    <mc:Choice Requires="p14">
      <p:transition spd="slow" p14:dur="2000" advClick="0" advTm="16000"/>
    </mc:Choice>
    <mc:Fallback xmlns="">
      <p:transition spd="slow" advClick="0" advTm="16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249" fill="hold"/>
                                        <p:tgtEl>
                                          <p:spTgt spid="3"/>
                                        </p:tgtEl>
                                      </p:cBhvr>
                                    </p:cmd>
                                  </p:childTnLst>
                                </p:cTn>
                              </p:par>
                              <p:par>
                                <p:cTn id="7" presetID="22" presetClass="entr" presetSubtype="8" fill="hold" grpId="0" nodeType="withEffect">
                                  <p:stCondLst>
                                    <p:cond delay="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wipe(left)">
                                      <p:cBhvr>
                                        <p:cTn id="9" dur="1000"/>
                                        <p:tgtEl>
                                          <p:spTgt spid="2"/>
                                        </p:tgtEl>
                                      </p:cBhvr>
                                    </p:animEffect>
                                  </p:childTnLst>
                                </p:cTn>
                              </p:par>
                            </p:childTnLst>
                          </p:cTn>
                        </p:par>
                        <p:par>
                          <p:cTn id="10" fill="hold">
                            <p:stCondLst>
                              <p:cond delay="13249"/>
                            </p:stCondLst>
                            <p:childTnLst>
                              <p:par>
                                <p:cTn id="11" presetID="53" presetClass="entr" presetSubtype="16"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Effect transition="in" filter="fade">
                                      <p:cBhvr>
                                        <p:cTn id="15" dur="1000"/>
                                        <p:tgtEl>
                                          <p:spTgt spid="4"/>
                                        </p:tgtEl>
                                      </p:cBhvr>
                                    </p:animEffect>
                                  </p:childTnLst>
                                </p:cTn>
                              </p:par>
                              <p:par>
                                <p:cTn id="16" presetID="53" presetClass="entr" presetSubtype="16"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p:cTn id="18" dur="1000" fill="hold"/>
                                        <p:tgtEl>
                                          <p:spTgt spid="9"/>
                                        </p:tgtEl>
                                        <p:attrNameLst>
                                          <p:attrName>ppt_w</p:attrName>
                                        </p:attrNameLst>
                                      </p:cBhvr>
                                      <p:tavLst>
                                        <p:tav tm="0">
                                          <p:val>
                                            <p:fltVal val="0"/>
                                          </p:val>
                                        </p:tav>
                                        <p:tav tm="100000">
                                          <p:val>
                                            <p:strVal val="#ppt_w"/>
                                          </p:val>
                                        </p:tav>
                                      </p:tavLst>
                                    </p:anim>
                                    <p:anim calcmode="lin" valueType="num">
                                      <p:cBhvr>
                                        <p:cTn id="19" dur="1000" fill="hold"/>
                                        <p:tgtEl>
                                          <p:spTgt spid="9"/>
                                        </p:tgtEl>
                                        <p:attrNameLst>
                                          <p:attrName>ppt_h</p:attrName>
                                        </p:attrNameLst>
                                      </p:cBhvr>
                                      <p:tavLst>
                                        <p:tav tm="0">
                                          <p:val>
                                            <p:fltVal val="0"/>
                                          </p:val>
                                        </p:tav>
                                        <p:tav tm="100000">
                                          <p:val>
                                            <p:strVal val="#ppt_h"/>
                                          </p:val>
                                        </p:tav>
                                      </p:tavLst>
                                    </p:anim>
                                    <p:animEffect transition="in" filter="fade">
                                      <p:cBhvr>
                                        <p:cTn id="20" dur="1000"/>
                                        <p:tgtEl>
                                          <p:spTgt spid="9"/>
                                        </p:tgtEl>
                                      </p:cBhvr>
                                    </p:animEffect>
                                  </p:childTnLst>
                                </p:cTn>
                              </p:par>
                              <p:par>
                                <p:cTn id="21" presetID="53" presetClass="entr" presetSubtype="16"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1000" fill="hold"/>
                                        <p:tgtEl>
                                          <p:spTgt spid="7"/>
                                        </p:tgtEl>
                                        <p:attrNameLst>
                                          <p:attrName>ppt_w</p:attrName>
                                        </p:attrNameLst>
                                      </p:cBhvr>
                                      <p:tavLst>
                                        <p:tav tm="0">
                                          <p:val>
                                            <p:fltVal val="0"/>
                                          </p:val>
                                        </p:tav>
                                        <p:tav tm="100000">
                                          <p:val>
                                            <p:strVal val="#ppt_w"/>
                                          </p:val>
                                        </p:tav>
                                      </p:tavLst>
                                    </p:anim>
                                    <p:anim calcmode="lin" valueType="num">
                                      <p:cBhvr>
                                        <p:cTn id="24" dur="1000" fill="hold"/>
                                        <p:tgtEl>
                                          <p:spTgt spid="7"/>
                                        </p:tgtEl>
                                        <p:attrNameLst>
                                          <p:attrName>ppt_h</p:attrName>
                                        </p:attrNameLst>
                                      </p:cBhvr>
                                      <p:tavLst>
                                        <p:tav tm="0">
                                          <p:val>
                                            <p:fltVal val="0"/>
                                          </p:val>
                                        </p:tav>
                                        <p:tav tm="100000">
                                          <p:val>
                                            <p:strVal val="#ppt_h"/>
                                          </p:val>
                                        </p:tav>
                                      </p:tavLst>
                                    </p:anim>
                                    <p:animEffect transition="in" filter="fade">
                                      <p:cBhvr>
                                        <p:cTn id="25" dur="1000"/>
                                        <p:tgtEl>
                                          <p:spTgt spid="7"/>
                                        </p:tgtEl>
                                      </p:cBhvr>
                                    </p:animEffect>
                                  </p:childTnLst>
                                </p:cTn>
                              </p:par>
                              <p:par>
                                <p:cTn id="26" presetID="53" presetClass="entr" presetSubtype="16"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1000" fill="hold"/>
                                        <p:tgtEl>
                                          <p:spTgt spid="8"/>
                                        </p:tgtEl>
                                        <p:attrNameLst>
                                          <p:attrName>ppt_w</p:attrName>
                                        </p:attrNameLst>
                                      </p:cBhvr>
                                      <p:tavLst>
                                        <p:tav tm="0">
                                          <p:val>
                                            <p:fltVal val="0"/>
                                          </p:val>
                                        </p:tav>
                                        <p:tav tm="100000">
                                          <p:val>
                                            <p:strVal val="#ppt_w"/>
                                          </p:val>
                                        </p:tav>
                                      </p:tavLst>
                                    </p:anim>
                                    <p:anim calcmode="lin" valueType="num">
                                      <p:cBhvr>
                                        <p:cTn id="29" dur="1000" fill="hold"/>
                                        <p:tgtEl>
                                          <p:spTgt spid="8"/>
                                        </p:tgtEl>
                                        <p:attrNameLst>
                                          <p:attrName>ppt_h</p:attrName>
                                        </p:attrNameLst>
                                      </p:cBhvr>
                                      <p:tavLst>
                                        <p:tav tm="0">
                                          <p:val>
                                            <p:fltVal val="0"/>
                                          </p:val>
                                        </p:tav>
                                        <p:tav tm="100000">
                                          <p:val>
                                            <p:strVal val="#ppt_h"/>
                                          </p:val>
                                        </p:tav>
                                      </p:tavLst>
                                    </p:anim>
                                    <p:animEffect transition="in" filter="fade">
                                      <p:cBhvr>
                                        <p:cTn id="3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31" fill="hold" display="0">
                  <p:stCondLst>
                    <p:cond delay="indefinite"/>
                  </p:stCondLst>
                  <p:endCondLst>
                    <p:cond evt="onStopAudio" delay="0">
                      <p:tgtEl>
                        <p:sldTgt/>
                      </p:tgtEl>
                    </p:cond>
                  </p:endCondLst>
                </p:cTn>
                <p:tgtEl>
                  <p:spTgt spid="3"/>
                </p:tgtEl>
              </p:cMediaNode>
            </p:audio>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p:cNvSpPr txBox="1"/>
          <p:nvPr/>
        </p:nvSpPr>
        <p:spPr>
          <a:xfrm>
            <a:off x="831376" y="304800"/>
            <a:ext cx="7086600" cy="4462760"/>
          </a:xfrm>
          <a:prstGeom prst="rect">
            <a:avLst/>
          </a:prstGeom>
          <a:noFill/>
        </p:spPr>
        <p:txBody>
          <a:bodyPr wrap="square" rtlCol="0">
            <a:spAutoFit/>
          </a:bodyPr>
          <a:lstStyle/>
          <a:p>
            <a:pPr marL="457200" indent="-457200">
              <a:buFont typeface="Wingdings" pitchFamily="2" charset="2"/>
              <a:buChar char="v"/>
            </a:pPr>
            <a:r>
              <a:rPr lang="en-US" sz="3200" b="1" dirty="0" smtClean="0">
                <a:solidFill>
                  <a:srgbClr val="FFFF00"/>
                </a:solidFill>
              </a:rPr>
              <a:t>Multimedia </a:t>
            </a:r>
            <a:r>
              <a:rPr lang="en-US" sz="3200" b="1" dirty="0">
                <a:solidFill>
                  <a:srgbClr val="FFFF00"/>
                </a:solidFill>
              </a:rPr>
              <a:t>use in  public  place</a:t>
            </a:r>
            <a:endParaRPr lang="en-US" sz="3200" b="1" dirty="0"/>
          </a:p>
          <a:p>
            <a:r>
              <a:rPr lang="en-US" sz="2400" dirty="0"/>
              <a:t>In hotels, train stations, shopping malls, museums, libraries, and grocery stores, multimedia is already available at stand-alone terminals or kiosks, providing information and help for customers in the interactive manner  and also the reduce the personal work or manual work of the 24 hours. </a:t>
            </a:r>
          </a:p>
          <a:p>
            <a:r>
              <a:rPr lang="en-US" sz="2400" dirty="0"/>
              <a:t>For example –A  hotel may provide following information like as city map </a:t>
            </a:r>
            <a:r>
              <a:rPr lang="en-US" sz="2400" dirty="0" smtClean="0"/>
              <a:t>schedule of </a:t>
            </a:r>
            <a:r>
              <a:rPr lang="en-US" sz="2400" dirty="0"/>
              <a:t>airlines </a:t>
            </a:r>
            <a:r>
              <a:rPr lang="en-US" sz="2400" dirty="0" smtClean="0"/>
              <a:t>services Available </a:t>
            </a:r>
            <a:r>
              <a:rPr lang="en-US" sz="2400" dirty="0"/>
              <a:t>in hotel .</a:t>
            </a:r>
          </a:p>
          <a:p>
            <a:endParaRPr lang="en-US" dirty="0"/>
          </a:p>
          <a:p>
            <a:endParaRPr lang="en-US" dirty="0"/>
          </a:p>
        </p:txBody>
      </p:sp>
      <p:pic>
        <p:nvPicPr>
          <p:cNvPr id="3" name="Picture 2" descr="C:\Documents and Settings\Administrator\Desktop\smm2005\demo\kiosk.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3886200"/>
            <a:ext cx="3200399" cy="273262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sl 8.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381000" y="304800"/>
            <a:ext cx="609600" cy="609600"/>
          </a:xfrm>
          <a:prstGeom prst="rect">
            <a:avLst/>
          </a:prstGeom>
        </p:spPr>
      </p:pic>
      <p:pic>
        <p:nvPicPr>
          <p:cNvPr id="5" name="Pictur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42879" y="4252569"/>
            <a:ext cx="2957821" cy="2366255"/>
          </a:xfrm>
          <a:prstGeom prst="rect">
            <a:avLst/>
          </a:prstGeom>
          <a:ln>
            <a:noFill/>
          </a:ln>
          <a:effectLst>
            <a:softEdge rad="112500"/>
          </a:effectLst>
        </p:spPr>
      </p:pic>
      <p:pic>
        <p:nvPicPr>
          <p:cNvPr id="6" name="Picture 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8600" y="4343400"/>
            <a:ext cx="2619375" cy="2275424"/>
          </a:xfrm>
          <a:prstGeom prst="rect">
            <a:avLst/>
          </a:prstGeom>
          <a:ln>
            <a:noFill/>
          </a:ln>
          <a:effectLst>
            <a:softEdge rad="112500"/>
          </a:effectLst>
        </p:spPr>
      </p:pic>
    </p:spTree>
    <p:extLst>
      <p:ext uri="{BB962C8B-B14F-4D97-AF65-F5344CB8AC3E}">
        <p14:creationId xmlns:p14="http://schemas.microsoft.com/office/powerpoint/2010/main" val="3981857421"/>
      </p:ext>
    </p:extLst>
  </p:cSld>
  <p:clrMapOvr>
    <a:masterClrMapping/>
  </p:clrMapOvr>
  <mc:AlternateContent xmlns:mc="http://schemas.openxmlformats.org/markup-compatibility/2006" xmlns:p14="http://schemas.microsoft.com/office/powerpoint/2010/main">
    <mc:Choice Requires="p14">
      <p:transition spd="slow" p14:dur="4000" advClick="0" advTm="53000"/>
    </mc:Choice>
    <mc:Fallback xmlns="">
      <p:transition spd="slow" advClick="0" advTm="5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257" fill="hold"/>
                                        <p:tgtEl>
                                          <p:spTgt spid="4"/>
                                        </p:tgtEl>
                                      </p:cBhvr>
                                    </p:cmd>
                                  </p:childTnLst>
                                </p:cTn>
                              </p:par>
                              <p:par>
                                <p:cTn id="7" presetID="22" presetClass="entr" presetSubtype="8" fill="hold" grpId="0" nodeType="withEffect">
                                  <p:stCondLst>
                                    <p:cond delay="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wipe(left)">
                                      <p:cBhvr>
                                        <p:cTn id="9" dur="1250"/>
                                        <p:tgtEl>
                                          <p:spTgt spid="2"/>
                                        </p:tgtEl>
                                      </p:cBhvr>
                                    </p:animEffect>
                                  </p:childTnLst>
                                </p:cTn>
                              </p:par>
                            </p:childTnLst>
                          </p:cTn>
                        </p:par>
                        <p:par>
                          <p:cTn id="10" fill="hold">
                            <p:stCondLst>
                              <p:cond delay="48250"/>
                            </p:stCondLst>
                            <p:childTnLst>
                              <p:par>
                                <p:cTn id="11" presetID="53" presetClass="entr" presetSubtype="16"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1000" fill="hold"/>
                                        <p:tgtEl>
                                          <p:spTgt spid="6"/>
                                        </p:tgtEl>
                                        <p:attrNameLst>
                                          <p:attrName>ppt_w</p:attrName>
                                        </p:attrNameLst>
                                      </p:cBhvr>
                                      <p:tavLst>
                                        <p:tav tm="0">
                                          <p:val>
                                            <p:fltVal val="0"/>
                                          </p:val>
                                        </p:tav>
                                        <p:tav tm="100000">
                                          <p:val>
                                            <p:strVal val="#ppt_w"/>
                                          </p:val>
                                        </p:tav>
                                      </p:tavLst>
                                    </p:anim>
                                    <p:anim calcmode="lin" valueType="num">
                                      <p:cBhvr>
                                        <p:cTn id="14" dur="1000" fill="hold"/>
                                        <p:tgtEl>
                                          <p:spTgt spid="6"/>
                                        </p:tgtEl>
                                        <p:attrNameLst>
                                          <p:attrName>ppt_h</p:attrName>
                                        </p:attrNameLst>
                                      </p:cBhvr>
                                      <p:tavLst>
                                        <p:tav tm="0">
                                          <p:val>
                                            <p:fltVal val="0"/>
                                          </p:val>
                                        </p:tav>
                                        <p:tav tm="100000">
                                          <p:val>
                                            <p:strVal val="#ppt_h"/>
                                          </p:val>
                                        </p:tav>
                                      </p:tavLst>
                                    </p:anim>
                                    <p:animEffect transition="in" filter="fade">
                                      <p:cBhvr>
                                        <p:cTn id="15" dur="1000"/>
                                        <p:tgtEl>
                                          <p:spTgt spid="6"/>
                                        </p:tgtEl>
                                      </p:cBhvr>
                                    </p:animEffect>
                                  </p:childTnLst>
                                </p:cTn>
                              </p:par>
                            </p:childTnLst>
                          </p:cTn>
                        </p:par>
                        <p:par>
                          <p:cTn id="16" fill="hold">
                            <p:stCondLst>
                              <p:cond delay="49250"/>
                            </p:stCondLst>
                            <p:childTnLst>
                              <p:par>
                                <p:cTn id="17" presetID="53" presetClass="entr" presetSubtype="16"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1000" fill="hold"/>
                                        <p:tgtEl>
                                          <p:spTgt spid="5"/>
                                        </p:tgtEl>
                                        <p:attrNameLst>
                                          <p:attrName>ppt_w</p:attrName>
                                        </p:attrNameLst>
                                      </p:cBhvr>
                                      <p:tavLst>
                                        <p:tav tm="0">
                                          <p:val>
                                            <p:fltVal val="0"/>
                                          </p:val>
                                        </p:tav>
                                        <p:tav tm="100000">
                                          <p:val>
                                            <p:strVal val="#ppt_w"/>
                                          </p:val>
                                        </p:tav>
                                      </p:tavLst>
                                    </p:anim>
                                    <p:anim calcmode="lin" valueType="num">
                                      <p:cBhvr>
                                        <p:cTn id="20" dur="1000" fill="hold"/>
                                        <p:tgtEl>
                                          <p:spTgt spid="5"/>
                                        </p:tgtEl>
                                        <p:attrNameLst>
                                          <p:attrName>ppt_h</p:attrName>
                                        </p:attrNameLst>
                                      </p:cBhvr>
                                      <p:tavLst>
                                        <p:tav tm="0">
                                          <p:val>
                                            <p:fltVal val="0"/>
                                          </p:val>
                                        </p:tav>
                                        <p:tav tm="100000">
                                          <p:val>
                                            <p:strVal val="#ppt_h"/>
                                          </p:val>
                                        </p:tav>
                                      </p:tavLst>
                                    </p:anim>
                                    <p:animEffect transition="in" filter="fade">
                                      <p:cBhvr>
                                        <p:cTn id="21" dur="1000"/>
                                        <p:tgtEl>
                                          <p:spTgt spid="5"/>
                                        </p:tgtEl>
                                      </p:cBhvr>
                                    </p:animEffect>
                                  </p:childTnLst>
                                </p:cTn>
                              </p:par>
                            </p:childTnLst>
                          </p:cTn>
                        </p:par>
                        <p:par>
                          <p:cTn id="22" fill="hold">
                            <p:stCondLst>
                              <p:cond delay="50250"/>
                            </p:stCondLst>
                            <p:childTnLst>
                              <p:par>
                                <p:cTn id="23" presetID="53" presetClass="entr" presetSubtype="16"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1000" fill="hold"/>
                                        <p:tgtEl>
                                          <p:spTgt spid="3"/>
                                        </p:tgtEl>
                                        <p:attrNameLst>
                                          <p:attrName>ppt_w</p:attrName>
                                        </p:attrNameLst>
                                      </p:cBhvr>
                                      <p:tavLst>
                                        <p:tav tm="0">
                                          <p:val>
                                            <p:fltVal val="0"/>
                                          </p:val>
                                        </p:tav>
                                        <p:tav tm="100000">
                                          <p:val>
                                            <p:strVal val="#ppt_w"/>
                                          </p:val>
                                        </p:tav>
                                      </p:tavLst>
                                    </p:anim>
                                    <p:anim calcmode="lin" valueType="num">
                                      <p:cBhvr>
                                        <p:cTn id="26" dur="1000" fill="hold"/>
                                        <p:tgtEl>
                                          <p:spTgt spid="3"/>
                                        </p:tgtEl>
                                        <p:attrNameLst>
                                          <p:attrName>ppt_h</p:attrName>
                                        </p:attrNameLst>
                                      </p:cBhvr>
                                      <p:tavLst>
                                        <p:tav tm="0">
                                          <p:val>
                                            <p:fltVal val="0"/>
                                          </p:val>
                                        </p:tav>
                                        <p:tav tm="100000">
                                          <p:val>
                                            <p:strVal val="#ppt_h"/>
                                          </p:val>
                                        </p:tav>
                                      </p:tavLst>
                                    </p:anim>
                                    <p:animEffect transition="in" filter="fade">
                                      <p:cBhvr>
                                        <p:cTn id="2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28" fill="hold" display="0">
                  <p:stCondLst>
                    <p:cond delay="indefinite"/>
                  </p:stCondLst>
                  <p:endCondLst>
                    <p:cond evt="onStopAudio" delay="0">
                      <p:tgtEl>
                        <p:sldTgt/>
                      </p:tgtEl>
                    </p:cond>
                  </p:endCondLst>
                </p:cTn>
                <p:tgtEl>
                  <p:spTgt spid="4"/>
                </p:tgtEl>
              </p:cMediaNode>
            </p:audio>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p:cNvSpPr txBox="1"/>
          <p:nvPr/>
        </p:nvSpPr>
        <p:spPr>
          <a:xfrm>
            <a:off x="914400" y="381148"/>
            <a:ext cx="6030732" cy="6186309"/>
          </a:xfrm>
          <a:prstGeom prst="rect">
            <a:avLst/>
          </a:prstGeom>
          <a:noFill/>
        </p:spPr>
        <p:txBody>
          <a:bodyPr wrap="square" rtlCol="0">
            <a:spAutoFit/>
          </a:bodyPr>
          <a:lstStyle/>
          <a:p>
            <a:pPr algn="ctr"/>
            <a:r>
              <a:rPr lang="en-US" sz="3200" b="1" dirty="0" smtClean="0">
                <a:solidFill>
                  <a:srgbClr val="FFFF00"/>
                </a:solidFill>
              </a:rPr>
              <a:t>Elements of multimedia</a:t>
            </a:r>
          </a:p>
          <a:p>
            <a:r>
              <a:rPr lang="en-US" sz="2800" b="1" dirty="0" smtClean="0">
                <a:solidFill>
                  <a:srgbClr val="FFFF00"/>
                </a:solidFill>
              </a:rPr>
              <a:t> </a:t>
            </a:r>
          </a:p>
          <a:p>
            <a:r>
              <a:rPr lang="en-US" sz="2400" dirty="0" smtClean="0"/>
              <a:t>Multimedia elements   all the object to  create any type of multimedia project .For better project  element should be arranged properly. Their are following elements-</a:t>
            </a:r>
          </a:p>
          <a:p>
            <a:r>
              <a:rPr lang="en-US" sz="2400" dirty="0" smtClean="0"/>
              <a:t>   </a:t>
            </a:r>
          </a:p>
          <a:p>
            <a:pPr marL="285750" indent="-285750">
              <a:buFont typeface="Wingdings" pitchFamily="2" charset="2"/>
              <a:buChar char="v"/>
            </a:pPr>
            <a:r>
              <a:rPr lang="en-US" sz="2400" dirty="0" smtClean="0"/>
              <a:t>Text</a:t>
            </a:r>
          </a:p>
          <a:p>
            <a:pPr marL="285750" indent="-285750">
              <a:buFont typeface="Wingdings" pitchFamily="2" charset="2"/>
              <a:buChar char="v"/>
            </a:pPr>
            <a:endParaRPr lang="en-US" sz="2400" dirty="0" smtClean="0"/>
          </a:p>
          <a:p>
            <a:pPr marL="285750" indent="-285750">
              <a:buFont typeface="Wingdings" pitchFamily="2" charset="2"/>
              <a:buChar char="v"/>
            </a:pPr>
            <a:r>
              <a:rPr lang="en-US" sz="2400" dirty="0" smtClean="0"/>
              <a:t>Image </a:t>
            </a:r>
          </a:p>
          <a:p>
            <a:pPr marL="285750" indent="-285750">
              <a:buFont typeface="Wingdings" pitchFamily="2" charset="2"/>
              <a:buChar char="v"/>
            </a:pPr>
            <a:endParaRPr lang="en-US" sz="2400" dirty="0" smtClean="0"/>
          </a:p>
          <a:p>
            <a:pPr marL="285750" indent="-285750">
              <a:buFont typeface="Wingdings" pitchFamily="2" charset="2"/>
              <a:buChar char="v"/>
            </a:pPr>
            <a:r>
              <a:rPr lang="en-US" sz="2400" dirty="0" smtClean="0"/>
              <a:t>Sound</a:t>
            </a:r>
          </a:p>
          <a:p>
            <a:pPr marL="285750" indent="-285750">
              <a:buFont typeface="Wingdings" pitchFamily="2" charset="2"/>
              <a:buChar char="v"/>
            </a:pPr>
            <a:endParaRPr lang="en-US" sz="2400" dirty="0" smtClean="0"/>
          </a:p>
          <a:p>
            <a:pPr marL="285750" indent="-285750">
              <a:buFont typeface="Wingdings" pitchFamily="2" charset="2"/>
              <a:buChar char="v"/>
            </a:pPr>
            <a:r>
              <a:rPr lang="en-US" sz="2400" dirty="0" smtClean="0"/>
              <a:t>Animation </a:t>
            </a:r>
          </a:p>
          <a:p>
            <a:pPr marL="285750" indent="-285750">
              <a:buFont typeface="Wingdings" pitchFamily="2" charset="2"/>
              <a:buChar char="v"/>
            </a:pPr>
            <a:endParaRPr lang="en-US" sz="2400" dirty="0" smtClean="0"/>
          </a:p>
          <a:p>
            <a:pPr marL="285750" indent="-285750">
              <a:buFont typeface="Wingdings" pitchFamily="2" charset="2"/>
              <a:buChar char="v"/>
            </a:pPr>
            <a:r>
              <a:rPr lang="en-US" sz="2400" dirty="0" smtClean="0"/>
              <a:t>Video</a:t>
            </a:r>
            <a:endParaRPr lang="en-US" dirty="0"/>
          </a:p>
        </p:txBody>
      </p:sp>
      <p:grpSp>
        <p:nvGrpSpPr>
          <p:cNvPr id="3" name="Group 2"/>
          <p:cNvGrpSpPr>
            <a:grpSpLocks/>
          </p:cNvGrpSpPr>
          <p:nvPr/>
        </p:nvGrpSpPr>
        <p:grpSpPr bwMode="auto">
          <a:xfrm>
            <a:off x="6853962" y="4960208"/>
            <a:ext cx="2008187" cy="1658651"/>
            <a:chOff x="2335" y="1301"/>
            <a:chExt cx="2489" cy="2080"/>
          </a:xfrm>
        </p:grpSpPr>
        <p:sp>
          <p:nvSpPr>
            <p:cNvPr id="4" name="Film"/>
            <p:cNvSpPr>
              <a:spLocks noEditPoints="1" noChangeArrowheads="1"/>
            </p:cNvSpPr>
            <p:nvPr/>
          </p:nvSpPr>
          <p:spPr bwMode="auto">
            <a:xfrm>
              <a:off x="2448" y="2223"/>
              <a:ext cx="726" cy="1158"/>
            </a:xfrm>
            <a:custGeom>
              <a:avLst/>
              <a:gdLst>
                <a:gd name="T0" fmla="*/ 0 w 21600"/>
                <a:gd name="T1" fmla="*/ 0 h 21600"/>
                <a:gd name="T2" fmla="*/ 10800 w 21600"/>
                <a:gd name="T3" fmla="*/ 0 h 21600"/>
                <a:gd name="T4" fmla="*/ 21600 w 21600"/>
                <a:gd name="T5" fmla="*/ 0 h 21600"/>
                <a:gd name="T6" fmla="*/ 21600 w 21600"/>
                <a:gd name="T7" fmla="*/ 10800 h 21600"/>
                <a:gd name="T8" fmla="*/ 21600 w 21600"/>
                <a:gd name="T9" fmla="*/ 21600 h 21600"/>
                <a:gd name="T10" fmla="*/ 10800 w 21600"/>
                <a:gd name="T11" fmla="*/ 21600 h 21600"/>
                <a:gd name="T12" fmla="*/ 0 w 21600"/>
                <a:gd name="T13" fmla="*/ 21600 h 21600"/>
                <a:gd name="T14" fmla="*/ 0 w 21600"/>
                <a:gd name="T15" fmla="*/ 10800 h 21600"/>
                <a:gd name="T16" fmla="*/ 4960 w 21600"/>
                <a:gd name="T17" fmla="*/ 8129 h 21600"/>
                <a:gd name="T18" fmla="*/ 17079 w 21600"/>
                <a:gd name="T19" fmla="*/ 1342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21600" y="0"/>
                  </a:moveTo>
                  <a:lnTo>
                    <a:pt x="21600" y="21600"/>
                  </a:lnTo>
                  <a:lnTo>
                    <a:pt x="0" y="21600"/>
                  </a:lnTo>
                  <a:lnTo>
                    <a:pt x="0" y="0"/>
                  </a:lnTo>
                  <a:lnTo>
                    <a:pt x="21600" y="0"/>
                  </a:lnTo>
                  <a:close/>
                </a:path>
                <a:path w="21600" h="21600" extrusionOk="0">
                  <a:moveTo>
                    <a:pt x="3014" y="21600"/>
                  </a:moveTo>
                  <a:lnTo>
                    <a:pt x="3014" y="0"/>
                  </a:lnTo>
                  <a:lnTo>
                    <a:pt x="0" y="0"/>
                  </a:lnTo>
                  <a:lnTo>
                    <a:pt x="0" y="21600"/>
                  </a:lnTo>
                  <a:lnTo>
                    <a:pt x="3014" y="21600"/>
                  </a:lnTo>
                  <a:close/>
                </a:path>
                <a:path w="21600" h="21600" extrusionOk="0">
                  <a:moveTo>
                    <a:pt x="21600" y="21600"/>
                  </a:moveTo>
                  <a:lnTo>
                    <a:pt x="21600" y="0"/>
                  </a:lnTo>
                  <a:lnTo>
                    <a:pt x="18586" y="0"/>
                  </a:lnTo>
                  <a:lnTo>
                    <a:pt x="18586" y="21600"/>
                  </a:lnTo>
                  <a:lnTo>
                    <a:pt x="21600" y="21600"/>
                  </a:lnTo>
                  <a:close/>
                </a:path>
                <a:path w="21600" h="21600" extrusionOk="0">
                  <a:moveTo>
                    <a:pt x="6028" y="6574"/>
                  </a:moveTo>
                  <a:lnTo>
                    <a:pt x="15572" y="6574"/>
                  </a:lnTo>
                  <a:lnTo>
                    <a:pt x="16074" y="6574"/>
                  </a:lnTo>
                  <a:lnTo>
                    <a:pt x="16326" y="6457"/>
                  </a:lnTo>
                  <a:lnTo>
                    <a:pt x="16577" y="6339"/>
                  </a:lnTo>
                  <a:lnTo>
                    <a:pt x="16828" y="6222"/>
                  </a:lnTo>
                  <a:lnTo>
                    <a:pt x="17079" y="6222"/>
                  </a:lnTo>
                  <a:lnTo>
                    <a:pt x="17330" y="5987"/>
                  </a:lnTo>
                  <a:lnTo>
                    <a:pt x="17330" y="5870"/>
                  </a:lnTo>
                  <a:lnTo>
                    <a:pt x="17581" y="5635"/>
                  </a:lnTo>
                  <a:lnTo>
                    <a:pt x="17581" y="1526"/>
                  </a:lnTo>
                  <a:lnTo>
                    <a:pt x="17330" y="1291"/>
                  </a:lnTo>
                  <a:lnTo>
                    <a:pt x="17330" y="1174"/>
                  </a:lnTo>
                  <a:lnTo>
                    <a:pt x="17079" y="1057"/>
                  </a:lnTo>
                  <a:lnTo>
                    <a:pt x="16828" y="939"/>
                  </a:lnTo>
                  <a:lnTo>
                    <a:pt x="16577" y="822"/>
                  </a:lnTo>
                  <a:lnTo>
                    <a:pt x="16326" y="704"/>
                  </a:lnTo>
                  <a:lnTo>
                    <a:pt x="16074" y="704"/>
                  </a:lnTo>
                  <a:lnTo>
                    <a:pt x="15572" y="587"/>
                  </a:lnTo>
                  <a:lnTo>
                    <a:pt x="6028" y="587"/>
                  </a:lnTo>
                  <a:lnTo>
                    <a:pt x="5526" y="704"/>
                  </a:lnTo>
                  <a:lnTo>
                    <a:pt x="5274" y="704"/>
                  </a:lnTo>
                  <a:lnTo>
                    <a:pt x="5023" y="822"/>
                  </a:lnTo>
                  <a:lnTo>
                    <a:pt x="4772" y="939"/>
                  </a:lnTo>
                  <a:lnTo>
                    <a:pt x="4521" y="1057"/>
                  </a:lnTo>
                  <a:lnTo>
                    <a:pt x="4270" y="1174"/>
                  </a:lnTo>
                  <a:lnTo>
                    <a:pt x="4270" y="1291"/>
                  </a:lnTo>
                  <a:lnTo>
                    <a:pt x="4019" y="1526"/>
                  </a:lnTo>
                  <a:lnTo>
                    <a:pt x="4019" y="5635"/>
                  </a:lnTo>
                  <a:lnTo>
                    <a:pt x="4270" y="5870"/>
                  </a:lnTo>
                  <a:lnTo>
                    <a:pt x="4270" y="5987"/>
                  </a:lnTo>
                  <a:lnTo>
                    <a:pt x="4521" y="6222"/>
                  </a:lnTo>
                  <a:lnTo>
                    <a:pt x="4772" y="6222"/>
                  </a:lnTo>
                  <a:lnTo>
                    <a:pt x="5023" y="6339"/>
                  </a:lnTo>
                  <a:lnTo>
                    <a:pt x="5274" y="6457"/>
                  </a:lnTo>
                  <a:lnTo>
                    <a:pt x="5526" y="6574"/>
                  </a:lnTo>
                  <a:lnTo>
                    <a:pt x="6028" y="6574"/>
                  </a:lnTo>
                  <a:close/>
                </a:path>
                <a:path w="21600" h="21600" extrusionOk="0">
                  <a:moveTo>
                    <a:pt x="6028" y="13617"/>
                  </a:moveTo>
                  <a:lnTo>
                    <a:pt x="15572" y="13617"/>
                  </a:lnTo>
                  <a:lnTo>
                    <a:pt x="16074" y="13617"/>
                  </a:lnTo>
                  <a:lnTo>
                    <a:pt x="16326" y="13617"/>
                  </a:lnTo>
                  <a:lnTo>
                    <a:pt x="16577" y="13500"/>
                  </a:lnTo>
                  <a:lnTo>
                    <a:pt x="16828" y="13383"/>
                  </a:lnTo>
                  <a:lnTo>
                    <a:pt x="17079" y="13265"/>
                  </a:lnTo>
                  <a:lnTo>
                    <a:pt x="17330" y="13148"/>
                  </a:lnTo>
                  <a:lnTo>
                    <a:pt x="17330" y="12913"/>
                  </a:lnTo>
                  <a:lnTo>
                    <a:pt x="17581" y="12796"/>
                  </a:lnTo>
                  <a:lnTo>
                    <a:pt x="17581" y="8687"/>
                  </a:lnTo>
                  <a:lnTo>
                    <a:pt x="17330" y="8452"/>
                  </a:lnTo>
                  <a:lnTo>
                    <a:pt x="17330" y="8335"/>
                  </a:lnTo>
                  <a:lnTo>
                    <a:pt x="17079" y="8217"/>
                  </a:lnTo>
                  <a:lnTo>
                    <a:pt x="16828" y="7983"/>
                  </a:lnTo>
                  <a:lnTo>
                    <a:pt x="16577" y="7983"/>
                  </a:lnTo>
                  <a:lnTo>
                    <a:pt x="16326" y="7865"/>
                  </a:lnTo>
                  <a:lnTo>
                    <a:pt x="16074" y="7865"/>
                  </a:lnTo>
                  <a:lnTo>
                    <a:pt x="15572" y="7748"/>
                  </a:lnTo>
                  <a:lnTo>
                    <a:pt x="6028" y="7748"/>
                  </a:lnTo>
                  <a:lnTo>
                    <a:pt x="5526" y="7865"/>
                  </a:lnTo>
                  <a:lnTo>
                    <a:pt x="5274" y="7865"/>
                  </a:lnTo>
                  <a:lnTo>
                    <a:pt x="5023" y="7983"/>
                  </a:lnTo>
                  <a:lnTo>
                    <a:pt x="4772" y="7983"/>
                  </a:lnTo>
                  <a:lnTo>
                    <a:pt x="4521" y="8217"/>
                  </a:lnTo>
                  <a:lnTo>
                    <a:pt x="4270" y="8335"/>
                  </a:lnTo>
                  <a:lnTo>
                    <a:pt x="4270" y="8452"/>
                  </a:lnTo>
                  <a:lnTo>
                    <a:pt x="4019" y="8687"/>
                  </a:lnTo>
                  <a:lnTo>
                    <a:pt x="4019" y="12796"/>
                  </a:lnTo>
                  <a:lnTo>
                    <a:pt x="4270" y="12913"/>
                  </a:lnTo>
                  <a:lnTo>
                    <a:pt x="4270" y="13148"/>
                  </a:lnTo>
                  <a:lnTo>
                    <a:pt x="4521" y="13265"/>
                  </a:lnTo>
                  <a:lnTo>
                    <a:pt x="4772" y="13383"/>
                  </a:lnTo>
                  <a:lnTo>
                    <a:pt x="5023" y="13500"/>
                  </a:lnTo>
                  <a:lnTo>
                    <a:pt x="5274" y="13617"/>
                  </a:lnTo>
                  <a:lnTo>
                    <a:pt x="5526" y="13617"/>
                  </a:lnTo>
                  <a:lnTo>
                    <a:pt x="6028" y="13617"/>
                  </a:lnTo>
                  <a:close/>
                </a:path>
                <a:path w="21600" h="21600" extrusionOk="0">
                  <a:moveTo>
                    <a:pt x="6028" y="20778"/>
                  </a:moveTo>
                  <a:lnTo>
                    <a:pt x="15572" y="20778"/>
                  </a:lnTo>
                  <a:lnTo>
                    <a:pt x="16074" y="20778"/>
                  </a:lnTo>
                  <a:lnTo>
                    <a:pt x="16326" y="20661"/>
                  </a:lnTo>
                  <a:lnTo>
                    <a:pt x="16577" y="20661"/>
                  </a:lnTo>
                  <a:lnTo>
                    <a:pt x="16828" y="20543"/>
                  </a:lnTo>
                  <a:lnTo>
                    <a:pt x="17079" y="20426"/>
                  </a:lnTo>
                  <a:lnTo>
                    <a:pt x="17330" y="20309"/>
                  </a:lnTo>
                  <a:lnTo>
                    <a:pt x="17330" y="20074"/>
                  </a:lnTo>
                  <a:lnTo>
                    <a:pt x="17581" y="19957"/>
                  </a:lnTo>
                  <a:lnTo>
                    <a:pt x="17581" y="15730"/>
                  </a:lnTo>
                  <a:lnTo>
                    <a:pt x="17330" y="15613"/>
                  </a:lnTo>
                  <a:lnTo>
                    <a:pt x="17330" y="15378"/>
                  </a:lnTo>
                  <a:lnTo>
                    <a:pt x="17079" y="15378"/>
                  </a:lnTo>
                  <a:lnTo>
                    <a:pt x="16828" y="15143"/>
                  </a:lnTo>
                  <a:lnTo>
                    <a:pt x="16577" y="15026"/>
                  </a:lnTo>
                  <a:lnTo>
                    <a:pt x="16326" y="15026"/>
                  </a:lnTo>
                  <a:lnTo>
                    <a:pt x="16074" y="15026"/>
                  </a:lnTo>
                  <a:lnTo>
                    <a:pt x="15572" y="14909"/>
                  </a:lnTo>
                  <a:lnTo>
                    <a:pt x="6028" y="14909"/>
                  </a:lnTo>
                  <a:lnTo>
                    <a:pt x="5526" y="15026"/>
                  </a:lnTo>
                  <a:lnTo>
                    <a:pt x="5274" y="15026"/>
                  </a:lnTo>
                  <a:lnTo>
                    <a:pt x="5023" y="15026"/>
                  </a:lnTo>
                  <a:lnTo>
                    <a:pt x="4772" y="15143"/>
                  </a:lnTo>
                  <a:lnTo>
                    <a:pt x="4521" y="15378"/>
                  </a:lnTo>
                  <a:lnTo>
                    <a:pt x="4270" y="15378"/>
                  </a:lnTo>
                  <a:lnTo>
                    <a:pt x="4270" y="15613"/>
                  </a:lnTo>
                  <a:lnTo>
                    <a:pt x="4019" y="15730"/>
                  </a:lnTo>
                  <a:lnTo>
                    <a:pt x="4019" y="19957"/>
                  </a:lnTo>
                  <a:lnTo>
                    <a:pt x="4270" y="20074"/>
                  </a:lnTo>
                  <a:lnTo>
                    <a:pt x="4270" y="20309"/>
                  </a:lnTo>
                  <a:lnTo>
                    <a:pt x="4521" y="20426"/>
                  </a:lnTo>
                  <a:lnTo>
                    <a:pt x="4772" y="20543"/>
                  </a:lnTo>
                  <a:lnTo>
                    <a:pt x="5023" y="20661"/>
                  </a:lnTo>
                  <a:lnTo>
                    <a:pt x="5274" y="20661"/>
                  </a:lnTo>
                  <a:lnTo>
                    <a:pt x="5526" y="20778"/>
                  </a:lnTo>
                  <a:lnTo>
                    <a:pt x="6028" y="20778"/>
                  </a:lnTo>
                  <a:close/>
                </a:path>
                <a:path w="21600" h="21600" extrusionOk="0">
                  <a:moveTo>
                    <a:pt x="753" y="1291"/>
                  </a:moveTo>
                  <a:lnTo>
                    <a:pt x="2260" y="1291"/>
                  </a:lnTo>
                  <a:lnTo>
                    <a:pt x="2260" y="235"/>
                  </a:lnTo>
                  <a:lnTo>
                    <a:pt x="753" y="235"/>
                  </a:lnTo>
                  <a:lnTo>
                    <a:pt x="753" y="1291"/>
                  </a:lnTo>
                  <a:close/>
                </a:path>
                <a:path w="21600" h="21600" extrusionOk="0">
                  <a:moveTo>
                    <a:pt x="753" y="2700"/>
                  </a:moveTo>
                  <a:lnTo>
                    <a:pt x="2260" y="2700"/>
                  </a:lnTo>
                  <a:lnTo>
                    <a:pt x="2260" y="1643"/>
                  </a:lnTo>
                  <a:lnTo>
                    <a:pt x="753" y="1643"/>
                  </a:lnTo>
                  <a:lnTo>
                    <a:pt x="753" y="2700"/>
                  </a:lnTo>
                  <a:close/>
                </a:path>
                <a:path w="21600" h="21600" extrusionOk="0">
                  <a:moveTo>
                    <a:pt x="753" y="4109"/>
                  </a:moveTo>
                  <a:lnTo>
                    <a:pt x="2260" y="4109"/>
                  </a:lnTo>
                  <a:lnTo>
                    <a:pt x="2260" y="3052"/>
                  </a:lnTo>
                  <a:lnTo>
                    <a:pt x="753" y="3052"/>
                  </a:lnTo>
                  <a:lnTo>
                    <a:pt x="753" y="4109"/>
                  </a:lnTo>
                  <a:close/>
                </a:path>
                <a:path w="21600" h="21600" extrusionOk="0">
                  <a:moveTo>
                    <a:pt x="753" y="5517"/>
                  </a:moveTo>
                  <a:lnTo>
                    <a:pt x="2260" y="5517"/>
                  </a:lnTo>
                  <a:lnTo>
                    <a:pt x="2260" y="4461"/>
                  </a:lnTo>
                  <a:lnTo>
                    <a:pt x="753" y="4461"/>
                  </a:lnTo>
                  <a:lnTo>
                    <a:pt x="753" y="5517"/>
                  </a:lnTo>
                  <a:close/>
                </a:path>
                <a:path w="21600" h="21600" extrusionOk="0">
                  <a:moveTo>
                    <a:pt x="753" y="6926"/>
                  </a:moveTo>
                  <a:lnTo>
                    <a:pt x="2260" y="6926"/>
                  </a:lnTo>
                  <a:lnTo>
                    <a:pt x="2260" y="5870"/>
                  </a:lnTo>
                  <a:lnTo>
                    <a:pt x="753" y="5870"/>
                  </a:lnTo>
                  <a:lnTo>
                    <a:pt x="753" y="6926"/>
                  </a:lnTo>
                  <a:close/>
                </a:path>
                <a:path w="21600" h="21600" extrusionOk="0">
                  <a:moveTo>
                    <a:pt x="753" y="8335"/>
                  </a:moveTo>
                  <a:lnTo>
                    <a:pt x="2260" y="8335"/>
                  </a:lnTo>
                  <a:lnTo>
                    <a:pt x="2260" y="7278"/>
                  </a:lnTo>
                  <a:lnTo>
                    <a:pt x="753" y="7278"/>
                  </a:lnTo>
                  <a:lnTo>
                    <a:pt x="753" y="8335"/>
                  </a:lnTo>
                  <a:close/>
                </a:path>
                <a:path w="21600" h="21600" extrusionOk="0">
                  <a:moveTo>
                    <a:pt x="753" y="9743"/>
                  </a:moveTo>
                  <a:lnTo>
                    <a:pt x="2260" y="9743"/>
                  </a:lnTo>
                  <a:lnTo>
                    <a:pt x="2260" y="8687"/>
                  </a:lnTo>
                  <a:lnTo>
                    <a:pt x="753" y="8687"/>
                  </a:lnTo>
                  <a:lnTo>
                    <a:pt x="753" y="9743"/>
                  </a:lnTo>
                  <a:close/>
                </a:path>
                <a:path w="21600" h="21600" extrusionOk="0">
                  <a:moveTo>
                    <a:pt x="753" y="11152"/>
                  </a:moveTo>
                  <a:lnTo>
                    <a:pt x="2260" y="11152"/>
                  </a:lnTo>
                  <a:lnTo>
                    <a:pt x="2260" y="10096"/>
                  </a:lnTo>
                  <a:lnTo>
                    <a:pt x="753" y="10096"/>
                  </a:lnTo>
                  <a:lnTo>
                    <a:pt x="753" y="11152"/>
                  </a:lnTo>
                  <a:close/>
                </a:path>
                <a:path w="21600" h="21600" extrusionOk="0">
                  <a:moveTo>
                    <a:pt x="753" y="12561"/>
                  </a:moveTo>
                  <a:lnTo>
                    <a:pt x="2260" y="12561"/>
                  </a:lnTo>
                  <a:lnTo>
                    <a:pt x="2260" y="11504"/>
                  </a:lnTo>
                  <a:lnTo>
                    <a:pt x="753" y="11504"/>
                  </a:lnTo>
                  <a:lnTo>
                    <a:pt x="753" y="12561"/>
                  </a:lnTo>
                  <a:close/>
                </a:path>
                <a:path w="21600" h="21600" extrusionOk="0">
                  <a:moveTo>
                    <a:pt x="753" y="13970"/>
                  </a:moveTo>
                  <a:lnTo>
                    <a:pt x="2260" y="13970"/>
                  </a:lnTo>
                  <a:lnTo>
                    <a:pt x="2260" y="12913"/>
                  </a:lnTo>
                  <a:lnTo>
                    <a:pt x="753" y="12913"/>
                  </a:lnTo>
                  <a:lnTo>
                    <a:pt x="753" y="13970"/>
                  </a:lnTo>
                  <a:close/>
                </a:path>
                <a:path w="21600" h="21600" extrusionOk="0">
                  <a:moveTo>
                    <a:pt x="753" y="15378"/>
                  </a:moveTo>
                  <a:lnTo>
                    <a:pt x="2260" y="15378"/>
                  </a:lnTo>
                  <a:lnTo>
                    <a:pt x="2260" y="14322"/>
                  </a:lnTo>
                  <a:lnTo>
                    <a:pt x="753" y="14322"/>
                  </a:lnTo>
                  <a:lnTo>
                    <a:pt x="753" y="15378"/>
                  </a:lnTo>
                  <a:close/>
                </a:path>
                <a:path w="21600" h="21600" extrusionOk="0">
                  <a:moveTo>
                    <a:pt x="753" y="16787"/>
                  </a:moveTo>
                  <a:lnTo>
                    <a:pt x="2260" y="16787"/>
                  </a:lnTo>
                  <a:lnTo>
                    <a:pt x="2260" y="15730"/>
                  </a:lnTo>
                  <a:lnTo>
                    <a:pt x="753" y="15730"/>
                  </a:lnTo>
                  <a:lnTo>
                    <a:pt x="753" y="16787"/>
                  </a:lnTo>
                  <a:close/>
                </a:path>
                <a:path w="21600" h="21600" extrusionOk="0">
                  <a:moveTo>
                    <a:pt x="753" y="18196"/>
                  </a:moveTo>
                  <a:lnTo>
                    <a:pt x="2260" y="18196"/>
                  </a:lnTo>
                  <a:lnTo>
                    <a:pt x="2260" y="17139"/>
                  </a:lnTo>
                  <a:lnTo>
                    <a:pt x="753" y="17139"/>
                  </a:lnTo>
                  <a:lnTo>
                    <a:pt x="753" y="18196"/>
                  </a:lnTo>
                  <a:close/>
                </a:path>
                <a:path w="21600" h="21600" extrusionOk="0">
                  <a:moveTo>
                    <a:pt x="753" y="19604"/>
                  </a:moveTo>
                  <a:lnTo>
                    <a:pt x="2260" y="19604"/>
                  </a:lnTo>
                  <a:lnTo>
                    <a:pt x="2260" y="18548"/>
                  </a:lnTo>
                  <a:lnTo>
                    <a:pt x="753" y="18548"/>
                  </a:lnTo>
                  <a:lnTo>
                    <a:pt x="753" y="19604"/>
                  </a:lnTo>
                  <a:close/>
                </a:path>
                <a:path w="21600" h="21600" extrusionOk="0">
                  <a:moveTo>
                    <a:pt x="753" y="21013"/>
                  </a:moveTo>
                  <a:lnTo>
                    <a:pt x="2260" y="21013"/>
                  </a:lnTo>
                  <a:lnTo>
                    <a:pt x="2260" y="19957"/>
                  </a:lnTo>
                  <a:lnTo>
                    <a:pt x="753" y="19957"/>
                  </a:lnTo>
                  <a:lnTo>
                    <a:pt x="753" y="21013"/>
                  </a:lnTo>
                  <a:close/>
                </a:path>
                <a:path w="21600" h="21600" extrusionOk="0">
                  <a:moveTo>
                    <a:pt x="19340" y="1409"/>
                  </a:moveTo>
                  <a:lnTo>
                    <a:pt x="20595" y="1409"/>
                  </a:lnTo>
                  <a:lnTo>
                    <a:pt x="20595" y="352"/>
                  </a:lnTo>
                  <a:lnTo>
                    <a:pt x="19340" y="352"/>
                  </a:lnTo>
                  <a:lnTo>
                    <a:pt x="19340" y="1409"/>
                  </a:lnTo>
                  <a:close/>
                </a:path>
                <a:path w="21600" h="21600" extrusionOk="0">
                  <a:moveTo>
                    <a:pt x="19340" y="2700"/>
                  </a:moveTo>
                  <a:lnTo>
                    <a:pt x="20595" y="2700"/>
                  </a:lnTo>
                  <a:lnTo>
                    <a:pt x="20595" y="1643"/>
                  </a:lnTo>
                  <a:lnTo>
                    <a:pt x="19340" y="1643"/>
                  </a:lnTo>
                  <a:lnTo>
                    <a:pt x="19340" y="2700"/>
                  </a:lnTo>
                  <a:close/>
                </a:path>
                <a:path w="21600" h="21600" extrusionOk="0">
                  <a:moveTo>
                    <a:pt x="19340" y="4109"/>
                  </a:moveTo>
                  <a:lnTo>
                    <a:pt x="20595" y="4109"/>
                  </a:lnTo>
                  <a:lnTo>
                    <a:pt x="20595" y="3052"/>
                  </a:lnTo>
                  <a:lnTo>
                    <a:pt x="19340" y="3052"/>
                  </a:lnTo>
                  <a:lnTo>
                    <a:pt x="19340" y="4109"/>
                  </a:lnTo>
                  <a:close/>
                </a:path>
                <a:path w="21600" h="21600" extrusionOk="0">
                  <a:moveTo>
                    <a:pt x="19340" y="5517"/>
                  </a:moveTo>
                  <a:lnTo>
                    <a:pt x="20595" y="5517"/>
                  </a:lnTo>
                  <a:lnTo>
                    <a:pt x="20595" y="4461"/>
                  </a:lnTo>
                  <a:lnTo>
                    <a:pt x="19340" y="4461"/>
                  </a:lnTo>
                  <a:lnTo>
                    <a:pt x="19340" y="5517"/>
                  </a:lnTo>
                  <a:close/>
                </a:path>
                <a:path w="21600" h="21600" extrusionOk="0">
                  <a:moveTo>
                    <a:pt x="19340" y="6926"/>
                  </a:moveTo>
                  <a:lnTo>
                    <a:pt x="20595" y="6926"/>
                  </a:lnTo>
                  <a:lnTo>
                    <a:pt x="20595" y="5870"/>
                  </a:lnTo>
                  <a:lnTo>
                    <a:pt x="19340" y="5870"/>
                  </a:lnTo>
                  <a:lnTo>
                    <a:pt x="19340" y="6926"/>
                  </a:lnTo>
                  <a:close/>
                </a:path>
                <a:path w="21600" h="21600" extrusionOk="0">
                  <a:moveTo>
                    <a:pt x="19340" y="8335"/>
                  </a:moveTo>
                  <a:lnTo>
                    <a:pt x="20595" y="8335"/>
                  </a:lnTo>
                  <a:lnTo>
                    <a:pt x="20595" y="7278"/>
                  </a:lnTo>
                  <a:lnTo>
                    <a:pt x="19340" y="7278"/>
                  </a:lnTo>
                  <a:lnTo>
                    <a:pt x="19340" y="8335"/>
                  </a:lnTo>
                  <a:close/>
                </a:path>
                <a:path w="21600" h="21600" extrusionOk="0">
                  <a:moveTo>
                    <a:pt x="19340" y="9743"/>
                  </a:moveTo>
                  <a:lnTo>
                    <a:pt x="20595" y="9743"/>
                  </a:lnTo>
                  <a:lnTo>
                    <a:pt x="20595" y="8687"/>
                  </a:lnTo>
                  <a:lnTo>
                    <a:pt x="19340" y="8687"/>
                  </a:lnTo>
                  <a:lnTo>
                    <a:pt x="19340" y="9743"/>
                  </a:lnTo>
                  <a:close/>
                </a:path>
                <a:path w="21600" h="21600" extrusionOk="0">
                  <a:moveTo>
                    <a:pt x="19340" y="11152"/>
                  </a:moveTo>
                  <a:lnTo>
                    <a:pt x="20595" y="11152"/>
                  </a:lnTo>
                  <a:lnTo>
                    <a:pt x="20595" y="10096"/>
                  </a:lnTo>
                  <a:lnTo>
                    <a:pt x="19340" y="10096"/>
                  </a:lnTo>
                  <a:lnTo>
                    <a:pt x="19340" y="11152"/>
                  </a:lnTo>
                  <a:close/>
                </a:path>
                <a:path w="21600" h="21600" extrusionOk="0">
                  <a:moveTo>
                    <a:pt x="19340" y="12561"/>
                  </a:moveTo>
                  <a:lnTo>
                    <a:pt x="20595" y="12561"/>
                  </a:lnTo>
                  <a:lnTo>
                    <a:pt x="20595" y="11504"/>
                  </a:lnTo>
                  <a:lnTo>
                    <a:pt x="19340" y="11504"/>
                  </a:lnTo>
                  <a:lnTo>
                    <a:pt x="19340" y="12561"/>
                  </a:lnTo>
                  <a:close/>
                </a:path>
                <a:path w="21600" h="21600" extrusionOk="0">
                  <a:moveTo>
                    <a:pt x="19340" y="13970"/>
                  </a:moveTo>
                  <a:lnTo>
                    <a:pt x="20595" y="13970"/>
                  </a:lnTo>
                  <a:lnTo>
                    <a:pt x="20595" y="12913"/>
                  </a:lnTo>
                  <a:lnTo>
                    <a:pt x="19340" y="12913"/>
                  </a:lnTo>
                  <a:lnTo>
                    <a:pt x="19340" y="13970"/>
                  </a:lnTo>
                  <a:close/>
                </a:path>
                <a:path w="21600" h="21600" extrusionOk="0">
                  <a:moveTo>
                    <a:pt x="19340" y="15378"/>
                  </a:moveTo>
                  <a:lnTo>
                    <a:pt x="20595" y="15378"/>
                  </a:lnTo>
                  <a:lnTo>
                    <a:pt x="20595" y="14322"/>
                  </a:lnTo>
                  <a:lnTo>
                    <a:pt x="19340" y="14322"/>
                  </a:lnTo>
                  <a:lnTo>
                    <a:pt x="19340" y="15378"/>
                  </a:lnTo>
                  <a:close/>
                </a:path>
                <a:path w="21600" h="21600" extrusionOk="0">
                  <a:moveTo>
                    <a:pt x="19340" y="16787"/>
                  </a:moveTo>
                  <a:lnTo>
                    <a:pt x="20595" y="16787"/>
                  </a:lnTo>
                  <a:lnTo>
                    <a:pt x="20595" y="15730"/>
                  </a:lnTo>
                  <a:lnTo>
                    <a:pt x="19340" y="15730"/>
                  </a:lnTo>
                  <a:lnTo>
                    <a:pt x="19340" y="16787"/>
                  </a:lnTo>
                  <a:close/>
                </a:path>
                <a:path w="21600" h="21600" extrusionOk="0">
                  <a:moveTo>
                    <a:pt x="19340" y="18196"/>
                  </a:moveTo>
                  <a:lnTo>
                    <a:pt x="20595" y="18196"/>
                  </a:lnTo>
                  <a:lnTo>
                    <a:pt x="20595" y="17139"/>
                  </a:lnTo>
                  <a:lnTo>
                    <a:pt x="19340" y="17139"/>
                  </a:lnTo>
                  <a:lnTo>
                    <a:pt x="19340" y="18196"/>
                  </a:lnTo>
                  <a:close/>
                </a:path>
                <a:path w="21600" h="21600" extrusionOk="0">
                  <a:moveTo>
                    <a:pt x="19340" y="19604"/>
                  </a:moveTo>
                  <a:lnTo>
                    <a:pt x="20595" y="19604"/>
                  </a:lnTo>
                  <a:lnTo>
                    <a:pt x="20595" y="18548"/>
                  </a:lnTo>
                  <a:lnTo>
                    <a:pt x="19340" y="18548"/>
                  </a:lnTo>
                  <a:lnTo>
                    <a:pt x="19340" y="19604"/>
                  </a:lnTo>
                  <a:close/>
                </a:path>
                <a:path w="21600" h="21600" extrusionOk="0">
                  <a:moveTo>
                    <a:pt x="19340" y="21013"/>
                  </a:moveTo>
                  <a:lnTo>
                    <a:pt x="20595" y="21013"/>
                  </a:lnTo>
                  <a:lnTo>
                    <a:pt x="20595" y="19957"/>
                  </a:lnTo>
                  <a:lnTo>
                    <a:pt x="19340" y="19957"/>
                  </a:lnTo>
                  <a:lnTo>
                    <a:pt x="19340" y="21013"/>
                  </a:lnTo>
                  <a:close/>
                </a:path>
              </a:pathLst>
            </a:custGeom>
            <a:solidFill>
              <a:srgbClr val="CCCC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 name="Sound"/>
            <p:cNvSpPr>
              <a:spLocks noEditPoints="1" noChangeArrowheads="1"/>
            </p:cNvSpPr>
            <p:nvPr/>
          </p:nvSpPr>
          <p:spPr bwMode="auto">
            <a:xfrm>
              <a:off x="2335" y="1301"/>
              <a:ext cx="1008" cy="768"/>
            </a:xfrm>
            <a:custGeom>
              <a:avLst/>
              <a:gdLst>
                <a:gd name="T0" fmla="*/ 11164 w 21600"/>
                <a:gd name="T1" fmla="*/ 21159 h 21600"/>
                <a:gd name="T2" fmla="*/ 11164 w 21600"/>
                <a:gd name="T3" fmla="*/ 0 h 21600"/>
                <a:gd name="T4" fmla="*/ 0 w 21600"/>
                <a:gd name="T5" fmla="*/ 10800 h 21600"/>
                <a:gd name="T6" fmla="*/ 21600 w 21600"/>
                <a:gd name="T7" fmla="*/ 10800 h 21600"/>
                <a:gd name="T8" fmla="*/ 242 w 21600"/>
                <a:gd name="T9" fmla="*/ 7604 h 21600"/>
                <a:gd name="T10" fmla="*/ 10760 w 21600"/>
                <a:gd name="T11" fmla="*/ 13555 h 21600"/>
              </a:gdLst>
              <a:ahLst/>
              <a:cxnLst>
                <a:cxn ang="0">
                  <a:pos x="T0" y="T1"/>
                </a:cxn>
                <a:cxn ang="0">
                  <a:pos x="T2" y="T3"/>
                </a:cxn>
                <a:cxn ang="0">
                  <a:pos x="T4" y="T5"/>
                </a:cxn>
                <a:cxn ang="0">
                  <a:pos x="T6" y="T7"/>
                </a:cxn>
              </a:cxnLst>
              <a:rect l="T8" t="T9" r="T10" b="T11"/>
              <a:pathLst>
                <a:path w="21600" h="21600">
                  <a:moveTo>
                    <a:pt x="0" y="7273"/>
                  </a:moveTo>
                  <a:lnTo>
                    <a:pt x="5824" y="7273"/>
                  </a:lnTo>
                  <a:lnTo>
                    <a:pt x="11164" y="0"/>
                  </a:lnTo>
                  <a:lnTo>
                    <a:pt x="11164" y="21159"/>
                  </a:lnTo>
                  <a:lnTo>
                    <a:pt x="5824" y="13885"/>
                  </a:lnTo>
                  <a:lnTo>
                    <a:pt x="0" y="13885"/>
                  </a:lnTo>
                  <a:lnTo>
                    <a:pt x="0" y="7273"/>
                  </a:lnTo>
                  <a:close/>
                </a:path>
                <a:path w="21600" h="21600">
                  <a:moveTo>
                    <a:pt x="13024" y="7273"/>
                  </a:moveTo>
                  <a:lnTo>
                    <a:pt x="13591" y="6722"/>
                  </a:lnTo>
                  <a:lnTo>
                    <a:pt x="13833" y="7548"/>
                  </a:lnTo>
                  <a:lnTo>
                    <a:pt x="14076" y="8485"/>
                  </a:lnTo>
                  <a:lnTo>
                    <a:pt x="14157" y="9367"/>
                  </a:lnTo>
                  <a:lnTo>
                    <a:pt x="14197" y="10524"/>
                  </a:lnTo>
                  <a:lnTo>
                    <a:pt x="14197" y="11406"/>
                  </a:lnTo>
                  <a:lnTo>
                    <a:pt x="14116" y="12012"/>
                  </a:lnTo>
                  <a:lnTo>
                    <a:pt x="13995" y="12728"/>
                  </a:lnTo>
                  <a:lnTo>
                    <a:pt x="13833" y="13444"/>
                  </a:lnTo>
                  <a:lnTo>
                    <a:pt x="13712" y="14106"/>
                  </a:lnTo>
                  <a:lnTo>
                    <a:pt x="13591" y="14546"/>
                  </a:lnTo>
                  <a:lnTo>
                    <a:pt x="13065" y="13885"/>
                  </a:lnTo>
                  <a:lnTo>
                    <a:pt x="13307" y="12893"/>
                  </a:lnTo>
                  <a:lnTo>
                    <a:pt x="13469" y="11791"/>
                  </a:lnTo>
                  <a:lnTo>
                    <a:pt x="13550" y="10910"/>
                  </a:lnTo>
                  <a:lnTo>
                    <a:pt x="13591" y="10138"/>
                  </a:lnTo>
                  <a:lnTo>
                    <a:pt x="13469" y="9367"/>
                  </a:lnTo>
                  <a:lnTo>
                    <a:pt x="13388" y="8595"/>
                  </a:lnTo>
                  <a:lnTo>
                    <a:pt x="13267" y="7934"/>
                  </a:lnTo>
                  <a:lnTo>
                    <a:pt x="13024" y="7273"/>
                  </a:lnTo>
                  <a:close/>
                </a:path>
                <a:path w="21600" h="21600">
                  <a:moveTo>
                    <a:pt x="16382" y="3967"/>
                  </a:moveTo>
                  <a:lnTo>
                    <a:pt x="16786" y="5179"/>
                  </a:lnTo>
                  <a:lnTo>
                    <a:pt x="17150" y="6612"/>
                  </a:lnTo>
                  <a:lnTo>
                    <a:pt x="17474" y="8651"/>
                  </a:lnTo>
                  <a:lnTo>
                    <a:pt x="17595" y="9753"/>
                  </a:lnTo>
                  <a:lnTo>
                    <a:pt x="17635" y="12012"/>
                  </a:lnTo>
                  <a:lnTo>
                    <a:pt x="17393" y="13665"/>
                  </a:lnTo>
                  <a:lnTo>
                    <a:pt x="17150" y="15208"/>
                  </a:lnTo>
                  <a:lnTo>
                    <a:pt x="16786" y="16310"/>
                  </a:lnTo>
                  <a:lnTo>
                    <a:pt x="16341" y="17687"/>
                  </a:lnTo>
                  <a:lnTo>
                    <a:pt x="15815" y="17081"/>
                  </a:lnTo>
                  <a:lnTo>
                    <a:pt x="16503" y="14602"/>
                  </a:lnTo>
                  <a:lnTo>
                    <a:pt x="16786" y="13169"/>
                  </a:lnTo>
                  <a:lnTo>
                    <a:pt x="16867" y="12012"/>
                  </a:lnTo>
                  <a:lnTo>
                    <a:pt x="16867" y="9642"/>
                  </a:lnTo>
                  <a:lnTo>
                    <a:pt x="16705" y="7989"/>
                  </a:lnTo>
                  <a:lnTo>
                    <a:pt x="16422" y="6612"/>
                  </a:lnTo>
                  <a:lnTo>
                    <a:pt x="16220" y="5675"/>
                  </a:lnTo>
                  <a:lnTo>
                    <a:pt x="15856" y="4518"/>
                  </a:lnTo>
                  <a:lnTo>
                    <a:pt x="16382" y="3967"/>
                  </a:lnTo>
                  <a:close/>
                </a:path>
                <a:path w="21600" h="21600">
                  <a:moveTo>
                    <a:pt x="18889" y="1377"/>
                  </a:moveTo>
                  <a:lnTo>
                    <a:pt x="19415" y="826"/>
                  </a:lnTo>
                  <a:lnTo>
                    <a:pt x="20194" y="2576"/>
                  </a:lnTo>
                  <a:lnTo>
                    <a:pt x="20831" y="4683"/>
                  </a:lnTo>
                  <a:lnTo>
                    <a:pt x="21357" y="7204"/>
                  </a:lnTo>
                  <a:lnTo>
                    <a:pt x="21650" y="9450"/>
                  </a:lnTo>
                  <a:lnTo>
                    <a:pt x="21600" y="12301"/>
                  </a:lnTo>
                  <a:lnTo>
                    <a:pt x="21215" y="15938"/>
                  </a:lnTo>
                  <a:lnTo>
                    <a:pt x="20629" y="18348"/>
                  </a:lnTo>
                  <a:lnTo>
                    <a:pt x="19415" y="21655"/>
                  </a:lnTo>
                  <a:lnTo>
                    <a:pt x="18889" y="21159"/>
                  </a:lnTo>
                  <a:lnTo>
                    <a:pt x="19901" y="18404"/>
                  </a:lnTo>
                  <a:lnTo>
                    <a:pt x="20467" y="15593"/>
                  </a:lnTo>
                  <a:lnTo>
                    <a:pt x="20791" y="12342"/>
                  </a:lnTo>
                  <a:lnTo>
                    <a:pt x="20871" y="9532"/>
                  </a:lnTo>
                  <a:lnTo>
                    <a:pt x="20629" y="7411"/>
                  </a:lnTo>
                  <a:lnTo>
                    <a:pt x="20062" y="4628"/>
                  </a:lnTo>
                  <a:lnTo>
                    <a:pt x="19415" y="2810"/>
                  </a:lnTo>
                  <a:lnTo>
                    <a:pt x="18889" y="1377"/>
                  </a:lnTo>
                  <a:close/>
                </a:path>
              </a:pathLst>
            </a:custGeom>
            <a:solidFill>
              <a:srgbClr val="CCCCFF"/>
            </a:solidFill>
            <a:ln w="9525">
              <a:solidFill>
                <a:srgbClr val="000000"/>
              </a:solidFill>
              <a:miter lim="800000"/>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endParaRPr lang="en-US"/>
            </a:p>
          </p:txBody>
        </p:sp>
        <p:sp>
          <p:nvSpPr>
            <p:cNvPr id="6" name="Photo"/>
            <p:cNvSpPr>
              <a:spLocks noEditPoints="1" noChangeArrowheads="1"/>
            </p:cNvSpPr>
            <p:nvPr/>
          </p:nvSpPr>
          <p:spPr bwMode="auto">
            <a:xfrm>
              <a:off x="3398" y="2069"/>
              <a:ext cx="936" cy="696"/>
            </a:xfrm>
            <a:custGeom>
              <a:avLst/>
              <a:gdLst>
                <a:gd name="T0" fmla="*/ 0 w 21600"/>
                <a:gd name="T1" fmla="*/ 3085 h 21600"/>
                <a:gd name="T2" fmla="*/ 10800 w 21600"/>
                <a:gd name="T3" fmla="*/ 0 h 21600"/>
                <a:gd name="T4" fmla="*/ 21600 w 21600"/>
                <a:gd name="T5" fmla="*/ 3085 h 21600"/>
                <a:gd name="T6" fmla="*/ 21600 w 21600"/>
                <a:gd name="T7" fmla="*/ 10800 h 21600"/>
                <a:gd name="T8" fmla="*/ 21600 w 21600"/>
                <a:gd name="T9" fmla="*/ 21600 h 21600"/>
                <a:gd name="T10" fmla="*/ 10800 w 21600"/>
                <a:gd name="T11" fmla="*/ 21800 h 21600"/>
                <a:gd name="T12" fmla="*/ 0 w 21600"/>
                <a:gd name="T13" fmla="*/ 21600 h 21600"/>
                <a:gd name="T14" fmla="*/ 0 w 21600"/>
                <a:gd name="T15" fmla="*/ 10800 h 21600"/>
                <a:gd name="T16" fmla="*/ 7778 w 21600"/>
                <a:gd name="T17" fmla="*/ 8228 h 21600"/>
                <a:gd name="T18" fmla="*/ 13757 w 21600"/>
                <a:gd name="T19" fmla="*/ 16886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0" y="21600"/>
                  </a:moveTo>
                  <a:lnTo>
                    <a:pt x="0" y="3085"/>
                  </a:lnTo>
                  <a:lnTo>
                    <a:pt x="1542" y="3085"/>
                  </a:lnTo>
                  <a:lnTo>
                    <a:pt x="1542" y="1028"/>
                  </a:lnTo>
                  <a:lnTo>
                    <a:pt x="3857" y="1028"/>
                  </a:lnTo>
                  <a:lnTo>
                    <a:pt x="3857" y="3085"/>
                  </a:lnTo>
                  <a:lnTo>
                    <a:pt x="5400" y="3085"/>
                  </a:lnTo>
                  <a:lnTo>
                    <a:pt x="6942" y="0"/>
                  </a:lnTo>
                  <a:lnTo>
                    <a:pt x="14657" y="0"/>
                  </a:lnTo>
                  <a:lnTo>
                    <a:pt x="16200" y="3085"/>
                  </a:lnTo>
                  <a:lnTo>
                    <a:pt x="21600" y="3085"/>
                  </a:lnTo>
                  <a:lnTo>
                    <a:pt x="21600" y="21600"/>
                  </a:lnTo>
                  <a:lnTo>
                    <a:pt x="0" y="21600"/>
                  </a:lnTo>
                  <a:close/>
                </a:path>
                <a:path w="21600" h="21600" extrusionOk="0">
                  <a:moveTo>
                    <a:pt x="0" y="3085"/>
                  </a:moveTo>
                  <a:lnTo>
                    <a:pt x="21600" y="3085"/>
                  </a:lnTo>
                  <a:lnTo>
                    <a:pt x="21600" y="21600"/>
                  </a:lnTo>
                  <a:lnTo>
                    <a:pt x="0" y="21600"/>
                  </a:lnTo>
                  <a:lnTo>
                    <a:pt x="0" y="3085"/>
                  </a:lnTo>
                  <a:close/>
                </a:path>
                <a:path w="21600" h="21600" extrusionOk="0">
                  <a:moveTo>
                    <a:pt x="10800" y="4800"/>
                  </a:moveTo>
                  <a:lnTo>
                    <a:pt x="11925" y="4971"/>
                  </a:lnTo>
                  <a:lnTo>
                    <a:pt x="13017" y="5442"/>
                  </a:lnTo>
                  <a:lnTo>
                    <a:pt x="14046" y="6128"/>
                  </a:lnTo>
                  <a:lnTo>
                    <a:pt x="14914" y="7071"/>
                  </a:lnTo>
                  <a:lnTo>
                    <a:pt x="15621" y="8271"/>
                  </a:lnTo>
                  <a:lnTo>
                    <a:pt x="16167" y="9514"/>
                  </a:lnTo>
                  <a:lnTo>
                    <a:pt x="16425" y="11014"/>
                  </a:lnTo>
                  <a:lnTo>
                    <a:pt x="16585" y="12471"/>
                  </a:lnTo>
                  <a:lnTo>
                    <a:pt x="16489" y="14014"/>
                  </a:lnTo>
                  <a:lnTo>
                    <a:pt x="16135" y="15471"/>
                  </a:lnTo>
                  <a:lnTo>
                    <a:pt x="15621" y="16800"/>
                  </a:lnTo>
                  <a:lnTo>
                    <a:pt x="14914" y="18000"/>
                  </a:lnTo>
                  <a:lnTo>
                    <a:pt x="14046" y="18942"/>
                  </a:lnTo>
                  <a:lnTo>
                    <a:pt x="13050" y="19671"/>
                  </a:lnTo>
                  <a:lnTo>
                    <a:pt x="11925" y="20057"/>
                  </a:lnTo>
                  <a:lnTo>
                    <a:pt x="10832" y="20185"/>
                  </a:lnTo>
                  <a:lnTo>
                    <a:pt x="9675" y="20142"/>
                  </a:lnTo>
                  <a:lnTo>
                    <a:pt x="8582" y="19628"/>
                  </a:lnTo>
                  <a:lnTo>
                    <a:pt x="7553" y="18942"/>
                  </a:lnTo>
                  <a:lnTo>
                    <a:pt x="6717" y="17957"/>
                  </a:lnTo>
                  <a:lnTo>
                    <a:pt x="5946" y="16842"/>
                  </a:lnTo>
                  <a:lnTo>
                    <a:pt x="5464" y="15514"/>
                  </a:lnTo>
                  <a:lnTo>
                    <a:pt x="5078" y="14014"/>
                  </a:lnTo>
                  <a:lnTo>
                    <a:pt x="5014" y="12514"/>
                  </a:lnTo>
                  <a:lnTo>
                    <a:pt x="5110" y="11014"/>
                  </a:lnTo>
                  <a:lnTo>
                    <a:pt x="5528" y="9557"/>
                  </a:lnTo>
                  <a:lnTo>
                    <a:pt x="6010" y="8228"/>
                  </a:lnTo>
                  <a:lnTo>
                    <a:pt x="6750" y="7114"/>
                  </a:lnTo>
                  <a:lnTo>
                    <a:pt x="7650" y="6085"/>
                  </a:lnTo>
                  <a:lnTo>
                    <a:pt x="8614" y="5400"/>
                  </a:lnTo>
                  <a:lnTo>
                    <a:pt x="9707" y="4971"/>
                  </a:lnTo>
                  <a:lnTo>
                    <a:pt x="10800" y="4800"/>
                  </a:lnTo>
                  <a:close/>
                </a:path>
                <a:path w="21600" h="21600" extrusionOk="0">
                  <a:moveTo>
                    <a:pt x="8003" y="8057"/>
                  </a:moveTo>
                  <a:lnTo>
                    <a:pt x="8807" y="7371"/>
                  </a:lnTo>
                  <a:lnTo>
                    <a:pt x="9546" y="6985"/>
                  </a:lnTo>
                  <a:lnTo>
                    <a:pt x="10446" y="6771"/>
                  </a:lnTo>
                  <a:lnTo>
                    <a:pt x="11217" y="6771"/>
                  </a:lnTo>
                  <a:lnTo>
                    <a:pt x="12053" y="7028"/>
                  </a:lnTo>
                  <a:lnTo>
                    <a:pt x="12889" y="7457"/>
                  </a:lnTo>
                  <a:lnTo>
                    <a:pt x="13628" y="8100"/>
                  </a:lnTo>
                  <a:lnTo>
                    <a:pt x="14175" y="8871"/>
                  </a:lnTo>
                  <a:lnTo>
                    <a:pt x="14625" y="9814"/>
                  </a:lnTo>
                  <a:lnTo>
                    <a:pt x="14978" y="10885"/>
                  </a:lnTo>
                  <a:lnTo>
                    <a:pt x="15171" y="12042"/>
                  </a:lnTo>
                  <a:lnTo>
                    <a:pt x="15107" y="13114"/>
                  </a:lnTo>
                  <a:lnTo>
                    <a:pt x="15042" y="14228"/>
                  </a:lnTo>
                  <a:lnTo>
                    <a:pt x="14689" y="15257"/>
                  </a:lnTo>
                  <a:lnTo>
                    <a:pt x="14207" y="16285"/>
                  </a:lnTo>
                  <a:lnTo>
                    <a:pt x="13596" y="17057"/>
                  </a:lnTo>
                  <a:lnTo>
                    <a:pt x="12889" y="17657"/>
                  </a:lnTo>
                  <a:lnTo>
                    <a:pt x="12053" y="18085"/>
                  </a:lnTo>
                  <a:lnTo>
                    <a:pt x="11185" y="18257"/>
                  </a:lnTo>
                  <a:lnTo>
                    <a:pt x="10414" y="18214"/>
                  </a:lnTo>
                  <a:lnTo>
                    <a:pt x="9546" y="18042"/>
                  </a:lnTo>
                  <a:lnTo>
                    <a:pt x="8742" y="17614"/>
                  </a:lnTo>
                  <a:lnTo>
                    <a:pt x="8003" y="17014"/>
                  </a:lnTo>
                  <a:lnTo>
                    <a:pt x="7457" y="16242"/>
                  </a:lnTo>
                  <a:lnTo>
                    <a:pt x="6975" y="15257"/>
                  </a:lnTo>
                  <a:lnTo>
                    <a:pt x="6653" y="14142"/>
                  </a:lnTo>
                  <a:lnTo>
                    <a:pt x="6492" y="13114"/>
                  </a:lnTo>
                  <a:lnTo>
                    <a:pt x="6525" y="11914"/>
                  </a:lnTo>
                  <a:lnTo>
                    <a:pt x="6621" y="10842"/>
                  </a:lnTo>
                  <a:lnTo>
                    <a:pt x="6942" y="9771"/>
                  </a:lnTo>
                  <a:lnTo>
                    <a:pt x="7457" y="8785"/>
                  </a:lnTo>
                  <a:lnTo>
                    <a:pt x="8003" y="8057"/>
                  </a:lnTo>
                  <a:close/>
                </a:path>
              </a:pathLst>
            </a:custGeom>
            <a:solidFill>
              <a:srgbClr val="CCCCFF"/>
            </a:solidFill>
            <a:ln w="9525">
              <a:solidFill>
                <a:srgbClr val="000000"/>
              </a:solidFill>
              <a:miter lim="800000"/>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endParaRPr lang="en-US"/>
            </a:p>
          </p:txBody>
        </p:sp>
        <p:sp>
          <p:nvSpPr>
            <p:cNvPr id="7" name="Music"/>
            <p:cNvSpPr>
              <a:spLocks noEditPoints="1" noChangeArrowheads="1"/>
            </p:cNvSpPr>
            <p:nvPr/>
          </p:nvSpPr>
          <p:spPr bwMode="auto">
            <a:xfrm>
              <a:off x="4176" y="1520"/>
              <a:ext cx="648" cy="571"/>
            </a:xfrm>
            <a:custGeom>
              <a:avLst/>
              <a:gdLst>
                <a:gd name="T0" fmla="*/ 7352 w 21600"/>
                <a:gd name="T1" fmla="*/ 46 h 21600"/>
                <a:gd name="T2" fmla="*/ 7373 w 21600"/>
                <a:gd name="T3" fmla="*/ 9900 h 21600"/>
                <a:gd name="T4" fmla="*/ 21683 w 21600"/>
                <a:gd name="T5" fmla="*/ 10061 h 21600"/>
                <a:gd name="T6" fmla="*/ 7352 w 21600"/>
                <a:gd name="T7" fmla="*/ 46 h 21600"/>
                <a:gd name="T8" fmla="*/ 21600 w 21600"/>
                <a:gd name="T9" fmla="*/ 0 h 21600"/>
                <a:gd name="T10" fmla="*/ 7975 w 21600"/>
                <a:gd name="T11" fmla="*/ 923 h 21600"/>
                <a:gd name="T12" fmla="*/ 20935 w 21600"/>
                <a:gd name="T13" fmla="*/ 5354 h 21600"/>
              </a:gdLst>
              <a:ahLst/>
              <a:cxnLst>
                <a:cxn ang="0">
                  <a:pos x="T0" y="T1"/>
                </a:cxn>
                <a:cxn ang="0">
                  <a:pos x="T2" y="T3"/>
                </a:cxn>
                <a:cxn ang="0">
                  <a:pos x="T4" y="T5"/>
                </a:cxn>
                <a:cxn ang="0">
                  <a:pos x="T6" y="T7"/>
                </a:cxn>
                <a:cxn ang="0">
                  <a:pos x="T8" y="T9"/>
                </a:cxn>
              </a:cxnLst>
              <a:rect l="T10" t="T11" r="T12" b="T13"/>
              <a:pathLst>
                <a:path w="21600" h="21600">
                  <a:moveTo>
                    <a:pt x="7352" y="46"/>
                  </a:moveTo>
                  <a:lnTo>
                    <a:pt x="7373" y="9900"/>
                  </a:lnTo>
                  <a:lnTo>
                    <a:pt x="7352" y="16107"/>
                  </a:lnTo>
                  <a:lnTo>
                    <a:pt x="7103" y="15969"/>
                  </a:lnTo>
                  <a:lnTo>
                    <a:pt x="6729" y="15692"/>
                  </a:lnTo>
                  <a:lnTo>
                    <a:pt x="6355" y="15553"/>
                  </a:lnTo>
                  <a:lnTo>
                    <a:pt x="5981" y="15415"/>
                  </a:lnTo>
                  <a:lnTo>
                    <a:pt x="5607" y="15276"/>
                  </a:lnTo>
                  <a:lnTo>
                    <a:pt x="5109" y="15138"/>
                  </a:lnTo>
                  <a:lnTo>
                    <a:pt x="4735" y="15138"/>
                  </a:lnTo>
                  <a:lnTo>
                    <a:pt x="4236" y="15138"/>
                  </a:lnTo>
                  <a:lnTo>
                    <a:pt x="3364" y="15138"/>
                  </a:lnTo>
                  <a:lnTo>
                    <a:pt x="2616" y="15276"/>
                  </a:lnTo>
                  <a:lnTo>
                    <a:pt x="1869" y="15692"/>
                  </a:lnTo>
                  <a:lnTo>
                    <a:pt x="1246" y="15969"/>
                  </a:lnTo>
                  <a:lnTo>
                    <a:pt x="747" y="16523"/>
                  </a:lnTo>
                  <a:lnTo>
                    <a:pt x="373" y="17076"/>
                  </a:lnTo>
                  <a:lnTo>
                    <a:pt x="124" y="17630"/>
                  </a:lnTo>
                  <a:lnTo>
                    <a:pt x="0" y="18323"/>
                  </a:lnTo>
                  <a:lnTo>
                    <a:pt x="124" y="19015"/>
                  </a:lnTo>
                  <a:lnTo>
                    <a:pt x="373" y="19569"/>
                  </a:lnTo>
                  <a:lnTo>
                    <a:pt x="747" y="20123"/>
                  </a:lnTo>
                  <a:lnTo>
                    <a:pt x="1246" y="20676"/>
                  </a:lnTo>
                  <a:lnTo>
                    <a:pt x="1869" y="21092"/>
                  </a:lnTo>
                  <a:lnTo>
                    <a:pt x="2616" y="21369"/>
                  </a:lnTo>
                  <a:lnTo>
                    <a:pt x="3364" y="21507"/>
                  </a:lnTo>
                  <a:lnTo>
                    <a:pt x="4236" y="21646"/>
                  </a:lnTo>
                  <a:lnTo>
                    <a:pt x="5109" y="21507"/>
                  </a:lnTo>
                  <a:lnTo>
                    <a:pt x="5856" y="21369"/>
                  </a:lnTo>
                  <a:lnTo>
                    <a:pt x="6604" y="21092"/>
                  </a:lnTo>
                  <a:lnTo>
                    <a:pt x="7227" y="20676"/>
                  </a:lnTo>
                  <a:lnTo>
                    <a:pt x="7726" y="20123"/>
                  </a:lnTo>
                  <a:lnTo>
                    <a:pt x="8100" y="19569"/>
                  </a:lnTo>
                  <a:lnTo>
                    <a:pt x="8349" y="19015"/>
                  </a:lnTo>
                  <a:lnTo>
                    <a:pt x="8473" y="18323"/>
                  </a:lnTo>
                  <a:lnTo>
                    <a:pt x="8473" y="6276"/>
                  </a:lnTo>
                  <a:lnTo>
                    <a:pt x="20561" y="6276"/>
                  </a:lnTo>
                  <a:lnTo>
                    <a:pt x="20561" y="16107"/>
                  </a:lnTo>
                  <a:lnTo>
                    <a:pt x="20187" y="15830"/>
                  </a:lnTo>
                  <a:lnTo>
                    <a:pt x="19938" y="15692"/>
                  </a:lnTo>
                  <a:lnTo>
                    <a:pt x="19564" y="15553"/>
                  </a:lnTo>
                  <a:lnTo>
                    <a:pt x="19190" y="15415"/>
                  </a:lnTo>
                  <a:lnTo>
                    <a:pt x="18692" y="15276"/>
                  </a:lnTo>
                  <a:lnTo>
                    <a:pt x="18318" y="15138"/>
                  </a:lnTo>
                  <a:lnTo>
                    <a:pt x="17944" y="15138"/>
                  </a:lnTo>
                  <a:lnTo>
                    <a:pt x="17446" y="15138"/>
                  </a:lnTo>
                  <a:lnTo>
                    <a:pt x="16573" y="15138"/>
                  </a:lnTo>
                  <a:lnTo>
                    <a:pt x="15826" y="15276"/>
                  </a:lnTo>
                  <a:lnTo>
                    <a:pt x="15078" y="15692"/>
                  </a:lnTo>
                  <a:lnTo>
                    <a:pt x="14455" y="15969"/>
                  </a:lnTo>
                  <a:lnTo>
                    <a:pt x="13956" y="16523"/>
                  </a:lnTo>
                  <a:lnTo>
                    <a:pt x="13583" y="17076"/>
                  </a:lnTo>
                  <a:lnTo>
                    <a:pt x="13333" y="17630"/>
                  </a:lnTo>
                  <a:lnTo>
                    <a:pt x="13209" y="18323"/>
                  </a:lnTo>
                  <a:lnTo>
                    <a:pt x="13333" y="19015"/>
                  </a:lnTo>
                  <a:lnTo>
                    <a:pt x="13583" y="19569"/>
                  </a:lnTo>
                  <a:lnTo>
                    <a:pt x="13956" y="20123"/>
                  </a:lnTo>
                  <a:lnTo>
                    <a:pt x="14455" y="20676"/>
                  </a:lnTo>
                  <a:lnTo>
                    <a:pt x="15078" y="21092"/>
                  </a:lnTo>
                  <a:lnTo>
                    <a:pt x="15826" y="21369"/>
                  </a:lnTo>
                  <a:lnTo>
                    <a:pt x="16573" y="21507"/>
                  </a:lnTo>
                  <a:lnTo>
                    <a:pt x="17446" y="21646"/>
                  </a:lnTo>
                  <a:lnTo>
                    <a:pt x="18318" y="21507"/>
                  </a:lnTo>
                  <a:lnTo>
                    <a:pt x="19066" y="21369"/>
                  </a:lnTo>
                  <a:lnTo>
                    <a:pt x="19813" y="21092"/>
                  </a:lnTo>
                  <a:lnTo>
                    <a:pt x="20436" y="20676"/>
                  </a:lnTo>
                  <a:lnTo>
                    <a:pt x="20935" y="20123"/>
                  </a:lnTo>
                  <a:lnTo>
                    <a:pt x="21309" y="19569"/>
                  </a:lnTo>
                  <a:lnTo>
                    <a:pt x="21558" y="19015"/>
                  </a:lnTo>
                  <a:lnTo>
                    <a:pt x="21683" y="18323"/>
                  </a:lnTo>
                  <a:lnTo>
                    <a:pt x="21683" y="10061"/>
                  </a:lnTo>
                  <a:lnTo>
                    <a:pt x="21683" y="46"/>
                  </a:lnTo>
                  <a:lnTo>
                    <a:pt x="7352" y="46"/>
                  </a:lnTo>
                  <a:close/>
                </a:path>
              </a:pathLst>
            </a:custGeom>
            <a:solidFill>
              <a:srgbClr val="CCCCFF"/>
            </a:solidFill>
            <a:ln w="9525">
              <a:solidFill>
                <a:srgbClr val="000000"/>
              </a:solidFill>
              <a:miter lim="800000"/>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endParaRPr lang="en-US"/>
            </a:p>
          </p:txBody>
        </p:sp>
      </p:grpSp>
      <p:pic>
        <p:nvPicPr>
          <p:cNvPr id="11" name="sl 9.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381000" y="76200"/>
            <a:ext cx="609600" cy="609600"/>
          </a:xfrm>
          <a:prstGeom prst="rect">
            <a:avLst/>
          </a:prstGeom>
        </p:spPr>
      </p:pic>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31279" y="453788"/>
            <a:ext cx="1942396" cy="10668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80920" y="1828800"/>
            <a:ext cx="2043113" cy="1395413"/>
          </a:xfrm>
          <a:prstGeom prst="rect">
            <a:avLst/>
          </a:prstGeom>
        </p:spPr>
      </p:pic>
      <p:pic>
        <p:nvPicPr>
          <p:cNvPr id="14" name="Picture 1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45132" y="3506147"/>
            <a:ext cx="2027191" cy="1135227"/>
          </a:xfrm>
          <a:prstGeom prst="rect">
            <a:avLst/>
          </a:prstGeom>
        </p:spPr>
      </p:pic>
    </p:spTree>
    <p:extLst>
      <p:ext uri="{BB962C8B-B14F-4D97-AF65-F5344CB8AC3E}">
        <p14:creationId xmlns:p14="http://schemas.microsoft.com/office/powerpoint/2010/main" val="4287409739"/>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361" fill="hold"/>
                                        <p:tgtEl>
                                          <p:spTgt spid="11"/>
                                        </p:tgtEl>
                                      </p:cBhvr>
                                    </p:cmd>
                                  </p:childTnLst>
                                </p:cTn>
                              </p:par>
                              <p:par>
                                <p:cTn id="7" presetID="22" presetClass="entr" presetSubtype="8" fill="hold" grpId="0" nodeType="withEffect">
                                  <p:stCondLst>
                                    <p:cond delay="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wipe(left)">
                                      <p:cBhvr>
                                        <p:cTn id="9" dur="1250"/>
                                        <p:tgtEl>
                                          <p:spTgt spid="2"/>
                                        </p:tgtEl>
                                      </p:cBhvr>
                                    </p:animEffect>
                                  </p:childTnLst>
                                </p:cTn>
                              </p:par>
                              <p:par>
                                <p:cTn id="10" presetID="2" presetClass="entr" presetSubtype="1"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0000" fill="hold"/>
                                        <p:tgtEl>
                                          <p:spTgt spid="3"/>
                                        </p:tgtEl>
                                        <p:attrNameLst>
                                          <p:attrName>ppt_x</p:attrName>
                                        </p:attrNameLst>
                                      </p:cBhvr>
                                      <p:tavLst>
                                        <p:tav tm="0">
                                          <p:val>
                                            <p:strVal val="#ppt_x"/>
                                          </p:val>
                                        </p:tav>
                                        <p:tav tm="100000">
                                          <p:val>
                                            <p:strVal val="#ppt_x"/>
                                          </p:val>
                                        </p:tav>
                                      </p:tavLst>
                                    </p:anim>
                                    <p:anim calcmode="lin" valueType="num">
                                      <p:cBhvr additive="base">
                                        <p:cTn id="13" dur="10000" fill="hold"/>
                                        <p:tgtEl>
                                          <p:spTgt spid="3"/>
                                        </p:tgtEl>
                                        <p:attrNameLst>
                                          <p:attrName>ppt_y</p:attrName>
                                        </p:attrNameLst>
                                      </p:cBhvr>
                                      <p:tavLst>
                                        <p:tav tm="0">
                                          <p:val>
                                            <p:strVal val="0-#ppt_h/2"/>
                                          </p:val>
                                        </p:tav>
                                        <p:tav tm="100000">
                                          <p:val>
                                            <p:strVal val="#ppt_y"/>
                                          </p:val>
                                        </p:tav>
                                      </p:tavLst>
                                    </p:anim>
                                  </p:childTnLst>
                                </p:cTn>
                              </p:par>
                              <p:par>
                                <p:cTn id="14" presetID="2" presetClass="entr" presetSubtype="1"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6250" fill="hold"/>
                                        <p:tgtEl>
                                          <p:spTgt spid="12"/>
                                        </p:tgtEl>
                                        <p:attrNameLst>
                                          <p:attrName>ppt_x</p:attrName>
                                        </p:attrNameLst>
                                      </p:cBhvr>
                                      <p:tavLst>
                                        <p:tav tm="0">
                                          <p:val>
                                            <p:strVal val="#ppt_x"/>
                                          </p:val>
                                        </p:tav>
                                        <p:tav tm="100000">
                                          <p:val>
                                            <p:strVal val="#ppt_x"/>
                                          </p:val>
                                        </p:tav>
                                      </p:tavLst>
                                    </p:anim>
                                    <p:anim calcmode="lin" valueType="num">
                                      <p:cBhvr additive="base">
                                        <p:cTn id="17" dur="6250" fill="hold"/>
                                        <p:tgtEl>
                                          <p:spTgt spid="12"/>
                                        </p:tgtEl>
                                        <p:attrNameLst>
                                          <p:attrName>ppt_y</p:attrName>
                                        </p:attrNameLst>
                                      </p:cBhvr>
                                      <p:tavLst>
                                        <p:tav tm="0">
                                          <p:val>
                                            <p:strVal val="0-#ppt_h/2"/>
                                          </p:val>
                                        </p:tav>
                                        <p:tav tm="100000">
                                          <p:val>
                                            <p:strVal val="#ppt_y"/>
                                          </p:val>
                                        </p:tav>
                                      </p:tavLst>
                                    </p:anim>
                                  </p:childTnLst>
                                </p:cTn>
                              </p:par>
                              <p:par>
                                <p:cTn id="18" presetID="2" presetClass="entr" presetSubtype="1"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7500" fill="hold"/>
                                        <p:tgtEl>
                                          <p:spTgt spid="13"/>
                                        </p:tgtEl>
                                        <p:attrNameLst>
                                          <p:attrName>ppt_x</p:attrName>
                                        </p:attrNameLst>
                                      </p:cBhvr>
                                      <p:tavLst>
                                        <p:tav tm="0">
                                          <p:val>
                                            <p:strVal val="#ppt_x"/>
                                          </p:val>
                                        </p:tav>
                                        <p:tav tm="100000">
                                          <p:val>
                                            <p:strVal val="#ppt_x"/>
                                          </p:val>
                                        </p:tav>
                                      </p:tavLst>
                                    </p:anim>
                                    <p:anim calcmode="lin" valueType="num">
                                      <p:cBhvr additive="base">
                                        <p:cTn id="21" dur="7500" fill="hold"/>
                                        <p:tgtEl>
                                          <p:spTgt spid="13"/>
                                        </p:tgtEl>
                                        <p:attrNameLst>
                                          <p:attrName>ppt_y</p:attrName>
                                        </p:attrNameLst>
                                      </p:cBhvr>
                                      <p:tavLst>
                                        <p:tav tm="0">
                                          <p:val>
                                            <p:strVal val="0-#ppt_h/2"/>
                                          </p:val>
                                        </p:tav>
                                        <p:tav tm="100000">
                                          <p:val>
                                            <p:strVal val="#ppt_y"/>
                                          </p:val>
                                        </p:tav>
                                      </p:tavLst>
                                    </p:anim>
                                  </p:childTnLst>
                                </p:cTn>
                              </p:par>
                              <p:par>
                                <p:cTn id="22" presetID="2" presetClass="entr" presetSubtype="1"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additive="base">
                                        <p:cTn id="24" dur="9000" fill="hold"/>
                                        <p:tgtEl>
                                          <p:spTgt spid="14"/>
                                        </p:tgtEl>
                                        <p:attrNameLst>
                                          <p:attrName>ppt_x</p:attrName>
                                        </p:attrNameLst>
                                      </p:cBhvr>
                                      <p:tavLst>
                                        <p:tav tm="0">
                                          <p:val>
                                            <p:strVal val="#ppt_x"/>
                                          </p:val>
                                        </p:tav>
                                        <p:tav tm="100000">
                                          <p:val>
                                            <p:strVal val="#ppt_x"/>
                                          </p:val>
                                        </p:tav>
                                      </p:tavLst>
                                    </p:anim>
                                    <p:anim calcmode="lin" valueType="num">
                                      <p:cBhvr additive="base">
                                        <p:cTn id="25" dur="9000" fill="hold"/>
                                        <p:tgtEl>
                                          <p:spTgt spid="1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26" fill="hold" display="0">
                  <p:stCondLst>
                    <p:cond delay="indefinite"/>
                  </p:stCondLst>
                  <p:endCondLst>
                    <p:cond evt="onStopAudio" delay="0">
                      <p:tgtEl>
                        <p:sldTgt/>
                      </p:tgtEl>
                    </p:cond>
                  </p:endCondLst>
                </p:cTn>
                <p:tgtEl>
                  <p:spTgt spid="11"/>
                </p:tgtEl>
              </p:cMediaNode>
            </p:audio>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p:cNvSpPr txBox="1"/>
          <p:nvPr/>
        </p:nvSpPr>
        <p:spPr>
          <a:xfrm>
            <a:off x="838200" y="595745"/>
            <a:ext cx="6705600" cy="2185214"/>
          </a:xfrm>
          <a:prstGeom prst="rect">
            <a:avLst/>
          </a:prstGeom>
          <a:noFill/>
        </p:spPr>
        <p:txBody>
          <a:bodyPr wrap="square" rtlCol="0">
            <a:spAutoFit/>
          </a:bodyPr>
          <a:lstStyle/>
          <a:p>
            <a:r>
              <a:rPr lang="en-US" sz="2800" b="1" dirty="0" smtClean="0">
                <a:solidFill>
                  <a:srgbClr val="FFFF00"/>
                </a:solidFill>
              </a:rPr>
              <a:t>Text</a:t>
            </a:r>
          </a:p>
          <a:p>
            <a:r>
              <a:rPr lang="en-US" sz="2400" dirty="0" smtClean="0"/>
              <a:t>All multimedia contains some amount  of  text. The  text can have different of font and size  to suit the presentation.</a:t>
            </a:r>
            <a:endParaRPr lang="en-US" dirty="0" smtClean="0"/>
          </a:p>
          <a:p>
            <a:endParaRPr lang="en-US" dirty="0"/>
          </a:p>
          <a:p>
            <a:endParaRPr lang="en-US" dirty="0" smtClean="0"/>
          </a:p>
        </p:txBody>
      </p:sp>
      <p:pic>
        <p:nvPicPr>
          <p:cNvPr id="6" name="Voice022.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83108" y="65964"/>
            <a:ext cx="609600" cy="609600"/>
          </a:xfrm>
          <a:prstGeom prst="rect">
            <a:avLst/>
          </a:prstGeom>
        </p:spPr>
      </p:pic>
      <p:pic>
        <p:nvPicPr>
          <p:cNvPr id="9" name="Voice023(mp3)(mp3).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6"/>
          <a:stretch>
            <a:fillRect/>
          </a:stretch>
        </p:blipFill>
        <p:spPr>
          <a:xfrm>
            <a:off x="172872" y="2190693"/>
            <a:ext cx="609600" cy="609600"/>
          </a:xfrm>
          <a:prstGeom prst="rect">
            <a:avLst/>
          </a:prstGeom>
        </p:spPr>
      </p:pic>
      <p:sp>
        <p:nvSpPr>
          <p:cNvPr id="10" name="TextBox 9"/>
          <p:cNvSpPr txBox="1"/>
          <p:nvPr/>
        </p:nvSpPr>
        <p:spPr>
          <a:xfrm>
            <a:off x="838200" y="2160524"/>
            <a:ext cx="6139218" cy="1846659"/>
          </a:xfrm>
          <a:prstGeom prst="rect">
            <a:avLst/>
          </a:prstGeom>
          <a:noFill/>
        </p:spPr>
        <p:txBody>
          <a:bodyPr wrap="square" rtlCol="0">
            <a:spAutoFit/>
          </a:bodyPr>
          <a:lstStyle/>
          <a:p>
            <a:r>
              <a:rPr lang="en-US" sz="2400" dirty="0" smtClean="0"/>
              <a:t>The </a:t>
            </a:r>
            <a:r>
              <a:rPr lang="en-US" sz="2400" dirty="0"/>
              <a:t>text use in multimedia can be perform  in different format general Text , hyper text, pdf</a:t>
            </a:r>
            <a:r>
              <a:rPr lang="en-US" sz="2400" dirty="0" smtClean="0"/>
              <a:t>.</a:t>
            </a:r>
          </a:p>
          <a:p>
            <a:r>
              <a:rPr lang="en-US" sz="2400" b="1" dirty="0" smtClean="0"/>
              <a:t>Example</a:t>
            </a:r>
            <a:r>
              <a:rPr lang="en-US" sz="2400" dirty="0" smtClean="0"/>
              <a:t>-</a:t>
            </a:r>
            <a:endParaRPr lang="en-US" sz="2400" dirty="0"/>
          </a:p>
          <a:p>
            <a:endParaRPr lang="en-US" dirty="0"/>
          </a:p>
        </p:txBody>
      </p:sp>
      <p:pic>
        <p:nvPicPr>
          <p:cNvPr id="17" name="Picture 1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8561" y="3886200"/>
            <a:ext cx="6761328" cy="2573342"/>
          </a:xfrm>
          <a:prstGeom prst="rect">
            <a:avLst/>
          </a:prstGeom>
        </p:spPr>
      </p:pic>
    </p:spTree>
    <p:extLst>
      <p:ext uri="{BB962C8B-B14F-4D97-AF65-F5344CB8AC3E}">
        <p14:creationId xmlns:p14="http://schemas.microsoft.com/office/powerpoint/2010/main" val="3363339547"/>
      </p:ext>
    </p:extLst>
  </p:cSld>
  <p:clrMapOvr>
    <a:masterClrMapping/>
  </p:clrMapOvr>
  <mc:AlternateContent xmlns:mc="http://schemas.openxmlformats.org/markup-compatibility/2006" xmlns:p14="http://schemas.microsoft.com/office/powerpoint/2010/main">
    <mc:Choice Requires="p14">
      <p:transition p14:dur="10" advClick="0" advTm="25000"/>
    </mc:Choice>
    <mc:Fallback xmlns="">
      <p:transition advClick="0" advTm="2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049" fill="hold"/>
                                        <p:tgtEl>
                                          <p:spTgt spid="6"/>
                                        </p:tgtEl>
                                      </p:cBhvr>
                                    </p:cmd>
                                  </p:childTnLst>
                                </p:cTn>
                              </p:par>
                              <p:par>
                                <p:cTn id="7" presetID="22" presetClass="entr" presetSubtype="8" fill="hold" grpId="0" nodeType="withEffect">
                                  <p:stCondLst>
                                    <p:cond delay="0"/>
                                  </p:stCondLst>
                                  <p:iterate type="lt">
                                    <p:tmPct val="10000"/>
                                  </p:iterate>
                                  <p:childTnLst>
                                    <p:set>
                                      <p:cBhvr>
                                        <p:cTn id="8" dur="1" fill="hold">
                                          <p:stCondLst>
                                            <p:cond delay="0"/>
                                          </p:stCondLst>
                                        </p:cTn>
                                        <p:tgtEl>
                                          <p:spTgt spid="3"/>
                                        </p:tgtEl>
                                        <p:attrNameLst>
                                          <p:attrName>style.visibility</p:attrName>
                                        </p:attrNameLst>
                                      </p:cBhvr>
                                      <p:to>
                                        <p:strVal val="visible"/>
                                      </p:to>
                                    </p:set>
                                    <p:animEffect transition="in" filter="wipe(left)">
                                      <p:cBhvr>
                                        <p:cTn id="9" dur="1000"/>
                                        <p:tgtEl>
                                          <p:spTgt spid="3"/>
                                        </p:tgtEl>
                                      </p:cBhvr>
                                    </p:animEffect>
                                  </p:childTnLst>
                                </p:cTn>
                              </p:par>
                            </p:childTnLst>
                          </p:cTn>
                        </p:par>
                        <p:par>
                          <p:cTn id="10" fill="hold">
                            <p:stCondLst>
                              <p:cond delay="12049"/>
                            </p:stCondLst>
                            <p:childTnLst>
                              <p:par>
                                <p:cTn id="11" presetID="1" presetClass="mediacall" presetSubtype="0" fill="hold" nodeType="afterEffect">
                                  <p:stCondLst>
                                    <p:cond delay="1000"/>
                                  </p:stCondLst>
                                  <p:childTnLst>
                                    <p:cmd type="call" cmd="playFrom(0.0)">
                                      <p:cBhvr>
                                        <p:cTn id="12" dur="9049" fill="hold"/>
                                        <p:tgtEl>
                                          <p:spTgt spid="9"/>
                                        </p:tgtEl>
                                      </p:cBhvr>
                                    </p:cmd>
                                  </p:childTnLst>
                                </p:cTn>
                              </p:par>
                              <p:par>
                                <p:cTn id="13" presetID="22" presetClass="entr" presetSubtype="8" fill="hold" grpId="0" nodeType="withEffect">
                                  <p:stCondLst>
                                    <p:cond delay="1000"/>
                                  </p:stCondLst>
                                  <p:iterate type="lt">
                                    <p:tmPct val="10000"/>
                                  </p:iterate>
                                  <p:childTnLst>
                                    <p:set>
                                      <p:cBhvr>
                                        <p:cTn id="14" dur="1" fill="hold">
                                          <p:stCondLst>
                                            <p:cond delay="0"/>
                                          </p:stCondLst>
                                        </p:cTn>
                                        <p:tgtEl>
                                          <p:spTgt spid="10"/>
                                        </p:tgtEl>
                                        <p:attrNameLst>
                                          <p:attrName>style.visibility</p:attrName>
                                        </p:attrNameLst>
                                      </p:cBhvr>
                                      <p:to>
                                        <p:strVal val="visible"/>
                                      </p:to>
                                    </p:set>
                                    <p:animEffect transition="in" filter="wipe(left)">
                                      <p:cBhvr>
                                        <p:cTn id="15" dur="1000"/>
                                        <p:tgtEl>
                                          <p:spTgt spid="10"/>
                                        </p:tgtEl>
                                      </p:cBhvr>
                                    </p:animEffect>
                                  </p:childTnLst>
                                </p:cTn>
                              </p:par>
                            </p:childTnLst>
                          </p:cTn>
                        </p:par>
                        <p:par>
                          <p:cTn id="16" fill="hold">
                            <p:stCondLst>
                              <p:cond delay="22449"/>
                            </p:stCondLst>
                            <p:childTnLst>
                              <p:par>
                                <p:cTn id="17" presetID="16" presetClass="entr" presetSubtype="21" fill="hold"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barn(inVertical)">
                                      <p:cBhvr>
                                        <p:cTn id="19"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20" fill="hold" display="0">
                  <p:stCondLst>
                    <p:cond delay="indefinite"/>
                  </p:stCondLst>
                  <p:endCondLst>
                    <p:cond evt="onStopAudio" delay="0">
                      <p:tgtEl>
                        <p:sldTgt/>
                      </p:tgtEl>
                    </p:cond>
                  </p:endCondLst>
                </p:cTn>
                <p:tgtEl>
                  <p:spTgt spid="6"/>
                </p:tgtEl>
              </p:cMediaNode>
            </p:audio>
            <p:audio>
              <p:cMediaNode vol="80000">
                <p:cTn id="21" fill="hold" display="0">
                  <p:stCondLst>
                    <p:cond delay="indefinite"/>
                  </p:stCondLst>
                  <p:endCondLst>
                    <p:cond evt="onStopAudio" delay="0">
                      <p:tgtEl>
                        <p:sldTgt/>
                      </p:tgtEl>
                    </p:cond>
                  </p:endCondLst>
                </p:cTn>
                <p:tgtEl>
                  <p:spTgt spid="9"/>
                </p:tgtEl>
              </p:cMediaNode>
            </p:audio>
          </p:childTnLst>
        </p:cTn>
      </p:par>
    </p:tnLst>
    <p:bldLst>
      <p:bldP spid="3"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5646" y="4952999"/>
            <a:ext cx="2012988" cy="1759303"/>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600" y="227793"/>
            <a:ext cx="1847301" cy="1783207"/>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26" y="5105400"/>
            <a:ext cx="2691561" cy="1518037"/>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188" y="2864018"/>
            <a:ext cx="1916842" cy="1669733"/>
          </a:xfrm>
          <a:prstGeom prst="rect">
            <a:avLst/>
          </a:prstGeom>
        </p:spPr>
      </p:pic>
      <p:pic>
        <p:nvPicPr>
          <p:cNvPr id="7" name="Picture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00370" y="265620"/>
            <a:ext cx="2062230" cy="1707552"/>
          </a:xfrm>
          <a:prstGeom prst="rect">
            <a:avLst/>
          </a:prstGeom>
        </p:spPr>
      </p:pic>
      <p:pic>
        <p:nvPicPr>
          <p:cNvPr id="9" name="Picture 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81800" y="4491887"/>
            <a:ext cx="2057400" cy="2220416"/>
          </a:xfrm>
          <a:prstGeom prst="rect">
            <a:avLst/>
          </a:prstGeom>
        </p:spPr>
      </p:pic>
      <p:pic>
        <p:nvPicPr>
          <p:cNvPr id="10" name="Picture 9"/>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05982" y="218694"/>
            <a:ext cx="2033218" cy="2203868"/>
          </a:xfrm>
          <a:prstGeom prst="rect">
            <a:avLst/>
          </a:prstGeom>
        </p:spPr>
      </p:pic>
      <p:sp>
        <p:nvSpPr>
          <p:cNvPr id="11" name="TextBox 10"/>
          <p:cNvSpPr txBox="1"/>
          <p:nvPr/>
        </p:nvSpPr>
        <p:spPr>
          <a:xfrm>
            <a:off x="3159885" y="2864018"/>
            <a:ext cx="2250315" cy="1015663"/>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sz="6000" b="1" dirty="0" smtClean="0">
                <a:solidFill>
                  <a:srgbClr val="FF0000"/>
                </a:solidFill>
              </a:rPr>
              <a:t>TEXT</a:t>
            </a:r>
            <a:endParaRPr lang="en-US" sz="6000" b="1" dirty="0">
              <a:solidFill>
                <a:srgbClr val="FF0000"/>
              </a:solidFill>
            </a:endParaRPr>
          </a:p>
        </p:txBody>
      </p:sp>
      <p:cxnSp>
        <p:nvCxnSpPr>
          <p:cNvPr id="13" name="Straight Arrow Connector 12"/>
          <p:cNvCxnSpPr/>
          <p:nvPr/>
        </p:nvCxnSpPr>
        <p:spPr>
          <a:xfrm flipV="1">
            <a:off x="5410200" y="2422562"/>
            <a:ext cx="1395782" cy="441456"/>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15" name="Straight Arrow Connector 14"/>
          <p:cNvCxnSpPr/>
          <p:nvPr/>
        </p:nvCxnSpPr>
        <p:spPr>
          <a:xfrm>
            <a:off x="5410200" y="3879681"/>
            <a:ext cx="1395782" cy="612206"/>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17" name="Straight Arrow Connector 16"/>
          <p:cNvCxnSpPr>
            <a:stCxn id="11" idx="2"/>
          </p:cNvCxnSpPr>
          <p:nvPr/>
        </p:nvCxnSpPr>
        <p:spPr>
          <a:xfrm flipH="1">
            <a:off x="4285042" y="3879681"/>
            <a:ext cx="1" cy="107331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19" name="Straight Arrow Connector 18"/>
          <p:cNvCxnSpPr/>
          <p:nvPr/>
        </p:nvCxnSpPr>
        <p:spPr>
          <a:xfrm flipH="1">
            <a:off x="2739287" y="3879681"/>
            <a:ext cx="420598" cy="1225719"/>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cxnSp>
        <p:nvCxnSpPr>
          <p:cNvPr id="21" name="Straight Arrow Connector 20"/>
          <p:cNvCxnSpPr/>
          <p:nvPr/>
        </p:nvCxnSpPr>
        <p:spPr>
          <a:xfrm flipH="1">
            <a:off x="2027030" y="3371849"/>
            <a:ext cx="1132855" cy="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23" name="Straight Arrow Connector 22"/>
          <p:cNvCxnSpPr/>
          <p:nvPr/>
        </p:nvCxnSpPr>
        <p:spPr>
          <a:xfrm flipH="1" flipV="1">
            <a:off x="2027030" y="1973172"/>
            <a:ext cx="1132856" cy="890846"/>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25" name="Straight Arrow Connector 24"/>
          <p:cNvCxnSpPr/>
          <p:nvPr/>
        </p:nvCxnSpPr>
        <p:spPr>
          <a:xfrm flipH="1" flipV="1">
            <a:off x="4285042" y="2011000"/>
            <a:ext cx="1" cy="85301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2940265639"/>
      </p:ext>
    </p:extLst>
  </p:cSld>
  <p:clrMapOvr>
    <a:masterClrMapping/>
  </p:clrMapOvr>
  <mc:AlternateContent xmlns:mc="http://schemas.openxmlformats.org/markup-compatibility/2006" xmlns:p14="http://schemas.microsoft.com/office/powerpoint/2010/main">
    <mc:Choice Requires="p14">
      <p:transition p14:dur="25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ox(out)">
                                      <p:cBhvr>
                                        <p:cTn id="7" dur="500"/>
                                        <p:tgtEl>
                                          <p:spTgt spid="11"/>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down)">
                                      <p:cBhvr>
                                        <p:cTn id="11" dur="1000"/>
                                        <p:tgtEl>
                                          <p:spTgt spid="23"/>
                                        </p:tgtEl>
                                      </p:cBhvr>
                                    </p:animEffect>
                                  </p:childTnLst>
                                </p:cTn>
                              </p:par>
                              <p:par>
                                <p:cTn id="12" presetID="22" presetClass="entr" presetSubtype="4" fill="hold"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wipe(down)">
                                      <p:cBhvr>
                                        <p:cTn id="14" dur="1000"/>
                                        <p:tgtEl>
                                          <p:spTgt spid="25"/>
                                        </p:tgtEl>
                                      </p:cBhvr>
                                    </p:animEffect>
                                  </p:childTnLst>
                                </p:cTn>
                              </p:par>
                              <p:par>
                                <p:cTn id="15" presetID="22" presetClass="entr" presetSubtype="8"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1000"/>
                                        <p:tgtEl>
                                          <p:spTgt spid="13"/>
                                        </p:tgtEl>
                                      </p:cBhvr>
                                    </p:animEffect>
                                  </p:childTnLst>
                                </p:cTn>
                              </p:par>
                              <p:par>
                                <p:cTn id="18" presetID="22" presetClass="entr" presetSubtype="8"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left)">
                                      <p:cBhvr>
                                        <p:cTn id="20" dur="1000"/>
                                        <p:tgtEl>
                                          <p:spTgt spid="15"/>
                                        </p:tgtEl>
                                      </p:cBhvr>
                                    </p:animEffect>
                                  </p:childTnLst>
                                </p:cTn>
                              </p:par>
                              <p:par>
                                <p:cTn id="21" presetID="22" presetClass="entr" presetSubtype="1"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up)">
                                      <p:cBhvr>
                                        <p:cTn id="23" dur="1000"/>
                                        <p:tgtEl>
                                          <p:spTgt spid="17"/>
                                        </p:tgtEl>
                                      </p:cBhvr>
                                    </p:animEffect>
                                  </p:childTnLst>
                                </p:cTn>
                              </p:par>
                              <p:par>
                                <p:cTn id="24" presetID="22" presetClass="entr" presetSubtype="1" fill="hold"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wipe(up)">
                                      <p:cBhvr>
                                        <p:cTn id="26" dur="1000"/>
                                        <p:tgtEl>
                                          <p:spTgt spid="19"/>
                                        </p:tgtEl>
                                      </p:cBhvr>
                                    </p:animEffect>
                                  </p:childTnLst>
                                </p:cTn>
                              </p:par>
                              <p:par>
                                <p:cTn id="27" presetID="22" presetClass="entr" presetSubtype="2"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wipe(right)">
                                      <p:cBhvr>
                                        <p:cTn id="29" dur="1000"/>
                                        <p:tgtEl>
                                          <p:spTgt spid="21"/>
                                        </p:tgtEl>
                                      </p:cBhvr>
                                    </p:animEffect>
                                  </p:childTnLst>
                                </p:cTn>
                              </p:par>
                            </p:childTnLst>
                          </p:cTn>
                        </p:par>
                        <p:par>
                          <p:cTn id="30" fill="hold">
                            <p:stCondLst>
                              <p:cond delay="1500"/>
                            </p:stCondLst>
                            <p:childTnLst>
                              <p:par>
                                <p:cTn id="31" presetID="22" presetClass="entr" presetSubtype="4" fill="hold" nodeType="after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down)">
                                      <p:cBhvr>
                                        <p:cTn id="33" dur="1000"/>
                                        <p:tgtEl>
                                          <p:spTgt spid="4"/>
                                        </p:tgtEl>
                                      </p:cBhvr>
                                    </p:animEffect>
                                  </p:childTnLst>
                                </p:cTn>
                              </p:par>
                              <p:par>
                                <p:cTn id="34" presetID="22" presetClass="entr" presetSubtype="4" fill="hold"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down)">
                                      <p:cBhvr>
                                        <p:cTn id="36" dur="1000"/>
                                        <p:tgtEl>
                                          <p:spTgt spid="7"/>
                                        </p:tgtEl>
                                      </p:cBhvr>
                                    </p:animEffect>
                                  </p:childTnLst>
                                </p:cTn>
                              </p:par>
                              <p:par>
                                <p:cTn id="37" presetID="22" presetClass="entr" presetSubtype="4"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down)">
                                      <p:cBhvr>
                                        <p:cTn id="39" dur="1000"/>
                                        <p:tgtEl>
                                          <p:spTgt spid="10"/>
                                        </p:tgtEl>
                                      </p:cBhvr>
                                    </p:animEffect>
                                  </p:childTnLst>
                                </p:cTn>
                              </p:par>
                              <p:par>
                                <p:cTn id="40" presetID="22" presetClass="entr" presetSubtype="1" fill="hold"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up)">
                                      <p:cBhvr>
                                        <p:cTn id="42" dur="1000"/>
                                        <p:tgtEl>
                                          <p:spTgt spid="9"/>
                                        </p:tgtEl>
                                      </p:cBhvr>
                                    </p:animEffect>
                                  </p:childTnLst>
                                </p:cTn>
                              </p:par>
                              <p:par>
                                <p:cTn id="43" presetID="22" presetClass="entr" presetSubtype="1" fill="hold" nodeType="with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wipe(up)">
                                      <p:cBhvr>
                                        <p:cTn id="45" dur="1000"/>
                                        <p:tgtEl>
                                          <p:spTgt spid="3"/>
                                        </p:tgtEl>
                                      </p:cBhvr>
                                    </p:animEffect>
                                  </p:childTnLst>
                                </p:cTn>
                              </p:par>
                              <p:par>
                                <p:cTn id="46" presetID="22" presetClass="entr" presetSubtype="1" fill="hold" nodeType="with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wipe(up)">
                                      <p:cBhvr>
                                        <p:cTn id="48" dur="1000"/>
                                        <p:tgtEl>
                                          <p:spTgt spid="5"/>
                                        </p:tgtEl>
                                      </p:cBhvr>
                                    </p:animEffect>
                                  </p:childTnLst>
                                </p:cTn>
                              </p:par>
                              <p:par>
                                <p:cTn id="49" presetID="22" presetClass="entr" presetSubtype="2" fill="hold" nodeType="with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wipe(right)">
                                      <p:cBhvr>
                                        <p:cTn id="51"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381000"/>
            <a:ext cx="6858000" cy="3693319"/>
          </a:xfrm>
          <a:prstGeom prst="rect">
            <a:avLst/>
          </a:prstGeom>
        </p:spPr>
        <p:txBody>
          <a:bodyPr wrap="square">
            <a:spAutoFit/>
          </a:bodyPr>
          <a:lstStyle/>
          <a:p>
            <a:r>
              <a:rPr lang="en-US" sz="4800" b="1" dirty="0" smtClean="0">
                <a:solidFill>
                  <a:srgbClr val="FFFF00"/>
                </a:solidFill>
              </a:rPr>
              <a:t>  Image </a:t>
            </a:r>
            <a:endParaRPr lang="en-US" sz="4800" b="1" dirty="0">
              <a:solidFill>
                <a:srgbClr val="FFFF00"/>
              </a:solidFill>
            </a:endParaRPr>
          </a:p>
          <a:p>
            <a:r>
              <a:rPr lang="en-US" sz="2800" dirty="0"/>
              <a:t>It is  important and interesting component  of  multimedia is image . It is one of basic  fact in multimedia is that  people do not like reading   large amount of  text information . So graphics  are used to make  better  presentation .</a:t>
            </a:r>
          </a:p>
          <a:p>
            <a:endParaRPr lang="en-US" dirty="0"/>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36959" y="3505200"/>
            <a:ext cx="1518313" cy="1019597"/>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05599" y="5562600"/>
            <a:ext cx="2116725" cy="1185366"/>
          </a:xfrm>
          <a:prstGeom prst="rect">
            <a:avLst/>
          </a:prstGeom>
        </p:spPr>
      </p:pic>
      <p:pic>
        <p:nvPicPr>
          <p:cNvPr id="5" name="Picture 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24000" y="4669384"/>
            <a:ext cx="2377439" cy="1485899"/>
          </a:xfrm>
          <a:prstGeom prst="rect">
            <a:avLst/>
          </a:prstGeom>
        </p:spPr>
      </p:pic>
      <p:sp>
        <p:nvSpPr>
          <p:cNvPr id="6" name="TextBox 5"/>
          <p:cNvSpPr txBox="1"/>
          <p:nvPr/>
        </p:nvSpPr>
        <p:spPr>
          <a:xfrm>
            <a:off x="4648200" y="4657586"/>
            <a:ext cx="1447800" cy="646331"/>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sz="3600" dirty="0">
                <a:solidFill>
                  <a:srgbClr val="FF0000"/>
                </a:solidFill>
              </a:rPr>
              <a:t>I</a:t>
            </a:r>
            <a:r>
              <a:rPr lang="en-US" sz="3600" dirty="0" smtClean="0">
                <a:solidFill>
                  <a:srgbClr val="FF0000"/>
                </a:solidFill>
              </a:rPr>
              <a:t>mage</a:t>
            </a:r>
            <a:endParaRPr lang="en-US" sz="3600" dirty="0">
              <a:solidFill>
                <a:srgbClr val="FF0000"/>
              </a:solidFill>
            </a:endParaRPr>
          </a:p>
        </p:txBody>
      </p:sp>
      <p:cxnSp>
        <p:nvCxnSpPr>
          <p:cNvPr id="8" name="Straight Arrow Connector 7"/>
          <p:cNvCxnSpPr/>
          <p:nvPr/>
        </p:nvCxnSpPr>
        <p:spPr>
          <a:xfrm flipV="1">
            <a:off x="6019800" y="4524797"/>
            <a:ext cx="817159" cy="321920"/>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cxnSp>
        <p:nvCxnSpPr>
          <p:cNvPr id="11" name="Straight Arrow Connector 10"/>
          <p:cNvCxnSpPr/>
          <p:nvPr/>
        </p:nvCxnSpPr>
        <p:spPr>
          <a:xfrm flipH="1">
            <a:off x="3817620" y="5105400"/>
            <a:ext cx="899160" cy="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16" name="Straight Arrow Connector 15"/>
          <p:cNvCxnSpPr/>
          <p:nvPr/>
        </p:nvCxnSpPr>
        <p:spPr>
          <a:xfrm>
            <a:off x="6096000" y="5303917"/>
            <a:ext cx="637179" cy="258683"/>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pic>
        <p:nvPicPr>
          <p:cNvPr id="23" name="Voice040.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76200" y="76200"/>
            <a:ext cx="609600" cy="609600"/>
          </a:xfrm>
          <a:prstGeom prst="rect">
            <a:avLst/>
          </a:prstGeom>
        </p:spPr>
      </p:pic>
    </p:spTree>
    <p:extLst>
      <p:ext uri="{BB962C8B-B14F-4D97-AF65-F5344CB8AC3E}">
        <p14:creationId xmlns:p14="http://schemas.microsoft.com/office/powerpoint/2010/main" val="1669222556"/>
      </p:ext>
    </p:extLst>
  </p:cSld>
  <p:clrMapOvr>
    <a:masterClrMapping/>
  </p:clrMapOvr>
  <mc:AlternateContent xmlns:mc="http://schemas.openxmlformats.org/markup-compatibility/2006" xmlns:p14="http://schemas.microsoft.com/office/powerpoint/2010/main">
    <mc:Choice Requires="p14">
      <p:transition spd="slow" p14:dur="1750" advClick="0" advTm="29000"/>
    </mc:Choice>
    <mc:Fallback xmlns="">
      <p:transition spd="slow" advClick="0" advTm="29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369" fill="hold"/>
                                        <p:tgtEl>
                                          <p:spTgt spid="23"/>
                                        </p:tgtEl>
                                      </p:cBhvr>
                                    </p:cmd>
                                  </p:childTnLst>
                                </p:cTn>
                              </p:par>
                              <p:par>
                                <p:cTn id="7" presetID="22" presetClass="entr" presetSubtype="8" fill="hold" grpId="0" nodeType="withEffect">
                                  <p:stCondLst>
                                    <p:cond delay="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wipe(left)">
                                      <p:cBhvr>
                                        <p:cTn id="9" dur="1000"/>
                                        <p:tgtEl>
                                          <p:spTgt spid="2"/>
                                        </p:tgtEl>
                                      </p:cBhvr>
                                    </p:animEffect>
                                  </p:childTnLst>
                                </p:cTn>
                              </p:par>
                            </p:childTnLst>
                          </p:cTn>
                        </p:par>
                        <p:par>
                          <p:cTn id="10" fill="hold">
                            <p:stCondLst>
                              <p:cond delay="19900"/>
                            </p:stCondLst>
                            <p:childTnLst>
                              <p:par>
                                <p:cTn id="11" presetID="4" presetClass="entr" presetSubtype="32"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ox(out)">
                                      <p:cBhvr>
                                        <p:cTn id="13" dur="2000"/>
                                        <p:tgtEl>
                                          <p:spTgt spid="6"/>
                                        </p:tgtEl>
                                      </p:cBhvr>
                                    </p:animEffect>
                                  </p:childTnLst>
                                </p:cTn>
                              </p:par>
                            </p:childTnLst>
                          </p:cTn>
                        </p:par>
                        <p:par>
                          <p:cTn id="14" fill="hold">
                            <p:stCondLst>
                              <p:cond delay="21900"/>
                            </p:stCondLst>
                            <p:childTnLst>
                              <p:par>
                                <p:cTn id="15" presetID="22" presetClass="entr" presetSubtype="8"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750"/>
                                        <p:tgtEl>
                                          <p:spTgt spid="8"/>
                                        </p:tgtEl>
                                      </p:cBhvr>
                                    </p:animEffect>
                                  </p:childTnLst>
                                </p:cTn>
                              </p:par>
                            </p:childTnLst>
                          </p:cTn>
                        </p:par>
                        <p:par>
                          <p:cTn id="18" fill="hold">
                            <p:stCondLst>
                              <p:cond delay="22650"/>
                            </p:stCondLst>
                            <p:childTnLst>
                              <p:par>
                                <p:cTn id="19" presetID="22" presetClass="entr" presetSubtype="8"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750"/>
                                        <p:tgtEl>
                                          <p:spTgt spid="3"/>
                                        </p:tgtEl>
                                      </p:cBhvr>
                                    </p:animEffect>
                                  </p:childTnLst>
                                </p:cTn>
                              </p:par>
                            </p:childTnLst>
                          </p:cTn>
                        </p:par>
                        <p:par>
                          <p:cTn id="22" fill="hold">
                            <p:stCondLst>
                              <p:cond delay="23400"/>
                            </p:stCondLst>
                            <p:childTnLst>
                              <p:par>
                                <p:cTn id="23" presetID="22" presetClass="entr" presetSubtype="1" fill="hold" nodeType="after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up)">
                                      <p:cBhvr>
                                        <p:cTn id="25" dur="750"/>
                                        <p:tgtEl>
                                          <p:spTgt spid="16"/>
                                        </p:tgtEl>
                                      </p:cBhvr>
                                    </p:animEffect>
                                  </p:childTnLst>
                                </p:cTn>
                              </p:par>
                            </p:childTnLst>
                          </p:cTn>
                        </p:par>
                        <p:par>
                          <p:cTn id="26" fill="hold">
                            <p:stCondLst>
                              <p:cond delay="24150"/>
                            </p:stCondLst>
                            <p:childTnLst>
                              <p:par>
                                <p:cTn id="27" presetID="22" presetClass="entr" presetSubtype="1"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up)">
                                      <p:cBhvr>
                                        <p:cTn id="29" dur="750"/>
                                        <p:tgtEl>
                                          <p:spTgt spid="4"/>
                                        </p:tgtEl>
                                      </p:cBhvr>
                                    </p:animEffect>
                                  </p:childTnLst>
                                </p:cTn>
                              </p:par>
                            </p:childTnLst>
                          </p:cTn>
                        </p:par>
                        <p:par>
                          <p:cTn id="30" fill="hold">
                            <p:stCondLst>
                              <p:cond delay="24900"/>
                            </p:stCondLst>
                            <p:childTnLst>
                              <p:par>
                                <p:cTn id="31" presetID="22" presetClass="entr" presetSubtype="2" fill="hold"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right)">
                                      <p:cBhvr>
                                        <p:cTn id="33" dur="750"/>
                                        <p:tgtEl>
                                          <p:spTgt spid="11"/>
                                        </p:tgtEl>
                                      </p:cBhvr>
                                    </p:animEffect>
                                  </p:childTnLst>
                                </p:cTn>
                              </p:par>
                            </p:childTnLst>
                          </p:cTn>
                        </p:par>
                        <p:par>
                          <p:cTn id="34" fill="hold">
                            <p:stCondLst>
                              <p:cond delay="25650"/>
                            </p:stCondLst>
                            <p:childTnLst>
                              <p:par>
                                <p:cTn id="35" presetID="22" presetClass="entr" presetSubtype="2" fill="hold" nodeType="after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right)">
                                      <p:cBhvr>
                                        <p:cTn id="37" dur="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38" fill="hold" display="0">
                  <p:stCondLst>
                    <p:cond delay="indefinite"/>
                  </p:stCondLst>
                  <p:endCondLst>
                    <p:cond evt="onStopAudio" delay="0">
                      <p:tgtEl>
                        <p:sldTgt/>
                      </p:tgtEl>
                    </p:cond>
                  </p:endCondLst>
                </p:cTn>
                <p:tgtEl>
                  <p:spTgt spid="23"/>
                </p:tgtEl>
              </p:cMediaNode>
            </p:audio>
          </p:childTnLst>
        </p:cTn>
      </p:par>
    </p:tnLst>
    <p:bldLst>
      <p:bldP spid="2" grpId="0"/>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p:cNvSpPr txBox="1"/>
          <p:nvPr/>
        </p:nvSpPr>
        <p:spPr>
          <a:xfrm>
            <a:off x="952500" y="329274"/>
            <a:ext cx="6781800" cy="3231654"/>
          </a:xfrm>
          <a:prstGeom prst="rect">
            <a:avLst/>
          </a:prstGeom>
          <a:noFill/>
        </p:spPr>
        <p:txBody>
          <a:bodyPr wrap="square" rtlCol="0">
            <a:spAutoFit/>
          </a:bodyPr>
          <a:lstStyle/>
          <a:p>
            <a:r>
              <a:rPr lang="en-US" sz="3600" b="1" dirty="0">
                <a:solidFill>
                  <a:srgbClr val="FFFF00"/>
                </a:solidFill>
              </a:rPr>
              <a:t>I</a:t>
            </a:r>
            <a:r>
              <a:rPr lang="en-US" sz="3600" b="1" dirty="0" smtClean="0">
                <a:solidFill>
                  <a:srgbClr val="FFFF00"/>
                </a:solidFill>
              </a:rPr>
              <a:t>mage</a:t>
            </a:r>
          </a:p>
          <a:p>
            <a:r>
              <a:rPr lang="en-US" sz="2400" dirty="0" smtClean="0"/>
              <a:t>Image also assumed that  a subject  is better explain  to human when represent it in graphics form . There are several technology and source available to produce image  graphics   for multimedia project , image can be created by using paint program by scanning photograph.</a:t>
            </a:r>
          </a:p>
          <a:p>
            <a:r>
              <a:rPr lang="en-US" sz="2400" dirty="0" smtClean="0"/>
              <a:t>Example-    </a:t>
            </a:r>
            <a:endParaRPr lang="en-US" sz="2400" dirty="0"/>
          </a:p>
        </p:txBody>
      </p: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3400" y="3581400"/>
            <a:ext cx="7620000" cy="3048000"/>
          </a:xfrm>
          <a:prstGeom prst="rect">
            <a:avLst/>
          </a:prstGeom>
        </p:spPr>
      </p:pic>
      <p:pic>
        <p:nvPicPr>
          <p:cNvPr id="3" name="sl 1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334939" y="152400"/>
            <a:ext cx="609600" cy="609600"/>
          </a:xfrm>
          <a:prstGeom prst="rect">
            <a:avLst/>
          </a:prstGeom>
        </p:spPr>
      </p:pic>
    </p:spTree>
    <p:extLst>
      <p:ext uri="{BB962C8B-B14F-4D97-AF65-F5344CB8AC3E}">
        <p14:creationId xmlns:p14="http://schemas.microsoft.com/office/powerpoint/2010/main" val="4214894628"/>
      </p:ext>
    </p:extLst>
  </p:cSld>
  <p:clrMapOvr>
    <a:masterClrMapping/>
  </p:clrMapOvr>
  <mc:AlternateContent xmlns:mc="http://schemas.openxmlformats.org/markup-compatibility/2006" xmlns:p14="http://schemas.microsoft.com/office/powerpoint/2010/main">
    <mc:Choice Requires="p14">
      <p:transition p14:dur="100" advClick="0" advTm="28000">
        <p:cut/>
      </p:transition>
    </mc:Choice>
    <mc:Fallback xmlns="">
      <p:transition advClick="0" advTm="28000">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3065" fill="hold"/>
                                        <p:tgtEl>
                                          <p:spTgt spid="3"/>
                                        </p:tgtEl>
                                      </p:cBhvr>
                                    </p:cmd>
                                  </p:childTnLst>
                                </p:cTn>
                              </p:par>
                              <p:par>
                                <p:cTn id="7" presetID="22" presetClass="entr" presetSubtype="8" fill="hold" grpId="0" nodeType="withEffect">
                                  <p:stCondLst>
                                    <p:cond delay="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wipe(left)">
                                      <p:cBhvr>
                                        <p:cTn id="9" dur="1000"/>
                                        <p:tgtEl>
                                          <p:spTgt spid="2"/>
                                        </p:tgtEl>
                                      </p:cBhvr>
                                    </p:animEffect>
                                  </p:childTnLst>
                                </p:cTn>
                              </p:par>
                            </p:childTnLst>
                          </p:cTn>
                        </p:par>
                        <p:par>
                          <p:cTn id="10" fill="hold">
                            <p:stCondLst>
                              <p:cond delay="24500"/>
                            </p:stCondLst>
                            <p:childTnLst>
                              <p:par>
                                <p:cTn id="11" presetID="14" presetClass="entr" presetSubtype="5"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randombar(vertical)">
                                      <p:cBhvr>
                                        <p:cTn id="13"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4" fill="hold" display="0">
                  <p:stCondLst>
                    <p:cond delay="indefinite"/>
                  </p:stCondLst>
                  <p:endCondLst>
                    <p:cond evt="onStopAudio" delay="0">
                      <p:tgtEl>
                        <p:sldTgt/>
                      </p:tgtEl>
                    </p:cond>
                  </p:endCondLst>
                </p:cTn>
                <p:tgtEl>
                  <p:spTgt spid="3"/>
                </p:tgtEl>
              </p:cMediaNode>
            </p:audio>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p:cNvSpPr txBox="1"/>
          <p:nvPr/>
        </p:nvSpPr>
        <p:spPr>
          <a:xfrm>
            <a:off x="609600" y="609600"/>
            <a:ext cx="7239000" cy="4031873"/>
          </a:xfrm>
          <a:prstGeom prst="rect">
            <a:avLst/>
          </a:prstGeom>
          <a:noFill/>
        </p:spPr>
        <p:txBody>
          <a:bodyPr wrap="square" rtlCol="0">
            <a:spAutoFit/>
          </a:bodyPr>
          <a:lstStyle/>
          <a:p>
            <a:r>
              <a:rPr lang="en-US" sz="2800" b="1" dirty="0" smtClean="0">
                <a:solidFill>
                  <a:srgbClr val="FFFF00"/>
                </a:solidFill>
              </a:rPr>
              <a:t>Sound </a:t>
            </a:r>
          </a:p>
          <a:p>
            <a:r>
              <a:rPr lang="en-US" sz="2400" dirty="0" smtClean="0"/>
              <a:t>Sound </a:t>
            </a:r>
            <a:r>
              <a:rPr lang="en-US" sz="2400" dirty="0"/>
              <a:t>is perhaps the most sensuous element of </a:t>
            </a:r>
            <a:r>
              <a:rPr lang="en-US" sz="2400" dirty="0" smtClean="0"/>
              <a:t>multimedia. It is a meaningful speech in any language it can make the difference between an ordinary multimedia a presentation and professional multimedia presentation. </a:t>
            </a:r>
            <a:r>
              <a:rPr lang="en-US" sz="2400" dirty="0"/>
              <a:t>S</a:t>
            </a:r>
            <a:r>
              <a:rPr lang="en-US" sz="2400" dirty="0" smtClean="0"/>
              <a:t>ound is a form of energy that propagates as a web. It is categorized by frequency ,web length, amplitude, speech etc.</a:t>
            </a:r>
          </a:p>
          <a:p>
            <a:pPr marL="285750" indent="-285750">
              <a:buFont typeface="Arial" pitchFamily="34" charset="0"/>
              <a:buChar char="•"/>
            </a:pPr>
            <a:r>
              <a:rPr lang="en-US" b="1" dirty="0" smtClean="0"/>
              <a:t>MONO</a:t>
            </a:r>
          </a:p>
          <a:p>
            <a:pPr marL="285750" indent="-285750">
              <a:buFont typeface="Arial" pitchFamily="34" charset="0"/>
              <a:buChar char="•"/>
            </a:pPr>
            <a:r>
              <a:rPr lang="en-US" b="1" dirty="0" smtClean="0"/>
              <a:t>STEREO</a:t>
            </a:r>
            <a:endParaRPr lang="en-US" b="1" dirty="0"/>
          </a:p>
        </p:txBody>
      </p:sp>
      <p:sp>
        <p:nvSpPr>
          <p:cNvPr id="3" name="Sound"/>
          <p:cNvSpPr>
            <a:spLocks noEditPoints="1" noChangeArrowheads="1"/>
          </p:cNvSpPr>
          <p:nvPr/>
        </p:nvSpPr>
        <p:spPr bwMode="auto">
          <a:xfrm>
            <a:off x="228600" y="4802403"/>
            <a:ext cx="2895600" cy="1809750"/>
          </a:xfrm>
          <a:custGeom>
            <a:avLst/>
            <a:gdLst>
              <a:gd name="T0" fmla="*/ 11164 w 21600"/>
              <a:gd name="T1" fmla="*/ 21159 h 21600"/>
              <a:gd name="T2" fmla="*/ 11164 w 21600"/>
              <a:gd name="T3" fmla="*/ 0 h 21600"/>
              <a:gd name="T4" fmla="*/ 0 w 21600"/>
              <a:gd name="T5" fmla="*/ 10800 h 21600"/>
              <a:gd name="T6" fmla="*/ 21600 w 21600"/>
              <a:gd name="T7" fmla="*/ 10800 h 21600"/>
              <a:gd name="T8" fmla="*/ 761 w 21600"/>
              <a:gd name="T9" fmla="*/ 22454 h 21600"/>
              <a:gd name="T10" fmla="*/ 21069 w 21600"/>
              <a:gd name="T11" fmla="*/ 28282 h 21600"/>
            </a:gdLst>
            <a:ahLst/>
            <a:cxnLst>
              <a:cxn ang="0">
                <a:pos x="T0" y="T1"/>
              </a:cxn>
              <a:cxn ang="0">
                <a:pos x="T2" y="T3"/>
              </a:cxn>
              <a:cxn ang="0">
                <a:pos x="T4" y="T5"/>
              </a:cxn>
              <a:cxn ang="0">
                <a:pos x="T6" y="T7"/>
              </a:cxn>
            </a:cxnLst>
            <a:rect l="T8" t="T9" r="T10" b="T11"/>
            <a:pathLst>
              <a:path w="21600" h="21600">
                <a:moveTo>
                  <a:pt x="0" y="7273"/>
                </a:moveTo>
                <a:lnTo>
                  <a:pt x="5824" y="7273"/>
                </a:lnTo>
                <a:lnTo>
                  <a:pt x="11164" y="0"/>
                </a:lnTo>
                <a:lnTo>
                  <a:pt x="11164" y="21159"/>
                </a:lnTo>
                <a:lnTo>
                  <a:pt x="5824" y="13885"/>
                </a:lnTo>
                <a:lnTo>
                  <a:pt x="0" y="13885"/>
                </a:lnTo>
                <a:lnTo>
                  <a:pt x="0" y="7273"/>
                </a:lnTo>
                <a:close/>
              </a:path>
              <a:path w="21600" h="21600">
                <a:moveTo>
                  <a:pt x="13024" y="7273"/>
                </a:moveTo>
                <a:lnTo>
                  <a:pt x="13591" y="6722"/>
                </a:lnTo>
                <a:lnTo>
                  <a:pt x="13833" y="7548"/>
                </a:lnTo>
                <a:lnTo>
                  <a:pt x="14076" y="8485"/>
                </a:lnTo>
                <a:lnTo>
                  <a:pt x="14157" y="9367"/>
                </a:lnTo>
                <a:lnTo>
                  <a:pt x="14197" y="10524"/>
                </a:lnTo>
                <a:lnTo>
                  <a:pt x="14197" y="11406"/>
                </a:lnTo>
                <a:lnTo>
                  <a:pt x="14116" y="12012"/>
                </a:lnTo>
                <a:lnTo>
                  <a:pt x="13995" y="12728"/>
                </a:lnTo>
                <a:lnTo>
                  <a:pt x="13833" y="13444"/>
                </a:lnTo>
                <a:lnTo>
                  <a:pt x="13712" y="14106"/>
                </a:lnTo>
                <a:lnTo>
                  <a:pt x="13591" y="14546"/>
                </a:lnTo>
                <a:lnTo>
                  <a:pt x="13065" y="13885"/>
                </a:lnTo>
                <a:lnTo>
                  <a:pt x="13307" y="12893"/>
                </a:lnTo>
                <a:lnTo>
                  <a:pt x="13469" y="11791"/>
                </a:lnTo>
                <a:lnTo>
                  <a:pt x="13550" y="10910"/>
                </a:lnTo>
                <a:lnTo>
                  <a:pt x="13591" y="10138"/>
                </a:lnTo>
                <a:lnTo>
                  <a:pt x="13469" y="9367"/>
                </a:lnTo>
                <a:lnTo>
                  <a:pt x="13388" y="8595"/>
                </a:lnTo>
                <a:lnTo>
                  <a:pt x="13267" y="7934"/>
                </a:lnTo>
                <a:lnTo>
                  <a:pt x="13024" y="7273"/>
                </a:lnTo>
                <a:close/>
              </a:path>
              <a:path w="21600" h="21600">
                <a:moveTo>
                  <a:pt x="16382" y="3967"/>
                </a:moveTo>
                <a:lnTo>
                  <a:pt x="16786" y="5179"/>
                </a:lnTo>
                <a:lnTo>
                  <a:pt x="17150" y="6612"/>
                </a:lnTo>
                <a:lnTo>
                  <a:pt x="17474" y="8651"/>
                </a:lnTo>
                <a:lnTo>
                  <a:pt x="17595" y="9753"/>
                </a:lnTo>
                <a:lnTo>
                  <a:pt x="17635" y="12012"/>
                </a:lnTo>
                <a:lnTo>
                  <a:pt x="17393" y="13665"/>
                </a:lnTo>
                <a:lnTo>
                  <a:pt x="17150" y="15208"/>
                </a:lnTo>
                <a:lnTo>
                  <a:pt x="16786" y="16310"/>
                </a:lnTo>
                <a:lnTo>
                  <a:pt x="16341" y="17687"/>
                </a:lnTo>
                <a:lnTo>
                  <a:pt x="15815" y="17081"/>
                </a:lnTo>
                <a:lnTo>
                  <a:pt x="16503" y="14602"/>
                </a:lnTo>
                <a:lnTo>
                  <a:pt x="16786" y="13169"/>
                </a:lnTo>
                <a:lnTo>
                  <a:pt x="16867" y="12012"/>
                </a:lnTo>
                <a:lnTo>
                  <a:pt x="16867" y="9642"/>
                </a:lnTo>
                <a:lnTo>
                  <a:pt x="16705" y="7989"/>
                </a:lnTo>
                <a:lnTo>
                  <a:pt x="16422" y="6612"/>
                </a:lnTo>
                <a:lnTo>
                  <a:pt x="16220" y="5675"/>
                </a:lnTo>
                <a:lnTo>
                  <a:pt x="15856" y="4518"/>
                </a:lnTo>
                <a:lnTo>
                  <a:pt x="16382" y="3967"/>
                </a:lnTo>
                <a:close/>
              </a:path>
              <a:path w="21600" h="21600">
                <a:moveTo>
                  <a:pt x="18889" y="1377"/>
                </a:moveTo>
                <a:lnTo>
                  <a:pt x="19415" y="826"/>
                </a:lnTo>
                <a:lnTo>
                  <a:pt x="20194" y="2576"/>
                </a:lnTo>
                <a:lnTo>
                  <a:pt x="20831" y="4683"/>
                </a:lnTo>
                <a:lnTo>
                  <a:pt x="21357" y="7204"/>
                </a:lnTo>
                <a:lnTo>
                  <a:pt x="21650" y="9450"/>
                </a:lnTo>
                <a:lnTo>
                  <a:pt x="21600" y="12301"/>
                </a:lnTo>
                <a:lnTo>
                  <a:pt x="21215" y="15938"/>
                </a:lnTo>
                <a:lnTo>
                  <a:pt x="20629" y="18348"/>
                </a:lnTo>
                <a:lnTo>
                  <a:pt x="19415" y="21655"/>
                </a:lnTo>
                <a:lnTo>
                  <a:pt x="18889" y="21159"/>
                </a:lnTo>
                <a:lnTo>
                  <a:pt x="19901" y="18404"/>
                </a:lnTo>
                <a:lnTo>
                  <a:pt x="20467" y="15593"/>
                </a:lnTo>
                <a:lnTo>
                  <a:pt x="20791" y="12342"/>
                </a:lnTo>
                <a:lnTo>
                  <a:pt x="20871" y="9532"/>
                </a:lnTo>
                <a:lnTo>
                  <a:pt x="20629" y="7411"/>
                </a:lnTo>
                <a:lnTo>
                  <a:pt x="20062" y="4628"/>
                </a:lnTo>
                <a:lnTo>
                  <a:pt x="19415" y="2810"/>
                </a:lnTo>
                <a:lnTo>
                  <a:pt x="18889" y="1377"/>
                </a:lnTo>
                <a:close/>
              </a:path>
            </a:pathLst>
          </a:custGeom>
          <a:solidFill>
            <a:srgbClr val="FFBE7D"/>
          </a:solidFill>
          <a:ln w="9525">
            <a:solidFill>
              <a:srgbClr val="000000"/>
            </a:solidFill>
            <a:miter lim="800000"/>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endParaRPr lang="en-US"/>
          </a:p>
        </p:txBody>
      </p:sp>
      <p:sp>
        <p:nvSpPr>
          <p:cNvPr id="4" name="Music"/>
          <p:cNvSpPr>
            <a:spLocks noEditPoints="1" noChangeArrowheads="1"/>
          </p:cNvSpPr>
          <p:nvPr/>
        </p:nvSpPr>
        <p:spPr bwMode="auto">
          <a:xfrm>
            <a:off x="6680295" y="5321115"/>
            <a:ext cx="1200150" cy="1312647"/>
          </a:xfrm>
          <a:custGeom>
            <a:avLst/>
            <a:gdLst>
              <a:gd name="T0" fmla="*/ 7352 w 21600"/>
              <a:gd name="T1" fmla="*/ 46 h 21600"/>
              <a:gd name="T2" fmla="*/ 7373 w 21600"/>
              <a:gd name="T3" fmla="*/ 9900 h 21600"/>
              <a:gd name="T4" fmla="*/ 21683 w 21600"/>
              <a:gd name="T5" fmla="*/ 10061 h 21600"/>
              <a:gd name="T6" fmla="*/ 7352 w 21600"/>
              <a:gd name="T7" fmla="*/ 46 h 21600"/>
              <a:gd name="T8" fmla="*/ 21600 w 21600"/>
              <a:gd name="T9" fmla="*/ 0 h 21600"/>
              <a:gd name="T10" fmla="*/ 7975 w 21600"/>
              <a:gd name="T11" fmla="*/ 923 h 21600"/>
              <a:gd name="T12" fmla="*/ 20935 w 21600"/>
              <a:gd name="T13" fmla="*/ 5354 h 21600"/>
            </a:gdLst>
            <a:ahLst/>
            <a:cxnLst>
              <a:cxn ang="0">
                <a:pos x="T0" y="T1"/>
              </a:cxn>
              <a:cxn ang="0">
                <a:pos x="T2" y="T3"/>
              </a:cxn>
              <a:cxn ang="0">
                <a:pos x="T4" y="T5"/>
              </a:cxn>
              <a:cxn ang="0">
                <a:pos x="T6" y="T7"/>
              </a:cxn>
              <a:cxn ang="0">
                <a:pos x="T8" y="T9"/>
              </a:cxn>
            </a:cxnLst>
            <a:rect l="T10" t="T11" r="T12" b="T13"/>
            <a:pathLst>
              <a:path w="21600" h="21600">
                <a:moveTo>
                  <a:pt x="7352" y="46"/>
                </a:moveTo>
                <a:lnTo>
                  <a:pt x="7373" y="9900"/>
                </a:lnTo>
                <a:lnTo>
                  <a:pt x="7352" y="16107"/>
                </a:lnTo>
                <a:lnTo>
                  <a:pt x="7103" y="15969"/>
                </a:lnTo>
                <a:lnTo>
                  <a:pt x="6729" y="15692"/>
                </a:lnTo>
                <a:lnTo>
                  <a:pt x="6355" y="15553"/>
                </a:lnTo>
                <a:lnTo>
                  <a:pt x="5981" y="15415"/>
                </a:lnTo>
                <a:lnTo>
                  <a:pt x="5607" y="15276"/>
                </a:lnTo>
                <a:lnTo>
                  <a:pt x="5109" y="15138"/>
                </a:lnTo>
                <a:lnTo>
                  <a:pt x="4735" y="15138"/>
                </a:lnTo>
                <a:lnTo>
                  <a:pt x="4236" y="15138"/>
                </a:lnTo>
                <a:lnTo>
                  <a:pt x="3364" y="15138"/>
                </a:lnTo>
                <a:lnTo>
                  <a:pt x="2616" y="15276"/>
                </a:lnTo>
                <a:lnTo>
                  <a:pt x="1869" y="15692"/>
                </a:lnTo>
                <a:lnTo>
                  <a:pt x="1246" y="15969"/>
                </a:lnTo>
                <a:lnTo>
                  <a:pt x="747" y="16523"/>
                </a:lnTo>
                <a:lnTo>
                  <a:pt x="373" y="17076"/>
                </a:lnTo>
                <a:lnTo>
                  <a:pt x="124" y="17630"/>
                </a:lnTo>
                <a:lnTo>
                  <a:pt x="0" y="18323"/>
                </a:lnTo>
                <a:lnTo>
                  <a:pt x="124" y="19015"/>
                </a:lnTo>
                <a:lnTo>
                  <a:pt x="373" y="19569"/>
                </a:lnTo>
                <a:lnTo>
                  <a:pt x="747" y="20123"/>
                </a:lnTo>
                <a:lnTo>
                  <a:pt x="1246" y="20676"/>
                </a:lnTo>
                <a:lnTo>
                  <a:pt x="1869" y="21092"/>
                </a:lnTo>
                <a:lnTo>
                  <a:pt x="2616" y="21369"/>
                </a:lnTo>
                <a:lnTo>
                  <a:pt x="3364" y="21507"/>
                </a:lnTo>
                <a:lnTo>
                  <a:pt x="4236" y="21646"/>
                </a:lnTo>
                <a:lnTo>
                  <a:pt x="5109" y="21507"/>
                </a:lnTo>
                <a:lnTo>
                  <a:pt x="5856" y="21369"/>
                </a:lnTo>
                <a:lnTo>
                  <a:pt x="6604" y="21092"/>
                </a:lnTo>
                <a:lnTo>
                  <a:pt x="7227" y="20676"/>
                </a:lnTo>
                <a:lnTo>
                  <a:pt x="7726" y="20123"/>
                </a:lnTo>
                <a:lnTo>
                  <a:pt x="8100" y="19569"/>
                </a:lnTo>
                <a:lnTo>
                  <a:pt x="8349" y="19015"/>
                </a:lnTo>
                <a:lnTo>
                  <a:pt x="8473" y="18323"/>
                </a:lnTo>
                <a:lnTo>
                  <a:pt x="8473" y="6276"/>
                </a:lnTo>
                <a:lnTo>
                  <a:pt x="20561" y="6276"/>
                </a:lnTo>
                <a:lnTo>
                  <a:pt x="20561" y="16107"/>
                </a:lnTo>
                <a:lnTo>
                  <a:pt x="20187" y="15830"/>
                </a:lnTo>
                <a:lnTo>
                  <a:pt x="19938" y="15692"/>
                </a:lnTo>
                <a:lnTo>
                  <a:pt x="19564" y="15553"/>
                </a:lnTo>
                <a:lnTo>
                  <a:pt x="19190" y="15415"/>
                </a:lnTo>
                <a:lnTo>
                  <a:pt x="18692" y="15276"/>
                </a:lnTo>
                <a:lnTo>
                  <a:pt x="18318" y="15138"/>
                </a:lnTo>
                <a:lnTo>
                  <a:pt x="17944" y="15138"/>
                </a:lnTo>
                <a:lnTo>
                  <a:pt x="17446" y="15138"/>
                </a:lnTo>
                <a:lnTo>
                  <a:pt x="16573" y="15138"/>
                </a:lnTo>
                <a:lnTo>
                  <a:pt x="15826" y="15276"/>
                </a:lnTo>
                <a:lnTo>
                  <a:pt x="15078" y="15692"/>
                </a:lnTo>
                <a:lnTo>
                  <a:pt x="14455" y="15969"/>
                </a:lnTo>
                <a:lnTo>
                  <a:pt x="13956" y="16523"/>
                </a:lnTo>
                <a:lnTo>
                  <a:pt x="13583" y="17076"/>
                </a:lnTo>
                <a:lnTo>
                  <a:pt x="13333" y="17630"/>
                </a:lnTo>
                <a:lnTo>
                  <a:pt x="13209" y="18323"/>
                </a:lnTo>
                <a:lnTo>
                  <a:pt x="13333" y="19015"/>
                </a:lnTo>
                <a:lnTo>
                  <a:pt x="13583" y="19569"/>
                </a:lnTo>
                <a:lnTo>
                  <a:pt x="13956" y="20123"/>
                </a:lnTo>
                <a:lnTo>
                  <a:pt x="14455" y="20676"/>
                </a:lnTo>
                <a:lnTo>
                  <a:pt x="15078" y="21092"/>
                </a:lnTo>
                <a:lnTo>
                  <a:pt x="15826" y="21369"/>
                </a:lnTo>
                <a:lnTo>
                  <a:pt x="16573" y="21507"/>
                </a:lnTo>
                <a:lnTo>
                  <a:pt x="17446" y="21646"/>
                </a:lnTo>
                <a:lnTo>
                  <a:pt x="18318" y="21507"/>
                </a:lnTo>
                <a:lnTo>
                  <a:pt x="19066" y="21369"/>
                </a:lnTo>
                <a:lnTo>
                  <a:pt x="19813" y="21092"/>
                </a:lnTo>
                <a:lnTo>
                  <a:pt x="20436" y="20676"/>
                </a:lnTo>
                <a:lnTo>
                  <a:pt x="20935" y="20123"/>
                </a:lnTo>
                <a:lnTo>
                  <a:pt x="21309" y="19569"/>
                </a:lnTo>
                <a:lnTo>
                  <a:pt x="21558" y="19015"/>
                </a:lnTo>
                <a:lnTo>
                  <a:pt x="21683" y="18323"/>
                </a:lnTo>
                <a:lnTo>
                  <a:pt x="21683" y="10061"/>
                </a:lnTo>
                <a:lnTo>
                  <a:pt x="21683" y="46"/>
                </a:lnTo>
                <a:lnTo>
                  <a:pt x="7352" y="46"/>
                </a:lnTo>
                <a:close/>
              </a:path>
            </a:pathLst>
          </a:custGeom>
          <a:solidFill>
            <a:srgbClr val="FFBE7D"/>
          </a:solidFill>
          <a:ln w="9525">
            <a:solidFill>
              <a:srgbClr val="000000"/>
            </a:solidFill>
            <a:miter lim="800000"/>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endParaRPr lang="en-US"/>
          </a:p>
        </p:txBody>
      </p:sp>
      <p:sp>
        <p:nvSpPr>
          <p:cNvPr id="5" name="Music"/>
          <p:cNvSpPr>
            <a:spLocks noEditPoints="1" noChangeArrowheads="1"/>
          </p:cNvSpPr>
          <p:nvPr/>
        </p:nvSpPr>
        <p:spPr bwMode="auto">
          <a:xfrm>
            <a:off x="6781800" y="4523667"/>
            <a:ext cx="1219200" cy="1428750"/>
          </a:xfrm>
          <a:custGeom>
            <a:avLst/>
            <a:gdLst>
              <a:gd name="T0" fmla="*/ 7352 w 21600"/>
              <a:gd name="T1" fmla="*/ 46 h 21600"/>
              <a:gd name="T2" fmla="*/ 7373 w 21600"/>
              <a:gd name="T3" fmla="*/ 9900 h 21600"/>
              <a:gd name="T4" fmla="*/ 21683 w 21600"/>
              <a:gd name="T5" fmla="*/ 10061 h 21600"/>
              <a:gd name="T6" fmla="*/ 7352 w 21600"/>
              <a:gd name="T7" fmla="*/ 46 h 21600"/>
              <a:gd name="T8" fmla="*/ 21600 w 21600"/>
              <a:gd name="T9" fmla="*/ 0 h 21600"/>
              <a:gd name="T10" fmla="*/ 7975 w 21600"/>
              <a:gd name="T11" fmla="*/ 923 h 21600"/>
              <a:gd name="T12" fmla="*/ 20935 w 21600"/>
              <a:gd name="T13" fmla="*/ 5354 h 21600"/>
            </a:gdLst>
            <a:ahLst/>
            <a:cxnLst>
              <a:cxn ang="0">
                <a:pos x="T0" y="T1"/>
              </a:cxn>
              <a:cxn ang="0">
                <a:pos x="T2" y="T3"/>
              </a:cxn>
              <a:cxn ang="0">
                <a:pos x="T4" y="T5"/>
              </a:cxn>
              <a:cxn ang="0">
                <a:pos x="T6" y="T7"/>
              </a:cxn>
              <a:cxn ang="0">
                <a:pos x="T8" y="T9"/>
              </a:cxn>
            </a:cxnLst>
            <a:rect l="T10" t="T11" r="T12" b="T13"/>
            <a:pathLst>
              <a:path w="21600" h="21600">
                <a:moveTo>
                  <a:pt x="7352" y="46"/>
                </a:moveTo>
                <a:lnTo>
                  <a:pt x="7373" y="9900"/>
                </a:lnTo>
                <a:lnTo>
                  <a:pt x="7352" y="16107"/>
                </a:lnTo>
                <a:lnTo>
                  <a:pt x="7103" y="15969"/>
                </a:lnTo>
                <a:lnTo>
                  <a:pt x="6729" y="15692"/>
                </a:lnTo>
                <a:lnTo>
                  <a:pt x="6355" y="15553"/>
                </a:lnTo>
                <a:lnTo>
                  <a:pt x="5981" y="15415"/>
                </a:lnTo>
                <a:lnTo>
                  <a:pt x="5607" y="15276"/>
                </a:lnTo>
                <a:lnTo>
                  <a:pt x="5109" y="15138"/>
                </a:lnTo>
                <a:lnTo>
                  <a:pt x="4735" y="15138"/>
                </a:lnTo>
                <a:lnTo>
                  <a:pt x="4236" y="15138"/>
                </a:lnTo>
                <a:lnTo>
                  <a:pt x="3364" y="15138"/>
                </a:lnTo>
                <a:lnTo>
                  <a:pt x="2616" y="15276"/>
                </a:lnTo>
                <a:lnTo>
                  <a:pt x="1869" y="15692"/>
                </a:lnTo>
                <a:lnTo>
                  <a:pt x="1246" y="15969"/>
                </a:lnTo>
                <a:lnTo>
                  <a:pt x="747" y="16523"/>
                </a:lnTo>
                <a:lnTo>
                  <a:pt x="373" y="17076"/>
                </a:lnTo>
                <a:lnTo>
                  <a:pt x="124" y="17630"/>
                </a:lnTo>
                <a:lnTo>
                  <a:pt x="0" y="18323"/>
                </a:lnTo>
                <a:lnTo>
                  <a:pt x="124" y="19015"/>
                </a:lnTo>
                <a:lnTo>
                  <a:pt x="373" y="19569"/>
                </a:lnTo>
                <a:lnTo>
                  <a:pt x="747" y="20123"/>
                </a:lnTo>
                <a:lnTo>
                  <a:pt x="1246" y="20676"/>
                </a:lnTo>
                <a:lnTo>
                  <a:pt x="1869" y="21092"/>
                </a:lnTo>
                <a:lnTo>
                  <a:pt x="2616" y="21369"/>
                </a:lnTo>
                <a:lnTo>
                  <a:pt x="3364" y="21507"/>
                </a:lnTo>
                <a:lnTo>
                  <a:pt x="4236" y="21646"/>
                </a:lnTo>
                <a:lnTo>
                  <a:pt x="5109" y="21507"/>
                </a:lnTo>
                <a:lnTo>
                  <a:pt x="5856" y="21369"/>
                </a:lnTo>
                <a:lnTo>
                  <a:pt x="6604" y="21092"/>
                </a:lnTo>
                <a:lnTo>
                  <a:pt x="7227" y="20676"/>
                </a:lnTo>
                <a:lnTo>
                  <a:pt x="7726" y="20123"/>
                </a:lnTo>
                <a:lnTo>
                  <a:pt x="8100" y="19569"/>
                </a:lnTo>
                <a:lnTo>
                  <a:pt x="8349" y="19015"/>
                </a:lnTo>
                <a:lnTo>
                  <a:pt x="8473" y="18323"/>
                </a:lnTo>
                <a:lnTo>
                  <a:pt x="8473" y="6276"/>
                </a:lnTo>
                <a:lnTo>
                  <a:pt x="20561" y="6276"/>
                </a:lnTo>
                <a:lnTo>
                  <a:pt x="20561" y="16107"/>
                </a:lnTo>
                <a:lnTo>
                  <a:pt x="20187" y="15830"/>
                </a:lnTo>
                <a:lnTo>
                  <a:pt x="19938" y="15692"/>
                </a:lnTo>
                <a:lnTo>
                  <a:pt x="19564" y="15553"/>
                </a:lnTo>
                <a:lnTo>
                  <a:pt x="19190" y="15415"/>
                </a:lnTo>
                <a:lnTo>
                  <a:pt x="18692" y="15276"/>
                </a:lnTo>
                <a:lnTo>
                  <a:pt x="18318" y="15138"/>
                </a:lnTo>
                <a:lnTo>
                  <a:pt x="17944" y="15138"/>
                </a:lnTo>
                <a:lnTo>
                  <a:pt x="17446" y="15138"/>
                </a:lnTo>
                <a:lnTo>
                  <a:pt x="16573" y="15138"/>
                </a:lnTo>
                <a:lnTo>
                  <a:pt x="15826" y="15276"/>
                </a:lnTo>
                <a:lnTo>
                  <a:pt x="15078" y="15692"/>
                </a:lnTo>
                <a:lnTo>
                  <a:pt x="14455" y="15969"/>
                </a:lnTo>
                <a:lnTo>
                  <a:pt x="13956" y="16523"/>
                </a:lnTo>
                <a:lnTo>
                  <a:pt x="13583" y="17076"/>
                </a:lnTo>
                <a:lnTo>
                  <a:pt x="13333" y="17630"/>
                </a:lnTo>
                <a:lnTo>
                  <a:pt x="13209" y="18323"/>
                </a:lnTo>
                <a:lnTo>
                  <a:pt x="13333" y="19015"/>
                </a:lnTo>
                <a:lnTo>
                  <a:pt x="13583" y="19569"/>
                </a:lnTo>
                <a:lnTo>
                  <a:pt x="13956" y="20123"/>
                </a:lnTo>
                <a:lnTo>
                  <a:pt x="14455" y="20676"/>
                </a:lnTo>
                <a:lnTo>
                  <a:pt x="15078" y="21092"/>
                </a:lnTo>
                <a:lnTo>
                  <a:pt x="15826" y="21369"/>
                </a:lnTo>
                <a:lnTo>
                  <a:pt x="16573" y="21507"/>
                </a:lnTo>
                <a:lnTo>
                  <a:pt x="17446" y="21646"/>
                </a:lnTo>
                <a:lnTo>
                  <a:pt x="18318" y="21507"/>
                </a:lnTo>
                <a:lnTo>
                  <a:pt x="19066" y="21369"/>
                </a:lnTo>
                <a:lnTo>
                  <a:pt x="19813" y="21092"/>
                </a:lnTo>
                <a:lnTo>
                  <a:pt x="20436" y="20676"/>
                </a:lnTo>
                <a:lnTo>
                  <a:pt x="20935" y="20123"/>
                </a:lnTo>
                <a:lnTo>
                  <a:pt x="21309" y="19569"/>
                </a:lnTo>
                <a:lnTo>
                  <a:pt x="21558" y="19015"/>
                </a:lnTo>
                <a:lnTo>
                  <a:pt x="21683" y="18323"/>
                </a:lnTo>
                <a:lnTo>
                  <a:pt x="21683" y="10061"/>
                </a:lnTo>
                <a:lnTo>
                  <a:pt x="21683" y="46"/>
                </a:lnTo>
                <a:lnTo>
                  <a:pt x="7352" y="46"/>
                </a:lnTo>
                <a:close/>
              </a:path>
            </a:pathLst>
          </a:custGeom>
          <a:solidFill>
            <a:srgbClr val="FFBE7D"/>
          </a:solidFill>
          <a:ln w="9525">
            <a:solidFill>
              <a:srgbClr val="000000"/>
            </a:solidFill>
            <a:miter lim="800000"/>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endParaRPr lang="en-US"/>
          </a:p>
        </p:txBody>
      </p:sp>
      <p:pic>
        <p:nvPicPr>
          <p:cNvPr id="6" name="sl 12.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304800" y="0"/>
            <a:ext cx="609600" cy="609600"/>
          </a:xfrm>
          <a:prstGeom prst="rect">
            <a:avLst/>
          </a:prstGeom>
        </p:spPr>
      </p:pic>
    </p:spTree>
    <p:extLst>
      <p:ext uri="{BB962C8B-B14F-4D97-AF65-F5344CB8AC3E}">
        <p14:creationId xmlns:p14="http://schemas.microsoft.com/office/powerpoint/2010/main" val="3220755412"/>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249" fill="hold"/>
                                        <p:tgtEl>
                                          <p:spTgt spid="6"/>
                                        </p:tgtEl>
                                      </p:cBhvr>
                                    </p:cmd>
                                  </p:childTnLst>
                                </p:cTn>
                              </p:par>
                              <p:par>
                                <p:cTn id="7" presetID="22" presetClass="entr" presetSubtype="8" fill="hold" grpId="0" nodeType="withEffect">
                                  <p:stCondLst>
                                    <p:cond delay="10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wipe(left)">
                                      <p:cBhvr>
                                        <p:cTn id="9" dur="1000"/>
                                        <p:tgtEl>
                                          <p:spTgt spid="2"/>
                                        </p:tgtEl>
                                      </p:cBhvr>
                                    </p:animEffect>
                                  </p:childTnLst>
                                </p:cTn>
                              </p:par>
                            </p:childTnLst>
                          </p:cTn>
                        </p:par>
                        <p:par>
                          <p:cTn id="10" fill="hold">
                            <p:stCondLst>
                              <p:cond delay="31249"/>
                            </p:stCondLst>
                            <p:childTnLst>
                              <p:par>
                                <p:cTn id="11" presetID="22" presetClass="entr" presetSubtype="8" fill="hold" grpId="0" nodeType="afterEffect">
                                  <p:stCondLst>
                                    <p:cond delay="50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2000"/>
                                        <p:tgtEl>
                                          <p:spTgt spid="3"/>
                                        </p:tgtEl>
                                      </p:cBhvr>
                                    </p:animEffect>
                                  </p:childTnLst>
                                </p:cTn>
                              </p:par>
                            </p:childTnLst>
                          </p:cTn>
                        </p:par>
                        <p:par>
                          <p:cTn id="14" fill="hold">
                            <p:stCondLst>
                              <p:cond delay="33749"/>
                            </p:stCondLst>
                            <p:childTnLst>
                              <p:par>
                                <p:cTn id="15" presetID="53" presetClass="path" presetSubtype="0" accel="50000" decel="50000" fill="hold" grpId="0" nodeType="afterEffect">
                                  <p:stCondLst>
                                    <p:cond delay="0"/>
                                  </p:stCondLst>
                                  <p:childTnLst>
                                    <p:animMotion origin="layout" path="M -0.4033 -0.06059 C -0.39462 -0.00971 -0.37483 0.02775 -0.35903 0.02775 C -0.34427 0.02752 -0.33351 -0.00902 -0.33333 -0.05805 C -0.33351 -0.10684 -0.34427 -0.14893 -0.35903 -0.14893 C -0.37483 -0.14893 -0.37882 -0.10569 -0.36805 -0.05689 C -0.35642 -0.00832 -0.33646 0.02752 -0.32153 0.02775 C -0.30712 0.02775 -0.29514 -0.00971 -0.29514 -0.05805 C -0.29514 -0.10684 -0.30712 -0.14893 -0.3217 -0.14917 C -0.33542 -0.14893 -0.34045 -0.10569 -0.32951 -0.05712 C -0.3191 -0.00832 -0.29896 0.02775 -0.2842 0.02683 C -0.26823 0.02775 -0.25642 -0.00971 -0.25642 -0.05874 C -0.25642 -0.10684 -0.26823 -0.14893 -0.2842 -0.14893 C -0.29774 -0.14893 -0.30156 -0.10546 -0.29253 -0.05735 C -0.28194 -0.00902 -0.26024 0.02775 -0.24601 0.02775 C -0.23108 0.02752 -0.2191 -0.01064 -0.2191 -0.05874 C -0.2191 -0.10869 -0.2309 -0.14893 -0.24601 -0.14893 C -0.26024 -0.14893 -0.26441 -0.10638 -0.25365 -0.05805 C -0.24323 -0.00971 -0.22326 0.02775 -0.20868 0.02775 C -0.19253 0.02775 -0.18177 -0.01064 -0.18177 -0.05967 C -0.18177 -0.10869 -0.19375 -0.14893 -0.20868 -0.14755 C -0.22326 -0.14893 -0.22691 -0.10638 -0.21649 -0.05805 C -0.2059 -0.00971 -0.18455 0.02775 -0.17135 0.02775 C -0.15677 0.02775 -0.14462 -0.0111 -0.14462 -0.0599 C -0.14462 -0.10869 -0.1566 -0.14893 -0.17135 -0.14847 C -0.18455 -0.14893 -0.18854 -0.10684 -0.17934 -0.05805 C -0.16858 -0.00971 -0.14722 0.02752 -0.13264 0.02775 C -0.11944 0.02775 -0.1059 -0.0111 -0.10694 -0.06036 C -0.1059 -0.10962 -0.11788 -0.14893 -0.13264 -0.14847 C -0.14722 -0.14893 -0.15243 -0.10684 -0.14045 -0.05874 C -0.13003 -0.01064 -0.11007 0.02798 -0.09549 0.02775 C -0.0809 0.02729 -0.07101 -0.0111 -0.07101 -0.06036 C -0.07101 -0.10962 -0.08212 -0.14755 -0.09653 -0.14893 C -0.11007 -0.14893 -0.11406 -0.10869 -0.10208 -0.06036 " pathEditMode="relative" rAng="16200000" ptsTypes="fffffffffffffffffffffffffffffffff">
                                      <p:cBhvr>
                                        <p:cTn id="16" dur="5250" fill="hold"/>
                                        <p:tgtEl>
                                          <p:spTgt spid="4"/>
                                        </p:tgtEl>
                                        <p:attrNameLst>
                                          <p:attrName>ppt_x</p:attrName>
                                          <p:attrName>ppt_y</p:attrName>
                                        </p:attrNameLst>
                                      </p:cBhvr>
                                      <p:rCtr x="16615" y="0"/>
                                    </p:animMotion>
                                  </p:childTnLst>
                                </p:cTn>
                              </p:par>
                              <p:par>
                                <p:cTn id="17" presetID="53" presetClass="path" presetSubtype="0" accel="50000" decel="50000" fill="hold" grpId="0" nodeType="withEffect">
                                  <p:stCondLst>
                                    <p:cond delay="0"/>
                                  </p:stCondLst>
                                  <p:childTnLst>
                                    <p:animMotion origin="layout" path="M -0.43333 0.03354 C -0.42448 0.08303 -0.40225 0.11957 -0.38472 0.11957 C -0.36875 0.11957 -0.35677 0.08372 -0.35677 0.03562 C -0.35677 -0.01225 -0.36875 -0.05273 -0.38472 -0.05273 C -0.40225 -0.05273 -0.40677 -0.01064 -0.39514 0.03724 C -0.38194 0.08441 -0.35989 0.11957 -0.34357 0.11957 C -0.3276 0.11957 -0.31441 0.08303 -0.31441 0.03562 C -0.31441 -0.01225 -0.3276 -0.05273 -0.34357 -0.05273 C -0.35989 -0.05273 -0.36423 -0.01064 -0.35243 0.03654 C -0.3408 0.08441 -0.31875 0.11957 -0.30243 0.11957 C -0.28489 0.11957 -0.27152 0.08303 -0.27152 0.03515 C -0.27152 -0.01225 -0.28489 -0.05273 -0.30243 -0.05273 C -0.31701 -0.05273 -0.32152 -0.01064 -0.31128 0.03654 C -0.29982 0.08372 -0.27604 0.11957 -0.26007 0.11957 C -0.24375 0.11957 -0.23038 0.0821 -0.23038 0.03515 C -0.23038 -0.01364 -0.24375 -0.05273 -0.26007 -0.05273 C -0.27604 -0.05273 -0.28038 -0.01156 -0.26892 0.03562 C -0.25694 0.08303 -0.23489 0.11957 -0.21892 0.11957 C -0.20121 0.11957 -0.18941 0.0821 -0.18941 0.03423 C -0.18941 -0.01364 -0.2026 -0.05273 -0.21892 -0.05273 C -0.23489 -0.05273 -0.23923 -0.01156 -0.22777 0.03562 C -0.2158 0.08303 -0.19236 0.11957 -0.17777 0.11957 C -0.16145 0.11957 -0.14826 0.08141 -0.14826 0.03423 C -0.14826 -0.01364 -0.16145 -0.05273 -0.17777 -0.05273 C -0.19236 -0.05273 -0.19687 -0.01225 -0.18663 0.03562 C -0.17482 0.08303 -0.15139 0.11957 -0.13507 0.11957 C -0.12048 0.11957 -0.10555 0.08141 -0.10555 0.03354 C -0.10555 -0.01457 -0.11909 -0.05273 -0.13507 -0.05273 C -0.15139 -0.05273 -0.15573 -0.01225 -0.14392 0.03515 C -0.13229 0.0821 -0.11024 0.12026 -0.09392 0.11957 C -0.07795 0.11887 -0.06632 0.08141 -0.06632 0.03354 C -0.06632 -0.01457 -0.07934 -0.05273 -0.09531 -0.05273 C -0.11024 -0.05273 -0.11458 -0.01364 -0.10139 0.03354 " pathEditMode="relative" rAng="16200000" ptsTypes="fffffffffffffffffffffffffffffffff">
                                      <p:cBhvr>
                                        <p:cTn id="18" dur="5500" fill="hold"/>
                                        <p:tgtEl>
                                          <p:spTgt spid="5"/>
                                        </p:tgtEl>
                                        <p:attrNameLst>
                                          <p:attrName>ppt_x</p:attrName>
                                          <p:attrName>ppt_y</p:attrName>
                                        </p:attrNameLst>
                                      </p:cBhvr>
                                      <p:rCtr x="18351" y="23"/>
                                    </p:animMotion>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9" fill="hold" display="0">
                  <p:stCondLst>
                    <p:cond delay="indefinite"/>
                  </p:stCondLst>
                  <p:endCondLst>
                    <p:cond evt="onStopAudio" delay="0">
                      <p:tgtEl>
                        <p:sldTgt/>
                      </p:tgtEl>
                    </p:cond>
                  </p:endCondLst>
                </p:cTn>
                <p:tgtEl>
                  <p:spTgt spid="6"/>
                </p:tgtEl>
              </p:cMediaNode>
            </p:audio>
          </p:childTnLst>
        </p:cTn>
      </p:par>
    </p:tnLst>
    <p:bldLst>
      <p:bldP spid="2" grpId="0"/>
      <p:bldP spid="3" grpId="0" animBg="1"/>
      <p:bldP spid="4" grpId="0" animBg="1"/>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304801" y="228600"/>
            <a:ext cx="8534400" cy="4462760"/>
          </a:xfrm>
          <a:prstGeom prst="rect">
            <a:avLst/>
          </a:prstGeom>
        </p:spPr>
        <p:txBody>
          <a:bodyPr wrap="square">
            <a:spAutoFit/>
          </a:bodyPr>
          <a:lstStyle/>
          <a:p>
            <a:pPr algn="ctr"/>
            <a:r>
              <a:rPr lang="en-US" sz="4400" b="1" dirty="0" smtClean="0">
                <a:solidFill>
                  <a:srgbClr val="FFFF00"/>
                </a:solidFill>
              </a:rPr>
              <a:t>Mono Vs. Stereo</a:t>
            </a:r>
          </a:p>
          <a:p>
            <a:r>
              <a:rPr lang="en-US" sz="2400" b="1" dirty="0" smtClean="0"/>
              <a:t>Stereo</a:t>
            </a:r>
            <a:r>
              <a:rPr lang="en-US" sz="2400" dirty="0"/>
              <a:t> (or Stereophonic sound) is the reproduction of sound using two or more independent audio channels in a way that creates the impression of sound heard from various directions, as in </a:t>
            </a:r>
            <a:r>
              <a:rPr lang="en-US" sz="2400" dirty="0" smtClean="0"/>
              <a:t>natural  </a:t>
            </a:r>
            <a:r>
              <a:rPr lang="en-US" sz="2400" dirty="0"/>
              <a:t>hearing. </a:t>
            </a:r>
            <a:r>
              <a:rPr lang="en-US" sz="2400" b="1" dirty="0" smtClean="0"/>
              <a:t>Mono</a:t>
            </a:r>
            <a:r>
              <a:rPr lang="en-US" sz="2400" dirty="0"/>
              <a:t> (</a:t>
            </a:r>
            <a:r>
              <a:rPr lang="en-US" sz="2400" b="1" dirty="0"/>
              <a:t>Monaural</a:t>
            </a:r>
            <a:r>
              <a:rPr lang="en-US" sz="2400" dirty="0"/>
              <a:t> or</a:t>
            </a:r>
            <a:r>
              <a:rPr lang="en-US" sz="2400" b="1" dirty="0"/>
              <a:t> </a:t>
            </a:r>
            <a:r>
              <a:rPr lang="en-US" sz="2400" b="1" dirty="0" smtClean="0"/>
              <a:t>monophonic </a:t>
            </a:r>
            <a:r>
              <a:rPr lang="en-US" sz="2400" dirty="0" smtClean="0"/>
              <a:t>sound </a:t>
            </a:r>
            <a:r>
              <a:rPr lang="en-US" sz="2400" dirty="0"/>
              <a:t>reproduction) has audio </a:t>
            </a:r>
            <a:r>
              <a:rPr lang="en-US" sz="2400" dirty="0" smtClean="0"/>
              <a:t>In a </a:t>
            </a:r>
            <a:r>
              <a:rPr lang="en-US" sz="2400" dirty="0"/>
              <a:t>single channel, often </a:t>
            </a:r>
            <a:r>
              <a:rPr lang="en-US" sz="2400" dirty="0" smtClean="0"/>
              <a:t>centered in the </a:t>
            </a:r>
            <a:r>
              <a:rPr lang="en-US" sz="2400" dirty="0"/>
              <a:t>“sound field</a:t>
            </a:r>
            <a:r>
              <a:rPr lang="en-US" sz="2400" dirty="0" smtClean="0"/>
              <a:t>”. i.e. </a:t>
            </a:r>
            <a:r>
              <a:rPr lang="en-US" sz="2400" dirty="0"/>
              <a:t>and </a:t>
            </a:r>
            <a:r>
              <a:rPr lang="en-US" sz="2400" dirty="0" smtClean="0"/>
              <a:t>stereo</a:t>
            </a:r>
          </a:p>
          <a:p>
            <a:r>
              <a:rPr lang="en-US" sz="2400" dirty="0" smtClean="0"/>
              <a:t> </a:t>
            </a:r>
            <a:r>
              <a:rPr lang="en-US" sz="2400" dirty="0"/>
              <a:t>(Stereophonic) are classification </a:t>
            </a:r>
            <a:r>
              <a:rPr lang="en-US" sz="2400" dirty="0" smtClean="0"/>
              <a:t>of sound. Stereo </a:t>
            </a:r>
            <a:r>
              <a:rPr lang="en-US" sz="2400" dirty="0"/>
              <a:t>sound has </a:t>
            </a:r>
            <a:r>
              <a:rPr lang="en-US" sz="2400" dirty="0" smtClean="0"/>
              <a:t>almost  </a:t>
            </a:r>
            <a:r>
              <a:rPr lang="en-US" sz="2400" dirty="0"/>
              <a:t>completely replaced mono because </a:t>
            </a:r>
            <a:r>
              <a:rPr lang="en-US" sz="2400" dirty="0" smtClean="0"/>
              <a:t>of </a:t>
            </a:r>
            <a:r>
              <a:rPr lang="en-US" sz="2400" dirty="0"/>
              <a:t>the improved audio quality </a:t>
            </a:r>
            <a:r>
              <a:rPr lang="en-US" sz="2400" dirty="0" smtClean="0"/>
              <a:t>that  </a:t>
            </a:r>
            <a:r>
              <a:rPr lang="en-US" sz="2400" dirty="0"/>
              <a:t>stereo provides</a:t>
            </a:r>
            <a:r>
              <a:rPr lang="en-US" sz="2400" dirty="0" smtClean="0"/>
              <a:t>.</a:t>
            </a:r>
          </a:p>
          <a:p>
            <a:endParaRPr lang="en-US" sz="2400" dirty="0"/>
          </a:p>
        </p:txBody>
      </p:sp>
      <p:pic>
        <p:nvPicPr>
          <p:cNvPr id="3" name="sl 13.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14400" y="381000"/>
            <a:ext cx="609600" cy="609600"/>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75487" y="4267200"/>
            <a:ext cx="6099271" cy="2372702"/>
          </a:xfrm>
          <a:prstGeom prst="rect">
            <a:avLst/>
          </a:prstGeom>
        </p:spPr>
      </p:pic>
    </p:spTree>
    <p:extLst>
      <p:ext uri="{BB962C8B-B14F-4D97-AF65-F5344CB8AC3E}">
        <p14:creationId xmlns:p14="http://schemas.microsoft.com/office/powerpoint/2010/main" val="2768560955"/>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3465" fill="hold"/>
                                        <p:tgtEl>
                                          <p:spTgt spid="3"/>
                                        </p:tgtEl>
                                      </p:cBhvr>
                                    </p:cmd>
                                  </p:childTnLst>
                                </p:cTn>
                              </p:par>
                              <p:par>
                                <p:cTn id="7" presetID="22" presetClass="entr" presetSubtype="8" fill="hold" grpId="0" nodeType="withEffect">
                                  <p:stCondLst>
                                    <p:cond delay="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wipe(left)">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6" presetClass="emph" presetSubtype="0" fill="hold" nodeType="clickEffect">
                                  <p:stCondLst>
                                    <p:cond delay="0"/>
                                  </p:stCondLst>
                                  <p:childTnLst>
                                    <p:animScale>
                                      <p:cBhvr>
                                        <p:cTn id="13" dur="2500" fill="hold"/>
                                        <p:tgtEl>
                                          <p:spTgt spid="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4" fill="hold" display="0">
                  <p:stCondLst>
                    <p:cond delay="indefinite"/>
                  </p:stCondLst>
                  <p:endCondLst>
                    <p:cond evt="onStopAudio" delay="0">
                      <p:tgtEl>
                        <p:sldTgt/>
                      </p:tgtEl>
                    </p:cond>
                  </p:endCondLst>
                </p:cTn>
                <p:tgtEl>
                  <p:spTgt spid="3"/>
                </p:tgtEl>
              </p:cMediaNode>
            </p:audio>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990600" y="796119"/>
            <a:ext cx="7315200" cy="3170099"/>
          </a:xfrm>
          <a:prstGeom prst="rect">
            <a:avLst/>
          </a:prstGeom>
        </p:spPr>
        <p:txBody>
          <a:bodyPr wrap="square">
            <a:spAutoFit/>
          </a:bodyPr>
          <a:lstStyle/>
          <a:p>
            <a:r>
              <a:rPr lang="en-US" sz="3200" b="1" dirty="0" smtClean="0">
                <a:solidFill>
                  <a:srgbClr val="FFFF00"/>
                </a:solidFill>
              </a:rPr>
              <a:t>Applications of mono vs. stereo</a:t>
            </a:r>
            <a:endParaRPr lang="en-US" sz="3200" b="1" dirty="0">
              <a:solidFill>
                <a:srgbClr val="FFFF00"/>
              </a:solidFill>
            </a:endParaRPr>
          </a:p>
          <a:p>
            <a:r>
              <a:rPr lang="en-US" sz="2400" dirty="0"/>
              <a:t>Mono sound is preferred in radiotelephone communications, telephone networks, and radio stations dedicated to talk shows and conversations, public address system, hearing aids. Stereo sound is preferred for listening to music, in theaters, radio stations dedicated to music, FM broadcasting and</a:t>
            </a:r>
            <a:r>
              <a:rPr lang="en-US" sz="2400" u="sng" dirty="0"/>
              <a:t> </a:t>
            </a:r>
            <a:r>
              <a:rPr lang="en-US" sz="2400" dirty="0"/>
              <a:t>Digital Audio Broadcasting (DAB</a:t>
            </a:r>
            <a:r>
              <a:rPr lang="en-US" sz="2400" dirty="0" smtClean="0"/>
              <a:t>).</a:t>
            </a:r>
          </a:p>
        </p:txBody>
      </p:sp>
      <p:pic>
        <p:nvPicPr>
          <p:cNvPr id="8" name="sl 14(mp3).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351430" y="258170"/>
            <a:ext cx="609600" cy="609600"/>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8600" y="5142363"/>
            <a:ext cx="1977571" cy="1524000"/>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14599" y="5142363"/>
            <a:ext cx="1729373" cy="1628633"/>
          </a:xfrm>
          <a:prstGeom prst="rect">
            <a:avLst/>
          </a:prstGeom>
        </p:spPr>
      </p:pic>
      <p:pic>
        <p:nvPicPr>
          <p:cNvPr id="11" name="Picture 1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00600" y="4523238"/>
            <a:ext cx="3809999" cy="2143125"/>
          </a:xfrm>
          <a:prstGeom prst="rect">
            <a:avLst/>
          </a:prstGeom>
        </p:spPr>
      </p:pic>
    </p:spTree>
    <p:extLst>
      <p:ext uri="{BB962C8B-B14F-4D97-AF65-F5344CB8AC3E}">
        <p14:creationId xmlns:p14="http://schemas.microsoft.com/office/powerpoint/2010/main" val="3758007360"/>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1057" fill="hold"/>
                                        <p:tgtEl>
                                          <p:spTgt spid="8"/>
                                        </p:tgtEl>
                                      </p:cBhvr>
                                    </p:cmd>
                                  </p:childTnLst>
                                </p:cTn>
                              </p:par>
                              <p:par>
                                <p:cTn id="7" presetID="22" presetClass="entr" presetSubtype="8" fill="hold" grpId="0" nodeType="withEffect">
                                  <p:stCondLst>
                                    <p:cond delay="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wipe(left)">
                                      <p:cBhvr>
                                        <p:cTn id="9" dur="1000"/>
                                        <p:tgtEl>
                                          <p:spTgt spid="2"/>
                                        </p:tgtEl>
                                      </p:cBhvr>
                                    </p:animEffect>
                                  </p:childTnLst>
                                </p:cTn>
                              </p:par>
                            </p:childTnLst>
                          </p:cTn>
                        </p:par>
                        <p:par>
                          <p:cTn id="10" fill="hold">
                            <p:stCondLst>
                              <p:cond delay="32000"/>
                            </p:stCondLst>
                            <p:childTnLst>
                              <p:par>
                                <p:cTn id="11" presetID="16" presetClass="entr" presetSubtype="21"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inVertical)">
                                      <p:cBhvr>
                                        <p:cTn id="13" dur="1000"/>
                                        <p:tgtEl>
                                          <p:spTgt spid="9"/>
                                        </p:tgtEl>
                                      </p:cBhvr>
                                    </p:animEffect>
                                  </p:childTnLst>
                                </p:cTn>
                              </p:par>
                            </p:childTnLst>
                          </p:cTn>
                        </p:par>
                        <p:par>
                          <p:cTn id="14" fill="hold">
                            <p:stCondLst>
                              <p:cond delay="33000"/>
                            </p:stCondLst>
                            <p:childTnLst>
                              <p:par>
                                <p:cTn id="15" presetID="21" presetClass="entr" presetSubtype="1" fill="hold"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heel(1)">
                                      <p:cBhvr>
                                        <p:cTn id="17" dur="1250"/>
                                        <p:tgtEl>
                                          <p:spTgt spid="10"/>
                                        </p:tgtEl>
                                      </p:cBhvr>
                                    </p:animEffect>
                                  </p:childTnLst>
                                </p:cTn>
                              </p:par>
                            </p:childTnLst>
                          </p:cTn>
                        </p:par>
                        <p:par>
                          <p:cTn id="18" fill="hold">
                            <p:stCondLst>
                              <p:cond delay="34250"/>
                            </p:stCondLst>
                            <p:childTnLst>
                              <p:par>
                                <p:cTn id="19" presetID="21" presetClass="entr" presetSubtype="1" fill="hold"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heel(1)">
                                      <p:cBhvr>
                                        <p:cTn id="21" dur="1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22" fill="hold" display="0">
                  <p:stCondLst>
                    <p:cond delay="indefinite"/>
                  </p:stCondLst>
                  <p:endCondLst>
                    <p:cond evt="onStopAudio" delay="0">
                      <p:tgtEl>
                        <p:sldTgt/>
                      </p:tgtEl>
                    </p:cond>
                  </p:endCondLst>
                </p:cTn>
                <p:tgtEl>
                  <p:spTgt spid="8"/>
                </p:tgtEl>
              </p:cMediaNode>
            </p:audio>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5" y="5113515"/>
            <a:ext cx="1887367" cy="1587835"/>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642" y="138759"/>
            <a:ext cx="1856661" cy="1639145"/>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249" y="2570542"/>
            <a:ext cx="1893055" cy="171098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04762" y="138759"/>
            <a:ext cx="2276349" cy="2272053"/>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87703" y="4953000"/>
            <a:ext cx="2293408" cy="1717842"/>
          </a:xfrm>
          <a:prstGeom prst="rect">
            <a:avLst/>
          </a:prstGeom>
        </p:spPr>
      </p:pic>
      <p:pic>
        <p:nvPicPr>
          <p:cNvPr id="9" name="Picture 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04763" y="2819400"/>
            <a:ext cx="2126754" cy="1752600"/>
          </a:xfrm>
          <a:prstGeom prst="rect">
            <a:avLst/>
          </a:prstGeom>
        </p:spPr>
      </p:pic>
      <p:sp>
        <p:nvSpPr>
          <p:cNvPr id="10" name="TextBox 9"/>
          <p:cNvSpPr txBox="1"/>
          <p:nvPr/>
        </p:nvSpPr>
        <p:spPr>
          <a:xfrm>
            <a:off x="2754573" y="2509897"/>
            <a:ext cx="706696" cy="206210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US" sz="3200" b="1" dirty="0" smtClean="0"/>
              <a:t>MONO</a:t>
            </a:r>
            <a:endParaRPr lang="en-US" sz="3200" b="1" dirty="0"/>
          </a:p>
        </p:txBody>
      </p:sp>
      <p:sp>
        <p:nvSpPr>
          <p:cNvPr id="11" name="TextBox 10"/>
          <p:cNvSpPr txBox="1"/>
          <p:nvPr/>
        </p:nvSpPr>
        <p:spPr>
          <a:xfrm>
            <a:off x="4724399" y="2323239"/>
            <a:ext cx="481921" cy="2677656"/>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r>
              <a:rPr lang="en-US" sz="2800" b="1" dirty="0" smtClean="0"/>
              <a:t>STEREO</a:t>
            </a:r>
            <a:endParaRPr lang="en-US" sz="2800" b="1" dirty="0"/>
          </a:p>
        </p:txBody>
      </p:sp>
      <p:cxnSp>
        <p:nvCxnSpPr>
          <p:cNvPr id="7" name="Straight Arrow Connector 6"/>
          <p:cNvCxnSpPr/>
          <p:nvPr/>
        </p:nvCxnSpPr>
        <p:spPr>
          <a:xfrm flipH="1" flipV="1">
            <a:off x="1960304" y="1777904"/>
            <a:ext cx="794269" cy="731993"/>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13" name="Straight Arrow Connector 12"/>
          <p:cNvCxnSpPr>
            <a:stCxn id="10" idx="1"/>
          </p:cNvCxnSpPr>
          <p:nvPr/>
        </p:nvCxnSpPr>
        <p:spPr>
          <a:xfrm flipH="1" flipV="1">
            <a:off x="1960302" y="3540948"/>
            <a:ext cx="794271" cy="1"/>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15" name="Straight Arrow Connector 14"/>
          <p:cNvCxnSpPr/>
          <p:nvPr/>
        </p:nvCxnSpPr>
        <p:spPr>
          <a:xfrm flipH="1">
            <a:off x="1963716" y="4572000"/>
            <a:ext cx="794269" cy="541515"/>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17" name="Straight Arrow Connector 16"/>
          <p:cNvCxnSpPr/>
          <p:nvPr/>
        </p:nvCxnSpPr>
        <p:spPr>
          <a:xfrm flipV="1">
            <a:off x="5206320" y="2323239"/>
            <a:ext cx="1481383" cy="87573"/>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19" name="Straight Arrow Connector 18"/>
          <p:cNvCxnSpPr/>
          <p:nvPr/>
        </p:nvCxnSpPr>
        <p:spPr>
          <a:xfrm flipV="1">
            <a:off x="5206320" y="3540948"/>
            <a:ext cx="1481383" cy="1"/>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21" name="Straight Arrow Connector 20"/>
          <p:cNvCxnSpPr/>
          <p:nvPr/>
        </p:nvCxnSpPr>
        <p:spPr>
          <a:xfrm>
            <a:off x="5206320" y="4953000"/>
            <a:ext cx="1481383" cy="47895"/>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
        <p:nvSpPr>
          <p:cNvPr id="4" name="TextBox 3"/>
          <p:cNvSpPr txBox="1"/>
          <p:nvPr/>
        </p:nvSpPr>
        <p:spPr>
          <a:xfrm>
            <a:off x="2590799" y="609600"/>
            <a:ext cx="3356211" cy="830997"/>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sz="4800" b="1" i="1" dirty="0" smtClean="0">
                <a:solidFill>
                  <a:srgbClr val="00B0F0"/>
                </a:solidFill>
              </a:rPr>
              <a:t>EXAMPLE</a:t>
            </a:r>
            <a:endParaRPr lang="en-US" sz="4800" b="1" i="1" dirty="0">
              <a:solidFill>
                <a:srgbClr val="00B0F0"/>
              </a:solidFill>
            </a:endParaRPr>
          </a:p>
        </p:txBody>
      </p:sp>
    </p:spTree>
    <p:extLst>
      <p:ext uri="{BB962C8B-B14F-4D97-AF65-F5344CB8AC3E}">
        <p14:creationId xmlns:p14="http://schemas.microsoft.com/office/powerpoint/2010/main" val="295560223"/>
      </p:ext>
    </p:extLst>
  </p:cSld>
  <p:clrMapOvr>
    <a:masterClrMapping/>
  </p:clrMapOvr>
  <mc:AlternateContent xmlns:mc="http://schemas.openxmlformats.org/markup-compatibility/2006" xmlns:p14="http://schemas.microsoft.com/office/powerpoint/2010/main">
    <mc:Choice Requires="p14">
      <p:transition spd="slow" p14:dur="2000" advClick="0" advTm="8000"/>
    </mc:Choice>
    <mc:Fallback xmlns="">
      <p:transition spd="slow" advClick="0" advTm="8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1000" fill="hold"/>
                                        <p:tgtEl>
                                          <p:spTgt spid="10"/>
                                        </p:tgtEl>
                                        <p:attrNameLst>
                                          <p:attrName>ppt_w</p:attrName>
                                        </p:attrNameLst>
                                      </p:cBhvr>
                                      <p:tavLst>
                                        <p:tav tm="0">
                                          <p:val>
                                            <p:fltVal val="0"/>
                                          </p:val>
                                        </p:tav>
                                        <p:tav tm="100000">
                                          <p:val>
                                            <p:strVal val="#ppt_w"/>
                                          </p:val>
                                        </p:tav>
                                      </p:tavLst>
                                    </p:anim>
                                    <p:anim calcmode="lin" valueType="num">
                                      <p:cBhvr>
                                        <p:cTn id="14" dur="1000" fill="hold"/>
                                        <p:tgtEl>
                                          <p:spTgt spid="10"/>
                                        </p:tgtEl>
                                        <p:attrNameLst>
                                          <p:attrName>ppt_h</p:attrName>
                                        </p:attrNameLst>
                                      </p:cBhvr>
                                      <p:tavLst>
                                        <p:tav tm="0">
                                          <p:val>
                                            <p:fltVal val="0"/>
                                          </p:val>
                                        </p:tav>
                                        <p:tav tm="100000">
                                          <p:val>
                                            <p:strVal val="#ppt_h"/>
                                          </p:val>
                                        </p:tav>
                                      </p:tavLst>
                                    </p:anim>
                                    <p:animEffect transition="in" filter="fade">
                                      <p:cBhvr>
                                        <p:cTn id="15" dur="1000"/>
                                        <p:tgtEl>
                                          <p:spTgt spid="10"/>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750"/>
                                        <p:tgtEl>
                                          <p:spTgt spid="7"/>
                                        </p:tgtEl>
                                      </p:cBhvr>
                                    </p:animEffect>
                                  </p:childTnLst>
                                </p:cTn>
                              </p:par>
                              <p:par>
                                <p:cTn id="20" presetID="22" presetClass="entr" presetSubtype="2"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right)">
                                      <p:cBhvr>
                                        <p:cTn id="22" dur="1000"/>
                                        <p:tgtEl>
                                          <p:spTgt spid="13"/>
                                        </p:tgtEl>
                                      </p:cBhvr>
                                    </p:animEffect>
                                  </p:childTnLst>
                                </p:cTn>
                              </p:par>
                              <p:par>
                                <p:cTn id="23" presetID="22" presetClass="entr" presetSubtype="2"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right)">
                                      <p:cBhvr>
                                        <p:cTn id="25" dur="500"/>
                                        <p:tgtEl>
                                          <p:spTgt spid="15"/>
                                        </p:tgtEl>
                                      </p:cBhvr>
                                    </p:animEffect>
                                  </p:childTnLst>
                                </p:cTn>
                              </p:par>
                            </p:childTnLst>
                          </p:cTn>
                        </p:par>
                        <p:par>
                          <p:cTn id="26" fill="hold">
                            <p:stCondLst>
                              <p:cond delay="2500"/>
                            </p:stCondLst>
                            <p:childTnLst>
                              <p:par>
                                <p:cTn id="27" presetID="22" presetClass="entr" presetSubtype="4" fill="hold" nodeType="after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down)">
                                      <p:cBhvr>
                                        <p:cTn id="29" dur="250"/>
                                        <p:tgtEl>
                                          <p:spTgt spid="3"/>
                                        </p:tgtEl>
                                      </p:cBhvr>
                                    </p:animEffect>
                                  </p:childTnLst>
                                </p:cTn>
                              </p:par>
                              <p:par>
                                <p:cTn id="30" presetID="22" presetClass="entr" presetSubtype="2" fill="hold" nodeType="with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right)">
                                      <p:cBhvr>
                                        <p:cTn id="32" dur="750"/>
                                        <p:tgtEl>
                                          <p:spTgt spid="5"/>
                                        </p:tgtEl>
                                      </p:cBhvr>
                                    </p:animEffect>
                                  </p:childTnLst>
                                </p:cTn>
                              </p:par>
                              <p:par>
                                <p:cTn id="33" presetID="22" presetClass="entr" presetSubtype="1" fill="hold" nodeType="with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up)">
                                      <p:cBhvr>
                                        <p:cTn id="35" dur="750"/>
                                        <p:tgtEl>
                                          <p:spTgt spid="2"/>
                                        </p:tgtEl>
                                      </p:cBhvr>
                                    </p:animEffect>
                                  </p:childTnLst>
                                </p:cTn>
                              </p:par>
                            </p:childTnLst>
                          </p:cTn>
                        </p:par>
                        <p:par>
                          <p:cTn id="36" fill="hold">
                            <p:stCondLst>
                              <p:cond delay="3250"/>
                            </p:stCondLst>
                            <p:childTnLst>
                              <p:par>
                                <p:cTn id="37" presetID="53" presetClass="entr" presetSubtype="16"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p:cTn id="39" dur="500" fill="hold"/>
                                        <p:tgtEl>
                                          <p:spTgt spid="11"/>
                                        </p:tgtEl>
                                        <p:attrNameLst>
                                          <p:attrName>ppt_w</p:attrName>
                                        </p:attrNameLst>
                                      </p:cBhvr>
                                      <p:tavLst>
                                        <p:tav tm="0">
                                          <p:val>
                                            <p:fltVal val="0"/>
                                          </p:val>
                                        </p:tav>
                                        <p:tav tm="100000">
                                          <p:val>
                                            <p:strVal val="#ppt_w"/>
                                          </p:val>
                                        </p:tav>
                                      </p:tavLst>
                                    </p:anim>
                                    <p:anim calcmode="lin" valueType="num">
                                      <p:cBhvr>
                                        <p:cTn id="40" dur="500" fill="hold"/>
                                        <p:tgtEl>
                                          <p:spTgt spid="11"/>
                                        </p:tgtEl>
                                        <p:attrNameLst>
                                          <p:attrName>ppt_h</p:attrName>
                                        </p:attrNameLst>
                                      </p:cBhvr>
                                      <p:tavLst>
                                        <p:tav tm="0">
                                          <p:val>
                                            <p:fltVal val="0"/>
                                          </p:val>
                                        </p:tav>
                                        <p:tav tm="100000">
                                          <p:val>
                                            <p:strVal val="#ppt_h"/>
                                          </p:val>
                                        </p:tav>
                                      </p:tavLst>
                                    </p:anim>
                                    <p:animEffect transition="in" filter="fade">
                                      <p:cBhvr>
                                        <p:cTn id="41" dur="500"/>
                                        <p:tgtEl>
                                          <p:spTgt spid="11"/>
                                        </p:tgtEl>
                                      </p:cBhvr>
                                    </p:animEffect>
                                  </p:childTnLst>
                                </p:cTn>
                              </p:par>
                            </p:childTnLst>
                          </p:cTn>
                        </p:par>
                        <p:par>
                          <p:cTn id="42" fill="hold">
                            <p:stCondLst>
                              <p:cond delay="3750"/>
                            </p:stCondLst>
                            <p:childTnLst>
                              <p:par>
                                <p:cTn id="43" presetID="22" presetClass="entr" presetSubtype="8"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left)">
                                      <p:cBhvr>
                                        <p:cTn id="45" dur="500"/>
                                        <p:tgtEl>
                                          <p:spTgt spid="17"/>
                                        </p:tgtEl>
                                      </p:cBhvr>
                                    </p:animEffect>
                                  </p:childTnLst>
                                </p:cTn>
                              </p:par>
                              <p:par>
                                <p:cTn id="46" presetID="22" presetClass="entr" presetSubtype="8" fill="hold"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left)">
                                      <p:cBhvr>
                                        <p:cTn id="48" dur="500"/>
                                        <p:tgtEl>
                                          <p:spTgt spid="19"/>
                                        </p:tgtEl>
                                      </p:cBhvr>
                                    </p:animEffect>
                                  </p:childTnLst>
                                </p:cTn>
                              </p:par>
                              <p:par>
                                <p:cTn id="49" presetID="22" presetClass="entr" presetSubtype="8"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wipe(left)">
                                      <p:cBhvr>
                                        <p:cTn id="51" dur="500"/>
                                        <p:tgtEl>
                                          <p:spTgt spid="21"/>
                                        </p:tgtEl>
                                      </p:cBhvr>
                                    </p:animEffect>
                                  </p:childTnLst>
                                </p:cTn>
                              </p:par>
                            </p:childTnLst>
                          </p:cTn>
                        </p:par>
                        <p:par>
                          <p:cTn id="52" fill="hold">
                            <p:stCondLst>
                              <p:cond delay="4250"/>
                            </p:stCondLst>
                            <p:childTnLst>
                              <p:par>
                                <p:cTn id="53" presetID="22" presetClass="entr" presetSubtype="4" fill="hold" nodeType="after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wipe(down)">
                                      <p:cBhvr>
                                        <p:cTn id="55" dur="750"/>
                                        <p:tgtEl>
                                          <p:spTgt spid="6"/>
                                        </p:tgtEl>
                                      </p:cBhvr>
                                    </p:animEffect>
                                  </p:childTnLst>
                                </p:cTn>
                              </p:par>
                              <p:par>
                                <p:cTn id="56" presetID="22" presetClass="entr" presetSubtype="8" fill="hold" nodeType="withEffect">
                                  <p:stCondLst>
                                    <p:cond delay="0"/>
                                  </p:stCondLst>
                                  <p:childTnLst>
                                    <p:set>
                                      <p:cBhvr>
                                        <p:cTn id="57" dur="1" fill="hold">
                                          <p:stCondLst>
                                            <p:cond delay="0"/>
                                          </p:stCondLst>
                                        </p:cTn>
                                        <p:tgtEl>
                                          <p:spTgt spid="9"/>
                                        </p:tgtEl>
                                        <p:attrNameLst>
                                          <p:attrName>style.visibility</p:attrName>
                                        </p:attrNameLst>
                                      </p:cBhvr>
                                      <p:to>
                                        <p:strVal val="visible"/>
                                      </p:to>
                                    </p:set>
                                    <p:animEffect transition="in" filter="wipe(left)">
                                      <p:cBhvr>
                                        <p:cTn id="58" dur="750"/>
                                        <p:tgtEl>
                                          <p:spTgt spid="9"/>
                                        </p:tgtEl>
                                      </p:cBhvr>
                                    </p:animEffect>
                                  </p:childTnLst>
                                </p:cTn>
                              </p:par>
                              <p:par>
                                <p:cTn id="59" presetID="22" presetClass="entr" presetSubtype="1" fill="hold" nodeType="with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wipe(up)">
                                      <p:cBhvr>
                                        <p:cTn id="61" dur="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941696" y="184243"/>
            <a:ext cx="7315200" cy="2369880"/>
          </a:xfrm>
          <a:prstGeom prst="rect">
            <a:avLst/>
          </a:prstGeom>
          <a:noFill/>
        </p:spPr>
        <p:txBody>
          <a:bodyPr wrap="square" rtlCol="0">
            <a:spAutoFit/>
          </a:bodyPr>
          <a:lstStyle/>
          <a:p>
            <a:r>
              <a:rPr lang="en-US" sz="2800" b="1" dirty="0" smtClean="0">
                <a:solidFill>
                  <a:srgbClr val="FFFF00"/>
                </a:solidFill>
              </a:rPr>
              <a:t>Animation </a:t>
            </a:r>
          </a:p>
          <a:p>
            <a:r>
              <a:rPr lang="en-US" sz="2400" dirty="0"/>
              <a:t>animation</a:t>
            </a:r>
            <a:r>
              <a:rPr lang="en-US" sz="2400" b="1" dirty="0"/>
              <a:t> </a:t>
            </a:r>
            <a:r>
              <a:rPr lang="en-US" sz="2400" dirty="0"/>
              <a:t>makes static presentations come alive. </a:t>
            </a:r>
            <a:r>
              <a:rPr lang="en-US" sz="2400" dirty="0" smtClean="0"/>
              <a:t>It is </a:t>
            </a:r>
            <a:r>
              <a:rPr lang="en-US" sz="2400" dirty="0"/>
              <a:t>visual change over time and can add great power to your </a:t>
            </a:r>
            <a:r>
              <a:rPr lang="en-US" sz="2400" dirty="0" smtClean="0"/>
              <a:t>multimedia projects </a:t>
            </a:r>
            <a:r>
              <a:rPr lang="en-US" sz="2400" dirty="0"/>
              <a:t>and web pages. Many multimedia applications for both </a:t>
            </a:r>
            <a:r>
              <a:rPr lang="en-US" sz="2400" dirty="0" smtClean="0"/>
              <a:t>Macintosh and </a:t>
            </a:r>
            <a:r>
              <a:rPr lang="en-US" sz="2400" dirty="0"/>
              <a:t>Windows provide animation tools</a:t>
            </a:r>
            <a:r>
              <a:rPr lang="en-US" sz="2400" dirty="0" smtClean="0"/>
              <a:t>.</a:t>
            </a:r>
            <a:endParaRPr lang="en-US" sz="2400" dirty="0"/>
          </a:p>
        </p:txBody>
      </p:sp>
      <p:pic>
        <p:nvPicPr>
          <p:cNvPr id="5"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719" y="3105150"/>
            <a:ext cx="8557154" cy="161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609600" y="4953000"/>
            <a:ext cx="7315200" cy="1569660"/>
          </a:xfrm>
          <a:prstGeom prst="rect">
            <a:avLst/>
          </a:prstGeom>
        </p:spPr>
        <p:txBody>
          <a:bodyPr wrap="square">
            <a:spAutoFit/>
          </a:bodyPr>
          <a:lstStyle/>
          <a:p>
            <a:r>
              <a:rPr lang="en-US" sz="2400" dirty="0"/>
              <a:t>This makes it possible for a series of images that are changed very slightly and very rapidly, one after the other, to seemingly blend together into a visual illusion of movement. </a:t>
            </a:r>
          </a:p>
        </p:txBody>
      </p:sp>
      <p:pic>
        <p:nvPicPr>
          <p:cNvPr id="7" name="sl 15.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228600" y="118278"/>
            <a:ext cx="609600" cy="609600"/>
          </a:xfrm>
          <a:prstGeom prst="rect">
            <a:avLst/>
          </a:prstGeom>
        </p:spPr>
      </p:pic>
      <p:pic>
        <p:nvPicPr>
          <p:cNvPr id="8" name="sl 15(mp3).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8"/>
          <a:stretch>
            <a:fillRect/>
          </a:stretch>
        </p:blipFill>
        <p:spPr>
          <a:xfrm>
            <a:off x="15919" y="4768755"/>
            <a:ext cx="609600" cy="609600"/>
          </a:xfrm>
          <a:prstGeom prst="rect">
            <a:avLst/>
          </a:prstGeom>
        </p:spPr>
      </p:pic>
    </p:spTree>
    <p:extLst>
      <p:ext uri="{BB962C8B-B14F-4D97-AF65-F5344CB8AC3E}">
        <p14:creationId xmlns:p14="http://schemas.microsoft.com/office/powerpoint/2010/main" val="3769882516"/>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049" fill="hold"/>
                                        <p:tgtEl>
                                          <p:spTgt spid="7"/>
                                        </p:tgtEl>
                                      </p:cBhvr>
                                    </p:cmd>
                                  </p:childTnLst>
                                </p:cTn>
                              </p:par>
                              <p:par>
                                <p:cTn id="7" presetID="22" presetClass="entr" presetSubtype="8" fill="hold" grpId="0" nodeType="withEffect">
                                  <p:stCondLst>
                                    <p:cond delay="0"/>
                                  </p:stCondLst>
                                  <p:iterate type="lt">
                                    <p:tmPct val="10000"/>
                                  </p:iterate>
                                  <p:childTnLst>
                                    <p:set>
                                      <p:cBhvr>
                                        <p:cTn id="8" dur="1" fill="hold">
                                          <p:stCondLst>
                                            <p:cond delay="0"/>
                                          </p:stCondLst>
                                        </p:cTn>
                                        <p:tgtEl>
                                          <p:spTgt spid="4"/>
                                        </p:tgtEl>
                                        <p:attrNameLst>
                                          <p:attrName>style.visibility</p:attrName>
                                        </p:attrNameLst>
                                      </p:cBhvr>
                                      <p:to>
                                        <p:strVal val="visible"/>
                                      </p:to>
                                    </p:set>
                                    <p:animEffect transition="in" filter="wipe(left)">
                                      <p:cBhvr>
                                        <p:cTn id="9" dur="1000"/>
                                        <p:tgtEl>
                                          <p:spTgt spid="4"/>
                                        </p:tgtEl>
                                      </p:cBhvr>
                                    </p:animEffect>
                                  </p:childTnLst>
                                </p:cTn>
                              </p:par>
                            </p:childTnLst>
                          </p:cTn>
                        </p:par>
                        <p:par>
                          <p:cTn id="10" fill="hold">
                            <p:stCondLst>
                              <p:cond delay="24049"/>
                            </p:stCondLst>
                            <p:childTnLst>
                              <p:par>
                                <p:cTn id="11" presetID="22" presetClass="entr" presetSubtype="8"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60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16945" fill="hold"/>
                                        <p:tgtEl>
                                          <p:spTgt spid="8"/>
                                        </p:tgtEl>
                                      </p:cBhvr>
                                    </p:cmd>
                                  </p:childTnLst>
                                </p:cTn>
                              </p:par>
                              <p:par>
                                <p:cTn id="18" presetID="22" presetClass="entr" presetSubtype="8" fill="hold" grpId="0" nodeType="withEffect">
                                  <p:stCondLst>
                                    <p:cond delay="0"/>
                                  </p:stCondLst>
                                  <p:iterate type="lt">
                                    <p:tmPct val="10000"/>
                                  </p:iterate>
                                  <p:childTnLst>
                                    <p:set>
                                      <p:cBhvr>
                                        <p:cTn id="19" dur="1" fill="hold">
                                          <p:stCondLst>
                                            <p:cond delay="0"/>
                                          </p:stCondLst>
                                        </p:cTn>
                                        <p:tgtEl>
                                          <p:spTgt spid="3"/>
                                        </p:tgtEl>
                                        <p:attrNameLst>
                                          <p:attrName>style.visibility</p:attrName>
                                        </p:attrNameLst>
                                      </p:cBhvr>
                                      <p:to>
                                        <p:strVal val="visible"/>
                                      </p:to>
                                    </p:set>
                                    <p:animEffect transition="in" filter="wipe(left)">
                                      <p:cBhvr>
                                        <p:cTn id="2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21" fill="hold" display="0">
                  <p:stCondLst>
                    <p:cond delay="indefinite"/>
                  </p:stCondLst>
                  <p:endCondLst>
                    <p:cond evt="onStopAudio" delay="0">
                      <p:tgtEl>
                        <p:sldTgt/>
                      </p:tgtEl>
                    </p:cond>
                  </p:endCondLst>
                </p:cTn>
                <p:tgtEl>
                  <p:spTgt spid="7"/>
                </p:tgtEl>
              </p:cMediaNode>
            </p:audio>
            <p:audio>
              <p:cMediaNode vol="100000">
                <p:cTn id="22" fill="hold" display="0">
                  <p:stCondLst>
                    <p:cond delay="indefinite"/>
                  </p:stCondLst>
                  <p:endCondLst>
                    <p:cond evt="onStopAudio" delay="0">
                      <p:tgtEl>
                        <p:sldTgt/>
                      </p:tgtEl>
                    </p:cond>
                  </p:endCondLst>
                </p:cTn>
                <p:tgtEl>
                  <p:spTgt spid="8"/>
                </p:tgtEl>
              </p:cMediaNode>
            </p:audio>
          </p:childTnLst>
        </p:cTn>
      </p:par>
    </p:tnLst>
    <p:bldLst>
      <p:bldP spid="4" grpId="0"/>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p:cNvSpPr txBox="1"/>
          <p:nvPr/>
        </p:nvSpPr>
        <p:spPr>
          <a:xfrm>
            <a:off x="838200" y="533400"/>
            <a:ext cx="7010400" cy="2677656"/>
          </a:xfrm>
          <a:prstGeom prst="rect">
            <a:avLst/>
          </a:prstGeom>
          <a:noFill/>
        </p:spPr>
        <p:txBody>
          <a:bodyPr wrap="square" rtlCol="0">
            <a:spAutoFit/>
          </a:bodyPr>
          <a:lstStyle/>
          <a:p>
            <a:r>
              <a:rPr lang="en-US" sz="2400" b="1" dirty="0" smtClean="0">
                <a:solidFill>
                  <a:srgbClr val="FFFF00"/>
                </a:solidFill>
              </a:rPr>
              <a:t>     Animation</a:t>
            </a:r>
          </a:p>
          <a:p>
            <a:endParaRPr lang="en-US" sz="2400" dirty="0" smtClean="0"/>
          </a:p>
          <a:p>
            <a:r>
              <a:rPr lang="en-US" sz="2400" dirty="0" smtClean="0"/>
              <a:t>The </a:t>
            </a:r>
            <a:r>
              <a:rPr lang="en-US" sz="2400" dirty="0"/>
              <a:t>illustration shows a few </a:t>
            </a:r>
            <a:r>
              <a:rPr lang="en-US" sz="2400" dirty="0" smtClean="0"/>
              <a:t>sells, </a:t>
            </a:r>
            <a:r>
              <a:rPr lang="en-US" sz="2400" dirty="0"/>
              <a:t>or frames, of a rotating logo. When </a:t>
            </a:r>
            <a:r>
              <a:rPr lang="en-US" sz="2400" dirty="0" smtClean="0"/>
              <a:t>the images </a:t>
            </a:r>
            <a:r>
              <a:rPr lang="en-US" sz="2400" dirty="0"/>
              <a:t>are progressively and </a:t>
            </a:r>
            <a:r>
              <a:rPr lang="en-US" sz="2400" dirty="0" smtClean="0"/>
              <a:t>rapidly changed</a:t>
            </a:r>
            <a:r>
              <a:rPr lang="en-US" sz="2400" dirty="0"/>
              <a:t>, the arrow of the compass </a:t>
            </a:r>
            <a:r>
              <a:rPr lang="en-US" sz="2400" dirty="0" smtClean="0"/>
              <a:t>is perceived </a:t>
            </a:r>
            <a:r>
              <a:rPr lang="en-US" sz="2400" dirty="0"/>
              <a:t>to be spinning</a:t>
            </a:r>
            <a:r>
              <a:rPr lang="en-US" sz="2400" dirty="0" smtClean="0"/>
              <a:t>.</a:t>
            </a:r>
          </a:p>
          <a:p>
            <a:r>
              <a:rPr lang="en-US" sz="2400" dirty="0" smtClean="0"/>
              <a:t>Example -</a:t>
            </a:r>
            <a:endParaRPr lang="en-US" dirty="0"/>
          </a:p>
        </p:txBody>
      </p:sp>
      <p:pic>
        <p:nvPicPr>
          <p:cNvPr id="3" name="sl 16.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63773" y="76200"/>
            <a:ext cx="609600" cy="609600"/>
          </a:xfrm>
          <a:prstGeom prst="rect">
            <a:avLst/>
          </a:prstGeo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4800" y="4343400"/>
            <a:ext cx="8575599" cy="2394763"/>
          </a:xfrm>
          <a:prstGeom prst="rect">
            <a:avLst/>
          </a:prstGeom>
        </p:spPr>
      </p:pic>
      <p:pic>
        <p:nvPicPr>
          <p:cNvPr id="6" name="Picture 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21210944">
            <a:off x="5895802" y="2502266"/>
            <a:ext cx="2593829" cy="1999410"/>
          </a:xfrm>
          <a:prstGeom prst="rect">
            <a:avLst/>
          </a:prstGeom>
        </p:spPr>
      </p:pic>
    </p:spTree>
    <p:extLst>
      <p:ext uri="{BB962C8B-B14F-4D97-AF65-F5344CB8AC3E}">
        <p14:creationId xmlns:p14="http://schemas.microsoft.com/office/powerpoint/2010/main" val="3915476719"/>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761" fill="hold"/>
                                        <p:tgtEl>
                                          <p:spTgt spid="3"/>
                                        </p:tgtEl>
                                      </p:cBhvr>
                                    </p:cmd>
                                  </p:childTnLst>
                                </p:cTn>
                              </p:par>
                              <p:par>
                                <p:cTn id="7" presetID="22" presetClass="entr" presetSubtype="8" fill="hold" grpId="0" nodeType="withEffect">
                                  <p:stCondLst>
                                    <p:cond delay="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wipe(left)">
                                      <p:cBhvr>
                                        <p:cTn id="9" dur="1000"/>
                                        <p:tgtEl>
                                          <p:spTgt spid="2"/>
                                        </p:tgtEl>
                                      </p:cBhvr>
                                    </p:animEffect>
                                  </p:childTnLst>
                                </p:cTn>
                              </p:par>
                            </p:childTnLst>
                          </p:cTn>
                        </p:par>
                        <p:par>
                          <p:cTn id="10" fill="hold">
                            <p:stCondLst>
                              <p:cond delay="17761"/>
                            </p:stCondLst>
                            <p:childTnLst>
                              <p:par>
                                <p:cTn id="11" presetID="2" presetClass="entr" presetSubtype="9"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2000" fill="hold"/>
                                        <p:tgtEl>
                                          <p:spTgt spid="6"/>
                                        </p:tgtEl>
                                        <p:attrNameLst>
                                          <p:attrName>ppt_x</p:attrName>
                                        </p:attrNameLst>
                                      </p:cBhvr>
                                      <p:tavLst>
                                        <p:tav tm="0">
                                          <p:val>
                                            <p:strVal val="0-#ppt_w/2"/>
                                          </p:val>
                                        </p:tav>
                                        <p:tav tm="100000">
                                          <p:val>
                                            <p:strVal val="#ppt_x"/>
                                          </p:val>
                                        </p:tav>
                                      </p:tavLst>
                                    </p:anim>
                                    <p:anim calcmode="lin" valueType="num">
                                      <p:cBhvr additive="base">
                                        <p:cTn id="14" dur="2000" fill="hold"/>
                                        <p:tgtEl>
                                          <p:spTgt spid="6"/>
                                        </p:tgtEl>
                                        <p:attrNameLst>
                                          <p:attrName>ppt_y</p:attrName>
                                        </p:attrNameLst>
                                      </p:cBhvr>
                                      <p:tavLst>
                                        <p:tav tm="0">
                                          <p:val>
                                            <p:strVal val="0-#ppt_h/2"/>
                                          </p:val>
                                        </p:tav>
                                        <p:tav tm="100000">
                                          <p:val>
                                            <p:strVal val="#ppt_y"/>
                                          </p:val>
                                        </p:tav>
                                      </p:tavLst>
                                    </p:anim>
                                  </p:childTnLst>
                                </p:cTn>
                              </p:par>
                            </p:childTnLst>
                          </p:cTn>
                        </p:par>
                        <p:par>
                          <p:cTn id="15" fill="hold">
                            <p:stCondLst>
                              <p:cond delay="19761"/>
                            </p:stCondLst>
                            <p:childTnLst>
                              <p:par>
                                <p:cTn id="16" presetID="22" presetClass="entr" presetSubtype="8"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4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9" fill="hold" display="0">
                  <p:stCondLst>
                    <p:cond delay="indefinite"/>
                  </p:stCondLst>
                  <p:endCondLst>
                    <p:cond evt="onStopAudio" delay="0">
                      <p:tgtEl>
                        <p:sldTgt/>
                      </p:tgtEl>
                    </p:cond>
                  </p:endCondLst>
                </p:cTn>
                <p:tgtEl>
                  <p:spTgt spid="3"/>
                </p:tgtEl>
              </p:cMediaNode>
            </p:audio>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p:cNvSpPr txBox="1"/>
          <p:nvPr/>
        </p:nvSpPr>
        <p:spPr>
          <a:xfrm>
            <a:off x="838200" y="609600"/>
            <a:ext cx="7315200" cy="3046988"/>
          </a:xfrm>
          <a:prstGeom prst="rect">
            <a:avLst/>
          </a:prstGeom>
          <a:noFill/>
        </p:spPr>
        <p:txBody>
          <a:bodyPr wrap="square" rtlCol="0">
            <a:spAutoFit/>
          </a:bodyPr>
          <a:lstStyle/>
          <a:p>
            <a:r>
              <a:rPr lang="en-US" sz="4400" b="1" dirty="0" smtClean="0">
                <a:solidFill>
                  <a:srgbClr val="FFFF00"/>
                </a:solidFill>
              </a:rPr>
              <a:t>Video</a:t>
            </a:r>
          </a:p>
          <a:p>
            <a:r>
              <a:rPr lang="en-US" sz="2000" dirty="0" smtClean="0">
                <a:cs typeface="Arial" charset="0"/>
              </a:rPr>
              <a:t>It is </a:t>
            </a:r>
            <a:r>
              <a:rPr lang="en-US" sz="2000" dirty="0">
                <a:cs typeface="Arial" charset="0"/>
              </a:rPr>
              <a:t>the technology of capturing, recording, processing, transmitting, and reconstructing moving pictures. </a:t>
            </a:r>
          </a:p>
          <a:p>
            <a:pPr>
              <a:spcBef>
                <a:spcPct val="20000"/>
              </a:spcBef>
              <a:buClr>
                <a:schemeClr val="hlink"/>
              </a:buClr>
              <a:buSzPct val="80000"/>
            </a:pPr>
            <a:r>
              <a:rPr lang="en-US" sz="2000" dirty="0" smtClean="0">
                <a:cs typeface="Arial" charset="0"/>
              </a:rPr>
              <a:t>video </a:t>
            </a:r>
            <a:r>
              <a:rPr lang="en-US" sz="2000" dirty="0">
                <a:cs typeface="Arial" charset="0"/>
              </a:rPr>
              <a:t>is more towards photo realistic image sequence / live recording as in comparison to animation</a:t>
            </a:r>
            <a:r>
              <a:rPr lang="en-US" sz="2000" dirty="0" smtClean="0">
                <a:cs typeface="Arial" charset="0"/>
              </a:rPr>
              <a:t>. Video </a:t>
            </a:r>
            <a:r>
              <a:rPr lang="en-US" sz="2000" dirty="0">
                <a:cs typeface="Arial" charset="0"/>
              </a:rPr>
              <a:t>also takes a lot of storage space. So plan carefully before you are going to use </a:t>
            </a:r>
            <a:r>
              <a:rPr lang="en-US" sz="2000" dirty="0" smtClean="0">
                <a:cs typeface="Arial" charset="0"/>
              </a:rPr>
              <a:t>it. Example-</a:t>
            </a:r>
            <a:endParaRPr lang="en-US" sz="2000" dirty="0">
              <a:cs typeface="Arial" charset="0"/>
            </a:endParaRPr>
          </a:p>
          <a:p>
            <a:endParaRPr lang="en-US" sz="2000" dirty="0">
              <a:solidFill>
                <a:srgbClr val="FFFF00"/>
              </a:solidFill>
            </a:endParaRPr>
          </a:p>
        </p:txBody>
      </p:sp>
      <p:pic>
        <p:nvPicPr>
          <p:cNvPr id="5" name="sl 18.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28600" y="304800"/>
            <a:ext cx="609600" cy="609600"/>
          </a:xfrm>
          <a:prstGeom prst="rect">
            <a:avLst/>
          </a:prstGeom>
        </p:spPr>
      </p:pic>
      <p:pic>
        <p:nvPicPr>
          <p:cNvPr id="3" name="Twinkle Twinkle Little Star Rhyme with Lyrics - English Nursery Rhymes Songs for Children.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7"/>
          <a:stretch>
            <a:fillRect/>
          </a:stretch>
        </p:blipFill>
        <p:spPr>
          <a:xfrm>
            <a:off x="2303817" y="3048000"/>
            <a:ext cx="6679822" cy="3671248"/>
          </a:xfrm>
          <a:prstGeom prst="rect">
            <a:avLst/>
          </a:prstGeom>
          <a:solidFill>
            <a:srgbClr val="FFFFFF">
              <a:shade val="85000"/>
            </a:srgbClr>
          </a:solidFill>
          <a:ln w="88900" cap="sq">
            <a:solidFill>
              <a:srgbClr val="FFFFFF"/>
            </a:solidFill>
            <a:prstDash val="solid"/>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736459533"/>
      </p:ext>
    </p:extLst>
  </p:cSld>
  <p:clrMapOvr>
    <a:masterClrMapping/>
  </p:clrMapOvr>
  <mc:AlternateContent xmlns:mc="http://schemas.openxmlformats.org/markup-compatibility/2006" xmlns:p14="http://schemas.microsoft.com/office/powerpoint/2010/main">
    <mc:Choice Requires="p14">
      <p:transition spd="slow" p14:dur="2000" advClick="0" advTm="90000"/>
    </mc:Choice>
    <mc:Fallback xmlns="">
      <p:transition spd="slow" advClick="0" advTm="9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7457" fill="hold"/>
                                        <p:tgtEl>
                                          <p:spTgt spid="5"/>
                                        </p:tgtEl>
                                      </p:cBhvr>
                                    </p:cmd>
                                  </p:childTnLst>
                                </p:cTn>
                              </p:par>
                              <p:par>
                                <p:cTn id="7" presetID="22" presetClass="entr" presetSubtype="8" fill="hold" grpId="0" nodeType="withEffect">
                                  <p:stCondLst>
                                    <p:cond delay="20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wipe(left)">
                                      <p:cBhvr>
                                        <p:cTn id="9" dur="1000"/>
                                        <p:tgtEl>
                                          <p:spTgt spid="2"/>
                                        </p:tgtEl>
                                      </p:cBhvr>
                                    </p:animEffect>
                                  </p:childTnLst>
                                </p:cTn>
                              </p:par>
                            </p:childTnLst>
                          </p:cTn>
                        </p:par>
                        <p:par>
                          <p:cTn id="10" fill="hold">
                            <p:stCondLst>
                              <p:cond delay="27700"/>
                            </p:stCondLst>
                            <p:childTnLst>
                              <p:par>
                                <p:cTn id="11" presetID="2" presetClass="mediacall" presetSubtype="0" fill="hold" nodeType="afterEffect">
                                  <p:stCondLst>
                                    <p:cond delay="0"/>
                                  </p:stCondLst>
                                  <p:childTnLst>
                                    <p:cmd type="call" cmd="togglePause">
                                      <p:cBhvr>
                                        <p:cTn id="12"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3" fill="hold" display="0">
                  <p:stCondLst>
                    <p:cond delay="indefinite"/>
                  </p:stCondLst>
                  <p:endCondLst>
                    <p:cond evt="onStopAudio" delay="0">
                      <p:tgtEl>
                        <p:sldTgt/>
                      </p:tgtEl>
                    </p:cond>
                  </p:endCondLst>
                </p:cTn>
                <p:tgtEl>
                  <p:spTgt spid="5"/>
                </p:tgtEl>
              </p:cMediaNode>
            </p:audio>
            <p:video>
              <p:cMediaNode vol="80000">
                <p:cTn id="14" fill="hold" display="0">
                  <p:stCondLst>
                    <p:cond delay="indefinite"/>
                  </p:stCondLst>
                </p:cTn>
                <p:tgtEl>
                  <p:spTgt spid="3"/>
                </p:tgtEl>
              </p:cMediaNode>
            </p:video>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838200" y="304800"/>
            <a:ext cx="6400800" cy="2092881"/>
          </a:xfrm>
          <a:prstGeom prst="rect">
            <a:avLst/>
          </a:prstGeom>
        </p:spPr>
        <p:txBody>
          <a:bodyPr wrap="square">
            <a:spAutoFit/>
          </a:bodyPr>
          <a:lstStyle/>
          <a:p>
            <a:pPr algn="ctr"/>
            <a:r>
              <a:rPr lang="en-US" sz="3600" b="1" dirty="0">
                <a:solidFill>
                  <a:srgbClr val="FFFF00"/>
                </a:solidFill>
              </a:rPr>
              <a:t>Interactive </a:t>
            </a:r>
            <a:r>
              <a:rPr lang="en-US" sz="3600" b="1" dirty="0" smtClean="0">
                <a:solidFill>
                  <a:srgbClr val="FFFF00"/>
                </a:solidFill>
              </a:rPr>
              <a:t>Multimedia</a:t>
            </a:r>
          </a:p>
          <a:p>
            <a:r>
              <a:rPr lang="en-US" sz="2400" dirty="0"/>
              <a:t>When the </a:t>
            </a:r>
            <a:r>
              <a:rPr lang="en-US" sz="2400" dirty="0">
                <a:cs typeface="Arial" charset="0"/>
              </a:rPr>
              <a:t>user is given the option of controlling the elements</a:t>
            </a:r>
            <a:r>
              <a:rPr lang="en-US" sz="2400" dirty="0" smtClean="0">
                <a:cs typeface="Arial" charset="0"/>
              </a:rPr>
              <a:t>.</a:t>
            </a:r>
          </a:p>
          <a:p>
            <a:r>
              <a:rPr lang="en-US" sz="2800" b="1" dirty="0" smtClean="0"/>
              <a:t>Example</a:t>
            </a:r>
            <a:r>
              <a:rPr lang="en-US" sz="2800" dirty="0">
                <a:cs typeface="Arial" charset="0"/>
              </a:rPr>
              <a:t>_</a:t>
            </a:r>
            <a:endParaRPr lang="en-US" dirty="0">
              <a:solidFill>
                <a:srgbClr val="000000"/>
              </a:solidFill>
              <a:cs typeface="Arial" charset="0"/>
            </a:endParaRPr>
          </a:p>
          <a:p>
            <a:endParaRPr lang="en-US" dirty="0"/>
          </a:p>
        </p:txBody>
      </p:sp>
      <p:pic>
        <p:nvPicPr>
          <p:cNvPr id="3" name="Picture 2" descr="C:\Documents and Settings\Administrator\Desktop\smm2005\demo\image5.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565946"/>
            <a:ext cx="7932543" cy="4125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sl 19.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304800" y="718783"/>
            <a:ext cx="609600" cy="609600"/>
          </a:xfrm>
          <a:prstGeom prst="rect">
            <a:avLst/>
          </a:prstGeom>
        </p:spPr>
      </p:pic>
    </p:spTree>
    <p:extLst>
      <p:ext uri="{BB962C8B-B14F-4D97-AF65-F5344CB8AC3E}">
        <p14:creationId xmlns:p14="http://schemas.microsoft.com/office/powerpoint/2010/main" val="3447861461"/>
      </p:ext>
    </p:extLst>
  </p:cSld>
  <p:clrMapOvr>
    <a:masterClrMapping/>
  </p:clrMapOvr>
  <mc:AlternateContent xmlns:mc="http://schemas.openxmlformats.org/markup-compatibility/2006" xmlns:p14="http://schemas.microsoft.com/office/powerpoint/2010/main">
    <mc:Choice Requires="p14">
      <p:transition spd="slow" p14:dur="2000" advClick="0" advTm="15000"/>
    </mc:Choice>
    <mc:Fallback xmlns="">
      <p:transition spd="slow" advClick="0" advTm="1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049" fill="hold"/>
                                        <p:tgtEl>
                                          <p:spTgt spid="4"/>
                                        </p:tgtEl>
                                      </p:cBhvr>
                                    </p:cmd>
                                  </p:childTnLst>
                                </p:cTn>
                              </p:par>
                              <p:par>
                                <p:cTn id="7" presetID="22" presetClass="entr" presetSubtype="8" fill="hold" grpId="0" nodeType="withEffect">
                                  <p:stCondLst>
                                    <p:cond delay="40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wipe(left)">
                                      <p:cBhvr>
                                        <p:cTn id="9" dur="1000"/>
                                        <p:tgtEl>
                                          <p:spTgt spid="2"/>
                                        </p:tgtEl>
                                      </p:cBhvr>
                                    </p:animEffect>
                                  </p:childTnLst>
                                </p:cTn>
                              </p:par>
                            </p:childTnLst>
                          </p:cTn>
                        </p:par>
                        <p:par>
                          <p:cTn id="10" fill="hold">
                            <p:stCondLst>
                              <p:cond delay="9400"/>
                            </p:stCondLst>
                            <p:childTnLst>
                              <p:par>
                                <p:cTn id="11" presetID="53" presetClass="entr" presetSubtype="16"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750" fill="hold"/>
                                        <p:tgtEl>
                                          <p:spTgt spid="3"/>
                                        </p:tgtEl>
                                        <p:attrNameLst>
                                          <p:attrName>ppt_w</p:attrName>
                                        </p:attrNameLst>
                                      </p:cBhvr>
                                      <p:tavLst>
                                        <p:tav tm="0">
                                          <p:val>
                                            <p:fltVal val="0"/>
                                          </p:val>
                                        </p:tav>
                                        <p:tav tm="100000">
                                          <p:val>
                                            <p:strVal val="#ppt_w"/>
                                          </p:val>
                                        </p:tav>
                                      </p:tavLst>
                                    </p:anim>
                                    <p:anim calcmode="lin" valueType="num">
                                      <p:cBhvr>
                                        <p:cTn id="14" dur="750" fill="hold"/>
                                        <p:tgtEl>
                                          <p:spTgt spid="3"/>
                                        </p:tgtEl>
                                        <p:attrNameLst>
                                          <p:attrName>ppt_h</p:attrName>
                                        </p:attrNameLst>
                                      </p:cBhvr>
                                      <p:tavLst>
                                        <p:tav tm="0">
                                          <p:val>
                                            <p:fltVal val="0"/>
                                          </p:val>
                                        </p:tav>
                                        <p:tav tm="100000">
                                          <p:val>
                                            <p:strVal val="#ppt_h"/>
                                          </p:val>
                                        </p:tav>
                                      </p:tavLst>
                                    </p:anim>
                                    <p:animEffect transition="in" filter="fade">
                                      <p:cBhvr>
                                        <p:cTn id="15"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6" fill="hold" display="0">
                  <p:stCondLst>
                    <p:cond delay="indefinite"/>
                  </p:stCondLst>
                  <p:endCondLst>
                    <p:cond evt="onStopAudio" delay="0">
                      <p:tgtEl>
                        <p:sldTgt/>
                      </p:tgtEl>
                    </p:cond>
                  </p:endCondLst>
                </p:cTn>
                <p:tgtEl>
                  <p:spTgt spid="4"/>
                </p:tgtEl>
              </p:cMediaNode>
            </p:audio>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1439054" y="403939"/>
            <a:ext cx="6409546" cy="2646878"/>
          </a:xfrm>
          <a:prstGeom prst="rect">
            <a:avLst/>
          </a:prstGeom>
        </p:spPr>
        <p:txBody>
          <a:bodyPr wrap="square">
            <a:spAutoFit/>
          </a:bodyPr>
          <a:lstStyle/>
          <a:p>
            <a:r>
              <a:rPr lang="en-US" sz="2800" b="1" dirty="0">
                <a:solidFill>
                  <a:srgbClr val="FFFF00"/>
                </a:solidFill>
              </a:rPr>
              <a:t>Hyper Media</a:t>
            </a:r>
          </a:p>
          <a:p>
            <a:r>
              <a:rPr lang="en-US" sz="2400" dirty="0">
                <a:cs typeface="Arial" charset="0"/>
              </a:rPr>
              <a:t>A combination of hypertext, graphics, audio, video, (linked elements) and interactivity culminating in a complete, non-linear computer-based experience. </a:t>
            </a:r>
            <a:endParaRPr lang="en-US" sz="2400" dirty="0" smtClean="0">
              <a:cs typeface="Arial" charset="0"/>
            </a:endParaRPr>
          </a:p>
          <a:p>
            <a:r>
              <a:rPr lang="en-US" sz="2400" b="1" dirty="0"/>
              <a:t>Example</a:t>
            </a:r>
          </a:p>
          <a:p>
            <a:endParaRPr lang="en-US" dirty="0">
              <a:solidFill>
                <a:srgbClr val="000000"/>
              </a:solidFill>
              <a:cs typeface="Arial" charset="0"/>
            </a:endParaRPr>
          </a:p>
        </p:txBody>
      </p:sp>
      <p:pic>
        <p:nvPicPr>
          <p:cNvPr id="3" name="Picture 2" descr="C:\Documents and Settings\Administrator\Desktop\smm2005\demo\imagen_scrshot_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3276599"/>
            <a:ext cx="2362200" cy="2420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a:spLocks noGrp="1" noChangeArrowheads="1"/>
          </p:cNvSpPr>
          <p:nvPr/>
        </p:nvSpPr>
        <p:spPr bwMode="auto">
          <a:xfrm>
            <a:off x="-789899" y="1800137"/>
            <a:ext cx="5595937" cy="304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Arial" charset="0"/>
              </a:defRPr>
            </a:lvl2pPr>
            <a:lvl3pPr algn="l" rtl="0" eaLnBrk="0" fontAlgn="base" hangingPunct="0">
              <a:spcBef>
                <a:spcPct val="0"/>
              </a:spcBef>
              <a:spcAft>
                <a:spcPct val="0"/>
              </a:spcAft>
              <a:defRPr sz="4200">
                <a:solidFill>
                  <a:schemeClr val="tx2"/>
                </a:solidFill>
                <a:latin typeface="Arial" charset="0"/>
              </a:defRPr>
            </a:lvl3pPr>
            <a:lvl4pPr algn="l" rtl="0" eaLnBrk="0" fontAlgn="base" hangingPunct="0">
              <a:spcBef>
                <a:spcPct val="0"/>
              </a:spcBef>
              <a:spcAft>
                <a:spcPct val="0"/>
              </a:spcAft>
              <a:defRPr sz="4200">
                <a:solidFill>
                  <a:schemeClr val="tx2"/>
                </a:solidFill>
                <a:latin typeface="Arial" charset="0"/>
              </a:defRPr>
            </a:lvl4pPr>
            <a:lvl5pPr algn="l" rtl="0" eaLnBrk="0" fontAlgn="base" hangingPunct="0">
              <a:spcBef>
                <a:spcPct val="0"/>
              </a:spcBef>
              <a:spcAft>
                <a:spcPct val="0"/>
              </a:spcAft>
              <a:defRPr sz="4200">
                <a:solidFill>
                  <a:schemeClr val="tx2"/>
                </a:solidFill>
                <a:latin typeface="Arial" charset="0"/>
              </a:defRPr>
            </a:lvl5pPr>
            <a:lvl6pPr marL="457200" algn="l" rtl="0" fontAlgn="base">
              <a:spcBef>
                <a:spcPct val="0"/>
              </a:spcBef>
              <a:spcAft>
                <a:spcPct val="0"/>
              </a:spcAft>
              <a:defRPr sz="4200">
                <a:solidFill>
                  <a:schemeClr val="tx2"/>
                </a:solidFill>
                <a:latin typeface="Arial" charset="0"/>
              </a:defRPr>
            </a:lvl6pPr>
            <a:lvl7pPr marL="914400" algn="l" rtl="0" fontAlgn="base">
              <a:spcBef>
                <a:spcPct val="0"/>
              </a:spcBef>
              <a:spcAft>
                <a:spcPct val="0"/>
              </a:spcAft>
              <a:defRPr sz="4200">
                <a:solidFill>
                  <a:schemeClr val="tx2"/>
                </a:solidFill>
                <a:latin typeface="Arial" charset="0"/>
              </a:defRPr>
            </a:lvl7pPr>
            <a:lvl8pPr marL="1371600" algn="l" rtl="0" fontAlgn="base">
              <a:spcBef>
                <a:spcPct val="0"/>
              </a:spcBef>
              <a:spcAft>
                <a:spcPct val="0"/>
              </a:spcAft>
              <a:defRPr sz="4200">
                <a:solidFill>
                  <a:schemeClr val="tx2"/>
                </a:solidFill>
                <a:latin typeface="Arial" charset="0"/>
              </a:defRPr>
            </a:lvl8pPr>
            <a:lvl9pPr marL="1828800" algn="l" rtl="0" fontAlgn="base">
              <a:spcBef>
                <a:spcPct val="0"/>
              </a:spcBef>
              <a:spcAft>
                <a:spcPct val="0"/>
              </a:spcAft>
              <a:defRPr sz="4200">
                <a:solidFill>
                  <a:schemeClr val="tx2"/>
                </a:solidFill>
                <a:latin typeface="Arial" charset="0"/>
              </a:defRPr>
            </a:lvl9pPr>
          </a:lstStyle>
          <a:p>
            <a:pPr algn="r" eaLnBrk="1" hangingPunct="1"/>
            <a:endParaRPr lang="en-US" b="1" dirty="0" smtClean="0">
              <a:latin typeface="Tahoma" pitchFamily="34" charset="0"/>
            </a:endParaRPr>
          </a:p>
        </p:txBody>
      </p:sp>
      <p:sp>
        <p:nvSpPr>
          <p:cNvPr id="6" name="Text Box 6"/>
          <p:cNvSpPr txBox="1">
            <a:spLocks noChangeArrowheads="1"/>
          </p:cNvSpPr>
          <p:nvPr/>
        </p:nvSpPr>
        <p:spPr bwMode="auto">
          <a:xfrm>
            <a:off x="5604032" y="3276600"/>
            <a:ext cx="1973027" cy="14465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spcBef>
                <a:spcPct val="50000"/>
              </a:spcBef>
            </a:pPr>
            <a:r>
              <a:rPr lang="en-US" sz="1600" dirty="0"/>
              <a:t>Main Page</a:t>
            </a:r>
          </a:p>
          <a:p>
            <a:pPr>
              <a:spcBef>
                <a:spcPct val="50000"/>
              </a:spcBef>
              <a:buFontTx/>
              <a:buAutoNum type="arabicPeriod"/>
            </a:pPr>
            <a:r>
              <a:rPr lang="en-US" sz="1600" dirty="0"/>
              <a:t>Video link</a:t>
            </a:r>
          </a:p>
          <a:p>
            <a:pPr>
              <a:spcBef>
                <a:spcPct val="50000"/>
              </a:spcBef>
              <a:buFontTx/>
              <a:buAutoNum type="arabicPeriod"/>
            </a:pPr>
            <a:r>
              <a:rPr lang="en-US" sz="1600" dirty="0"/>
              <a:t>Image link</a:t>
            </a:r>
          </a:p>
          <a:p>
            <a:pPr>
              <a:spcBef>
                <a:spcPct val="50000"/>
              </a:spcBef>
              <a:buFontTx/>
              <a:buAutoNum type="arabicPeriod"/>
            </a:pPr>
            <a:r>
              <a:rPr lang="en-US" sz="1600" dirty="0"/>
              <a:t>Audio Link</a:t>
            </a:r>
          </a:p>
        </p:txBody>
      </p:sp>
      <p:sp>
        <p:nvSpPr>
          <p:cNvPr id="7" name="Line 7"/>
          <p:cNvSpPr>
            <a:spLocks noChangeShapeType="1"/>
          </p:cNvSpPr>
          <p:nvPr/>
        </p:nvSpPr>
        <p:spPr bwMode="auto">
          <a:xfrm flipH="1" flipV="1">
            <a:off x="3505199" y="3684240"/>
            <a:ext cx="2098833" cy="125760"/>
          </a:xfrm>
          <a:prstGeom prst="line">
            <a:avLst/>
          </a:prstGeom>
          <a:ln>
            <a:headEnd/>
            <a:tailEnd type="triangle" w="med" len="med"/>
          </a:ln>
          <a:extLst/>
        </p:spPr>
        <p:style>
          <a:lnRef idx="2">
            <a:schemeClr val="dk1"/>
          </a:lnRef>
          <a:fillRef idx="0">
            <a:schemeClr val="dk1"/>
          </a:fillRef>
          <a:effectRef idx="1">
            <a:schemeClr val="dk1"/>
          </a:effectRef>
          <a:fontRef idx="minor">
            <a:schemeClr val="tx1"/>
          </a:fontRef>
        </p:style>
        <p:txBody>
          <a:bodyPr wrap="none"/>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p>
        </p:txBody>
      </p:sp>
      <p:sp>
        <p:nvSpPr>
          <p:cNvPr id="8" name="Line 8"/>
          <p:cNvSpPr>
            <a:spLocks noChangeShapeType="1"/>
          </p:cNvSpPr>
          <p:nvPr/>
        </p:nvSpPr>
        <p:spPr bwMode="auto">
          <a:xfrm flipH="1">
            <a:off x="4806036" y="4233790"/>
            <a:ext cx="797995" cy="769722"/>
          </a:xfrm>
          <a:prstGeom prst="line">
            <a:avLst/>
          </a:prstGeom>
          <a:ln>
            <a:headEnd/>
            <a:tailEnd type="triangle" w="med" len="med"/>
          </a:ln>
          <a:extLst/>
        </p:spPr>
        <p:style>
          <a:lnRef idx="2">
            <a:schemeClr val="dk1"/>
          </a:lnRef>
          <a:fillRef idx="0">
            <a:schemeClr val="dk1"/>
          </a:fillRef>
          <a:effectRef idx="1">
            <a:schemeClr val="dk1"/>
          </a:effectRef>
          <a:fontRef idx="minor">
            <a:schemeClr val="tx1"/>
          </a:fontRef>
        </p:style>
        <p:txBody>
          <a:bodyPr wrap="none"/>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p>
        </p:txBody>
      </p:sp>
      <p:sp>
        <p:nvSpPr>
          <p:cNvPr id="9" name="Line 9"/>
          <p:cNvSpPr>
            <a:spLocks noChangeShapeType="1"/>
          </p:cNvSpPr>
          <p:nvPr/>
        </p:nvSpPr>
        <p:spPr bwMode="auto">
          <a:xfrm>
            <a:off x="6705600" y="4723149"/>
            <a:ext cx="633429" cy="699453"/>
          </a:xfrm>
          <a:prstGeom prst="line">
            <a:avLst/>
          </a:prstGeom>
          <a:ln>
            <a:headEnd/>
            <a:tailEnd type="triangle" w="med" len="med"/>
          </a:ln>
          <a:extLst/>
        </p:spPr>
        <p:style>
          <a:lnRef idx="2">
            <a:schemeClr val="dk1"/>
          </a:lnRef>
          <a:fillRef idx="0">
            <a:schemeClr val="dk1"/>
          </a:fillRef>
          <a:effectRef idx="1">
            <a:schemeClr val="dk1"/>
          </a:effectRef>
          <a:fontRef idx="minor">
            <a:schemeClr val="tx1"/>
          </a:fontRef>
        </p:style>
        <p:txBody>
          <a:bodyPr wrap="none"/>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p>
        </p:txBody>
      </p:sp>
      <p:pic>
        <p:nvPicPr>
          <p:cNvPr id="10" name="Picture 9" descr="F:\SMM2005\Guide\guide.02_files\icon_002.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39029" y="5422603"/>
            <a:ext cx="1207593" cy="941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F:\narut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962401" y="5003512"/>
            <a:ext cx="1115548" cy="1736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Voice039.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228600" y="99139"/>
            <a:ext cx="609600" cy="609600"/>
          </a:xfrm>
          <a:prstGeom prst="rect">
            <a:avLst/>
          </a:prstGeom>
        </p:spPr>
      </p:pic>
    </p:spTree>
    <p:extLst>
      <p:ext uri="{BB962C8B-B14F-4D97-AF65-F5344CB8AC3E}">
        <p14:creationId xmlns:p14="http://schemas.microsoft.com/office/powerpoint/2010/main" val="2180492424"/>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353" fill="hold"/>
                                        <p:tgtEl>
                                          <p:spTgt spid="5"/>
                                        </p:tgtEl>
                                      </p:cBhvr>
                                    </p:cmd>
                                  </p:childTnLst>
                                </p:cTn>
                              </p:par>
                              <p:par>
                                <p:cTn id="7" presetID="22" presetClass="entr" presetSubtype="8" fill="hold" grpId="0" nodeType="withEffect">
                                  <p:stCondLst>
                                    <p:cond delay="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wipe(left)">
                                      <p:cBhvr>
                                        <p:cTn id="9" dur="1000"/>
                                        <p:tgtEl>
                                          <p:spTgt spid="2"/>
                                        </p:tgtEl>
                                      </p:cBhvr>
                                    </p:animEffect>
                                  </p:childTnLst>
                                </p:cTn>
                              </p:par>
                            </p:childTnLst>
                          </p:cTn>
                        </p:par>
                        <p:par>
                          <p:cTn id="10" fill="hold">
                            <p:stCondLst>
                              <p:cond delay="17353"/>
                            </p:stCondLst>
                            <p:childTnLst>
                              <p:par>
                                <p:cTn id="11" presetID="22" presetClass="entr" presetSubtype="8" fill="hold" grpId="0" nodeType="afterEffect">
                                  <p:stCondLst>
                                    <p:cond delay="0"/>
                                  </p:stCondLst>
                                  <p:iterate type="lt">
                                    <p:tmPct val="10000"/>
                                  </p:iterate>
                                  <p:childTnLst>
                                    <p:set>
                                      <p:cBhvr>
                                        <p:cTn id="12" dur="1" fill="hold">
                                          <p:stCondLst>
                                            <p:cond delay="0"/>
                                          </p:stCondLst>
                                        </p:cTn>
                                        <p:tgtEl>
                                          <p:spTgt spid="6"/>
                                        </p:tgtEl>
                                        <p:attrNameLst>
                                          <p:attrName>style.visibility</p:attrName>
                                        </p:attrNameLst>
                                      </p:cBhvr>
                                      <p:to>
                                        <p:strVal val="visible"/>
                                      </p:to>
                                    </p:set>
                                    <p:animEffect transition="in" filter="wipe(left)">
                                      <p:cBhvr>
                                        <p:cTn id="13" dur="1000"/>
                                        <p:tgtEl>
                                          <p:spTgt spid="6"/>
                                        </p:tgtEl>
                                      </p:cBhvr>
                                    </p:animEffect>
                                  </p:childTnLst>
                                </p:cTn>
                              </p:par>
                            </p:childTnLst>
                          </p:cTn>
                        </p:par>
                        <p:par>
                          <p:cTn id="14" fill="hold">
                            <p:stCondLst>
                              <p:cond delay="21753"/>
                            </p:stCondLst>
                            <p:childTnLst>
                              <p:par>
                                <p:cTn id="15" presetID="22" presetClass="entr" presetSubtype="2"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right)">
                                      <p:cBhvr>
                                        <p:cTn id="17" dur="1000"/>
                                        <p:tgtEl>
                                          <p:spTgt spid="7"/>
                                        </p:tgtEl>
                                      </p:cBhvr>
                                    </p:animEffect>
                                  </p:childTnLst>
                                </p:cTn>
                              </p:par>
                            </p:childTnLst>
                          </p:cTn>
                        </p:par>
                        <p:par>
                          <p:cTn id="18" fill="hold">
                            <p:stCondLst>
                              <p:cond delay="22753"/>
                            </p:stCondLst>
                            <p:childTnLst>
                              <p:par>
                                <p:cTn id="19" presetID="21" presetClass="entr" presetSubtype="8"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heel(8)">
                                      <p:cBhvr>
                                        <p:cTn id="21" dur="2000"/>
                                        <p:tgtEl>
                                          <p:spTgt spid="3"/>
                                        </p:tgtEl>
                                      </p:cBhvr>
                                    </p:animEffect>
                                  </p:childTnLst>
                                </p:cTn>
                              </p:par>
                            </p:childTnLst>
                          </p:cTn>
                        </p:par>
                        <p:par>
                          <p:cTn id="22" fill="hold">
                            <p:stCondLst>
                              <p:cond delay="24753"/>
                            </p:stCondLst>
                            <p:childTnLst>
                              <p:par>
                                <p:cTn id="23" presetID="22" presetClass="entr" presetSubtype="2"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right)">
                                      <p:cBhvr>
                                        <p:cTn id="25" dur="1000"/>
                                        <p:tgtEl>
                                          <p:spTgt spid="8"/>
                                        </p:tgtEl>
                                      </p:cBhvr>
                                    </p:animEffect>
                                  </p:childTnLst>
                                </p:cTn>
                              </p:par>
                            </p:childTnLst>
                          </p:cTn>
                        </p:par>
                        <p:par>
                          <p:cTn id="26" fill="hold">
                            <p:stCondLst>
                              <p:cond delay="25753"/>
                            </p:stCondLst>
                            <p:childTnLst>
                              <p:par>
                                <p:cTn id="27" presetID="6" presetClass="entr" presetSubtype="32"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circle(out)">
                                      <p:cBhvr>
                                        <p:cTn id="29" dur="2000"/>
                                        <p:tgtEl>
                                          <p:spTgt spid="11"/>
                                        </p:tgtEl>
                                      </p:cBhvr>
                                    </p:animEffect>
                                  </p:childTnLst>
                                </p:cTn>
                              </p:par>
                            </p:childTnLst>
                          </p:cTn>
                        </p:par>
                        <p:par>
                          <p:cTn id="30" fill="hold">
                            <p:stCondLst>
                              <p:cond delay="27753"/>
                            </p:stCondLst>
                            <p:childTnLst>
                              <p:par>
                                <p:cTn id="31" presetID="22" presetClass="entr" presetSubtype="1"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up)">
                                      <p:cBhvr>
                                        <p:cTn id="33" dur="1000"/>
                                        <p:tgtEl>
                                          <p:spTgt spid="9"/>
                                        </p:tgtEl>
                                      </p:cBhvr>
                                    </p:animEffect>
                                  </p:childTnLst>
                                </p:cTn>
                              </p:par>
                            </p:childTnLst>
                          </p:cTn>
                        </p:par>
                        <p:par>
                          <p:cTn id="34" fill="hold">
                            <p:stCondLst>
                              <p:cond delay="28753"/>
                            </p:stCondLst>
                            <p:childTnLst>
                              <p:par>
                                <p:cTn id="35" presetID="4" presetClass="entr" presetSubtype="32" fill="hold" nodeType="after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box(out)">
                                      <p:cBhvr>
                                        <p:cTn id="3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38" fill="hold" display="0">
                  <p:stCondLst>
                    <p:cond delay="indefinite"/>
                  </p:stCondLst>
                  <p:endCondLst>
                    <p:cond evt="onStopAudio" delay="0">
                      <p:tgtEl>
                        <p:sldTgt/>
                      </p:tgtEl>
                    </p:cond>
                  </p:endCondLst>
                </p:cTn>
                <p:tgtEl>
                  <p:spTgt spid="5"/>
                </p:tgtEl>
              </p:cMediaNode>
            </p:audio>
          </p:childTnLst>
        </p:cTn>
      </p:par>
    </p:tnLst>
    <p:bldLst>
      <p:bldP spid="2" grpId="0"/>
      <p:bldP spid="6" grpId="0" animBg="1"/>
      <p:bldP spid="7" grpId="0" animBg="1"/>
      <p:bldP spid="8" grpId="0" animBg="1"/>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p:cNvSpPr txBox="1"/>
          <p:nvPr/>
        </p:nvSpPr>
        <p:spPr>
          <a:xfrm>
            <a:off x="1157216" y="1524000"/>
            <a:ext cx="6172200" cy="1569660"/>
          </a:xfrm>
          <a:prstGeom prst="rect">
            <a:avLst/>
          </a:prstGeom>
          <a:scene3d>
            <a:camera prst="perspectiveContrastingRightFacing"/>
            <a:lightRig rig="contrasting" dir="t">
              <a:rot lat="0" lon="0" rev="12000000"/>
            </a:lightRig>
          </a:scene3d>
          <a:sp3d prstMaterial="powder">
            <a:bevelT h="50800"/>
          </a:sp3d>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sz="96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THE END</a:t>
            </a:r>
            <a:endParaRPr lang="en-US" sz="9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Tree>
    <p:extLst>
      <p:ext uri="{BB962C8B-B14F-4D97-AF65-F5344CB8AC3E}">
        <p14:creationId xmlns:p14="http://schemas.microsoft.com/office/powerpoint/2010/main" val="3998794981"/>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4000" fill="hold"/>
                                        <p:tgtEl>
                                          <p:spTgt spid="2"/>
                                        </p:tgtEl>
                                        <p:attrNameLst>
                                          <p:attrName>ppt_w</p:attrName>
                                        </p:attrNameLst>
                                      </p:cBhvr>
                                      <p:tavLst>
                                        <p:tav tm="0">
                                          <p:val>
                                            <p:fltVal val="0"/>
                                          </p:val>
                                        </p:tav>
                                        <p:tav tm="100000">
                                          <p:val>
                                            <p:strVal val="#ppt_w"/>
                                          </p:val>
                                        </p:tav>
                                      </p:tavLst>
                                    </p:anim>
                                    <p:anim calcmode="lin" valueType="num">
                                      <p:cBhvr>
                                        <p:cTn id="8" dur="4000" fill="hold"/>
                                        <p:tgtEl>
                                          <p:spTgt spid="2"/>
                                        </p:tgtEl>
                                        <p:attrNameLst>
                                          <p:attrName>ppt_h</p:attrName>
                                        </p:attrNameLst>
                                      </p:cBhvr>
                                      <p:tavLst>
                                        <p:tav tm="0">
                                          <p:val>
                                            <p:fltVal val="0"/>
                                          </p:val>
                                        </p:tav>
                                        <p:tav tm="100000">
                                          <p:val>
                                            <p:strVal val="#ppt_h"/>
                                          </p:val>
                                        </p:tav>
                                      </p:tavLst>
                                    </p:anim>
                                    <p:anim calcmode="lin" valueType="num">
                                      <p:cBhvr>
                                        <p:cTn id="9" dur="4000" fill="hold"/>
                                        <p:tgtEl>
                                          <p:spTgt spid="2"/>
                                        </p:tgtEl>
                                        <p:attrNameLst>
                                          <p:attrName>style.rotation</p:attrName>
                                        </p:attrNameLst>
                                      </p:cBhvr>
                                      <p:tavLst>
                                        <p:tav tm="0">
                                          <p:val>
                                            <p:fltVal val="90"/>
                                          </p:val>
                                        </p:tav>
                                        <p:tav tm="100000">
                                          <p:val>
                                            <p:fltVal val="0"/>
                                          </p:val>
                                        </p:tav>
                                      </p:tavLst>
                                    </p:anim>
                                    <p:animEffect transition="in" filter="fade">
                                      <p:cBhvr>
                                        <p:cTn id="10" dur="4000"/>
                                        <p:tgtEl>
                                          <p:spTgt spid="2"/>
                                        </p:tgtEl>
                                      </p:cBhvr>
                                    </p:animEffect>
                                  </p:childTnLst>
                                </p:cTn>
                              </p:par>
                            </p:childTnLst>
                          </p:cTn>
                        </p:par>
                        <p:par>
                          <p:cTn id="11" fill="hold">
                            <p:stCondLst>
                              <p:cond delay="4000"/>
                            </p:stCondLst>
                            <p:childTnLst>
                              <p:par>
                                <p:cTn id="12" presetID="55" presetClass="exit" presetSubtype="0" fill="hold" grpId="2" nodeType="afterEffect">
                                  <p:stCondLst>
                                    <p:cond delay="1000"/>
                                  </p:stCondLst>
                                  <p:childTnLst>
                                    <p:anim calcmode="lin" valueType="num">
                                      <p:cBhvr>
                                        <p:cTn id="13" dur="3000"/>
                                        <p:tgtEl>
                                          <p:spTgt spid="2"/>
                                        </p:tgtEl>
                                        <p:attrNameLst>
                                          <p:attrName>ppt_w</p:attrName>
                                        </p:attrNameLst>
                                      </p:cBhvr>
                                      <p:tavLst>
                                        <p:tav tm="0">
                                          <p:val>
                                            <p:strVal val="ppt_w"/>
                                          </p:val>
                                        </p:tav>
                                        <p:tav tm="100000">
                                          <p:val>
                                            <p:strVal val="ppt_w*0.70"/>
                                          </p:val>
                                        </p:tav>
                                      </p:tavLst>
                                    </p:anim>
                                    <p:anim calcmode="lin" valueType="num">
                                      <p:cBhvr>
                                        <p:cTn id="14" dur="3000"/>
                                        <p:tgtEl>
                                          <p:spTgt spid="2"/>
                                        </p:tgtEl>
                                        <p:attrNameLst>
                                          <p:attrName>ppt_h</p:attrName>
                                        </p:attrNameLst>
                                      </p:cBhvr>
                                      <p:tavLst>
                                        <p:tav tm="0">
                                          <p:val>
                                            <p:strVal val="ppt_h"/>
                                          </p:val>
                                        </p:tav>
                                        <p:tav tm="100000">
                                          <p:val>
                                            <p:strVal val="ppt_h"/>
                                          </p:val>
                                        </p:tav>
                                      </p:tavLst>
                                    </p:anim>
                                    <p:animEffect transition="out" filter="fade">
                                      <p:cBhvr>
                                        <p:cTn id="15" dur="3000"/>
                                        <p:tgtEl>
                                          <p:spTgt spid="2"/>
                                        </p:tgtEl>
                                      </p:cBhvr>
                                    </p:animEffect>
                                    <p:set>
                                      <p:cBhvr>
                                        <p:cTn id="16" dur="1" fill="hold">
                                          <p:stCondLst>
                                            <p:cond delay="2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2" animBg="1"/>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Elemental">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tint val="95000"/>
              </a:schemeClr>
            </a:gs>
            <a:gs pos="100000">
              <a:schemeClr val="phClr">
                <a:shade val="40000"/>
                <a:satMod val="180000"/>
              </a:schemeClr>
            </a:gs>
          </a:gsLst>
          <a:lin ang="5400000" scaled="0"/>
        </a:gradFill>
        <a:blipFill>
          <a:blip xmlns:r="http://schemas.openxmlformats.org/officeDocument/2006/relationships" r:embed="rId1">
            <a:duotone>
              <a:schemeClr val="phClr">
                <a:shade val="14000"/>
                <a:satMod val="280000"/>
              </a:schemeClr>
              <a:schemeClr val="phClr">
                <a:tint val="60000"/>
                <a:sat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2785</TotalTime>
  <Words>1120</Words>
  <Application>Microsoft Office PowerPoint</Application>
  <PresentationFormat>On-screen Show (4:3)</PresentationFormat>
  <Paragraphs>121</Paragraphs>
  <Slides>26</Slides>
  <Notes>0</Notes>
  <HiddenSlides>0</HiddenSlides>
  <MMClips>21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Algerian</vt:lpstr>
      <vt:lpstr>Arial</vt:lpstr>
      <vt:lpstr>Calibri</vt:lpstr>
      <vt:lpstr>Copperplate Gothic Bold</vt:lpstr>
      <vt:lpstr>Impact</vt:lpstr>
      <vt:lpstr>Palatino Linotype</vt:lpstr>
      <vt:lpstr>Tahoma</vt:lpstr>
      <vt:lpstr>Wingdings</vt:lpstr>
      <vt:lpstr>1_Elemental</vt:lpstr>
      <vt:lpstr>PowerPoint Presentation</vt:lpstr>
      <vt:lpstr>PowerPoint Presentation</vt:lpstr>
      <vt:lpstr>Classification of multimedia</vt:lpstr>
      <vt:lpstr>Why multimedia is important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Kamalesh Kumar</dc:creator>
  <cp:lastModifiedBy>Microsoft account</cp:lastModifiedBy>
  <cp:revision>292</cp:revision>
  <dcterms:created xsi:type="dcterms:W3CDTF">2015-02-17T05:30:54Z</dcterms:created>
  <dcterms:modified xsi:type="dcterms:W3CDTF">2025-03-05T05:41:34Z</dcterms:modified>
</cp:coreProperties>
</file>