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4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E3CCCE8-6B78-40C7-AA77-9DDD6E42FF7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3D8D615-EACE-40B5-86A0-237B521C9DA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1388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CCE8-6B78-40C7-AA77-9DDD6E42FF7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615-EACE-40B5-86A0-237B521C9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84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CCE8-6B78-40C7-AA77-9DDD6E42FF7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615-EACE-40B5-86A0-237B521C9DA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221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CCE8-6B78-40C7-AA77-9DDD6E42FF7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615-EACE-40B5-86A0-237B521C9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690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CCE8-6B78-40C7-AA77-9DDD6E42FF7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615-EACE-40B5-86A0-237B521C9DA7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077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CCE8-6B78-40C7-AA77-9DDD6E42FF7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615-EACE-40B5-86A0-237B521C9DA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962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CCE8-6B78-40C7-AA77-9DDD6E42FF7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615-EACE-40B5-86A0-237B521C9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41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CCE8-6B78-40C7-AA77-9DDD6E42FF7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615-EACE-40B5-86A0-237B521C9DA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1593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CCE8-6B78-40C7-AA77-9DDD6E42FF7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615-EACE-40B5-86A0-237B521C9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15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CCE8-6B78-40C7-AA77-9DDD6E42FF7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615-EACE-40B5-86A0-237B521C9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270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CCE8-6B78-40C7-AA77-9DDD6E42FF7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615-EACE-40B5-86A0-237B521C9DA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574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CCE8-6B78-40C7-AA77-9DDD6E42FF7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615-EACE-40B5-86A0-237B521C9DA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986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CCE8-6B78-40C7-AA77-9DDD6E42FF7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615-EACE-40B5-86A0-237B521C9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105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CCE8-6B78-40C7-AA77-9DDD6E42FF7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615-EACE-40B5-86A0-237B521C9DA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45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CCE8-6B78-40C7-AA77-9DDD6E42FF7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615-EACE-40B5-86A0-237B521C9DA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0626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CCE8-6B78-40C7-AA77-9DDD6E42FF7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615-EACE-40B5-86A0-237B521C9DA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24993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CCE8-6B78-40C7-AA77-9DDD6E42FF7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615-EACE-40B5-86A0-237B521C9DA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3580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CCE8-6B78-40C7-AA77-9DDD6E42FF7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D615-EACE-40B5-86A0-237B521C9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998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E3CCCE8-6B78-40C7-AA77-9DDD6E42FF7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3D8D615-EACE-40B5-86A0-237B521C9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875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92C20-EEF1-CE7F-6B51-326CFCEA4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349" y="502931"/>
            <a:ext cx="9144000" cy="1316037"/>
          </a:xfrm>
        </p:spPr>
        <p:txBody>
          <a:bodyPr>
            <a:normAutofit/>
          </a:bodyPr>
          <a:lstStyle/>
          <a:p>
            <a:r>
              <a:rPr lang="en-US" b="1" dirty="0"/>
              <a:t>Tools for Land Use Mapping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AE674C-A052-9AAD-6632-F1005850D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458" y="1818968"/>
            <a:ext cx="11434916" cy="4827638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1.Geographic Information Systems (GIS)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Digital mapping technology used for creating, managing, and analyzing spatial data.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Enables spatial analysis, such as overlaying layers of data to identify patterns and relationships.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Commonly used for urban planning, environmental management, and resource allocation.</a:t>
            </a:r>
          </a:p>
        </p:txBody>
      </p:sp>
    </p:spTree>
    <p:extLst>
      <p:ext uri="{BB962C8B-B14F-4D97-AF65-F5344CB8AC3E}">
        <p14:creationId xmlns:p14="http://schemas.microsoft.com/office/powerpoint/2010/main" val="1974876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217196D-43A4-748E-5474-BC973B4826C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160207" y="543233"/>
            <a:ext cx="10038734" cy="5771534"/>
          </a:xfrm>
        </p:spPr>
      </p:pic>
    </p:spTree>
    <p:extLst>
      <p:ext uri="{BB962C8B-B14F-4D97-AF65-F5344CB8AC3E}">
        <p14:creationId xmlns:p14="http://schemas.microsoft.com/office/powerpoint/2010/main" val="1709808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E959B-5B2E-8102-163F-A400B824C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0103"/>
            <a:ext cx="10515600" cy="55968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2.Remote Sensing</a:t>
            </a:r>
          </a:p>
          <a:p>
            <a:endParaRPr lang="en-US" dirty="0"/>
          </a:p>
          <a:p>
            <a:r>
              <a:rPr lang="en-US" dirty="0"/>
              <a:t>Utilizes satellite or aerial imagery to classify and monitor land use and land cover.</a:t>
            </a:r>
          </a:p>
          <a:p>
            <a:endParaRPr lang="en-US" dirty="0"/>
          </a:p>
          <a:p>
            <a:r>
              <a:rPr lang="en-US" dirty="0"/>
              <a:t>Provides large-scale, up-to-date information on land changes over time.</a:t>
            </a:r>
          </a:p>
          <a:p>
            <a:endParaRPr lang="en-US" dirty="0"/>
          </a:p>
          <a:p>
            <a:r>
              <a:rPr lang="en-US" dirty="0"/>
              <a:t>Useful for tracking deforestation, urban expansion, and agricultural practices.</a:t>
            </a:r>
          </a:p>
        </p:txBody>
      </p:sp>
    </p:spTree>
    <p:extLst>
      <p:ext uri="{BB962C8B-B14F-4D97-AF65-F5344CB8AC3E}">
        <p14:creationId xmlns:p14="http://schemas.microsoft.com/office/powerpoint/2010/main" val="630260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8BDF2-04EC-515B-C251-96BC44B90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3123"/>
            <a:ext cx="10515600" cy="577384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3.Field Surveys</a:t>
            </a:r>
          </a:p>
          <a:p>
            <a:endParaRPr lang="en-US" dirty="0"/>
          </a:p>
          <a:p>
            <a:r>
              <a:rPr lang="en-US" dirty="0"/>
              <a:t>Involves collecting ground-level data to validate and supplement remote sensing or GIS data.</a:t>
            </a:r>
          </a:p>
          <a:p>
            <a:endParaRPr lang="en-US" dirty="0"/>
          </a:p>
          <a:p>
            <a:r>
              <a:rPr lang="en-US" dirty="0"/>
              <a:t>Includes measurements, observations, and interviews with local stakeholders.</a:t>
            </a:r>
          </a:p>
          <a:p>
            <a:endParaRPr lang="en-US" dirty="0"/>
          </a:p>
          <a:p>
            <a:r>
              <a:rPr lang="en-US" dirty="0"/>
              <a:t>Ensures accuracy and reliability of land use maps.</a:t>
            </a:r>
          </a:p>
        </p:txBody>
      </p:sp>
    </p:spTree>
    <p:extLst>
      <p:ext uri="{BB962C8B-B14F-4D97-AF65-F5344CB8AC3E}">
        <p14:creationId xmlns:p14="http://schemas.microsoft.com/office/powerpoint/2010/main" val="2089689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010FB-5045-B2CB-E62F-7B7C2A7A7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1277"/>
            <a:ext cx="10515600" cy="566568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4.Participatory Mapping</a:t>
            </a:r>
          </a:p>
          <a:p>
            <a:endParaRPr lang="en-US" dirty="0"/>
          </a:p>
          <a:p>
            <a:r>
              <a:rPr lang="en-US" dirty="0"/>
              <a:t>Engages local communities in the mapping process to incorporate their knowledge and perspectives.</a:t>
            </a:r>
          </a:p>
          <a:p>
            <a:endParaRPr lang="en-US" dirty="0"/>
          </a:p>
          <a:p>
            <a:r>
              <a:rPr lang="en-US" dirty="0"/>
              <a:t>Promotes inclusive land use planning and decision-making.</a:t>
            </a:r>
          </a:p>
          <a:p>
            <a:endParaRPr lang="en-US" dirty="0"/>
          </a:p>
          <a:p>
            <a:r>
              <a:rPr lang="en-US" dirty="0"/>
              <a:t>Often used in community-based resource management and conflict resolution.</a:t>
            </a:r>
          </a:p>
        </p:txBody>
      </p:sp>
    </p:spTree>
    <p:extLst>
      <p:ext uri="{BB962C8B-B14F-4D97-AF65-F5344CB8AC3E}">
        <p14:creationId xmlns:p14="http://schemas.microsoft.com/office/powerpoint/2010/main" val="3744475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E5C8-02BA-F60B-EDE8-5266034AB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Land Use 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9BF03-A074-4D2F-38A6-CBC3598BD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1.Base Maps</a:t>
            </a:r>
          </a:p>
          <a:p>
            <a:endParaRPr lang="en-US" dirty="0"/>
          </a:p>
          <a:p>
            <a:r>
              <a:rPr lang="en-US" dirty="0"/>
              <a:t>Provide foundational information such as topography, infrastructure (roads, buildings), and administrative boundaries.</a:t>
            </a:r>
          </a:p>
          <a:p>
            <a:endParaRPr lang="en-US" dirty="0"/>
          </a:p>
          <a:p>
            <a:r>
              <a:rPr lang="en-US" dirty="0"/>
              <a:t>Serve as a reference layer for other types of land use maps.</a:t>
            </a:r>
          </a:p>
        </p:txBody>
      </p:sp>
    </p:spTree>
    <p:extLst>
      <p:ext uri="{BB962C8B-B14F-4D97-AF65-F5344CB8AC3E}">
        <p14:creationId xmlns:p14="http://schemas.microsoft.com/office/powerpoint/2010/main" val="4117345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C9539-A860-1CCF-88B0-13DAC4A36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9097"/>
            <a:ext cx="10515600" cy="55378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2.Zoning Maps</a:t>
            </a:r>
          </a:p>
          <a:p>
            <a:endParaRPr lang="en-US" dirty="0"/>
          </a:p>
          <a:p>
            <a:r>
              <a:rPr lang="en-US" dirty="0"/>
              <a:t>Show designated land use areas based on urban or regional planning policies.</a:t>
            </a:r>
          </a:p>
          <a:p>
            <a:endParaRPr lang="en-US" dirty="0"/>
          </a:p>
          <a:p>
            <a:r>
              <a:rPr lang="en-US" dirty="0"/>
              <a:t>Categories may include residential, commercial, industrial, agricultural, and conservation zones.</a:t>
            </a:r>
          </a:p>
          <a:p>
            <a:endParaRPr lang="en-US" dirty="0"/>
          </a:p>
          <a:p>
            <a:r>
              <a:rPr lang="en-US" dirty="0"/>
              <a:t>Used to regulate land development and ensure compliance with planning regulations.</a:t>
            </a:r>
          </a:p>
        </p:txBody>
      </p:sp>
    </p:spTree>
    <p:extLst>
      <p:ext uri="{BB962C8B-B14F-4D97-AF65-F5344CB8AC3E}">
        <p14:creationId xmlns:p14="http://schemas.microsoft.com/office/powerpoint/2010/main" val="4285702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C9F7A-C878-57D0-8D13-F5AE5E145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2787"/>
            <a:ext cx="10515600" cy="575417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3.Thematic Maps</a:t>
            </a:r>
          </a:p>
          <a:p>
            <a:endParaRPr lang="en-US" dirty="0"/>
          </a:p>
          <a:p>
            <a:r>
              <a:rPr lang="en-US" dirty="0"/>
              <a:t>Focus on specific themes or attributes, such as land cover (forests, water bodies), soil types, or environmental factors (biodiversity, climate).</a:t>
            </a:r>
          </a:p>
          <a:p>
            <a:endParaRPr lang="en-US" dirty="0"/>
          </a:p>
          <a:p>
            <a:r>
              <a:rPr lang="en-US" dirty="0"/>
              <a:t>Help in analyzing spatial patterns and making informed decisions about land management.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649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C9B88-E1D1-8285-5E7E-0FE042C10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8090"/>
            <a:ext cx="10515600" cy="54788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4.Risk Maps</a:t>
            </a:r>
          </a:p>
          <a:p>
            <a:endParaRPr lang="en-US" dirty="0"/>
          </a:p>
          <a:p>
            <a:r>
              <a:rPr lang="en-US" dirty="0"/>
              <a:t>Identify areas vulnerable to natural disasters (floods, earthquakes), erosion, or pollution.</a:t>
            </a:r>
          </a:p>
          <a:p>
            <a:endParaRPr lang="en-US" dirty="0"/>
          </a:p>
          <a:p>
            <a:r>
              <a:rPr lang="en-US" dirty="0"/>
              <a:t>Used for disaster preparedness, mitigation, and land use planning to reduce risks.</a:t>
            </a:r>
          </a:p>
          <a:p>
            <a:endParaRPr lang="en-US" dirty="0"/>
          </a:p>
          <a:p>
            <a:r>
              <a:rPr lang="en-US" dirty="0"/>
              <a:t>Often incorporate data on historical events, environmental conditions, and human activities.</a:t>
            </a:r>
          </a:p>
        </p:txBody>
      </p:sp>
    </p:spTree>
    <p:extLst>
      <p:ext uri="{BB962C8B-B14F-4D97-AF65-F5344CB8AC3E}">
        <p14:creationId xmlns:p14="http://schemas.microsoft.com/office/powerpoint/2010/main" val="33399998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3497</TotalTime>
  <Words>347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Garamond</vt:lpstr>
      <vt:lpstr>Organic</vt:lpstr>
      <vt:lpstr>Tools for Land Use Mapping</vt:lpstr>
      <vt:lpstr>PowerPoint Presentation</vt:lpstr>
      <vt:lpstr>PowerPoint Presentation</vt:lpstr>
      <vt:lpstr>PowerPoint Presentation</vt:lpstr>
      <vt:lpstr>PowerPoint Presentation</vt:lpstr>
      <vt:lpstr>Land Use Maps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bwalya.mutale.writer@gmail.com</dc:creator>
  <cp:lastModifiedBy>bwalya.mutale.writer@gmail.com</cp:lastModifiedBy>
  <cp:revision>3</cp:revision>
  <dcterms:created xsi:type="dcterms:W3CDTF">2025-02-13T06:49:58Z</dcterms:created>
  <dcterms:modified xsi:type="dcterms:W3CDTF">2026-02-10T08:15:04Z</dcterms:modified>
</cp:coreProperties>
</file>