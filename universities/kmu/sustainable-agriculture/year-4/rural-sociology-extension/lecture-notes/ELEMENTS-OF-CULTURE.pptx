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7" r:id="rId3"/>
    <p:sldId id="264" r:id="rId4"/>
    <p:sldId id="286" r:id="rId5"/>
    <p:sldId id="285" r:id="rId6"/>
    <p:sldId id="292" r:id="rId7"/>
    <p:sldId id="265" r:id="rId8"/>
    <p:sldId id="266" r:id="rId9"/>
    <p:sldId id="267" r:id="rId10"/>
    <p:sldId id="276" r:id="rId11"/>
    <p:sldId id="268" r:id="rId12"/>
    <p:sldId id="272" r:id="rId13"/>
    <p:sldId id="274" r:id="rId14"/>
    <p:sldId id="269" r:id="rId15"/>
    <p:sldId id="275" r:id="rId16"/>
    <p:sldId id="270" r:id="rId17"/>
    <p:sldId id="271" r:id="rId18"/>
    <p:sldId id="262" r:id="rId19"/>
    <p:sldId id="263"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93553" autoAdjust="0"/>
  </p:normalViewPr>
  <p:slideViewPr>
    <p:cSldViewPr>
      <p:cViewPr varScale="1">
        <p:scale>
          <a:sx n="82" d="100"/>
          <a:sy n="82" d="100"/>
        </p:scale>
        <p:origin x="141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cs typeface="Arial" panose="020B0604020202020204" pitchFamily="34" charset="0"/>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cs typeface="Arial" panose="020B0604020202020204" pitchFamily="34" charset="0"/>
              </a:defRPr>
            </a:lvl1pPr>
          </a:lstStyle>
          <a:p>
            <a:pPr>
              <a:defRPr/>
            </a:pPr>
            <a:fld id="{3B0FA460-5B55-4EA4-8561-AD953F6247CC}" type="datetimeFigureOut">
              <a:rPr lang="en-US"/>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cs typeface="Arial" panose="020B0604020202020204" pitchFamily="34" charset="0"/>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19E5052F-091D-4429-A3B1-1D5A9AB12F04}" type="slidenum">
              <a:rPr lang="en-GB" altLang="en-US"/>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3"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5"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8"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9"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0"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1"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endParaRPr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22" name="Date Placeholder 27"/>
          <p:cNvSpPr>
            <a:spLocks noGrp="1"/>
          </p:cNvSpPr>
          <p:nvPr>
            <p:ph type="dt" sz="half" idx="10"/>
          </p:nvPr>
        </p:nvSpPr>
        <p:spPr bwMode="auto">
          <a:xfrm rot="5400000">
            <a:off x="7764463" y="1174750"/>
            <a:ext cx="2286000" cy="381000"/>
          </a:xfrm>
        </p:spPr>
        <p:txBody>
          <a:bodyPr/>
          <a:lstStyle>
            <a:lvl1pPr>
              <a:defRPr/>
            </a:lvl1pPr>
          </a:lstStyle>
          <a:p>
            <a:pPr>
              <a:defRPr/>
            </a:pPr>
            <a:fld id="{1CF6DC3F-B93A-4428-B924-D5BB180567E4}" type="datetime1">
              <a:rPr lang="en-US"/>
            </a:fld>
            <a:endParaRPr lang="en-GB"/>
          </a:p>
        </p:txBody>
      </p:sp>
      <p:sp>
        <p:nvSpPr>
          <p:cNvPr id="23" name="Footer Placeholder 16"/>
          <p:cNvSpPr>
            <a:spLocks noGrp="1"/>
          </p:cNvSpPr>
          <p:nvPr>
            <p:ph type="ftr" sz="quarter" idx="11"/>
          </p:nvPr>
        </p:nvSpPr>
        <p:spPr bwMode="auto">
          <a:xfrm rot="5400000">
            <a:off x="7077076" y="4181475"/>
            <a:ext cx="3657600" cy="384175"/>
          </a:xfrm>
        </p:spPr>
        <p:txBody>
          <a:bodyPr/>
          <a:lstStyle>
            <a:lvl1pPr>
              <a:defRPr/>
            </a:lvl1pPr>
          </a:lstStyle>
          <a:p>
            <a:pPr>
              <a:defRPr/>
            </a:pPr>
            <a:endParaRPr lang="en-GB"/>
          </a:p>
        </p:txBody>
      </p:sp>
      <p:sp>
        <p:nvSpPr>
          <p:cNvPr id="24" name="Slide Number Placeholder 28"/>
          <p:cNvSpPr>
            <a:spLocks noGrp="1"/>
          </p:cNvSpPr>
          <p:nvPr>
            <p:ph type="sldNum" sz="quarter" idx="12"/>
          </p:nvPr>
        </p:nvSpPr>
        <p:spPr bwMode="auto">
          <a:xfrm>
            <a:off x="1325563" y="4929188"/>
            <a:ext cx="609600" cy="517525"/>
          </a:xfrm>
        </p:spPr>
        <p:txBody>
          <a:bodyPr/>
          <a:lstStyle>
            <a:lvl1pPr>
              <a:defRPr/>
            </a:lvl1pPr>
          </a:lstStyle>
          <a:p>
            <a:pPr>
              <a:defRPr/>
            </a:pPr>
            <a:fld id="{F744621F-B53B-4131-982D-5140BB1F248A}" type="slidenum">
              <a:rPr lang="en-GB" altLang="en-US"/>
            </a:fld>
            <a:endParaRPr lang="en-GB"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6"/>
          <p:cNvSpPr>
            <a:spLocks noGrp="1"/>
          </p:cNvSpPr>
          <p:nvPr>
            <p:ph type="dt" sz="half" idx="10"/>
          </p:nvPr>
        </p:nvSpPr>
        <p:spPr/>
        <p:txBody>
          <a:bodyPr rtlCol="0"/>
          <a:lstStyle>
            <a:lvl1pPr>
              <a:defRPr/>
            </a:lvl1pPr>
          </a:lstStyle>
          <a:p>
            <a:pPr>
              <a:defRPr/>
            </a:pPr>
            <a:fld id="{9A1B783B-C761-44F2-8AE1-D7E10636153F}" type="datetime1">
              <a:rPr lang="en-US"/>
            </a:fld>
            <a:endParaRPr lang="en-GB"/>
          </a:p>
        </p:txBody>
      </p:sp>
      <p:sp>
        <p:nvSpPr>
          <p:cNvPr id="5" name="Slide Number Placeholder 8"/>
          <p:cNvSpPr>
            <a:spLocks noGrp="1"/>
          </p:cNvSpPr>
          <p:nvPr>
            <p:ph type="sldNum" sz="quarter" idx="11"/>
          </p:nvPr>
        </p:nvSpPr>
        <p:spPr/>
        <p:txBody>
          <a:bodyPr/>
          <a:lstStyle>
            <a:lvl1pPr>
              <a:defRPr/>
            </a:lvl1pPr>
          </a:lstStyle>
          <a:p>
            <a:pPr>
              <a:defRPr/>
            </a:pPr>
            <a:fld id="{4DA3E3DE-B04A-4E45-ACA5-8B47AD96511F}" type="slidenum">
              <a:rPr lang="en-GB" altLang="en-US"/>
            </a:fld>
            <a:endParaRPr lang="en-GB" altLang="en-US"/>
          </a:p>
        </p:txBody>
      </p:sp>
      <p:sp>
        <p:nvSpPr>
          <p:cNvPr id="6" name="Footer Placeholder 9"/>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1"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5"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6"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7"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8"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9"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endParaRPr lang="en-US"/>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endParaRPr lang="en-US"/>
          </a:p>
        </p:txBody>
      </p:sp>
      <p:sp>
        <p:nvSpPr>
          <p:cNvPr id="20" name="Date Placeholder 3"/>
          <p:cNvSpPr>
            <a:spLocks noGrp="1"/>
          </p:cNvSpPr>
          <p:nvPr>
            <p:ph type="dt" sz="half" idx="10"/>
          </p:nvPr>
        </p:nvSpPr>
        <p:spPr bwMode="auto">
          <a:xfrm rot="5400000">
            <a:off x="7762875" y="1169988"/>
            <a:ext cx="2286000" cy="381000"/>
          </a:xfrm>
        </p:spPr>
        <p:txBody>
          <a:bodyPr/>
          <a:lstStyle>
            <a:lvl1pPr>
              <a:defRPr/>
            </a:lvl1pPr>
          </a:lstStyle>
          <a:p>
            <a:pPr>
              <a:defRPr/>
            </a:pPr>
            <a:fld id="{98E3674D-5ACC-49B7-B63B-C9D03AF692F6}" type="datetime1">
              <a:rPr lang="en-US"/>
            </a:fld>
            <a:endParaRPr lang="en-GB"/>
          </a:p>
        </p:txBody>
      </p:sp>
      <p:sp>
        <p:nvSpPr>
          <p:cNvPr id="21" name="Footer Placeholder 4"/>
          <p:cNvSpPr>
            <a:spLocks noGrp="1"/>
          </p:cNvSpPr>
          <p:nvPr>
            <p:ph type="ftr" sz="quarter" idx="11"/>
          </p:nvPr>
        </p:nvSpPr>
        <p:spPr bwMode="auto">
          <a:xfrm rot="5400000">
            <a:off x="7077076" y="4178300"/>
            <a:ext cx="3657600" cy="384175"/>
          </a:xfrm>
        </p:spPr>
        <p:txBody>
          <a:bodyPr/>
          <a:lstStyle>
            <a:lvl1pPr>
              <a:defRPr/>
            </a:lvl1pPr>
          </a:lstStyle>
          <a:p>
            <a:pPr>
              <a:defRPr/>
            </a:pPr>
            <a:endParaRPr lang="en-GB"/>
          </a:p>
        </p:txBody>
      </p:sp>
      <p:sp>
        <p:nvSpPr>
          <p:cNvPr id="22" name="Slide Number Placeholder 5"/>
          <p:cNvSpPr>
            <a:spLocks noGrp="1"/>
          </p:cNvSpPr>
          <p:nvPr>
            <p:ph type="sldNum" sz="quarter" idx="12"/>
          </p:nvPr>
        </p:nvSpPr>
        <p:spPr bwMode="auto">
          <a:xfrm>
            <a:off x="1339850" y="4929188"/>
            <a:ext cx="609600" cy="517525"/>
          </a:xfrm>
        </p:spPr>
        <p:txBody>
          <a:bodyPr/>
          <a:lstStyle>
            <a:lvl1pPr>
              <a:defRPr/>
            </a:lvl1pPr>
          </a:lstStyle>
          <a:p>
            <a:pPr>
              <a:defRPr/>
            </a:pPr>
            <a:fld id="{88B13ADC-8AF3-446A-949A-B86EDDD3B0A4}" type="slidenum">
              <a:rPr lang="en-GB" altLang="en-US"/>
            </a:fld>
            <a:endParaRPr lang="en-GB"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13"/>
          <p:cNvSpPr>
            <a:spLocks noGrp="1"/>
          </p:cNvSpPr>
          <p:nvPr>
            <p:ph type="dt" sz="half" idx="10"/>
          </p:nvPr>
        </p:nvSpPr>
        <p:spPr/>
        <p:txBody>
          <a:bodyPr/>
          <a:lstStyle>
            <a:lvl1pPr>
              <a:defRPr/>
            </a:lvl1pPr>
          </a:lstStyle>
          <a:p>
            <a:pPr>
              <a:defRPr/>
            </a:pPr>
            <a:fld id="{7CA60B52-CB3E-4476-BBFB-F48CC13A24A4}" type="datetime1">
              <a:rPr lang="en-US"/>
            </a:fld>
            <a:endParaRPr lang="en-GB"/>
          </a:p>
        </p:txBody>
      </p:sp>
      <p:sp>
        <p:nvSpPr>
          <p:cNvPr id="6" name="Footer Placeholder 2"/>
          <p:cNvSpPr>
            <a:spLocks noGrp="1"/>
          </p:cNvSpPr>
          <p:nvPr>
            <p:ph type="ftr" sz="quarter" idx="11"/>
          </p:nvPr>
        </p:nvSpPr>
        <p:spPr/>
        <p:txBody>
          <a:bodyPr/>
          <a:lstStyle>
            <a:lvl1pPr>
              <a:defRPr/>
            </a:lvl1pPr>
          </a:lstStyle>
          <a:p>
            <a:pPr>
              <a:defRPr/>
            </a:pPr>
            <a:endParaRPr lang="en-GB"/>
          </a:p>
        </p:txBody>
      </p:sp>
      <p:sp>
        <p:nvSpPr>
          <p:cNvPr id="7" name="Slide Number Placeholder 22"/>
          <p:cNvSpPr>
            <a:spLocks noGrp="1"/>
          </p:cNvSpPr>
          <p:nvPr>
            <p:ph type="sldNum" sz="quarter" idx="12"/>
          </p:nvPr>
        </p:nvSpPr>
        <p:spPr/>
        <p:txBody>
          <a:bodyPr/>
          <a:lstStyle>
            <a:lvl1pPr>
              <a:defRPr/>
            </a:lvl1pPr>
          </a:lstStyle>
          <a:p>
            <a:pPr>
              <a:defRPr/>
            </a:pPr>
            <a:fld id="{EAE1C95F-4DB3-487A-8858-46977068B671}" type="slidenum">
              <a:rPr lang="en-GB" altLang="en-US"/>
            </a:fld>
            <a:endParaRPr lang="en-GB"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endParaRPr lang="en-US"/>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endParaRPr lang="en-US"/>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endParaRPr lang="en-US"/>
          </a:p>
        </p:txBody>
      </p:sp>
      <p:sp>
        <p:nvSpPr>
          <p:cNvPr id="7" name="Date Placeholder 13"/>
          <p:cNvSpPr>
            <a:spLocks noGrp="1"/>
          </p:cNvSpPr>
          <p:nvPr>
            <p:ph type="dt" sz="half" idx="10"/>
          </p:nvPr>
        </p:nvSpPr>
        <p:spPr/>
        <p:txBody>
          <a:bodyPr/>
          <a:lstStyle>
            <a:lvl1pPr>
              <a:defRPr/>
            </a:lvl1pPr>
          </a:lstStyle>
          <a:p>
            <a:pPr>
              <a:defRPr/>
            </a:pPr>
            <a:fld id="{D7EBD95E-0F73-485B-B133-FB9CB7287858}" type="datetime1">
              <a:rPr lang="en-US"/>
            </a:fld>
            <a:endParaRPr lang="en-GB"/>
          </a:p>
        </p:txBody>
      </p:sp>
      <p:sp>
        <p:nvSpPr>
          <p:cNvPr id="8" name="Footer Placeholder 2"/>
          <p:cNvSpPr>
            <a:spLocks noGrp="1"/>
          </p:cNvSpPr>
          <p:nvPr>
            <p:ph type="ftr" sz="quarter" idx="11"/>
          </p:nvPr>
        </p:nvSpPr>
        <p:spPr/>
        <p:txBody>
          <a:bodyPr/>
          <a:lstStyle>
            <a:lvl1pPr>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pPr>
              <a:defRPr/>
            </a:pPr>
            <a:fld id="{3CC89785-72AB-450D-8516-4894CEBC5319}" type="slidenum">
              <a:rPr lang="en-GB" altLang="en-US"/>
            </a:fld>
            <a:endParaRPr lang="en-GB"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5"/>
          <p:cNvSpPr>
            <a:spLocks noGrp="1"/>
          </p:cNvSpPr>
          <p:nvPr>
            <p:ph type="dt" sz="half" idx="10"/>
          </p:nvPr>
        </p:nvSpPr>
        <p:spPr/>
        <p:txBody>
          <a:bodyPr rtlCol="0"/>
          <a:lstStyle>
            <a:lvl1pPr>
              <a:defRPr/>
            </a:lvl1pPr>
          </a:lstStyle>
          <a:p>
            <a:pPr>
              <a:defRPr/>
            </a:pPr>
            <a:fld id="{452382B0-40D5-4688-BA9F-E08579335AF7}" type="datetime1">
              <a:rPr lang="en-US"/>
            </a:fld>
            <a:endParaRPr lang="en-GB"/>
          </a:p>
        </p:txBody>
      </p:sp>
      <p:sp>
        <p:nvSpPr>
          <p:cNvPr id="4" name="Slide Number Placeholder 6"/>
          <p:cNvSpPr>
            <a:spLocks noGrp="1"/>
          </p:cNvSpPr>
          <p:nvPr>
            <p:ph type="sldNum" sz="quarter" idx="11"/>
          </p:nvPr>
        </p:nvSpPr>
        <p:spPr/>
        <p:txBody>
          <a:bodyPr/>
          <a:lstStyle>
            <a:lvl1pPr>
              <a:defRPr/>
            </a:lvl1pPr>
          </a:lstStyle>
          <a:p>
            <a:pPr>
              <a:defRPr/>
            </a:pPr>
            <a:fld id="{7177E07F-EA09-4CD5-A616-17EB09D053A9}" type="slidenum">
              <a:rPr lang="en-GB" altLang="en-US"/>
            </a:fld>
            <a:endParaRPr lang="en-GB" altLang="en-US"/>
          </a:p>
        </p:txBody>
      </p:sp>
      <p:sp>
        <p:nvSpPr>
          <p:cNvPr id="5" name="Footer Placeholder 7"/>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0B57BCB8-C97D-4D22-BE70-0FC05AA8A1C6}" type="datetime1">
              <a:rPr lang="en-US"/>
            </a:fld>
            <a:endParaRPr lang="en-GB"/>
          </a:p>
        </p:txBody>
      </p:sp>
      <p:sp>
        <p:nvSpPr>
          <p:cNvPr id="3" name="Footer Placeholder 2"/>
          <p:cNvSpPr>
            <a:spLocks noGrp="1"/>
          </p:cNvSpPr>
          <p:nvPr>
            <p:ph type="ftr" sz="quarter" idx="11"/>
          </p:nvPr>
        </p:nvSpPr>
        <p:spPr/>
        <p:txBody>
          <a:bodyPr/>
          <a:lstStyle>
            <a:lvl1pPr>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pPr>
              <a:defRPr/>
            </a:pPr>
            <a:fld id="{359B8D5F-ECCF-4960-954E-01B764FDC29F}" type="slidenum">
              <a:rPr lang="en-GB" altLang="en-US"/>
            </a:fld>
            <a:endParaRPr lang="en-GB"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mn-lt"/>
              <a:cs typeface="+mn-cs"/>
            </a:endParaRPr>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mn-lt"/>
              <a:cs typeface="+mn-cs"/>
            </a:endParaRPr>
          </a:p>
        </p:txBody>
      </p:sp>
      <p:sp>
        <p:nvSpPr>
          <p:cNvPr id="7" name="Straight Connector 16"/>
          <p:cNvSpPr>
            <a:spLocks noChangeShapeType="1"/>
          </p:cNvSpPr>
          <p:nvPr/>
        </p:nvSpPr>
        <p:spPr bwMode="auto">
          <a:xfrm>
            <a:off x="6192838" y="0"/>
            <a:ext cx="0" cy="6858000"/>
          </a:xfrm>
          <a:prstGeom prst="line">
            <a:avLst/>
          </a:prstGeom>
          <a:noFill/>
          <a:ln w="12700"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8" name="Straight Connector 17"/>
          <p:cNvSpPr>
            <a:spLocks noChangeShapeType="1"/>
          </p:cNvSpPr>
          <p:nvPr/>
        </p:nvSpPr>
        <p:spPr bwMode="auto">
          <a:xfrm>
            <a:off x="8991600" y="0"/>
            <a:ext cx="0" cy="6858000"/>
          </a:xfrm>
          <a:prstGeom prst="line">
            <a:avLst/>
          </a:prstGeom>
          <a:noFill/>
          <a:ln w="19050"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Straight Connector 19"/>
          <p:cNvSpPr>
            <a:spLocks noChangeShapeType="1"/>
          </p:cNvSpPr>
          <p:nvPr/>
        </p:nvSpPr>
        <p:spPr bwMode="auto">
          <a:xfrm>
            <a:off x="8915400" y="0"/>
            <a:ext cx="0" cy="6858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11"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endParaRPr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endParaRPr lang="en-US"/>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Date Placeholder 20"/>
          <p:cNvSpPr>
            <a:spLocks noGrp="1"/>
          </p:cNvSpPr>
          <p:nvPr>
            <p:ph type="dt" sz="half" idx="10"/>
          </p:nvPr>
        </p:nvSpPr>
        <p:spPr/>
        <p:txBody>
          <a:bodyPr rtlCol="0"/>
          <a:lstStyle>
            <a:lvl1pPr>
              <a:defRPr/>
            </a:lvl1pPr>
          </a:lstStyle>
          <a:p>
            <a:pPr>
              <a:defRPr/>
            </a:pPr>
            <a:fld id="{AC83A805-92D8-4C36-986C-ECFA6CD65189}" type="datetime1">
              <a:rPr lang="en-US"/>
            </a:fld>
            <a:endParaRPr lang="en-GB"/>
          </a:p>
        </p:txBody>
      </p:sp>
      <p:sp>
        <p:nvSpPr>
          <p:cNvPr id="13" name="Slide Number Placeholder 21"/>
          <p:cNvSpPr>
            <a:spLocks noGrp="1"/>
          </p:cNvSpPr>
          <p:nvPr>
            <p:ph type="sldNum" sz="quarter" idx="11"/>
          </p:nvPr>
        </p:nvSpPr>
        <p:spPr/>
        <p:txBody>
          <a:bodyPr/>
          <a:lstStyle>
            <a:lvl1pPr>
              <a:defRPr/>
            </a:lvl1pPr>
          </a:lstStyle>
          <a:p>
            <a:pPr>
              <a:defRPr/>
            </a:pPr>
            <a:fld id="{FD546940-E53D-44F4-A448-13BBE6CE93F0}" type="slidenum">
              <a:rPr lang="en-GB" altLang="en-US"/>
            </a:fld>
            <a:endParaRPr lang="en-GB" altLang="en-US"/>
          </a:p>
        </p:txBody>
      </p:sp>
      <p:sp>
        <p:nvSpPr>
          <p:cNvPr id="14" name="Footer Placeholder 22"/>
          <p:cNvSpPr>
            <a:spLocks noGrp="1"/>
          </p:cNvSpPr>
          <p:nvPr>
            <p:ph type="ftr" sz="quarter" idx="12"/>
          </p:nvPr>
        </p:nvSpPr>
        <p:spPr/>
        <p:txBody>
          <a:bodyPr rtlCol="0"/>
          <a:lstStyle>
            <a:lvl1pPr>
              <a:defRPr/>
            </a:lvl1pPr>
          </a:lstStyle>
          <a:p>
            <a:pPr>
              <a:defRPr/>
            </a:pPr>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Straight Connector 16"/>
          <p:cNvSpPr>
            <a:spLocks noChangeShapeType="1"/>
          </p:cNvSpPr>
          <p:nvPr/>
        </p:nvSpPr>
        <p:spPr bwMode="auto">
          <a:xfrm>
            <a:off x="8991600" y="0"/>
            <a:ext cx="0" cy="6858000"/>
          </a:xfrm>
          <a:prstGeom prst="line">
            <a:avLst/>
          </a:prstGeom>
          <a:noFill/>
          <a:ln w="9525" algn="ctr">
            <a:solidFill>
              <a:schemeClr val="tx1"/>
            </a:solidFill>
            <a:round/>
          </a:ln>
          <a:extLst>
            <a:ext uri="{909E8E84-426E-40DD-AFC4-6F175D3DCCD1}">
              <a14:hiddenFill xmlns:a14="http://schemas.microsoft.com/office/drawing/2010/main">
                <a:noFill/>
              </a14:hiddenFill>
            </a:ext>
          </a:extLst>
        </p:spPr>
        <p:txBody>
          <a:bodyPr/>
          <a:lstStyle/>
          <a:p>
            <a:endParaRPr lang="en-GB"/>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Straight Connector 18"/>
          <p:cNvSpPr>
            <a:spLocks noChangeShapeType="1"/>
          </p:cNvSpPr>
          <p:nvPr/>
        </p:nvSpPr>
        <p:spPr bwMode="auto">
          <a:xfrm>
            <a:off x="8915400" y="0"/>
            <a:ext cx="0" cy="6858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mn-lt"/>
              <a:cs typeface="+mn-cs"/>
            </a:endParaRPr>
          </a:p>
        </p:txBody>
      </p:sp>
      <p:sp>
        <p:nvSpPr>
          <p:cNvPr id="11" name="Straight Connector 20"/>
          <p:cNvSpPr>
            <a:spLocks noChangeShapeType="1"/>
          </p:cNvSpPr>
          <p:nvPr/>
        </p:nvSpPr>
        <p:spPr bwMode="auto">
          <a:xfrm>
            <a:off x="6192838" y="0"/>
            <a:ext cx="0" cy="6858000"/>
          </a:xfrm>
          <a:prstGeom prst="line">
            <a:avLst/>
          </a:prstGeom>
          <a:noFill/>
          <a:ln w="12700"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endParaRPr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endParaRPr lang="en-US"/>
          </a:p>
        </p:txBody>
      </p:sp>
      <p:sp>
        <p:nvSpPr>
          <p:cNvPr id="12" name="Date Placeholder 16"/>
          <p:cNvSpPr>
            <a:spLocks noGrp="1"/>
          </p:cNvSpPr>
          <p:nvPr>
            <p:ph type="dt" sz="half" idx="10"/>
          </p:nvPr>
        </p:nvSpPr>
        <p:spPr/>
        <p:txBody>
          <a:bodyPr rtlCol="0"/>
          <a:lstStyle>
            <a:lvl1pPr>
              <a:defRPr/>
            </a:lvl1pPr>
          </a:lstStyle>
          <a:p>
            <a:pPr>
              <a:defRPr/>
            </a:pPr>
            <a:fld id="{4976D6FA-C73F-428E-AD84-D1014869EB10}" type="datetime1">
              <a:rPr lang="en-US"/>
            </a:fld>
            <a:endParaRPr lang="en-GB"/>
          </a:p>
        </p:txBody>
      </p:sp>
      <p:sp>
        <p:nvSpPr>
          <p:cNvPr id="13" name="Slide Number Placeholder 17"/>
          <p:cNvSpPr>
            <a:spLocks noGrp="1"/>
          </p:cNvSpPr>
          <p:nvPr>
            <p:ph type="sldNum" sz="quarter" idx="11"/>
          </p:nvPr>
        </p:nvSpPr>
        <p:spPr/>
        <p:txBody>
          <a:bodyPr/>
          <a:lstStyle>
            <a:lvl1pPr>
              <a:defRPr/>
            </a:lvl1pPr>
          </a:lstStyle>
          <a:p>
            <a:pPr>
              <a:defRPr/>
            </a:pPr>
            <a:fld id="{7C1B8CB9-C022-4ADA-BFEC-039BFA03C8C1}" type="slidenum">
              <a:rPr lang="en-GB" altLang="en-US"/>
            </a:fld>
            <a:endParaRPr lang="en-GB" altLang="en-US"/>
          </a:p>
        </p:txBody>
      </p:sp>
      <p:sp>
        <p:nvSpPr>
          <p:cNvPr id="14" name="Footer Placeholder 20"/>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p:txBody>
          <a:bodyPr/>
          <a:lstStyle>
            <a:lvl1pPr>
              <a:defRPr/>
            </a:lvl1pPr>
          </a:lstStyle>
          <a:p>
            <a:pPr>
              <a:defRPr/>
            </a:pPr>
            <a:fld id="{5A321E5F-633C-463A-ACC5-90EE9191616D}" type="datetime1">
              <a:rPr lang="en-US"/>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711C9081-E035-4F22-8AD6-D229309410D4}" type="slidenum">
              <a:rPr lang="en-GB" altLang="en-US"/>
            </a:fld>
            <a:endParaRPr lang="en-GB"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p:txBody>
          <a:bodyPr/>
          <a:lstStyle>
            <a:lvl1pPr>
              <a:defRPr/>
            </a:lvl1pPr>
          </a:lstStyle>
          <a:p>
            <a:pPr>
              <a:defRPr/>
            </a:pPr>
            <a:fld id="{6D8CF398-F961-4A4B-9F90-04157B2B7DF4}" type="datetime1">
              <a:rPr lang="en-US"/>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476136D3-8F16-4C8F-89F8-1C943A7377B0}" type="slidenum">
              <a:rPr lang="en-GB" altLang="en-US"/>
            </a:fld>
            <a:endParaRPr lang="en-GB"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mn-lt"/>
              <a:cs typeface="+mn-cs"/>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endParaRPr lang="en-US"/>
          </a:p>
        </p:txBody>
      </p:sp>
      <p:sp>
        <p:nvSpPr>
          <p:cNvPr id="1028" name="Text Placehold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4"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fontAlgn="auto" latinLnBrk="0" hangingPunct="1">
              <a:spcBef>
                <a:spcPts val="0"/>
              </a:spcBef>
              <a:spcAft>
                <a:spcPts val="0"/>
              </a:spcAft>
              <a:defRPr kumimoji="0" sz="1200">
                <a:solidFill>
                  <a:schemeClr val="tx2"/>
                </a:solidFill>
                <a:latin typeface="+mn-lt"/>
                <a:cs typeface="+mn-cs"/>
              </a:defRPr>
            </a:lvl1pPr>
          </a:lstStyle>
          <a:p>
            <a:pPr>
              <a:defRPr/>
            </a:pPr>
            <a:fld id="{9A28E740-C894-4F7C-B5A0-9E9E7EB1F6B6}" type="datetime1">
              <a:rPr lang="en-US"/>
            </a:fld>
            <a:endParaRPr lang="en-GB"/>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fontAlgn="auto" latinLnBrk="0" hangingPunct="1">
              <a:spcBef>
                <a:spcPts val="0"/>
              </a:spcBef>
              <a:spcAft>
                <a:spcPts val="0"/>
              </a:spcAft>
              <a:defRPr kumimoji="0" sz="1200">
                <a:solidFill>
                  <a:schemeClr val="tx2"/>
                </a:solidFill>
                <a:latin typeface="+mn-lt"/>
                <a:cs typeface="+mn-cs"/>
              </a:defRPr>
            </a:lvl1pPr>
          </a:lstStyle>
          <a:p>
            <a:pPr>
              <a:defRPr/>
            </a:pPr>
            <a:endParaRPr lang="en-GB"/>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32" name="Straight Connector 8"/>
          <p:cNvSpPr>
            <a:spLocks noChangeShapeType="1"/>
          </p:cNvSpPr>
          <p:nvPr/>
        </p:nvSpPr>
        <p:spPr bwMode="auto">
          <a:xfrm>
            <a:off x="8991600" y="0"/>
            <a:ext cx="0" cy="6858000"/>
          </a:xfrm>
          <a:prstGeom prst="line">
            <a:avLst/>
          </a:prstGeom>
          <a:noFill/>
          <a:ln w="19050"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34" name="Straight Connector 10"/>
          <p:cNvSpPr>
            <a:spLocks noChangeShapeType="1"/>
          </p:cNvSpPr>
          <p:nvPr/>
        </p:nvSpPr>
        <p:spPr bwMode="auto">
          <a:xfrm>
            <a:off x="8915400" y="0"/>
            <a:ext cx="0" cy="6858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txBody>
          <a:bodyPr/>
          <a:lstStyle/>
          <a:p>
            <a:endParaRPr lang="en-GB"/>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lgn="ctr" eaLnBrk="1" hangingPunct="1">
              <a:defRPr sz="1400" b="1">
                <a:solidFill>
                  <a:srgbClr val="FFFFFF"/>
                </a:solidFill>
              </a:defRPr>
            </a:lvl1pPr>
          </a:lstStyle>
          <a:p>
            <a:pPr>
              <a:defRPr/>
            </a:pPr>
            <a:fld id="{AA35D96A-AF09-4374-BD40-7F80E8ACA423}" type="slidenum">
              <a:rPr lang="en-GB" altLang="en-US"/>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panose="020B0604020202020204" pitchFamily="34" charset="0"/>
        </a:defRPr>
      </a:lvl2pPr>
      <a:lvl3pPr algn="l" rtl="0" eaLnBrk="0" fontAlgn="base" hangingPunct="0">
        <a:spcBef>
          <a:spcPct val="0"/>
        </a:spcBef>
        <a:spcAft>
          <a:spcPct val="0"/>
        </a:spcAft>
        <a:defRPr sz="3000">
          <a:solidFill>
            <a:schemeClr val="tx2"/>
          </a:solidFill>
          <a:latin typeface="Arial" panose="020B0604020202020204" pitchFamily="34" charset="0"/>
        </a:defRPr>
      </a:lvl3pPr>
      <a:lvl4pPr algn="l" rtl="0" eaLnBrk="0" fontAlgn="base" hangingPunct="0">
        <a:spcBef>
          <a:spcPct val="0"/>
        </a:spcBef>
        <a:spcAft>
          <a:spcPct val="0"/>
        </a:spcAft>
        <a:defRPr sz="3000">
          <a:solidFill>
            <a:schemeClr val="tx2"/>
          </a:solidFill>
          <a:latin typeface="Arial" panose="020B0604020202020204" pitchFamily="34" charset="0"/>
        </a:defRPr>
      </a:lvl4pPr>
      <a:lvl5pPr algn="l" rtl="0" eaLnBrk="0" fontAlgn="base" hangingPunct="0">
        <a:spcBef>
          <a:spcPct val="0"/>
        </a:spcBef>
        <a:spcAft>
          <a:spcPct val="0"/>
        </a:spcAft>
        <a:defRPr sz="3000">
          <a:solidFill>
            <a:schemeClr val="tx2"/>
          </a:solidFill>
          <a:latin typeface="Arial" panose="020B0604020202020204" pitchFamily="34" charset="0"/>
        </a:defRPr>
      </a:lvl5pPr>
      <a:lvl6pPr marL="457200" algn="l" rtl="0" fontAlgn="base">
        <a:spcBef>
          <a:spcPct val="0"/>
        </a:spcBef>
        <a:spcAft>
          <a:spcPct val="0"/>
        </a:spcAft>
        <a:defRPr sz="3000">
          <a:solidFill>
            <a:schemeClr val="tx2"/>
          </a:solidFill>
          <a:latin typeface="Arial" panose="020B0604020202020204" pitchFamily="34" charset="0"/>
        </a:defRPr>
      </a:lvl6pPr>
      <a:lvl7pPr marL="914400" algn="l" rtl="0" fontAlgn="base">
        <a:spcBef>
          <a:spcPct val="0"/>
        </a:spcBef>
        <a:spcAft>
          <a:spcPct val="0"/>
        </a:spcAft>
        <a:defRPr sz="3000">
          <a:solidFill>
            <a:schemeClr val="tx2"/>
          </a:solidFill>
          <a:latin typeface="Arial" panose="020B0604020202020204" pitchFamily="34" charset="0"/>
        </a:defRPr>
      </a:lvl7pPr>
      <a:lvl8pPr marL="1371600" algn="l" rtl="0" fontAlgn="base">
        <a:spcBef>
          <a:spcPct val="0"/>
        </a:spcBef>
        <a:spcAft>
          <a:spcPct val="0"/>
        </a:spcAft>
        <a:defRPr sz="3000">
          <a:solidFill>
            <a:schemeClr val="tx2"/>
          </a:solidFill>
          <a:latin typeface="Arial" panose="020B0604020202020204" pitchFamily="34" charset="0"/>
        </a:defRPr>
      </a:lvl8pPr>
      <a:lvl9pPr marL="1828800" algn="l" rtl="0" fontAlgn="base">
        <a:spcBef>
          <a:spcPct val="0"/>
        </a:spcBef>
        <a:spcAft>
          <a:spcPct val="0"/>
        </a:spcAft>
        <a:defRPr sz="3000">
          <a:solidFill>
            <a:schemeClr val="tx2"/>
          </a:solidFill>
          <a:latin typeface="Arial" panose="020B0604020202020204" pitchFamily="34"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6FB833"/>
        </a:buClr>
        <a:buSzPct val="60000"/>
        <a:buFont typeface="Wingdings" panose="05000000000000000000" pitchFamily="2" charset="2"/>
        <a:buChar char=""/>
        <a:defRPr sz="2400"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C0E5AF"/>
        </a:buClr>
        <a:buSzPct val="60000"/>
        <a:buFont typeface="Wingdings" panose="05000000000000000000" pitchFamily="2" charset="2"/>
        <a:buChar char=""/>
        <a:defRPr sz="2000"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F3AABE"/>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3"/>
          <p:cNvSpPr>
            <a:spLocks noGrp="1"/>
          </p:cNvSpPr>
          <p:nvPr>
            <p:ph type="ctrTitle"/>
          </p:nvPr>
        </p:nvSpPr>
        <p:spPr>
          <a:xfrm>
            <a:off x="0" y="676275"/>
            <a:ext cx="9144000" cy="4349115"/>
          </a:xfrm>
        </p:spPr>
        <p:txBody>
          <a:bodyPr>
            <a:normAutofit/>
          </a:bodyPr>
          <a:lstStyle/>
          <a:p>
            <a:pPr algn="ctr" eaLnBrk="1" fontAlgn="auto" hangingPunct="1">
              <a:spcAft>
                <a:spcPts val="0"/>
              </a:spcAft>
              <a:defRPr/>
            </a:pPr>
            <a:r>
              <a:rPr lang="en-US" sz="5400">
                <a:solidFill>
                  <a:schemeClr val="tx1"/>
                </a:solidFill>
                <a:effectLst>
                  <a:outerShdw blurRad="38100" dist="38100" dir="2700000" algn="tl">
                    <a:srgbClr val="000000">
                      <a:alpha val="43137"/>
                    </a:srgbClr>
                  </a:outerShdw>
                </a:effectLst>
              </a:rPr>
              <a:t>RURAL SOCIOLOGY</a:t>
            </a:r>
            <a:br>
              <a:rPr lang="en-US" sz="4400">
                <a:solidFill>
                  <a:schemeClr val="tx1"/>
                </a:solidFill>
              </a:rPr>
            </a:br>
            <a:br>
              <a:rPr lang="en-US" sz="4400">
                <a:solidFill>
                  <a:schemeClr val="tx1"/>
                </a:solidFill>
              </a:rPr>
            </a:br>
            <a:br>
              <a:rPr lang="en-US" sz="4400">
                <a:solidFill>
                  <a:schemeClr val="tx1"/>
                </a:solidFill>
              </a:rPr>
            </a:br>
            <a:r>
              <a:rPr lang="en-US" sz="4000">
                <a:solidFill>
                  <a:schemeClr val="tx1"/>
                </a:solidFill>
              </a:rPr>
              <a:t>ELEMENTS OF</a:t>
            </a:r>
            <a:br>
              <a:rPr lang="en-US" sz="4000" dirty="0">
                <a:solidFill>
                  <a:schemeClr val="tx1"/>
                </a:solidFill>
              </a:rPr>
            </a:br>
            <a:r>
              <a:rPr lang="en-US" sz="3600" b="0" dirty="0">
                <a:solidFill>
                  <a:schemeClr val="tx1"/>
                </a:solidFill>
              </a:rPr>
              <a:t>CULTURE</a:t>
            </a:r>
            <a:endParaRPr lang="en-US" sz="3600" b="0" dirty="0">
              <a:solidFill>
                <a:schemeClr val="tx1"/>
              </a:solidFill>
            </a:endParaRPr>
          </a:p>
        </p:txBody>
      </p:sp>
      <p:sp>
        <p:nvSpPr>
          <p:cNvPr id="9219" name="Subtitle 4"/>
          <p:cNvSpPr>
            <a:spLocks noGrp="1"/>
          </p:cNvSpPr>
          <p:nvPr>
            <p:ph type="subTitle" idx="1"/>
          </p:nvPr>
        </p:nvSpPr>
        <p:spPr>
          <a:xfrm>
            <a:off x="1371600" y="5779135"/>
            <a:ext cx="6400800" cy="588645"/>
          </a:xfrm>
        </p:spPr>
        <p:txBody>
          <a:bodyPr/>
          <a:lstStyle/>
          <a:p>
            <a:pPr algn="ctr" eaLnBrk="1" hangingPunct="1"/>
            <a:r>
              <a:rPr lang="en-US" altLang="en-US" sz="2000"/>
              <a:t>Prepared by Emmanuel Nkweto</a:t>
            </a:r>
            <a:endParaRPr lang="en-US"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defRPr/>
            </a:pPr>
            <a:r>
              <a:rPr lang="en-GB" sz="4000" b="1" dirty="0">
                <a:solidFill>
                  <a:schemeClr val="tx1"/>
                </a:solidFill>
              </a:rPr>
              <a:t>ELEMENTS OF CULTURE</a:t>
            </a:r>
            <a:endParaRPr lang="en-GB" sz="4000" dirty="0">
              <a:solidFill>
                <a:schemeClr val="tx1"/>
              </a:solidFill>
            </a:endParaRPr>
          </a:p>
        </p:txBody>
      </p:sp>
      <p:sp>
        <p:nvSpPr>
          <p:cNvPr id="3" name="Content Placeholder 2"/>
          <p:cNvSpPr>
            <a:spLocks noGrp="1"/>
          </p:cNvSpPr>
          <p:nvPr>
            <p:ph sz="quarter" idx="1"/>
          </p:nvPr>
        </p:nvSpPr>
        <p:spPr>
          <a:xfrm>
            <a:off x="457200" y="914400"/>
            <a:ext cx="7467600" cy="5559425"/>
          </a:xfrm>
        </p:spPr>
        <p:txBody>
          <a:bodyPr/>
          <a:lstStyle/>
          <a:p>
            <a:r>
              <a:rPr lang="en-GB" altLang="en-US" sz="3200" dirty="0"/>
              <a:t>Elements of culture are:</a:t>
            </a:r>
            <a:endParaRPr lang="en-GB" altLang="en-US" sz="2900" dirty="0"/>
          </a:p>
          <a:p>
            <a:pPr lvl="1"/>
            <a:r>
              <a:rPr lang="en-GB" altLang="en-US" sz="2900" dirty="0"/>
              <a:t>Symbols</a:t>
            </a:r>
            <a:endParaRPr lang="en-GB" altLang="en-US" sz="2900" dirty="0"/>
          </a:p>
          <a:p>
            <a:pPr lvl="1"/>
            <a:r>
              <a:rPr lang="en-GB" altLang="en-US" sz="2900" dirty="0"/>
              <a:t>Language</a:t>
            </a:r>
            <a:endParaRPr lang="en-GB" altLang="en-US" sz="2900" dirty="0"/>
          </a:p>
          <a:p>
            <a:pPr lvl="1"/>
            <a:r>
              <a:rPr lang="en-GB" altLang="en-US" sz="2900" dirty="0"/>
              <a:t>Values</a:t>
            </a:r>
            <a:endParaRPr lang="en-GB" altLang="en-US" sz="2900" dirty="0"/>
          </a:p>
          <a:p>
            <a:pPr lvl="1"/>
            <a:r>
              <a:rPr lang="en-GB" altLang="en-US" sz="2900" dirty="0"/>
              <a:t>Norms </a:t>
            </a:r>
            <a:endParaRPr lang="en-GB" altLang="en-US" sz="2900" dirty="0"/>
          </a:p>
          <a:p>
            <a:pPr lvl="2"/>
            <a:r>
              <a:rPr lang="en-GB" altLang="en-US" sz="3200" dirty="0"/>
              <a:t>Mores and</a:t>
            </a:r>
            <a:endParaRPr lang="en-GB" altLang="en-US" sz="3200" dirty="0"/>
          </a:p>
          <a:p>
            <a:pPr lvl="2"/>
            <a:r>
              <a:rPr lang="en-GB" altLang="en-US" sz="3200" dirty="0"/>
              <a:t>Folkways </a:t>
            </a:r>
            <a:endParaRPr lang="en-GB" altLang="en-US" sz="3200" dirty="0"/>
          </a:p>
          <a:p>
            <a:pPr lvl="3"/>
            <a:r>
              <a:rPr lang="en-GB" altLang="en-US" sz="2800" dirty="0"/>
              <a:t>Fashion </a:t>
            </a:r>
            <a:endParaRPr lang="en-GB" altLang="en-US" sz="2800" dirty="0"/>
          </a:p>
          <a:p>
            <a:pPr lvl="3"/>
            <a:r>
              <a:rPr lang="en-GB" altLang="en-US" sz="2800" dirty="0"/>
              <a:t>Custom </a:t>
            </a:r>
            <a:endParaRPr lang="en-GB" altLang="en-US" sz="2800" dirty="0"/>
          </a:p>
          <a:p>
            <a:pPr lvl="1"/>
            <a:r>
              <a:rPr lang="en-GB" altLang="en-US" sz="2900" dirty="0"/>
              <a:t>Taboos</a:t>
            </a:r>
            <a:endParaRPr lang="en-GB" altLang="en-US" sz="2900" dirty="0"/>
          </a:p>
          <a:p>
            <a:pPr lvl="1"/>
            <a:r>
              <a:rPr lang="en-GB" altLang="en-US" sz="2900" dirty="0"/>
              <a:t>Rituals</a:t>
            </a:r>
            <a:endParaRPr lang="en-GB" altLang="en-US" sz="2900" dirty="0"/>
          </a:p>
          <a:p>
            <a:pPr lvl="1"/>
            <a:r>
              <a:rPr lang="en-GB" altLang="en-US" sz="2900" dirty="0"/>
              <a:t>Conventions</a:t>
            </a:r>
            <a:endParaRPr lang="en-GB" altLang="en-US" sz="2900" dirty="0"/>
          </a:p>
          <a:p>
            <a:pPr lvl="1"/>
            <a:r>
              <a:rPr lang="en-GB" altLang="en-US" sz="2900" dirty="0"/>
              <a:t>Social values</a:t>
            </a:r>
            <a:endParaRPr lang="en-GB" altLang="en-US" sz="2900" dirty="0"/>
          </a:p>
          <a:p>
            <a:pPr lvl="1"/>
            <a:endParaRPr lang="en-GB" altLang="en-US" sz="2900" dirty="0"/>
          </a:p>
          <a:p>
            <a:endParaRPr lang="en-GB" altLang="en-US" sz="3200" dirty="0"/>
          </a:p>
        </p:txBody>
      </p:sp>
      <p:sp>
        <p:nvSpPr>
          <p:cNvPr id="16388"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942E8AEE-C3F1-4CD3-954D-DB26B0403BE2}"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dirty="0">
                <a:solidFill>
                  <a:schemeClr val="tx1"/>
                </a:solidFill>
              </a:rPr>
              <a:t>SOCIAL VALUES </a:t>
            </a:r>
            <a:endParaRPr lang="en-GB" sz="4000" dirty="0">
              <a:solidFill>
                <a:schemeClr val="tx1"/>
              </a:solidFill>
            </a:endParaRPr>
          </a:p>
        </p:txBody>
      </p:sp>
      <p:sp>
        <p:nvSpPr>
          <p:cNvPr id="3" name="Content Placeholder 2"/>
          <p:cNvSpPr>
            <a:spLocks noGrp="1"/>
          </p:cNvSpPr>
          <p:nvPr>
            <p:ph sz="quarter" idx="1"/>
          </p:nvPr>
        </p:nvSpPr>
        <p:spPr/>
        <p:txBody>
          <a:bodyPr/>
          <a:lstStyle/>
          <a:p>
            <a:r>
              <a:rPr lang="en-US" sz="3200" dirty="0"/>
              <a:t>These are shared beliefs about what is </a:t>
            </a:r>
            <a:endParaRPr lang="en-US" sz="3200" dirty="0"/>
          </a:p>
          <a:p>
            <a:pPr lvl="1"/>
            <a:r>
              <a:rPr lang="en-US" sz="2900" dirty="0"/>
              <a:t>Good or bad, </a:t>
            </a:r>
            <a:endParaRPr lang="en-US" sz="2900" dirty="0"/>
          </a:p>
          <a:p>
            <a:pPr lvl="1"/>
            <a:r>
              <a:rPr lang="en-US" sz="2900" dirty="0"/>
              <a:t>Right or wrong, </a:t>
            </a:r>
            <a:endParaRPr lang="en-US" sz="2900" dirty="0"/>
          </a:p>
          <a:p>
            <a:pPr lvl="1"/>
            <a:r>
              <a:rPr lang="en-US" sz="2900" dirty="0"/>
              <a:t>Desirable or undesirable. </a:t>
            </a:r>
            <a:endParaRPr lang="en-US" sz="2900" dirty="0"/>
          </a:p>
          <a:p>
            <a:r>
              <a:rPr lang="en-US" sz="3200" dirty="0"/>
              <a:t>These determine the character and culture of a people.</a:t>
            </a:r>
            <a:endParaRPr lang="en-US" sz="3200" dirty="0"/>
          </a:p>
          <a:p>
            <a:r>
              <a:rPr lang="en-US" sz="3200" dirty="0"/>
              <a:t>Imagine a society which views social forestry and </a:t>
            </a:r>
            <a:r>
              <a:rPr lang="en-US" sz="3200" dirty="0" err="1"/>
              <a:t>agro</a:t>
            </a:r>
            <a:r>
              <a:rPr lang="en-US" sz="3200" dirty="0"/>
              <a:t> forestry as good, right and </a:t>
            </a:r>
            <a:r>
              <a:rPr lang="en-US" sz="3200" dirty="0" err="1"/>
              <a:t>desireable</a:t>
            </a:r>
            <a:r>
              <a:rPr lang="en-US" sz="3200" dirty="0"/>
              <a:t>.</a:t>
            </a:r>
            <a:endParaRPr lang="en-US" sz="3200" dirty="0"/>
          </a:p>
          <a:p>
            <a:endParaRPr lang="en-GB" sz="3200" dirty="0"/>
          </a:p>
        </p:txBody>
      </p:sp>
      <p:sp>
        <p:nvSpPr>
          <p:cNvPr id="4" name="Slide Number Placeholder 3"/>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4DA3E3DE-B04A-4E45-ACA5-8B47AD96511F}"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000" dirty="0">
                <a:solidFill>
                  <a:schemeClr val="tx1"/>
                </a:solidFill>
              </a:rPr>
              <a:t>NORMS </a:t>
            </a:r>
            <a:endParaRPr lang="en-GB" sz="4000" dirty="0">
              <a:solidFill>
                <a:schemeClr val="tx1"/>
              </a:solidFill>
            </a:endParaRPr>
          </a:p>
        </p:txBody>
      </p:sp>
      <p:sp>
        <p:nvSpPr>
          <p:cNvPr id="3" name="Content Placeholder 2"/>
          <p:cNvSpPr>
            <a:spLocks noGrp="1"/>
          </p:cNvSpPr>
          <p:nvPr>
            <p:ph sz="quarter" idx="1"/>
          </p:nvPr>
        </p:nvSpPr>
        <p:spPr>
          <a:xfrm>
            <a:off x="457200" y="1600200"/>
            <a:ext cx="8534400" cy="4873752"/>
          </a:xfrm>
        </p:spPr>
        <p:txBody>
          <a:bodyPr/>
          <a:lstStyle/>
          <a:p>
            <a:r>
              <a:rPr lang="en-GB" sz="3200" dirty="0"/>
              <a:t>They are created to enforce cultural values. </a:t>
            </a:r>
            <a:endParaRPr lang="en-GB" sz="3200" dirty="0"/>
          </a:p>
          <a:p>
            <a:r>
              <a:rPr lang="en-GB" sz="3200" dirty="0"/>
              <a:t>Norms are the shared rules of conduct that tell people how to act in specific situations.</a:t>
            </a:r>
            <a:endParaRPr lang="en-GB" sz="3200" dirty="0"/>
          </a:p>
          <a:p>
            <a:r>
              <a:rPr lang="en-GB" sz="3200" dirty="0"/>
              <a:t>It is important to keep in mind that norms are expectations for behaviour, not actual behaviour. </a:t>
            </a:r>
            <a:endParaRPr lang="en-GB" sz="3200" dirty="0"/>
          </a:p>
          <a:p>
            <a:r>
              <a:rPr lang="en-GB" sz="3200" dirty="0"/>
              <a:t>The fact that a group has norms governing certain behaviour does not necessarily mean that the actions of all individuals will be in line with those norms. </a:t>
            </a:r>
            <a:endParaRPr lang="en-GB" sz="3200" dirty="0"/>
          </a:p>
          <a:p>
            <a:endParaRPr lang="en-GB" sz="3200" dirty="0"/>
          </a:p>
        </p:txBody>
      </p:sp>
      <p:sp>
        <p:nvSpPr>
          <p:cNvPr id="4" name="Slide Number Placeholder 3"/>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4DA3E3DE-B04A-4E45-ACA5-8B47AD96511F}"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04812" y="381000"/>
            <a:ext cx="8662988" cy="6092952"/>
          </a:xfrm>
        </p:spPr>
        <p:txBody>
          <a:bodyPr/>
          <a:lstStyle/>
          <a:p>
            <a:pPr lvl="0">
              <a:buClr>
                <a:srgbClr val="7FD13B"/>
              </a:buClr>
            </a:pPr>
            <a:r>
              <a:rPr lang="en-GB" sz="3200" dirty="0">
                <a:solidFill>
                  <a:prstClr val="black"/>
                </a:solidFill>
              </a:rPr>
              <a:t>There are norms concerning fishing; nevertheless, some people use bad methods. </a:t>
            </a:r>
            <a:endParaRPr lang="en-GB" sz="3200" dirty="0">
              <a:solidFill>
                <a:prstClr val="black"/>
              </a:solidFill>
            </a:endParaRPr>
          </a:p>
          <a:p>
            <a:pPr lvl="0">
              <a:buClr>
                <a:srgbClr val="7FD13B"/>
              </a:buClr>
            </a:pPr>
            <a:r>
              <a:rPr lang="en-GB" sz="3200" dirty="0">
                <a:solidFill>
                  <a:prstClr val="black"/>
                </a:solidFill>
              </a:rPr>
              <a:t>Financial responsibility but some people never pay school fees and other bills.</a:t>
            </a:r>
            <a:endParaRPr lang="en-GB" sz="3200" dirty="0">
              <a:solidFill>
                <a:prstClr val="black"/>
              </a:solidFill>
            </a:endParaRPr>
          </a:p>
          <a:p>
            <a:pPr lvl="0">
              <a:buClr>
                <a:srgbClr val="7FD13B"/>
              </a:buClr>
            </a:pPr>
            <a:r>
              <a:rPr lang="en-GB" sz="3200" dirty="0">
                <a:solidFill>
                  <a:prstClr val="black"/>
                </a:solidFill>
              </a:rPr>
              <a:t>Some norms are not important while others are very important (do not kill a human being). </a:t>
            </a:r>
            <a:endParaRPr lang="en-GB" sz="3200" dirty="0">
              <a:solidFill>
                <a:prstClr val="black"/>
              </a:solidFill>
            </a:endParaRPr>
          </a:p>
          <a:p>
            <a:pPr lvl="0">
              <a:buClr>
                <a:srgbClr val="7FD13B"/>
              </a:buClr>
            </a:pPr>
            <a:r>
              <a:rPr lang="en-GB" sz="3200" dirty="0">
                <a:solidFill>
                  <a:prstClr val="black"/>
                </a:solidFill>
              </a:rPr>
              <a:t>Some norms apply to everyone in society; others are applied selectively. </a:t>
            </a:r>
            <a:endParaRPr lang="en-GB" sz="3200" dirty="0">
              <a:solidFill>
                <a:prstClr val="black"/>
              </a:solidFill>
            </a:endParaRPr>
          </a:p>
          <a:p>
            <a:pPr lvl="0">
              <a:buClr>
                <a:srgbClr val="7FD13B"/>
              </a:buClr>
            </a:pPr>
            <a:r>
              <a:rPr lang="en-GB" sz="3200" dirty="0">
                <a:solidFill>
                  <a:prstClr val="black"/>
                </a:solidFill>
              </a:rPr>
              <a:t>When there is war soldiers are expected to kill.</a:t>
            </a:r>
            <a:endParaRPr lang="en-GB" sz="3200" dirty="0">
              <a:solidFill>
                <a:prstClr val="black"/>
              </a:solidFill>
            </a:endParaRPr>
          </a:p>
          <a:p>
            <a:pPr lvl="0">
              <a:buClr>
                <a:srgbClr val="7FD13B"/>
              </a:buClr>
            </a:pPr>
            <a:r>
              <a:rPr lang="en-GB" sz="3200" dirty="0">
                <a:solidFill>
                  <a:prstClr val="black"/>
                </a:solidFill>
              </a:rPr>
              <a:t>Equally witches also kill secretly.</a:t>
            </a:r>
            <a:endParaRPr lang="en-GB" dirty="0"/>
          </a:p>
        </p:txBody>
      </p:sp>
      <p:sp>
        <p:nvSpPr>
          <p:cNvPr id="4" name="Slide Number Placeholder 3"/>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4DA3E3DE-B04A-4E45-ACA5-8B47AD96511F}"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44562"/>
          </a:xfrm>
        </p:spPr>
        <p:txBody>
          <a:bodyPr>
            <a:noAutofit/>
          </a:bodyPr>
          <a:lstStyle/>
          <a:p>
            <a:pPr algn="ctr">
              <a:defRPr/>
            </a:pPr>
            <a:r>
              <a:rPr lang="en-US" sz="4000" dirty="0">
                <a:solidFill>
                  <a:schemeClr val="tx1"/>
                </a:solidFill>
              </a:rPr>
              <a:t>FOLKWAYS</a:t>
            </a:r>
            <a:endParaRPr lang="en-GB" sz="4000" dirty="0">
              <a:solidFill>
                <a:schemeClr val="tx1"/>
              </a:solidFill>
            </a:endParaRPr>
          </a:p>
        </p:txBody>
      </p:sp>
      <p:sp>
        <p:nvSpPr>
          <p:cNvPr id="3" name="Content Placeholder 2"/>
          <p:cNvSpPr>
            <a:spLocks noGrp="1"/>
          </p:cNvSpPr>
          <p:nvPr>
            <p:ph sz="quarter" idx="1"/>
          </p:nvPr>
        </p:nvSpPr>
        <p:spPr>
          <a:xfrm>
            <a:off x="457200" y="1219200"/>
            <a:ext cx="8458200" cy="5254625"/>
          </a:xfrm>
        </p:spPr>
        <p:txBody>
          <a:bodyPr/>
          <a:lstStyle/>
          <a:p>
            <a:r>
              <a:rPr lang="en-US" altLang="en-US" sz="3200" dirty="0"/>
              <a:t>Folkways are expected forms of behavior but are not rigidly enforced. </a:t>
            </a:r>
            <a:endParaRPr lang="en-US" altLang="en-US" sz="3200" dirty="0"/>
          </a:p>
          <a:p>
            <a:r>
              <a:rPr lang="en-US" altLang="en-US" sz="3200" dirty="0"/>
              <a:t>Folkways are the customary ways of behaving in society, in which society exerts some force for conformity. </a:t>
            </a:r>
            <a:endParaRPr lang="en-US" altLang="en-US" sz="3200" dirty="0"/>
          </a:p>
          <a:p>
            <a:r>
              <a:rPr lang="en-US" altLang="en-US" sz="3200" dirty="0"/>
              <a:t>Folkways are recognized ways of behavior in a society.</a:t>
            </a:r>
            <a:endParaRPr lang="en-US" altLang="en-US" sz="3200" dirty="0"/>
          </a:p>
          <a:p>
            <a:r>
              <a:rPr lang="en-GB" altLang="en-US" sz="3200" dirty="0"/>
              <a:t>The customary norms of society that do not imply moral </a:t>
            </a:r>
            <a:r>
              <a:rPr lang="en-GB" altLang="en-US" sz="3200" b="1" dirty="0"/>
              <a:t>sanction </a:t>
            </a:r>
            <a:r>
              <a:rPr lang="en-GB" altLang="en-US" sz="3200" dirty="0"/>
              <a:t>(punishment)</a:t>
            </a:r>
            <a:r>
              <a:rPr lang="en-GB" altLang="en-US" sz="3200" b="1" dirty="0"/>
              <a:t>.</a:t>
            </a:r>
            <a:endParaRPr lang="en-GB" altLang="en-US" sz="3200" b="1" dirty="0"/>
          </a:p>
          <a:p>
            <a:r>
              <a:rPr lang="en-GB" altLang="en-US" sz="3200" dirty="0"/>
              <a:t>Folkways are sometimes called</a:t>
            </a:r>
            <a:r>
              <a:rPr lang="en-GB" altLang="en-US" sz="3200" b="1" dirty="0"/>
              <a:t> Usages.</a:t>
            </a:r>
            <a:endParaRPr lang="en-US" altLang="en-US" sz="3200" dirty="0"/>
          </a:p>
          <a:p>
            <a:endParaRPr lang="en-GB" altLang="en-US" sz="3200" dirty="0"/>
          </a:p>
        </p:txBody>
      </p:sp>
      <p:sp>
        <p:nvSpPr>
          <p:cNvPr id="17412"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DC386361-7307-4063-BAB1-DB74AC379BB2}"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8281988" cy="4873625"/>
          </a:xfrm>
        </p:spPr>
        <p:txBody>
          <a:bodyPr/>
          <a:lstStyle/>
          <a:p>
            <a:r>
              <a:rPr lang="en-GB" altLang="en-US" sz="3200" b="1" dirty="0"/>
              <a:t>Examples of folkways are</a:t>
            </a:r>
            <a:r>
              <a:rPr lang="en-GB" altLang="en-US" sz="3200" dirty="0"/>
              <a:t>: </a:t>
            </a:r>
            <a:endParaRPr lang="en-GB" altLang="en-US" sz="3200" dirty="0"/>
          </a:p>
          <a:p>
            <a:r>
              <a:rPr lang="en-GB" altLang="en-US" sz="3200" dirty="0"/>
              <a:t>Good manners </a:t>
            </a:r>
            <a:endParaRPr lang="en-GB" altLang="en-US" sz="3200" dirty="0"/>
          </a:p>
          <a:p>
            <a:r>
              <a:rPr lang="en-GB" altLang="en-US" sz="3200" dirty="0"/>
              <a:t>Entering home only after removal of shoes </a:t>
            </a:r>
            <a:endParaRPr lang="en-GB" altLang="en-US" sz="3200" dirty="0"/>
          </a:p>
          <a:p>
            <a:r>
              <a:rPr lang="en-GB" altLang="en-US" sz="3200" dirty="0"/>
              <a:t>Greetings elders </a:t>
            </a:r>
            <a:endParaRPr lang="en-GB" altLang="en-US" sz="3200" dirty="0"/>
          </a:p>
          <a:p>
            <a:r>
              <a:rPr lang="en-GB" altLang="en-US" sz="3200" dirty="0"/>
              <a:t>Good farming practices</a:t>
            </a:r>
            <a:endParaRPr lang="en-GB" altLang="en-US" sz="3200" dirty="0"/>
          </a:p>
          <a:p>
            <a:r>
              <a:rPr lang="en-GB" altLang="en-US" sz="3200" dirty="0"/>
              <a:t>Tree planting</a:t>
            </a:r>
            <a:endParaRPr lang="en-GB" altLang="en-US" sz="3200" dirty="0"/>
          </a:p>
          <a:p>
            <a:r>
              <a:rPr lang="en-GB" altLang="en-US" sz="3200" dirty="0"/>
              <a:t>Ridges or flat land preparation</a:t>
            </a:r>
            <a:endParaRPr lang="en-GB" altLang="en-US" sz="3200" dirty="0"/>
          </a:p>
          <a:p>
            <a:endParaRPr lang="en-GB" altLang="en-US" sz="3200" dirty="0"/>
          </a:p>
          <a:p>
            <a:endParaRPr lang="en-GB" altLang="en-US" sz="3200" dirty="0"/>
          </a:p>
        </p:txBody>
      </p:sp>
      <p:sp>
        <p:nvSpPr>
          <p:cNvPr id="18436"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0AFFA6F9-CF27-4BA1-B7A4-87474E73F8BE}"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GB" sz="4000" dirty="0">
                <a:solidFill>
                  <a:schemeClr val="tx1"/>
                </a:solidFill>
              </a:rPr>
              <a:t>MORES</a:t>
            </a:r>
            <a:endParaRPr lang="en-GB" sz="4000" dirty="0">
              <a:solidFill>
                <a:schemeClr val="tx1"/>
              </a:solidFill>
            </a:endParaRPr>
          </a:p>
        </p:txBody>
      </p:sp>
      <p:sp>
        <p:nvSpPr>
          <p:cNvPr id="3" name="Content Placeholder 2"/>
          <p:cNvSpPr>
            <a:spLocks noGrp="1"/>
          </p:cNvSpPr>
          <p:nvPr>
            <p:ph sz="quarter" idx="1"/>
          </p:nvPr>
        </p:nvSpPr>
        <p:spPr>
          <a:xfrm>
            <a:off x="457200" y="1600200"/>
            <a:ext cx="8763000" cy="4873625"/>
          </a:xfrm>
        </p:spPr>
        <p:txBody>
          <a:bodyPr/>
          <a:lstStyle/>
          <a:p>
            <a:r>
              <a:rPr lang="en-GB" altLang="en-US" sz="3200" dirty="0"/>
              <a:t>The mores are the customs or patterns of behaviour, which are regarded by members of social system as </a:t>
            </a:r>
            <a:r>
              <a:rPr lang="en-GB" altLang="en-US" sz="3200" b="1" dirty="0"/>
              <a:t>vital</a:t>
            </a:r>
            <a:r>
              <a:rPr lang="en-GB" altLang="en-US" sz="3200" dirty="0"/>
              <a:t> and </a:t>
            </a:r>
            <a:r>
              <a:rPr lang="en-GB" altLang="en-US" sz="3200" b="1" dirty="0"/>
              <a:t>essential</a:t>
            </a:r>
            <a:r>
              <a:rPr lang="en-GB" altLang="en-US" sz="3200" dirty="0"/>
              <a:t> to the welfare of the group.</a:t>
            </a:r>
            <a:endParaRPr lang="en-GB" altLang="en-US" sz="3200" dirty="0"/>
          </a:p>
          <a:p>
            <a:r>
              <a:rPr lang="en-GB" altLang="en-US" sz="3200" dirty="0"/>
              <a:t>They show what is </a:t>
            </a:r>
            <a:r>
              <a:rPr lang="en-GB" altLang="en-US" sz="3200" b="1" dirty="0"/>
              <a:t>right</a:t>
            </a:r>
            <a:r>
              <a:rPr lang="en-GB" altLang="en-US" sz="3200" dirty="0"/>
              <a:t> for the welfare of group. </a:t>
            </a:r>
            <a:endParaRPr lang="en-GB" altLang="en-US" sz="3200" dirty="0"/>
          </a:p>
          <a:p>
            <a:r>
              <a:rPr lang="en-GB" altLang="en-US" sz="3200" dirty="0"/>
              <a:t>Mores may be defined as those customs, which are held to be </a:t>
            </a:r>
            <a:r>
              <a:rPr lang="en-GB" altLang="en-US" sz="3200" b="1" dirty="0"/>
              <a:t>essential</a:t>
            </a:r>
            <a:r>
              <a:rPr lang="en-GB" altLang="en-US" sz="3200" dirty="0"/>
              <a:t> to ethical or moral values of people. </a:t>
            </a:r>
            <a:endParaRPr lang="en-GB" altLang="en-US" sz="3200" dirty="0"/>
          </a:p>
        </p:txBody>
      </p:sp>
      <p:sp>
        <p:nvSpPr>
          <p:cNvPr id="19460"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7FAECCC7-210F-4A98-8A2B-64E27821228D}"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7467600" cy="4873625"/>
          </a:xfrm>
        </p:spPr>
        <p:txBody>
          <a:bodyPr/>
          <a:lstStyle/>
          <a:p>
            <a:pPr>
              <a:buClr>
                <a:srgbClr val="7FD13B"/>
              </a:buClr>
            </a:pPr>
            <a:r>
              <a:rPr lang="en-GB" altLang="en-US" sz="3200" dirty="0">
                <a:solidFill>
                  <a:srgbClr val="000000"/>
                </a:solidFill>
              </a:rPr>
              <a:t>Mores are the socially </a:t>
            </a:r>
            <a:r>
              <a:rPr lang="en-GB" altLang="en-US" sz="3200" b="1" dirty="0">
                <a:solidFill>
                  <a:srgbClr val="000000"/>
                </a:solidFill>
              </a:rPr>
              <a:t>acceptable</a:t>
            </a:r>
            <a:r>
              <a:rPr lang="en-GB" altLang="en-US" sz="3200" dirty="0">
                <a:solidFill>
                  <a:srgbClr val="000000"/>
                </a:solidFill>
              </a:rPr>
              <a:t> ways of </a:t>
            </a:r>
            <a:r>
              <a:rPr lang="en-GB" altLang="en-US" sz="3200" dirty="0" err="1">
                <a:solidFill>
                  <a:srgbClr val="000000"/>
                </a:solidFill>
              </a:rPr>
              <a:t>behavior</a:t>
            </a:r>
            <a:r>
              <a:rPr lang="en-GB" altLang="en-US" sz="3200" dirty="0">
                <a:solidFill>
                  <a:srgbClr val="000000"/>
                </a:solidFill>
              </a:rPr>
              <a:t> that do involve </a:t>
            </a:r>
            <a:r>
              <a:rPr lang="en-GB" altLang="en-US" sz="3200" b="1" dirty="0">
                <a:solidFill>
                  <a:srgbClr val="000000"/>
                </a:solidFill>
              </a:rPr>
              <a:t>moral standards</a:t>
            </a:r>
            <a:r>
              <a:rPr lang="en-GB" altLang="en-US" sz="3200" dirty="0">
                <a:solidFill>
                  <a:srgbClr val="000000"/>
                </a:solidFill>
              </a:rPr>
              <a:t> (regulations).</a:t>
            </a:r>
            <a:endParaRPr lang="en-GB" altLang="en-US" sz="3200" dirty="0">
              <a:solidFill>
                <a:srgbClr val="000000"/>
              </a:solidFill>
            </a:endParaRPr>
          </a:p>
          <a:p>
            <a:pPr>
              <a:buClr>
                <a:srgbClr val="7FD13B"/>
              </a:buClr>
            </a:pPr>
            <a:r>
              <a:rPr lang="en-GB" altLang="en-US" sz="3200" dirty="0">
                <a:solidFill>
                  <a:srgbClr val="000000"/>
                </a:solidFill>
              </a:rPr>
              <a:t>Violation of </a:t>
            </a:r>
            <a:r>
              <a:rPr lang="en-GB" altLang="en-US" sz="3200" b="1" dirty="0">
                <a:solidFill>
                  <a:srgbClr val="000000"/>
                </a:solidFill>
              </a:rPr>
              <a:t>more</a:t>
            </a:r>
            <a:r>
              <a:rPr lang="en-GB" altLang="en-US" sz="3200" dirty="0">
                <a:solidFill>
                  <a:srgbClr val="000000"/>
                </a:solidFill>
              </a:rPr>
              <a:t> may result in severe </a:t>
            </a:r>
            <a:r>
              <a:rPr lang="en-GB" altLang="en-US" sz="3200" b="1" dirty="0">
                <a:solidFill>
                  <a:srgbClr val="000000"/>
                </a:solidFill>
              </a:rPr>
              <a:t>social action</a:t>
            </a:r>
            <a:r>
              <a:rPr lang="en-GB" altLang="en-US" sz="3200" dirty="0">
                <a:solidFill>
                  <a:srgbClr val="000000"/>
                </a:solidFill>
              </a:rPr>
              <a:t> or </a:t>
            </a:r>
            <a:r>
              <a:rPr lang="en-GB" altLang="en-US" sz="3200" b="1" dirty="0">
                <a:solidFill>
                  <a:srgbClr val="000000"/>
                </a:solidFill>
              </a:rPr>
              <a:t>sanction</a:t>
            </a:r>
            <a:r>
              <a:rPr lang="en-GB" altLang="en-US" sz="3200" dirty="0">
                <a:solidFill>
                  <a:srgbClr val="000000"/>
                </a:solidFill>
              </a:rPr>
              <a:t>,</a:t>
            </a:r>
            <a:endParaRPr lang="en-GB" altLang="en-US" sz="3200" dirty="0">
              <a:solidFill>
                <a:srgbClr val="000000"/>
              </a:solidFill>
            </a:endParaRPr>
          </a:p>
          <a:p>
            <a:endParaRPr lang="en-GB" altLang="en-US" dirty="0"/>
          </a:p>
        </p:txBody>
      </p:sp>
      <p:sp>
        <p:nvSpPr>
          <p:cNvPr id="20484"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2143F51D-E452-48B1-A529-43A57DD811C4}"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686800" cy="6092825"/>
          </a:xfrm>
        </p:spPr>
        <p:txBody>
          <a:bodyPr/>
          <a:lstStyle/>
          <a:p>
            <a:r>
              <a:rPr lang="en-GB" altLang="en-US" sz="3200" dirty="0"/>
              <a:t>Religion provides foundation for </a:t>
            </a:r>
            <a:r>
              <a:rPr lang="en-GB" altLang="en-US" sz="3200" b="1" dirty="0"/>
              <a:t>mores </a:t>
            </a:r>
            <a:r>
              <a:rPr lang="en-GB" altLang="en-US" sz="3200" dirty="0"/>
              <a:t>of the society </a:t>
            </a:r>
            <a:endParaRPr lang="en-GB" altLang="en-US" sz="3200" dirty="0"/>
          </a:p>
          <a:p>
            <a:r>
              <a:rPr lang="en-GB" altLang="en-US" sz="3200" b="1" dirty="0"/>
              <a:t>Examples of Mores</a:t>
            </a:r>
            <a:r>
              <a:rPr lang="en-GB" altLang="en-US" sz="3200" dirty="0"/>
              <a:t>: </a:t>
            </a:r>
            <a:endParaRPr lang="en-GB" altLang="en-US" sz="3200" dirty="0"/>
          </a:p>
          <a:p>
            <a:r>
              <a:rPr lang="en-GB" altLang="en-US" sz="3200" dirty="0"/>
              <a:t>Honesty is one of the recognized mores of the society. </a:t>
            </a:r>
            <a:endParaRPr lang="en-GB" altLang="en-US" sz="3200" dirty="0"/>
          </a:p>
          <a:p>
            <a:r>
              <a:rPr lang="en-GB" altLang="en-US" sz="3200" dirty="0"/>
              <a:t>Saluting the National Flag.</a:t>
            </a:r>
            <a:endParaRPr lang="en-GB" altLang="en-US" sz="3200" dirty="0"/>
          </a:p>
          <a:p>
            <a:r>
              <a:rPr lang="en-GB" altLang="en-US" sz="3200" dirty="0"/>
              <a:t>Standing during the playing of National Anthem.</a:t>
            </a:r>
            <a:endParaRPr lang="en-GB" altLang="en-US" sz="3200" dirty="0"/>
          </a:p>
          <a:p>
            <a:r>
              <a:rPr lang="en-GB" altLang="en-US" sz="3200" dirty="0"/>
              <a:t>Monogamy (having one wife or husband). </a:t>
            </a:r>
            <a:endParaRPr lang="en-GB" altLang="en-US" sz="3200" dirty="0"/>
          </a:p>
          <a:p>
            <a:r>
              <a:rPr lang="en-GB" altLang="en-US" sz="3200" dirty="0"/>
              <a:t>Women and children first in the event of crises. </a:t>
            </a:r>
            <a:endParaRPr lang="en-GB" altLang="en-US" sz="3200" dirty="0"/>
          </a:p>
          <a:p>
            <a:r>
              <a:rPr lang="en-GB" altLang="en-US" sz="3200" dirty="0"/>
              <a:t>Not killing</a:t>
            </a:r>
            <a:endParaRPr lang="en-GB" altLang="en-US" sz="3200" dirty="0"/>
          </a:p>
          <a:p>
            <a:endParaRPr lang="en-GB" altLang="en-US" sz="3200" dirty="0"/>
          </a:p>
        </p:txBody>
      </p:sp>
      <p:sp>
        <p:nvSpPr>
          <p:cNvPr id="21507"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5A07B1DD-1FB9-4639-8561-02500AA00552}"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GB" altLang="en-US" sz="4000" b="1" cap="none" dirty="0">
                <a:solidFill>
                  <a:prstClr val="black"/>
                </a:solidFill>
                <a:ea typeface="+mn-ea"/>
                <a:cs typeface="+mn-cs"/>
              </a:rPr>
              <a:t>CONVENTIONS</a:t>
            </a:r>
            <a:endParaRPr lang="en-GB" sz="4000" dirty="0"/>
          </a:p>
        </p:txBody>
      </p:sp>
      <p:sp>
        <p:nvSpPr>
          <p:cNvPr id="3" name="Content Placeholder 2"/>
          <p:cNvSpPr>
            <a:spLocks noGrp="1"/>
          </p:cNvSpPr>
          <p:nvPr>
            <p:ph sz="quarter" idx="1"/>
          </p:nvPr>
        </p:nvSpPr>
        <p:spPr>
          <a:xfrm>
            <a:off x="0" y="1600200"/>
            <a:ext cx="9144000" cy="4873625"/>
          </a:xfrm>
        </p:spPr>
        <p:txBody>
          <a:bodyPr/>
          <a:lstStyle/>
          <a:p>
            <a:r>
              <a:rPr lang="en-GB" altLang="en-US" sz="3200" dirty="0"/>
              <a:t>These are customs regulating more significant social behaviour. </a:t>
            </a:r>
            <a:endParaRPr lang="en-GB" altLang="en-US" sz="3200" dirty="0"/>
          </a:p>
          <a:p>
            <a:r>
              <a:rPr lang="en-GB" altLang="en-US" sz="3200" dirty="0"/>
              <a:t>Parents instruct their children the conventions though often they (parents) cannot explain why the child must conform.</a:t>
            </a:r>
            <a:endParaRPr lang="en-GB" altLang="en-US" sz="3200" dirty="0"/>
          </a:p>
          <a:p>
            <a:endParaRPr lang="en-GB" altLang="en-US" sz="3200" dirty="0"/>
          </a:p>
          <a:p>
            <a:endParaRPr lang="en-GB" altLang="en-US" sz="3200" dirty="0"/>
          </a:p>
        </p:txBody>
      </p:sp>
      <p:sp>
        <p:nvSpPr>
          <p:cNvPr id="26628"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C22C857B-BAA3-411A-88F8-2710DA8004DD}"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8458200" cy="4873625"/>
          </a:xfrm>
        </p:spPr>
        <p:txBody>
          <a:bodyPr/>
          <a:lstStyle/>
          <a:p>
            <a:pPr>
              <a:buClr>
                <a:srgbClr val="7FD13B"/>
              </a:buClr>
            </a:pPr>
            <a:r>
              <a:rPr lang="en-GB" altLang="en-US" sz="3200" b="1" dirty="0">
                <a:solidFill>
                  <a:srgbClr val="000000"/>
                </a:solidFill>
              </a:rPr>
              <a:t>Examples of Conventions:  </a:t>
            </a:r>
            <a:endParaRPr lang="en-GB" altLang="en-US" sz="3200" dirty="0">
              <a:solidFill>
                <a:srgbClr val="000000"/>
              </a:solidFill>
            </a:endParaRPr>
          </a:p>
          <a:p>
            <a:pPr>
              <a:buClr>
                <a:srgbClr val="7FD13B"/>
              </a:buClr>
            </a:pPr>
            <a:r>
              <a:rPr lang="en-GB" altLang="en-US" sz="3200" dirty="0">
                <a:solidFill>
                  <a:srgbClr val="000000"/>
                </a:solidFill>
              </a:rPr>
              <a:t>Being polite to others </a:t>
            </a:r>
            <a:endParaRPr lang="en-GB" altLang="en-US" sz="3200" dirty="0">
              <a:solidFill>
                <a:srgbClr val="000000"/>
              </a:solidFill>
            </a:endParaRPr>
          </a:p>
          <a:p>
            <a:pPr>
              <a:buClr>
                <a:srgbClr val="7FD13B"/>
              </a:buClr>
            </a:pPr>
            <a:r>
              <a:rPr lang="en-GB" altLang="en-US" sz="3200" dirty="0">
                <a:solidFill>
                  <a:srgbClr val="000000"/>
                </a:solidFill>
              </a:rPr>
              <a:t>Wearing clothes in public </a:t>
            </a:r>
            <a:endParaRPr lang="en-GB" altLang="en-US" sz="3200" dirty="0">
              <a:solidFill>
                <a:srgbClr val="000000"/>
              </a:solidFill>
            </a:endParaRPr>
          </a:p>
          <a:p>
            <a:pPr>
              <a:buClr>
                <a:srgbClr val="7FD13B"/>
              </a:buClr>
            </a:pPr>
            <a:r>
              <a:rPr lang="en-GB" altLang="en-US" sz="3200" dirty="0">
                <a:solidFill>
                  <a:srgbClr val="000000"/>
                </a:solidFill>
              </a:rPr>
              <a:t>Dating or courtship (found in western countries) and engagement practices  </a:t>
            </a:r>
            <a:endParaRPr lang="en-GB" altLang="en-US" sz="3200" dirty="0">
              <a:solidFill>
                <a:srgbClr val="000000"/>
              </a:solidFill>
            </a:endParaRPr>
          </a:p>
          <a:p>
            <a:pPr>
              <a:buClr>
                <a:srgbClr val="7FD13B"/>
              </a:buClr>
            </a:pPr>
            <a:r>
              <a:rPr lang="en-GB" altLang="en-US" sz="3200" dirty="0">
                <a:solidFill>
                  <a:srgbClr val="000000"/>
                </a:solidFill>
              </a:rPr>
              <a:t>Using knife, spoon or fork for eating etc. </a:t>
            </a:r>
            <a:endParaRPr lang="en-GB" altLang="en-US" sz="3200" dirty="0">
              <a:solidFill>
                <a:srgbClr val="000000"/>
              </a:solidFill>
            </a:endParaRPr>
          </a:p>
          <a:p>
            <a:pPr>
              <a:buClr>
                <a:srgbClr val="7FD13B"/>
              </a:buClr>
            </a:pPr>
            <a:r>
              <a:rPr lang="en-GB" altLang="en-US" sz="3200" dirty="0">
                <a:solidFill>
                  <a:srgbClr val="000000"/>
                </a:solidFill>
              </a:rPr>
              <a:t>Nations also enter into conventions to govern behaviours of individuals, groups and nations</a:t>
            </a:r>
            <a:endParaRPr lang="en-GB" altLang="en-US" sz="3200" dirty="0">
              <a:solidFill>
                <a:srgbClr val="000000"/>
              </a:solidFill>
            </a:endParaRPr>
          </a:p>
          <a:p>
            <a:endParaRPr lang="en-GB" altLang="en-US" dirty="0"/>
          </a:p>
        </p:txBody>
      </p:sp>
      <p:sp>
        <p:nvSpPr>
          <p:cNvPr id="27652"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C08FD7ED-A8E0-40DE-B6EF-E74EC96F9600}"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73050" indent="-273050" algn="ctr">
              <a:spcBef>
                <a:spcPts val="600"/>
              </a:spcBef>
              <a:defRPr/>
            </a:pPr>
            <a:r>
              <a:rPr lang="en-US" sz="4000" cap="none" dirty="0">
                <a:solidFill>
                  <a:schemeClr val="tx1"/>
                </a:solidFill>
                <a:ea typeface="+mn-ea"/>
                <a:cs typeface="+mn-cs"/>
              </a:rPr>
              <a:t>TABOOS</a:t>
            </a:r>
            <a:endParaRPr lang="en-GB" sz="4000" dirty="0">
              <a:solidFill>
                <a:schemeClr val="tx1"/>
              </a:solidFill>
            </a:endParaRPr>
          </a:p>
        </p:txBody>
      </p:sp>
      <p:sp>
        <p:nvSpPr>
          <p:cNvPr id="3" name="Content Placeholder 2"/>
          <p:cNvSpPr>
            <a:spLocks noGrp="1"/>
          </p:cNvSpPr>
          <p:nvPr>
            <p:ph sz="quarter" idx="1"/>
          </p:nvPr>
        </p:nvSpPr>
        <p:spPr>
          <a:xfrm>
            <a:off x="457200" y="1600200"/>
            <a:ext cx="8458200" cy="4873625"/>
          </a:xfrm>
        </p:spPr>
        <p:txBody>
          <a:bodyPr/>
          <a:lstStyle/>
          <a:p>
            <a:r>
              <a:rPr lang="en-US" altLang="en-US" sz="3200" dirty="0"/>
              <a:t>Generally the term ‘more’ is used for the positive action or things that ought to be done but the term ‘taboo’ is used for the negative action and for the things that one ought not to do. </a:t>
            </a:r>
            <a:endParaRPr lang="en-US" altLang="en-US" sz="3200" dirty="0"/>
          </a:p>
          <a:p>
            <a:r>
              <a:rPr lang="en-US" altLang="en-US" sz="3200" dirty="0"/>
              <a:t>Taboo means forbid. </a:t>
            </a:r>
            <a:endParaRPr lang="en-US" altLang="en-US" sz="3200" dirty="0"/>
          </a:p>
          <a:p>
            <a:r>
              <a:rPr lang="en-US" altLang="en-US" sz="3200" dirty="0"/>
              <a:t>It refers to the prohibitions of the types of behavior because of some magical, supernatural (God) or religious sanction </a:t>
            </a:r>
            <a:endParaRPr lang="en-US" altLang="en-US" sz="3200" dirty="0"/>
          </a:p>
          <a:p>
            <a:r>
              <a:rPr lang="en-US" altLang="en-US" sz="3200" dirty="0"/>
              <a:t> </a:t>
            </a:r>
            <a:endParaRPr lang="en-US" altLang="en-US" sz="3200" dirty="0"/>
          </a:p>
          <a:p>
            <a:endParaRPr lang="en-GB" altLang="en-US" sz="3200" dirty="0"/>
          </a:p>
        </p:txBody>
      </p:sp>
      <p:sp>
        <p:nvSpPr>
          <p:cNvPr id="22532"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D1BE666D-5795-4D04-9EFE-3486AC12B58C}"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8153400" cy="4873625"/>
          </a:xfrm>
        </p:spPr>
        <p:txBody>
          <a:bodyPr/>
          <a:lstStyle/>
          <a:p>
            <a:pPr>
              <a:buClr>
                <a:srgbClr val="7FD13B"/>
              </a:buClr>
            </a:pPr>
            <a:r>
              <a:rPr lang="en-US" altLang="en-US" sz="3200" dirty="0">
                <a:solidFill>
                  <a:srgbClr val="000000"/>
                </a:solidFill>
              </a:rPr>
              <a:t>Examples of taboo: </a:t>
            </a:r>
            <a:endParaRPr lang="en-US" altLang="en-US" sz="3200" dirty="0">
              <a:solidFill>
                <a:srgbClr val="000000"/>
              </a:solidFill>
            </a:endParaRPr>
          </a:p>
          <a:p>
            <a:pPr>
              <a:buClr>
                <a:srgbClr val="7FD13B"/>
              </a:buClr>
            </a:pPr>
            <a:r>
              <a:rPr lang="en-US" altLang="en-US" sz="3200" dirty="0">
                <a:solidFill>
                  <a:srgbClr val="000000"/>
                </a:solidFill>
              </a:rPr>
              <a:t>Total abstinence from eating pork and eels in SDA church. </a:t>
            </a:r>
            <a:endParaRPr lang="en-US" altLang="en-US" sz="3200" dirty="0">
              <a:solidFill>
                <a:srgbClr val="000000"/>
              </a:solidFill>
            </a:endParaRPr>
          </a:p>
          <a:p>
            <a:pPr>
              <a:buClr>
                <a:srgbClr val="7FD13B"/>
              </a:buClr>
            </a:pPr>
            <a:r>
              <a:rPr lang="en-US" altLang="en-US" sz="3200" dirty="0">
                <a:solidFill>
                  <a:srgbClr val="000000"/>
                </a:solidFill>
              </a:rPr>
              <a:t>Marrying in catholic by fathers and sisters.</a:t>
            </a:r>
            <a:endParaRPr lang="en-US" altLang="en-US" sz="3200" dirty="0">
              <a:solidFill>
                <a:srgbClr val="000000"/>
              </a:solidFill>
            </a:endParaRPr>
          </a:p>
          <a:p>
            <a:pPr>
              <a:buClr>
                <a:srgbClr val="7FD13B"/>
              </a:buClr>
            </a:pPr>
            <a:r>
              <a:rPr lang="en-US" altLang="en-US" sz="3200" dirty="0">
                <a:solidFill>
                  <a:srgbClr val="000000"/>
                </a:solidFill>
              </a:rPr>
              <a:t>Sleeping with your relative.</a:t>
            </a:r>
            <a:endParaRPr lang="en-US" altLang="en-US" sz="3200" dirty="0">
              <a:solidFill>
                <a:srgbClr val="000000"/>
              </a:solidFill>
            </a:endParaRPr>
          </a:p>
          <a:p>
            <a:pPr>
              <a:buClr>
                <a:srgbClr val="7FD13B"/>
              </a:buClr>
            </a:pPr>
            <a:r>
              <a:rPr lang="en-US" altLang="en-US" sz="3200" dirty="0">
                <a:solidFill>
                  <a:srgbClr val="000000"/>
                </a:solidFill>
              </a:rPr>
              <a:t>An adult walking naked in public.</a:t>
            </a:r>
            <a:endParaRPr lang="en-US" altLang="en-US" sz="3200" dirty="0">
              <a:solidFill>
                <a:srgbClr val="000000"/>
              </a:solidFill>
            </a:endParaRPr>
          </a:p>
          <a:p>
            <a:pPr>
              <a:buClr>
                <a:srgbClr val="7FD13B"/>
              </a:buClr>
            </a:pPr>
            <a:r>
              <a:rPr lang="en-US" altLang="en-US" sz="3200" dirty="0">
                <a:solidFill>
                  <a:srgbClr val="000000"/>
                </a:solidFill>
              </a:rPr>
              <a:t>A man planting ground nuts or sweet potatoes.</a:t>
            </a:r>
            <a:endParaRPr lang="en-US" altLang="en-US" sz="3200" dirty="0">
              <a:solidFill>
                <a:srgbClr val="000000"/>
              </a:solidFill>
            </a:endParaRPr>
          </a:p>
          <a:p>
            <a:endParaRPr lang="en-GB" altLang="en-US" dirty="0"/>
          </a:p>
        </p:txBody>
      </p:sp>
      <p:sp>
        <p:nvSpPr>
          <p:cNvPr id="23556"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6081FAD6-F587-40B7-B4B5-FA747CCDCC6D}"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73050" indent="-273050" algn="ctr">
              <a:spcBef>
                <a:spcPts val="600"/>
              </a:spcBef>
              <a:defRPr/>
            </a:pPr>
            <a:r>
              <a:rPr lang="en-US" sz="4000" cap="none" dirty="0">
                <a:solidFill>
                  <a:schemeClr val="tx1"/>
                </a:solidFill>
                <a:ea typeface="+mn-ea"/>
                <a:cs typeface="+mn-cs"/>
              </a:rPr>
              <a:t>RITUALS</a:t>
            </a:r>
            <a:endParaRPr lang="en-GB" sz="4000" dirty="0">
              <a:solidFill>
                <a:schemeClr val="tx1"/>
              </a:solidFill>
            </a:endParaRPr>
          </a:p>
        </p:txBody>
      </p:sp>
      <p:sp>
        <p:nvSpPr>
          <p:cNvPr id="3" name="Content Placeholder 2"/>
          <p:cNvSpPr>
            <a:spLocks noGrp="1"/>
          </p:cNvSpPr>
          <p:nvPr>
            <p:ph sz="quarter" idx="1"/>
          </p:nvPr>
        </p:nvSpPr>
        <p:spPr>
          <a:xfrm>
            <a:off x="457200" y="1600200"/>
            <a:ext cx="8610600" cy="4873625"/>
          </a:xfrm>
        </p:spPr>
        <p:txBody>
          <a:bodyPr/>
          <a:lstStyle/>
          <a:p>
            <a:r>
              <a:rPr lang="en-US" altLang="en-US" sz="3200"/>
              <a:t>Ritual is prescribed form of behavior for certain occasions and certain actions are designated in prescribed manner. </a:t>
            </a:r>
            <a:endParaRPr lang="en-US" altLang="en-US" sz="3200"/>
          </a:p>
          <a:p>
            <a:r>
              <a:rPr lang="en-US" altLang="en-US" sz="3200"/>
              <a:t>Ritual may be defined as a pattern of behavior or ceremony, which has become the customary way of dealing with certain situations. </a:t>
            </a:r>
            <a:endParaRPr lang="en-US" altLang="en-US" sz="3200"/>
          </a:p>
          <a:p>
            <a:r>
              <a:rPr lang="en-US" altLang="en-US" sz="3200"/>
              <a:t>It may include prayers. Military organization and other formally organized groups.</a:t>
            </a:r>
            <a:endParaRPr lang="en-GB" altLang="en-US" sz="3200"/>
          </a:p>
        </p:txBody>
      </p:sp>
      <p:sp>
        <p:nvSpPr>
          <p:cNvPr id="24580"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53AE1B46-395B-495B-8C5E-B3764451C4AC}"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7467600" cy="4873625"/>
          </a:xfrm>
        </p:spPr>
        <p:txBody>
          <a:bodyPr/>
          <a:lstStyle/>
          <a:p>
            <a:r>
              <a:rPr lang="en-GB" altLang="en-US" sz="3200" b="1" dirty="0"/>
              <a:t>Examples of rituals</a:t>
            </a:r>
            <a:r>
              <a:rPr lang="en-GB" altLang="en-US" sz="3200" dirty="0"/>
              <a:t> </a:t>
            </a:r>
            <a:endParaRPr lang="en-GB" altLang="en-US" sz="3200" dirty="0"/>
          </a:p>
          <a:p>
            <a:r>
              <a:rPr lang="en-GB" altLang="en-US" sz="3200" dirty="0"/>
              <a:t>Celebration of Independence Day </a:t>
            </a:r>
            <a:endParaRPr lang="en-GB" altLang="en-US" sz="3200" dirty="0"/>
          </a:p>
          <a:p>
            <a:r>
              <a:rPr lang="en-GB" altLang="en-US" sz="3200" dirty="0"/>
              <a:t>Celebration of Republic day.</a:t>
            </a:r>
            <a:endParaRPr lang="en-GB" altLang="en-US" sz="3200" dirty="0"/>
          </a:p>
          <a:p>
            <a:r>
              <a:rPr lang="en-GB" altLang="en-US" sz="3200" dirty="0"/>
              <a:t>Celebrating traditional ceremonies.</a:t>
            </a:r>
            <a:endParaRPr lang="en-GB" altLang="en-US" sz="3200" dirty="0"/>
          </a:p>
          <a:p>
            <a:r>
              <a:rPr lang="en-GB" altLang="en-US" sz="3200" dirty="0"/>
              <a:t>Feeding a cake and kissing during a wedding.</a:t>
            </a:r>
            <a:endParaRPr lang="en-GB" altLang="en-US" sz="3200" dirty="0"/>
          </a:p>
          <a:p>
            <a:r>
              <a:rPr lang="en-GB" altLang="en-US" sz="3200" dirty="0"/>
              <a:t>Holy communion. </a:t>
            </a:r>
            <a:endParaRPr lang="en-GB" altLang="en-US" sz="3200" dirty="0"/>
          </a:p>
          <a:p>
            <a:r>
              <a:rPr lang="en-GB" altLang="en-US" sz="3200" dirty="0"/>
              <a:t>Graduation ceremony.</a:t>
            </a:r>
            <a:endParaRPr lang="en-GB" altLang="en-US" sz="3200" dirty="0"/>
          </a:p>
          <a:p>
            <a:r>
              <a:rPr lang="en-GB" altLang="en-US" sz="3200" dirty="0"/>
              <a:t>When sowing millet you sing a song</a:t>
            </a:r>
            <a:endParaRPr lang="en-GB" altLang="en-US" sz="3200" dirty="0"/>
          </a:p>
          <a:p>
            <a:endParaRPr lang="en-GB" altLang="en-US" sz="3200" dirty="0"/>
          </a:p>
        </p:txBody>
      </p:sp>
      <p:sp>
        <p:nvSpPr>
          <p:cNvPr id="25604"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B0E4C75C-152B-4834-A756-E2DED36C75CD}"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GB" sz="4000" b="1" dirty="0">
                <a:solidFill>
                  <a:schemeClr val="tx1"/>
                </a:solidFill>
              </a:rPr>
              <a:t>CUSTOMS</a:t>
            </a:r>
            <a:endParaRPr lang="en-GB" sz="4000" b="1" dirty="0">
              <a:solidFill>
                <a:schemeClr val="tx1"/>
              </a:solidFill>
            </a:endParaRPr>
          </a:p>
        </p:txBody>
      </p:sp>
      <p:sp>
        <p:nvSpPr>
          <p:cNvPr id="3" name="Content Placeholder 2"/>
          <p:cNvSpPr>
            <a:spLocks noGrp="1"/>
          </p:cNvSpPr>
          <p:nvPr>
            <p:ph sz="quarter" idx="1"/>
          </p:nvPr>
        </p:nvSpPr>
        <p:spPr>
          <a:xfrm>
            <a:off x="0" y="1600200"/>
            <a:ext cx="9144000" cy="4873625"/>
          </a:xfrm>
        </p:spPr>
        <p:txBody>
          <a:bodyPr/>
          <a:lstStyle/>
          <a:p>
            <a:r>
              <a:rPr lang="en-US" altLang="en-US" sz="3200" dirty="0" err="1"/>
              <a:t>Maclever</a:t>
            </a:r>
            <a:r>
              <a:rPr lang="en-US" altLang="en-US" sz="3200" dirty="0"/>
              <a:t> defined customs as socially accorded (agreed) or accredited (given) ways of acting.</a:t>
            </a:r>
            <a:endParaRPr lang="en-US" altLang="en-US" sz="3200" dirty="0"/>
          </a:p>
          <a:p>
            <a:r>
              <a:rPr lang="en-US" altLang="en-US" sz="3200" dirty="0"/>
              <a:t>Customs are the accepted ways in which people do things together. </a:t>
            </a:r>
            <a:endParaRPr lang="en-US" altLang="en-US" sz="3200" dirty="0"/>
          </a:p>
          <a:p>
            <a:r>
              <a:rPr lang="en-US" altLang="en-US" sz="3200" dirty="0"/>
              <a:t>Customs are socially prescribed forms of behavior transmitted by tradition and enforced by social disapproval of its violation (not doing).</a:t>
            </a:r>
            <a:endParaRPr lang="en-US" altLang="en-US" sz="3200" dirty="0"/>
          </a:p>
        </p:txBody>
      </p:sp>
      <p:sp>
        <p:nvSpPr>
          <p:cNvPr id="14340"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FA805797-35B0-47AE-A10E-2F4168FFB747}"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GB"/>
          </a:p>
        </p:txBody>
      </p:sp>
      <p:sp>
        <p:nvSpPr>
          <p:cNvPr id="3" name="Content Placeholder 2"/>
          <p:cNvSpPr>
            <a:spLocks noGrp="1"/>
          </p:cNvSpPr>
          <p:nvPr>
            <p:ph sz="quarter" idx="1"/>
          </p:nvPr>
        </p:nvSpPr>
        <p:spPr>
          <a:xfrm>
            <a:off x="457200" y="1600200"/>
            <a:ext cx="7467600" cy="4873625"/>
          </a:xfrm>
        </p:spPr>
        <p:txBody>
          <a:bodyPr/>
          <a:lstStyle/>
          <a:p>
            <a:pPr>
              <a:buClr>
                <a:srgbClr val="7FD13B"/>
              </a:buClr>
            </a:pPr>
            <a:r>
              <a:rPr lang="en-US" altLang="en-US" sz="3200" dirty="0">
                <a:solidFill>
                  <a:srgbClr val="000000"/>
                </a:solidFill>
              </a:rPr>
              <a:t>Examples customs include:</a:t>
            </a:r>
            <a:endParaRPr lang="en-US" altLang="en-US" sz="3200" dirty="0">
              <a:solidFill>
                <a:srgbClr val="000000"/>
              </a:solidFill>
            </a:endParaRPr>
          </a:p>
          <a:p>
            <a:pPr lvl="1">
              <a:buClr>
                <a:srgbClr val="7FD13B"/>
              </a:buClr>
            </a:pPr>
            <a:r>
              <a:rPr lang="en-US" altLang="en-US" sz="2900" dirty="0">
                <a:solidFill>
                  <a:srgbClr val="000000"/>
                </a:solidFill>
              </a:rPr>
              <a:t>Training the young, </a:t>
            </a:r>
            <a:endParaRPr lang="en-US" altLang="en-US" sz="2900" dirty="0">
              <a:solidFill>
                <a:srgbClr val="000000"/>
              </a:solidFill>
            </a:endParaRPr>
          </a:p>
          <a:p>
            <a:pPr lvl="1">
              <a:buClr>
                <a:srgbClr val="7FD13B"/>
              </a:buClr>
            </a:pPr>
            <a:r>
              <a:rPr lang="en-US" altLang="en-US" sz="2900" dirty="0">
                <a:solidFill>
                  <a:srgbClr val="000000"/>
                </a:solidFill>
              </a:rPr>
              <a:t>Supporting the aged etc. </a:t>
            </a:r>
            <a:endParaRPr lang="en-US" altLang="en-US" sz="2900" dirty="0">
              <a:solidFill>
                <a:srgbClr val="000000"/>
              </a:solidFill>
            </a:endParaRPr>
          </a:p>
          <a:p>
            <a:pPr>
              <a:buClr>
                <a:srgbClr val="7FD13B"/>
              </a:buClr>
            </a:pPr>
            <a:r>
              <a:rPr lang="en-US" altLang="en-US" sz="3200" dirty="0">
                <a:solidFill>
                  <a:srgbClr val="000000"/>
                </a:solidFill>
              </a:rPr>
              <a:t>Our acting, our dressing, our worship are controlled to a great extent by customs.</a:t>
            </a:r>
            <a:endParaRPr lang="en-GB" altLang="en-US" sz="3200" dirty="0">
              <a:solidFill>
                <a:srgbClr val="000000"/>
              </a:solidFill>
            </a:endParaRPr>
          </a:p>
          <a:p>
            <a:endParaRPr lang="en-GB" altLang="en-US" dirty="0"/>
          </a:p>
        </p:txBody>
      </p:sp>
      <p:sp>
        <p:nvSpPr>
          <p:cNvPr id="15364" name="Slide Number Placeholder 3"/>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fld id="{27C72A8E-6978-4349-91F8-22830F661663}" type="slidenum">
              <a:rPr kumimoji="0" lang="en-GB" altLang="en-US" sz="1400" b="1"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fld>
            <a:endParaRPr kumimoji="0" lang="en-GB" alt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Oriel</Template>
  <TotalTime>0</TotalTime>
  <Words>4629</Words>
  <Application>WPS Presentation</Application>
  <PresentationFormat>On-screen Show (4:3)</PresentationFormat>
  <Paragraphs>179</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Wingdings 2</vt:lpstr>
      <vt:lpstr>Wingdings</vt:lpstr>
      <vt:lpstr>Microsoft YaHei</vt:lpstr>
      <vt:lpstr>Arial Unicode MS</vt:lpstr>
      <vt:lpstr>Calibri</vt:lpstr>
      <vt:lpstr>Aharoni</vt:lpstr>
      <vt:lpstr>Algerian</vt:lpstr>
      <vt:lpstr>Oriel</vt:lpstr>
      <vt:lpstr>ELEMENTS OF CULTURE</vt:lpstr>
      <vt:lpstr>ELEMENTS OF CULTURE</vt:lpstr>
      <vt:lpstr>SOCIAL VALUES </vt:lpstr>
      <vt:lpstr>NORMS </vt:lpstr>
      <vt:lpstr>PowerPoint 演示文稿</vt:lpstr>
      <vt:lpstr>FOLKWAYS</vt:lpstr>
      <vt:lpstr>PowerPoint 演示文稿</vt:lpstr>
      <vt:lpstr>MORES</vt:lpstr>
      <vt:lpstr>PowerPoint 演示文稿</vt:lpstr>
      <vt:lpstr>PowerPoint 演示文稿</vt:lpstr>
      <vt:lpstr>CONVENTIONS</vt:lpstr>
      <vt:lpstr>PowerPoint 演示文稿</vt:lpstr>
      <vt:lpstr>TABOOS</vt:lpstr>
      <vt:lpstr>PowerPoint 演示文稿</vt:lpstr>
      <vt:lpstr>RITUALS</vt:lpstr>
      <vt:lpstr>PowerPoint 演示文稿</vt:lpstr>
      <vt:lpstr>CUSTOMS</vt:lpstr>
      <vt:lpstr>PowerPoint 演示文稿</vt:lpstr>
    </vt:vector>
  </TitlesOfParts>
  <Company>Deftones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PHYSIOLOGY AF 350 ABSORPTION OF WATER</dc:title>
  <dc:creator>BREBAS</dc:creator>
  <cp:lastModifiedBy>AGRIC</cp:lastModifiedBy>
  <cp:revision>204</cp:revision>
  <dcterms:created xsi:type="dcterms:W3CDTF">2018-03-21T12:13:00Z</dcterms:created>
  <dcterms:modified xsi:type="dcterms:W3CDTF">2023-02-23T09:44:14Z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A469F51E2011440FA9FD0A1DF03287CA</vt:lpwstr>
  </property>
  <property fmtid="{D5CDD505-2E9C-101B-9397-08002B2CF9AE}" pid="3" name="KSOProductBuildVer">
    <vt:lpwstr>1033-11.2.0.11486</vt:lpwstr>
  </property>
</Properties>
</file>