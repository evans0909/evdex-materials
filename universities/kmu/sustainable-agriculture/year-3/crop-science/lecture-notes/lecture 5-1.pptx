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-198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pPr/>
              <a:t>4/01/1980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5</a:t>
            </a:r>
            <a:br>
              <a:rPr lang="en-AU" dirty="0"/>
            </a:br>
            <a:r>
              <a:rPr lang="en-AU" dirty="0"/>
              <a:t>30</a:t>
            </a:r>
            <a:r>
              <a:rPr lang="en-AU" baseline="30000" dirty="0"/>
              <a:t>th</a:t>
            </a:r>
            <a:r>
              <a:rPr lang="en-AU" dirty="0"/>
              <a:t> August 2021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 smtClean="0"/>
              <a:t>CROP PRODUCTIVITY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000921-F23D-4C1F-A5C6-6AB74040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Crop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D7D20A-D0BD-45C6-B508-0F5D3568F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Canopy architecture can be viewed as a visible but momentary expression of plant form</a:t>
            </a:r>
          </a:p>
          <a:p>
            <a:pPr marL="0" indent="0">
              <a:buNone/>
            </a:pPr>
            <a:r>
              <a:rPr lang="en-US" dirty="0"/>
              <a:t>architecture refers to the spatial configuration of the aboveground plant organs </a:t>
            </a:r>
          </a:p>
          <a:p>
            <a:pPr marL="0" indent="0">
              <a:buNone/>
            </a:pPr>
            <a:r>
              <a:rPr lang="en-US" dirty="0"/>
              <a:t>plant canopy architecture is, in many ways, an abstraction that relates plant form to an orderly, genetically determined “growth plan</a:t>
            </a:r>
          </a:p>
          <a:p>
            <a:pPr marL="0" indent="0">
              <a:buNone/>
            </a:pPr>
            <a:r>
              <a:rPr lang="en-US" dirty="0"/>
              <a:t>Unlike buildings, plant canopies are dynamic and constantly changing with time and space in response to their environment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47017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98DC07-8F2C-4740-8DF8-9AA1BA0C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canopy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A9ED62-CCBB-4427-84FB-139B4C4F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primary function of plant canopies is to intercept radiation to drive photosynthesis and other metabolic processes</a:t>
            </a:r>
          </a:p>
          <a:p>
            <a:pPr marL="0" indent="0">
              <a:buNone/>
            </a:pPr>
            <a:r>
              <a:rPr lang="en-US" dirty="0"/>
              <a:t>This interception occurs with varying degrees of efficiency, determined chiefly by leaf area, configuration relative to the sun, and to a lesser extent the spatial arrangement of leaves</a:t>
            </a:r>
          </a:p>
          <a:p>
            <a:pPr marL="0" indent="0">
              <a:buNone/>
            </a:pPr>
            <a:r>
              <a:rPr lang="en-US" dirty="0"/>
              <a:t>Other important morphological canopy characteristics include plant height, branching patterns, and sizes and shapes of individual leaves</a:t>
            </a:r>
          </a:p>
          <a:p>
            <a:pPr marL="0" indent="0">
              <a:buNone/>
            </a:pPr>
            <a:r>
              <a:rPr lang="en-US" dirty="0"/>
              <a:t>At least 90% of the biomass of higher plants is derived from CO2 assimilated through photosynthesis </a:t>
            </a:r>
          </a:p>
          <a:p>
            <a:pPr marL="0" indent="0">
              <a:buNone/>
            </a:pPr>
            <a:r>
              <a:rPr lang="en-US" dirty="0"/>
              <a:t>canopy  that lead to greater interception of sunlight increase photosynthesis, and grain or dry matter yield. Conversely, those that lead to poor light interception result in lower growth and yield</a:t>
            </a:r>
          </a:p>
        </p:txBody>
      </p:sp>
    </p:spTree>
    <p:extLst>
      <p:ext uri="{BB962C8B-B14F-4D97-AF65-F5344CB8AC3E}">
        <p14:creationId xmlns:p14="http://schemas.microsoft.com/office/powerpoint/2010/main" xmlns="" val="262734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51AC8C-59C2-4F68-BB3E-36EB7BA7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86A017-00F3-4A97-B94A-AF99A72C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When speaking of plant canopies or other plant features, it is useful to have a mental picture of an ideal form</a:t>
            </a:r>
          </a:p>
          <a:p>
            <a:pPr marL="0" indent="0">
              <a:buNone/>
            </a:pPr>
            <a:r>
              <a:rPr lang="en-US" dirty="0"/>
              <a:t>This process continues today with modern plant breeders, who often have a mental concept of an ideal plant, or ideotype, that guides their breeding programs</a:t>
            </a:r>
          </a:p>
          <a:p>
            <a:pPr marL="0" indent="0">
              <a:buNone/>
            </a:pPr>
            <a:r>
              <a:rPr lang="en-US" dirty="0"/>
              <a:t>Ideotype is a biological model that is expected to perform or behave in a predictable manner within a defined environment</a:t>
            </a:r>
          </a:p>
          <a:p>
            <a:pPr marL="0" indent="0">
              <a:buNone/>
            </a:pPr>
            <a:r>
              <a:rPr lang="en-US" dirty="0"/>
              <a:t>crop ideotype” is a plant model that is expected to yield a greater quantity and/or quality of grain</a:t>
            </a:r>
          </a:p>
          <a:p>
            <a:pPr marL="0" indent="0">
              <a:buNone/>
            </a:pPr>
            <a:r>
              <a:rPr lang="en-US" dirty="0"/>
              <a:t>It should be apparent that what is ideal for one environment would not be ideal for another. For example, a plant for hot and dry environments may not be ideal for cold and wet environments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66643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222D4B-76EB-4C36-9880-A479BA2F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 height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3C6B9C-16D0-4C57-BA7D-41530B31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Plant height is the distance from ground level to the tip of the tallest leaf for seedlings or juvenile plants</a:t>
            </a:r>
          </a:p>
          <a:p>
            <a:pPr marL="0" indent="0">
              <a:buNone/>
            </a:pPr>
            <a:r>
              <a:rPr lang="en-US" dirty="0"/>
              <a:t>Mature plants, it is the distance from ground level to the tip of the tallest panicle, ear, or head in cereals and branch in legumes</a:t>
            </a:r>
          </a:p>
          <a:p>
            <a:pPr marL="0" indent="0">
              <a:buNone/>
            </a:pPr>
            <a:r>
              <a:rPr lang="en-US" dirty="0"/>
              <a:t>Short and sturdy shoot, more than any other character, favor lodging resistance</a:t>
            </a:r>
          </a:p>
          <a:p>
            <a:pPr marL="0" indent="0">
              <a:buNone/>
            </a:pPr>
            <a:r>
              <a:rPr lang="en-US" dirty="0"/>
              <a:t>Lodging is the permanent displacement of the stems from their upright position</a:t>
            </a:r>
          </a:p>
          <a:p>
            <a:pPr marL="0" indent="0">
              <a:buNone/>
            </a:pPr>
            <a:r>
              <a:rPr lang="en-US" dirty="0"/>
              <a:t>There are three types of lodging: breaking of the stem, bending of the stem, and rolling,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78320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B18E47-4527-4C97-8E06-A8D9DC4A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lodging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7DD8ED-8264-4BF0-9A5D-4BECC10E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Further, strong winds and rains during reproductive and grain tilling stages of growth can cause lodging in annual crops. Lodging during the grain filling growth stage can reduce grain quality</a:t>
            </a:r>
          </a:p>
          <a:p>
            <a:pPr marL="0" indent="0">
              <a:buNone/>
            </a:pPr>
            <a:r>
              <a:rPr lang="en-US" dirty="0"/>
              <a:t>A short and sturdy shoots also promotes favorable grain-to-straw ratios, adequate N responses, and high yield capacities</a:t>
            </a:r>
          </a:p>
          <a:p>
            <a:pPr marL="0" indent="0">
              <a:buNone/>
            </a:pPr>
            <a:r>
              <a:rPr lang="en-US" dirty="0"/>
              <a:t>The creation of semi-dwarf cultivars spectacularly increased the yielding ability of many crops, such as rice and wheat</a:t>
            </a:r>
          </a:p>
          <a:p>
            <a:pPr marL="0" indent="0">
              <a:buNone/>
            </a:pPr>
            <a:r>
              <a:rPr lang="en-US" dirty="0"/>
              <a:t>Lodging resistance is related to short stature, but also dependent on other characters like shoot diameter, shoot wall thickness, and the degree to which leaf sheaths wrap internodes</a:t>
            </a:r>
          </a:p>
          <a:p>
            <a:pPr marL="0" indent="0">
              <a:buNone/>
            </a:pPr>
            <a:r>
              <a:rPr lang="en-US" dirty="0"/>
              <a:t>Therefore, an optimum plant height is important, which may vary with plant species and environment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77677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11A8A6-4F09-4835-8880-9C3512FA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branches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D5B65D-2990-4BF2-B18B-480A5992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Branches develop from the main shoot or from other shoots during vegetative growth</a:t>
            </a:r>
          </a:p>
          <a:p>
            <a:pPr marL="0" indent="0">
              <a:buNone/>
            </a:pPr>
            <a:r>
              <a:rPr lang="en-US" dirty="0"/>
              <a:t>The development of  buds after differentiation is greatly affected by environmental conditions, as well as by genotypic characteristics</a:t>
            </a:r>
          </a:p>
          <a:p>
            <a:pPr marL="0" indent="0">
              <a:buNone/>
            </a:pPr>
            <a:r>
              <a:rPr lang="en-US" dirty="0"/>
              <a:t>It is essential that sufficient supplies of water, photosynthate, nutrients, and plant hormones are present, and that stress is minimal</a:t>
            </a:r>
          </a:p>
          <a:p>
            <a:pPr marL="0" indent="0">
              <a:buNone/>
            </a:pPr>
            <a:r>
              <a:rPr lang="en-US" dirty="0"/>
              <a:t>Once leaves develop from the branch, they can perform photosynthesis and produce carbohydrates</a:t>
            </a:r>
          </a:p>
          <a:p>
            <a:pPr marL="0" indent="0">
              <a:buNone/>
            </a:pPr>
            <a:r>
              <a:rPr lang="en-US" dirty="0"/>
              <a:t>For many plant species, tillering is a mechanism for assuring that the amount of biomass produced is in balance with the amount of plant resources available 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901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C0F153-9480-41D7-BD17-8CACE452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Characteristics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54F187-9165-4F3F-B172-D1F6429C1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characters such as erectness, length, width, thickness, toughness, color, and senescence are often associated with yielding ability of plant species or cultivars</a:t>
            </a:r>
          </a:p>
          <a:p>
            <a:pPr marL="0" indent="0">
              <a:buNone/>
            </a:pPr>
            <a:r>
              <a:rPr lang="en-US" dirty="0"/>
              <a:t>Among these characters, erect orientation of leaves is associated with high yielding capacity</a:t>
            </a:r>
          </a:p>
          <a:p>
            <a:pPr marL="0" indent="0">
              <a:buNone/>
            </a:pPr>
            <a:r>
              <a:rPr lang="en-US" dirty="0"/>
              <a:t>Erect leaves permit greater penetration and more even distribution of light into the crop, and thus higher photosynthetic activity</a:t>
            </a:r>
          </a:p>
          <a:p>
            <a:pPr marL="0" indent="0">
              <a:buNone/>
            </a:pPr>
            <a:r>
              <a:rPr lang="en-US" dirty="0"/>
              <a:t>Plants with upright leaves may require less physical space than plants with horizontal leaves and may be adapted to narrow row widths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19635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EAA5FF-29BF-40DC-A90F-446A8267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Thickness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49BA9E-7D9A-4301-A2E4-02DFB6F0E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thickness is also a desirable leaf trait</a:t>
            </a:r>
          </a:p>
          <a:p>
            <a:pPr marL="0" indent="0">
              <a:buNone/>
            </a:pPr>
            <a:r>
              <a:rPr lang="en-US" dirty="0"/>
              <a:t>Thicker leaves have higher density of chlorophyll per unit leaf area, and have greater photosynthetic capacities than thinner leaves </a:t>
            </a:r>
          </a:p>
          <a:p>
            <a:pPr marL="0" indent="0">
              <a:buNone/>
            </a:pPr>
            <a:r>
              <a:rPr lang="en-US" dirty="0"/>
              <a:t>Vigorous leaf growth in crop plants has generally been associated with long-term gains in photosynthetic potential </a:t>
            </a:r>
          </a:p>
          <a:p>
            <a:pPr marL="0" indent="0">
              <a:buNone/>
            </a:pPr>
            <a:r>
              <a:rPr lang="en-US" dirty="0"/>
              <a:t>Plant size may provide substantial yield benefits. For example, rice leaf growth rate is lower compared with maize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07387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B16C37-2401-46BC-94DA-C9257BFF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03FA5F-0BE1-4896-873A-986B016D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size is directly associated with leaf angle, with short leaves tending to be more erect than longer ones</a:t>
            </a:r>
          </a:p>
          <a:p>
            <a:pPr marL="0" indent="0">
              <a:buNone/>
            </a:pPr>
            <a:r>
              <a:rPr lang="en-US" dirty="0"/>
              <a:t>As leaves become longer, they become more difficult for the midrib to support, and therefore tend to droop. Usually, dwarf  cultivars have short leaves and tall cultivars have long leaves</a:t>
            </a:r>
          </a:p>
          <a:p>
            <a:pPr marL="0" indent="0">
              <a:buNone/>
            </a:pPr>
            <a:r>
              <a:rPr lang="en-US" dirty="0"/>
              <a:t>These strong associations indicate that leaf length in both dwarf and tall cultivars is an effect of genes for plant height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157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8D0F7F-D48F-4677-8ECC-5BC178E5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1E63C0-2042-4775-96FC-26D06064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of higher yield being associated with more erect leaf angle distribution</a:t>
            </a:r>
          </a:p>
          <a:p>
            <a:pPr marL="0" indent="0">
              <a:buNone/>
            </a:pPr>
            <a:r>
              <a:rPr lang="en-US" dirty="0"/>
              <a:t>Similarly, maize yield has been greater for cultivars with erect canopies than for cultivars with more horizontal orientation </a:t>
            </a:r>
          </a:p>
          <a:p>
            <a:pPr marL="0" indent="0">
              <a:buNone/>
            </a:pPr>
            <a:r>
              <a:rPr lang="en-US" dirty="0"/>
              <a:t>Light entering a canopy of erect leaves is spread over larger photosynthetic areas than in prostrate cultivars, resulting in greater photosynthetic efficiency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2361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C339FA-E9E1-4CB3-A22F-A5021715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C098C1-1AD4-4628-AC33-E1192A4D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width is less variable than length</a:t>
            </a:r>
          </a:p>
          <a:p>
            <a:pPr marL="0" indent="0">
              <a:buNone/>
            </a:pPr>
            <a:r>
              <a:rPr lang="en-US" dirty="0"/>
              <a:t>Narrow leaves are more desirable than the wider ones due to more even distribution in the plant canopy</a:t>
            </a:r>
          </a:p>
          <a:p>
            <a:pPr marL="0" indent="0">
              <a:buNone/>
            </a:pPr>
            <a:r>
              <a:rPr lang="en-US" dirty="0"/>
              <a:t>Thick leaves are associated with high yielding capacities of crop cultivars</a:t>
            </a:r>
          </a:p>
          <a:p>
            <a:pPr marL="0" indent="0">
              <a:buNone/>
            </a:pPr>
            <a:r>
              <a:rPr lang="en-US" dirty="0"/>
              <a:t>Leaf thickness can be measured microscopically, but it is conveniently expressed as specific leaf area (area per mass) or specific leaf weight (mass per area)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14201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01FBAA-F120-4B8B-9146-4C1B999A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20740D-A856-4D1D-B4B2-787D0451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leaf characters that have been associated with yield include leaf toughness, color, and senescence.</a:t>
            </a:r>
          </a:p>
          <a:p>
            <a:pPr marL="0" indent="0">
              <a:buNone/>
            </a:pPr>
            <a:r>
              <a:rPr lang="en-US" dirty="0"/>
              <a:t>Leaf toughness, which is important in preventing breaking during heavy wind and rain, is related to thickness and lignification of leaf tissues</a:t>
            </a:r>
          </a:p>
          <a:p>
            <a:pPr marL="0" indent="0">
              <a:buNone/>
            </a:pPr>
            <a:r>
              <a:rPr lang="en-US" dirty="0"/>
              <a:t>Senescence refers to degenerative changes normally associated with the declining phase of leaf, whole plant physiological activities, or both</a:t>
            </a:r>
          </a:p>
          <a:p>
            <a:pPr marL="0" indent="0">
              <a:buNone/>
            </a:pPr>
            <a:r>
              <a:rPr lang="en-US" dirty="0"/>
              <a:t>Senescence is of economic interest because it affects crop productivity by reducing the active photosynthetic area</a:t>
            </a:r>
          </a:p>
        </p:txBody>
      </p:sp>
    </p:spTree>
    <p:extLst>
      <p:ext uri="{BB962C8B-B14F-4D97-AF65-F5344CB8AC3E}">
        <p14:creationId xmlns:p14="http://schemas.microsoft.com/office/powerpoint/2010/main" xmlns="" val="47783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BC7FCE-631B-45CF-8510-D64A2E1D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593B18-93F3-469D-BAD1-1F1A2FCF5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Aboveground plant architecture and its components, including plant height, tillering or branching, leaf size, shape and arrangement, are important plant morphological characters related to yield</a:t>
            </a:r>
          </a:p>
          <a:p>
            <a:pPr marL="0" indent="0">
              <a:buNone/>
            </a:pPr>
            <a:r>
              <a:rPr lang="en-US" dirty="0"/>
              <a:t>The main physiological function of the canopy is interception of light and subsequently plant photosynthetic activity</a:t>
            </a:r>
          </a:p>
          <a:p>
            <a:pPr marL="0" indent="0">
              <a:buNone/>
            </a:pPr>
            <a:r>
              <a:rPr lang="en-US" dirty="0"/>
              <a:t>Distribution of leaf area within a plant canopy is a major factor determining total light interception, which affects photosynthesis, transpiration, and dry matter accumulation</a:t>
            </a:r>
          </a:p>
          <a:p>
            <a:pPr marL="0" indent="0">
              <a:buNone/>
            </a:pPr>
            <a:r>
              <a:rPr lang="en-US" dirty="0"/>
              <a:t>Vertical distribution of leaf area is determined by leaf size, leaf angle, and internodes length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88301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6A309A-04B7-4F42-8CE1-2D55FFA2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CF43F1-7A29-4972-853D-26FA1E4F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Plant height is also related to plant lodging resistance, a character that determines plant yield capacity and grain quality</a:t>
            </a:r>
          </a:p>
          <a:p>
            <a:pPr marL="0" indent="0">
              <a:buNone/>
            </a:pPr>
            <a:r>
              <a:rPr lang="en-US" dirty="0"/>
              <a:t>Some desirable plant architecture characters related to high yield are semi-dwarf plant height, thick, short, small and erect leaves, short and </a:t>
            </a:r>
            <a:r>
              <a:rPr lang="en-US"/>
              <a:t>stiff shoots, </a:t>
            </a:r>
            <a:r>
              <a:rPr lang="en-US" dirty="0"/>
              <a:t>upright (compacted</a:t>
            </a:r>
            <a:r>
              <a:rPr lang="en-US"/>
              <a:t>) leaves, high N response, and high grain-to-straw ratio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28874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1213</Words>
  <Application>Microsoft Office PowerPoint</Application>
  <PresentationFormat>Custom</PresentationFormat>
  <Paragraphs>67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Crop Science  Lecture 5 30th August 2021</vt:lpstr>
      <vt:lpstr>Crop productivity</vt:lpstr>
      <vt:lpstr>Plant canopy </vt:lpstr>
      <vt:lpstr>Slide 4</vt:lpstr>
      <vt:lpstr>Plant height </vt:lpstr>
      <vt:lpstr>Plant lodging </vt:lpstr>
      <vt:lpstr>Plant branches</vt:lpstr>
      <vt:lpstr>Leaf Characteristics</vt:lpstr>
      <vt:lpstr>Thickness</vt:lpstr>
      <vt:lpstr>Slide 10</vt:lpstr>
      <vt:lpstr>Slide 11</vt:lpstr>
      <vt:lpstr>Slide 12</vt:lpstr>
      <vt:lpstr>Slide 13</vt:lpstr>
      <vt:lpstr>Summary 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Akim</cp:lastModifiedBy>
  <cp:revision>26</cp:revision>
  <dcterms:created xsi:type="dcterms:W3CDTF">2021-08-13T11:47:52Z</dcterms:created>
  <dcterms:modified xsi:type="dcterms:W3CDTF">1980-01-04T18:58:46Z</dcterms:modified>
</cp:coreProperties>
</file>