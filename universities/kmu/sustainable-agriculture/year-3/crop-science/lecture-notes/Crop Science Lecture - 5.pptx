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60" r:id="rId2"/>
    <p:sldId id="267" r:id="rId3"/>
    <p:sldId id="270" r:id="rId4"/>
    <p:sldId id="271" r:id="rId5"/>
    <p:sldId id="272" r:id="rId6"/>
    <p:sldId id="273" r:id="rId7"/>
    <p:sldId id="274" r:id="rId8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showOutlineIcons="0">
    <p:restoredLeft sz="15620"/>
    <p:restoredTop sz="94660"/>
  </p:normalViewPr>
  <p:slideViewPr>
    <p:cSldViewPr>
      <p:cViewPr varScale="1">
        <p:scale>
          <a:sx n="83" d="100"/>
          <a:sy n="83" d="100"/>
        </p:scale>
        <p:origin x="-1426" y="-77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3E2D4E-CD08-48F2-937A-B32D2883ADC3}" type="datetimeFigureOut">
              <a:rPr lang="en-US" smtClean="0"/>
              <a:pPr/>
              <a:t>01-Feb-21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2E4002-AF18-49E2-93C4-8F25E1066B25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3E2D4E-CD08-48F2-937A-B32D2883ADC3}" type="datetimeFigureOut">
              <a:rPr lang="en-US" smtClean="0"/>
              <a:pPr/>
              <a:t>01-Feb-21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2E4002-AF18-49E2-93C4-8F25E1066B25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3E2D4E-CD08-48F2-937A-B32D2883ADC3}" type="datetimeFigureOut">
              <a:rPr lang="en-US" smtClean="0"/>
              <a:pPr/>
              <a:t>01-Feb-21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2E4002-AF18-49E2-93C4-8F25E1066B25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3E2D4E-CD08-48F2-937A-B32D2883ADC3}" type="datetimeFigureOut">
              <a:rPr lang="en-US" smtClean="0"/>
              <a:pPr/>
              <a:t>01-Feb-21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2E4002-AF18-49E2-93C4-8F25E1066B25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3E2D4E-CD08-48F2-937A-B32D2883ADC3}" type="datetimeFigureOut">
              <a:rPr lang="en-US" smtClean="0"/>
              <a:pPr/>
              <a:t>01-Feb-21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2E4002-AF18-49E2-93C4-8F25E1066B25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3E2D4E-CD08-48F2-937A-B32D2883ADC3}" type="datetimeFigureOut">
              <a:rPr lang="en-US" smtClean="0"/>
              <a:pPr/>
              <a:t>01-Feb-21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2E4002-AF18-49E2-93C4-8F25E1066B25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3E2D4E-CD08-48F2-937A-B32D2883ADC3}" type="datetimeFigureOut">
              <a:rPr lang="en-US" smtClean="0"/>
              <a:pPr/>
              <a:t>01-Feb-21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2E4002-AF18-49E2-93C4-8F25E1066B25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3E2D4E-CD08-48F2-937A-B32D2883ADC3}" type="datetimeFigureOut">
              <a:rPr lang="en-US" smtClean="0"/>
              <a:pPr/>
              <a:t>01-Feb-21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2E4002-AF18-49E2-93C4-8F25E1066B25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3E2D4E-CD08-48F2-937A-B32D2883ADC3}" type="datetimeFigureOut">
              <a:rPr lang="en-US" smtClean="0"/>
              <a:pPr/>
              <a:t>01-Feb-21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2E4002-AF18-49E2-93C4-8F25E1066B25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3E2D4E-CD08-48F2-937A-B32D2883ADC3}" type="datetimeFigureOut">
              <a:rPr lang="en-US" smtClean="0"/>
              <a:pPr/>
              <a:t>01-Feb-21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2E4002-AF18-49E2-93C4-8F25E1066B25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3E2D4E-CD08-48F2-937A-B32D2883ADC3}" type="datetimeFigureOut">
              <a:rPr lang="en-US" smtClean="0"/>
              <a:pPr/>
              <a:t>01-Feb-21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2E4002-AF18-49E2-93C4-8F25E1066B25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D3E2D4E-CD08-48F2-937A-B32D2883ADC3}" type="datetimeFigureOut">
              <a:rPr lang="en-US" smtClean="0"/>
              <a:pPr/>
              <a:t>01-Feb-21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22E4002-AF18-49E2-93C4-8F25E1066B25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52400"/>
            <a:ext cx="8229600" cy="4495800"/>
          </a:xfr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>
            <a:normAutofit/>
          </a:bodyPr>
          <a:lstStyle/>
          <a:p>
            <a:r>
              <a:rPr lang="en-US" sz="7200" dirty="0" smtClean="0">
                <a:latin typeface="Times New Roman" pitchFamily="18" charset="0"/>
                <a:cs typeface="Times New Roman" pitchFamily="18" charset="0"/>
              </a:rPr>
              <a:t>CROP SCIENCE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/>
            </a:r>
            <a:br>
              <a:rPr lang="en-US" dirty="0" smtClean="0">
                <a:latin typeface="Times New Roman" pitchFamily="18" charset="0"/>
                <a:cs typeface="Times New Roman" pitchFamily="18" charset="0"/>
              </a:rPr>
            </a:br>
            <a:r>
              <a:rPr lang="en-US" sz="4000" dirty="0" smtClean="0">
                <a:latin typeface="Times New Roman" pitchFamily="18" charset="0"/>
                <a:cs typeface="Times New Roman" pitchFamily="18" charset="0"/>
              </a:rPr>
              <a:t>LECTURE 5</a:t>
            </a:r>
            <a:br>
              <a:rPr lang="en-US" sz="4000" dirty="0" smtClean="0">
                <a:latin typeface="Times New Roman" pitchFamily="18" charset="0"/>
                <a:cs typeface="Times New Roman" pitchFamily="18" charset="0"/>
              </a:rPr>
            </a:b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/>
            </a:r>
            <a:br>
              <a:rPr lang="en-US" dirty="0" smtClean="0">
                <a:latin typeface="Times New Roman" pitchFamily="18" charset="0"/>
                <a:cs typeface="Times New Roman" pitchFamily="18" charset="0"/>
              </a:rPr>
            </a:br>
            <a:r>
              <a:rPr lang="en-US" sz="1800" dirty="0" smtClean="0">
                <a:latin typeface="Times New Roman" pitchFamily="18" charset="0"/>
                <a:cs typeface="Times New Roman" pitchFamily="18" charset="0"/>
              </a:rPr>
              <a:t>1</a:t>
            </a:r>
            <a:r>
              <a:rPr lang="en-US" sz="1800" baseline="30000" dirty="0" smtClean="0">
                <a:latin typeface="Times New Roman" pitchFamily="18" charset="0"/>
                <a:cs typeface="Times New Roman" pitchFamily="18" charset="0"/>
              </a:rPr>
              <a:t>st</a:t>
            </a:r>
            <a:r>
              <a:rPr lang="en-US" sz="1800" dirty="0" smtClean="0">
                <a:latin typeface="Times New Roman" pitchFamily="18" charset="0"/>
                <a:cs typeface="Times New Roman" pitchFamily="18" charset="0"/>
              </a:rPr>
              <a:t> February, 2021</a:t>
            </a:r>
            <a:r>
              <a:rPr lang="en-US" dirty="0" smtClean="0"/>
              <a:t/>
            </a:r>
            <a:br>
              <a:rPr lang="en-US" dirty="0" smtClean="0"/>
            </a:br>
            <a:endParaRPr lang="en-US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>
            <a:normAutofit/>
          </a:bodyPr>
          <a:lstStyle/>
          <a:p>
            <a:r>
              <a:rPr lang="en-US" sz="3600" b="1" dirty="0" smtClean="0">
                <a:latin typeface="Times New Roman" pitchFamily="18" charset="0"/>
                <a:cs typeface="Times New Roman" pitchFamily="18" charset="0"/>
              </a:rPr>
              <a:t>PLANT NUTRIENTS</a:t>
            </a:r>
            <a:endParaRPr lang="en-US" sz="3600" b="1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rmAutofit/>
          </a:bodyPr>
          <a:lstStyle/>
          <a:p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Concept of plant nutrients?</a:t>
            </a:r>
          </a:p>
          <a:p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Classification of plant nutrients?</a:t>
            </a:r>
          </a:p>
          <a:p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Uptake of plant nutrients?</a:t>
            </a:r>
          </a:p>
          <a:p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Mobile and non-mobile plant nutrients?</a:t>
            </a:r>
          </a:p>
          <a:p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What is the role plant nutrients in crops?</a:t>
            </a:r>
          </a:p>
          <a:p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Deficiency symptoms of plant nutrients?</a:t>
            </a:r>
            <a:endParaRPr lang="en-US" sz="2800" dirty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>
            <a:normAutofit/>
          </a:bodyPr>
          <a:lstStyle/>
          <a:p>
            <a:r>
              <a:rPr lang="en-US" sz="3600" b="1" dirty="0" smtClean="0">
                <a:latin typeface="Times New Roman" pitchFamily="18" charset="0"/>
                <a:cs typeface="Times New Roman" pitchFamily="18" charset="0"/>
              </a:rPr>
              <a:t>ANSWERS</a:t>
            </a:r>
            <a:endParaRPr lang="en-US" sz="36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rmAutofit/>
          </a:bodyPr>
          <a:lstStyle/>
          <a:p>
            <a:endParaRPr lang="en-US" sz="2800" dirty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>
            <a:normAutofit/>
          </a:bodyPr>
          <a:lstStyle/>
          <a:p>
            <a:r>
              <a:rPr lang="en-US" sz="3600" b="1" dirty="0" smtClean="0">
                <a:latin typeface="Times New Roman" pitchFamily="18" charset="0"/>
                <a:cs typeface="Times New Roman" pitchFamily="18" charset="0"/>
              </a:rPr>
              <a:t>CROP PRODUCTIVITY</a:t>
            </a:r>
            <a:endParaRPr lang="en-US" sz="3600" b="1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rmAutofit fontScale="85000" lnSpcReduction="20000"/>
          </a:bodyPr>
          <a:lstStyle/>
          <a:p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Describe plant architecture?</a:t>
            </a:r>
          </a:p>
          <a:p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K-value?</a:t>
            </a:r>
          </a:p>
          <a:p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Canopy photosynthesis?</a:t>
            </a:r>
          </a:p>
          <a:p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Leaf angle?</a:t>
            </a:r>
          </a:p>
          <a:p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Leaf shape?</a:t>
            </a:r>
          </a:p>
          <a:p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Leaf size?</a:t>
            </a:r>
          </a:p>
          <a:p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What is the importance of leaf angle, leaf shape and leaf size to crop production?</a:t>
            </a:r>
          </a:p>
          <a:p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What is the importance of light transmission, light reflection and light absorption to crop productivity?</a:t>
            </a:r>
          </a:p>
          <a:p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Describe the effects of sun angle, direct and indirect light on crop production?</a:t>
            </a:r>
            <a:endParaRPr lang="en-US" sz="2800" dirty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>
            <a:normAutofit/>
          </a:bodyPr>
          <a:lstStyle/>
          <a:p>
            <a:r>
              <a:rPr lang="en-US" sz="3600" dirty="0" smtClean="0">
                <a:latin typeface="Times New Roman" pitchFamily="18" charset="0"/>
                <a:cs typeface="Times New Roman" pitchFamily="18" charset="0"/>
              </a:rPr>
              <a:t>ANSWERS</a:t>
            </a:r>
            <a:endParaRPr lang="en-US" sz="36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rmAutofit/>
          </a:bodyPr>
          <a:lstStyle/>
          <a:p>
            <a:endParaRPr lang="en-US" sz="2800" dirty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>
            <a:normAutofit/>
          </a:bodyPr>
          <a:lstStyle/>
          <a:p>
            <a:r>
              <a:rPr lang="en-US" sz="3600" dirty="0" smtClean="0">
                <a:latin typeface="Times New Roman" pitchFamily="18" charset="0"/>
                <a:cs typeface="Times New Roman" pitchFamily="18" charset="0"/>
              </a:rPr>
              <a:t>SOURCE-SINK RELATIONSHIPS</a:t>
            </a:r>
            <a:endParaRPr lang="en-US" sz="36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Describe translocation of </a:t>
            </a:r>
            <a:r>
              <a:rPr lang="en-US" sz="2800" dirty="0" err="1" smtClean="0">
                <a:latin typeface="Times New Roman" pitchFamily="18" charset="0"/>
                <a:cs typeface="Times New Roman" pitchFamily="18" charset="0"/>
              </a:rPr>
              <a:t>photosynthates</a:t>
            </a:r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?</a:t>
            </a:r>
          </a:p>
          <a:p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The patterns of </a:t>
            </a:r>
            <a:r>
              <a:rPr lang="en-US" sz="2800" dirty="0" err="1" smtClean="0">
                <a:latin typeface="Times New Roman" pitchFamily="18" charset="0"/>
                <a:cs typeface="Times New Roman" pitchFamily="18" charset="0"/>
              </a:rPr>
              <a:t>photosynthates</a:t>
            </a:r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, distribution, rate and mechanisms of their movement?</a:t>
            </a:r>
          </a:p>
          <a:p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Explain the effect of hormones on sink size?</a:t>
            </a:r>
          </a:p>
          <a:p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Relate the effect of sink size to crop productivity?</a:t>
            </a:r>
          </a:p>
          <a:p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Describe the accumulation of assimilate against a concentration gradient?</a:t>
            </a:r>
          </a:p>
          <a:p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Explain the transformation of photosynthetic product to more complex compounds?</a:t>
            </a:r>
          </a:p>
          <a:p>
            <a:endParaRPr lang="en-US" sz="2800" dirty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>
            <a:normAutofit/>
          </a:bodyPr>
          <a:lstStyle/>
          <a:p>
            <a:r>
              <a:rPr lang="en-US" sz="3600" b="1" dirty="0" smtClean="0">
                <a:latin typeface="Times New Roman" pitchFamily="18" charset="0"/>
                <a:cs typeface="Times New Roman" pitchFamily="18" charset="0"/>
              </a:rPr>
              <a:t>ANSWERS</a:t>
            </a:r>
            <a:endParaRPr lang="en-US" sz="3600" b="1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rmAutofit/>
          </a:bodyPr>
          <a:lstStyle/>
          <a:p>
            <a:endParaRPr lang="en-US" sz="2800" dirty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583</TotalTime>
  <Words>173</Words>
  <Application>Microsoft Office PowerPoint</Application>
  <PresentationFormat>On-screen Show (4:3)</PresentationFormat>
  <Paragraphs>28</Paragraphs>
  <Slides>7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8" baseType="lpstr">
      <vt:lpstr>Office Theme</vt:lpstr>
      <vt:lpstr>CROP SCIENCE LECTURE 5  1st February, 2021 </vt:lpstr>
      <vt:lpstr>PLANT NUTRIENTS</vt:lpstr>
      <vt:lpstr>ANSWERS</vt:lpstr>
      <vt:lpstr>CROP PRODUCTIVITY</vt:lpstr>
      <vt:lpstr>ANSWERS</vt:lpstr>
      <vt:lpstr>SOURCE-SINK RELATIONSHIPS</vt:lpstr>
      <vt:lpstr>ANSWERS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ENVIRONMENTAL STRESS AND YIELD</dc:title>
  <dc:creator>Elijah Misengo</dc:creator>
  <cp:lastModifiedBy>Elijah Misengo</cp:lastModifiedBy>
  <cp:revision>62</cp:revision>
  <dcterms:created xsi:type="dcterms:W3CDTF">2021-01-26T19:19:44Z</dcterms:created>
  <dcterms:modified xsi:type="dcterms:W3CDTF">2021-02-01T07:35:30Z</dcterms:modified>
</cp:coreProperties>
</file>