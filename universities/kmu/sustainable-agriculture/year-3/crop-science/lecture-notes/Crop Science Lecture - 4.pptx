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64" r:id="rId5"/>
    <p:sldId id="269" r:id="rId6"/>
    <p:sldId id="266" r:id="rId7"/>
    <p:sldId id="265" r:id="rId8"/>
    <p:sldId id="267" r:id="rId9"/>
    <p:sldId id="27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E2D4E-CD08-48F2-937A-B32D2883ADC3}" type="datetimeFigureOut">
              <a:rPr lang="en-US" smtClean="0"/>
              <a:pPr/>
              <a:t>29-Jan-21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E4002-AF18-49E2-93C4-8F25E1066B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49580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CROP SCIENCE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LECTURE 4</a:t>
            </a:r>
            <a:br>
              <a:rPr lang="en-US" sz="4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29</a:t>
            </a:r>
            <a:r>
              <a:rPr lang="en-US" sz="18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January, 2021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PLANT ANATOMY AND PHYSIOLOGY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Sink and source relationships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Net assimilation rate (NAR)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21920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ANSWERS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524000"/>
            <a:ext cx="6858000" cy="5334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CROP YIELD POTENTIAL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is crop yield potential?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Explain the factors affecting crop yield potential and the developmental stages of cereals?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ANSWERS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YIELD AND YIELD COMPONENTS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is yield?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are yield components?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Explain Biological Yield..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Explain Economical Yield..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Describe the measures of crop productivity….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ANSWERS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u="sng" dirty="0" smtClean="0">
                <a:latin typeface="Times New Roman" pitchFamily="18" charset="0"/>
                <a:cs typeface="Times New Roman" pitchFamily="18" charset="0"/>
              </a:rPr>
              <a:t>Yield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an amount of product produced per unit area.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PLANT NUTRIENTS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Concept of plant nutrients?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Classification of plant nutrients?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Uptake of plant nutrients?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Mobile and non-mobile plant nutrients?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is the role plant nutrients in crops?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Deficiency symptoms of plant nutrients?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ANSWERS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120</Words>
  <Application>Microsoft Office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CROP SCIENCE LECTURE 4  29th January, 2021 </vt:lpstr>
      <vt:lpstr>PLANT ANATOMY AND PHYSIOLOGY</vt:lpstr>
      <vt:lpstr>ANSWERS</vt:lpstr>
      <vt:lpstr>CROP YIELD POTENTIAL</vt:lpstr>
      <vt:lpstr>ANSWERS</vt:lpstr>
      <vt:lpstr>YIELD AND YIELD COMPONENTS</vt:lpstr>
      <vt:lpstr>ANSWERS</vt:lpstr>
      <vt:lpstr>PLANT NUTRIENTS</vt:lpstr>
      <vt:lpstr>ANSWERS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STRESS AND YIELD</dc:title>
  <dc:creator>Elijah Misengo</dc:creator>
  <cp:lastModifiedBy>Elijah Misengo</cp:lastModifiedBy>
  <cp:revision>45</cp:revision>
  <dcterms:created xsi:type="dcterms:W3CDTF">2021-01-26T19:19:44Z</dcterms:created>
  <dcterms:modified xsi:type="dcterms:W3CDTF">2021-01-29T16:33:07Z</dcterms:modified>
</cp:coreProperties>
</file>