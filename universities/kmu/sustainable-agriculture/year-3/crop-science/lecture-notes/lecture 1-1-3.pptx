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5" r:id="rId4"/>
    <p:sldId id="269" r:id="rId5"/>
    <p:sldId id="270" r:id="rId6"/>
    <p:sldId id="271" r:id="rId7"/>
    <p:sldId id="266" r:id="rId8"/>
    <p:sldId id="257" r:id="rId9"/>
    <p:sldId id="258" r:id="rId10"/>
    <p:sldId id="260" r:id="rId11"/>
    <p:sldId id="261" r:id="rId12"/>
    <p:sldId id="262" r:id="rId13"/>
    <p:sldId id="263" r:id="rId14"/>
    <p:sldId id="264" r:id="rId15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88750B-E71B-4012-A68F-D67170A17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D047EF4-FCD0-4D78-BCD2-8A02E300F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D79AD9-AC76-45D4-86CD-CCC97656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26E93C-958D-45C0-9064-4D5D74F4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B96D74-3584-4C01-95B9-1B152083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7117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F1CCEB-53CF-410A-BB42-27DBBB19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E48466-7F84-4239-91E4-FCD0C397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AE0979-9FA7-4F4C-9E7D-EF50DB6E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6BAAB96-77D6-4B05-A074-F9219A7F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D1E06F-4D9E-4B37-91B0-132ABC6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291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1B46B1-3A5E-4EDE-9A55-39B29799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C73E84A-2F84-4102-99BB-1C91A6451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584B64-F12E-4777-B73B-29DA8FC5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E47229-5BAC-4B6F-A4FA-17BB6D33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EB76F1-088C-4CE3-887D-4EF4D528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9817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94AE24-7803-4B10-ADAA-F57BFB6D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E78F44-DB59-47E7-BE89-92DB1FEF4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0CC5B48-238D-4040-8BCF-0A33688F4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BF362BD-EBFA-4DD1-8726-A4052B43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83236E8-3605-44E6-ABFD-852C9EBF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75C6F49-1211-49DA-96DA-8B41CF9C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33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D3803B-CE5B-4F00-A789-7DDEE78A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2ED522-EEFA-48CB-93DA-01932EC0C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A90D695-5F10-41EC-B69B-B8032716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BCBB06B-EB53-4A66-9829-1B5FF076F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AC2B1BA-18A4-4B87-B81A-1BD18A9BE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D57775B-E227-4008-A837-6F50909F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5191E2D-3248-40AA-AC12-65C07F6B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2924DA2-4F18-41FA-A7ED-095F5EFC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6160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FD102A-D8DF-40A3-AFA6-E133C80F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05693EB-A3DD-45B8-8E3D-089E7A66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05D6FC6-95D8-41FF-9438-796881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227FED8-E8CF-409D-BD04-2D83E5F1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6559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002C428-4916-440F-BC12-D176D0B3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AD91AF0-04D6-4610-B943-DE625BDD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9E3EF9A-7937-473B-AF97-F59A6942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9410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70441D-6933-429C-BC00-A4998081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C36039-58B0-4252-BB7B-5ADF943D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C5EC59C-A3C5-44A5-8128-ACA4ACFA9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D31300F-343C-4D74-804B-6F2CFB02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02D9AD8-C644-4506-99BC-2CC0FB52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D369BA0-CE3A-4D0B-B4E2-6F32C547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021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7A6621-A9D9-4665-A77D-CA960D60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4484BFF-3B73-4835-A783-651A20E0B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47C41EA-1250-4811-B360-8CEB5E7CD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3949C0-8375-4A91-BD7F-3EEB942A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F196F2F-6FDD-4FB1-AF4C-66F32F7E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BAC56F2-60C0-4100-AD24-62DED34F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5113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B207F8-4926-4298-9C2A-E83746F3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23FFF1F-3AE4-4CFE-A201-DBAAF87BD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CBA4DF-8688-4B73-B301-0CB76705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C85AF5-5240-4F1B-B9F4-194B7008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69092F-826E-49F5-8975-15160C0C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144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E9A16D2-840A-4D0F-9B03-E8E638CBC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91D5291-51FC-47EF-BD06-BC438FF64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F51294-9B43-4BA2-AAEA-1F96EA3A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335BBF-BEB0-4758-8520-F0EEF68A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262408-BFB2-4902-98BD-1C960B24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721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67BF2FA-3068-416F-87D8-60A13862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E73EA79-7001-478C-B3CC-B1987364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5AE63A-EFE7-4BFB-A1AB-B633C42D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A9159-884B-489B-BB34-F1EE869724CC}" type="datetimeFigureOut">
              <a:rPr lang="en-NZ" smtClean="0"/>
              <a:t>3/04/2024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26EA8F9-2B81-4A4F-B82F-49011E72B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72F038B-69C6-4282-9F87-7DEC41C77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3507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5CF20F-191F-417E-BF22-7846198E5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1 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DAB37D8-1924-4A4C-86BB-CEFBF4F24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Crop science </a:t>
            </a:r>
          </a:p>
          <a:p>
            <a:r>
              <a:rPr lang="en-GB" dirty="0" smtClean="0"/>
              <a:t>08</a:t>
            </a:r>
            <a:r>
              <a:rPr lang="en-GB" baseline="30000" dirty="0" smtClean="0"/>
              <a:t>th</a:t>
            </a:r>
            <a:r>
              <a:rPr lang="en-GB" dirty="0" smtClean="0"/>
              <a:t> </a:t>
            </a:r>
            <a:r>
              <a:rPr lang="en-GB" dirty="0" smtClean="0"/>
              <a:t>April</a:t>
            </a:r>
            <a:r>
              <a:rPr lang="en-GB" dirty="0" smtClean="0"/>
              <a:t> 2024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0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to crop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People were helpless and nomad and they had no </a:t>
            </a:r>
            <a:r>
              <a:rPr lang="en-US" dirty="0" smtClean="0"/>
              <a:t>houses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Had </a:t>
            </a:r>
            <a:r>
              <a:rPr lang="en-US" dirty="0"/>
              <a:t>no idea about food and crop production and </a:t>
            </a:r>
            <a:r>
              <a:rPr lang="en-US" dirty="0" smtClean="0"/>
              <a:t>used to live on </a:t>
            </a:r>
            <a:r>
              <a:rPr lang="en-US" dirty="0"/>
              <a:t>natural fruits </a:t>
            </a:r>
            <a:r>
              <a:rPr lang="en-US" dirty="0" smtClean="0"/>
              <a:t>and roots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548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EA4007-A3F7-471D-BC27-889F4A02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Crop Science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8E6C7B-DA96-4731-ACB5-3E411EBC1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0" i="0" dirty="0" smtClean="0">
              <a:solidFill>
                <a:srgbClr val="373A3C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 smtClean="0"/>
              <a:t>Science </a:t>
            </a:r>
            <a:r>
              <a:rPr lang="en-US" dirty="0"/>
              <a:t>and art of producing </a:t>
            </a:r>
            <a:r>
              <a:rPr lang="en-US" dirty="0" smtClean="0"/>
              <a:t>crops for economic purposes</a:t>
            </a:r>
          </a:p>
          <a:p>
            <a:pPr marL="0" indent="0">
              <a:buNone/>
            </a:pPr>
            <a:r>
              <a:rPr lang="en-US" dirty="0" smtClean="0"/>
              <a:t>Science </a:t>
            </a:r>
            <a:r>
              <a:rPr lang="en-US" dirty="0"/>
              <a:t>of producing crops </a:t>
            </a:r>
            <a:r>
              <a:rPr lang="en-US" dirty="0" smtClean="0"/>
              <a:t>from the </a:t>
            </a:r>
            <a:r>
              <a:rPr lang="en-US" dirty="0"/>
              <a:t>natural </a:t>
            </a:r>
            <a:r>
              <a:rPr lang="en-US" dirty="0" smtClean="0"/>
              <a:t>resources of the earth</a:t>
            </a:r>
          </a:p>
          <a:p>
            <a:pPr marL="0" indent="0">
              <a:buNone/>
            </a:pPr>
            <a:r>
              <a:rPr lang="en-US" dirty="0" smtClean="0"/>
              <a:t>aims at </a:t>
            </a:r>
            <a:r>
              <a:rPr lang="en-US" dirty="0"/>
              <a:t>land to </a:t>
            </a:r>
            <a:r>
              <a:rPr lang="en-US" dirty="0" smtClean="0"/>
              <a:t>produce </a:t>
            </a:r>
            <a:r>
              <a:rPr lang="en-US" dirty="0" smtClean="0">
                <a:solidFill>
                  <a:srgbClr val="FF0000"/>
                </a:solidFill>
              </a:rPr>
              <a:t>abundantly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>
                <a:solidFill>
                  <a:srgbClr val="FF0000"/>
                </a:solidFill>
              </a:rPr>
              <a:t>protect</a:t>
            </a:r>
            <a:r>
              <a:rPr lang="en-US" dirty="0" smtClean="0"/>
              <a:t> </a:t>
            </a:r>
            <a:r>
              <a:rPr lang="en-US" dirty="0"/>
              <a:t>it from </a:t>
            </a:r>
            <a:r>
              <a:rPr lang="en-US" dirty="0" smtClean="0"/>
              <a:t>deterioration</a:t>
            </a:r>
          </a:p>
          <a:p>
            <a:pPr marL="0" indent="0">
              <a:buNone/>
            </a:pPr>
            <a:r>
              <a:rPr lang="en-US" dirty="0" smtClean="0"/>
              <a:t>Systematic </a:t>
            </a:r>
            <a:r>
              <a:rPr lang="en-US" dirty="0"/>
              <a:t>raising of </a:t>
            </a:r>
            <a:r>
              <a:rPr lang="en-US" dirty="0">
                <a:solidFill>
                  <a:srgbClr val="FF0000"/>
                </a:solidFill>
              </a:rPr>
              <a:t>useful plants </a:t>
            </a:r>
            <a:r>
              <a:rPr lang="en-US" dirty="0" smtClean="0"/>
              <a:t>under </a:t>
            </a:r>
            <a:r>
              <a:rPr lang="en-US" dirty="0"/>
              <a:t>the management </a:t>
            </a:r>
            <a:r>
              <a:rPr lang="en-US" dirty="0" smtClean="0"/>
              <a:t>of man</a:t>
            </a:r>
          </a:p>
          <a:p>
            <a:pPr marL="0" indent="0">
              <a:buNone/>
            </a:pPr>
            <a:r>
              <a:rPr lang="en-US" dirty="0" smtClean="0"/>
              <a:t>Purposeful </a:t>
            </a:r>
            <a:r>
              <a:rPr lang="en-US" dirty="0"/>
              <a:t>work through which the </a:t>
            </a:r>
            <a:r>
              <a:rPr lang="en-US" dirty="0">
                <a:solidFill>
                  <a:srgbClr val="FF0000"/>
                </a:solidFill>
              </a:rPr>
              <a:t>elements of nature </a:t>
            </a:r>
            <a:r>
              <a:rPr lang="en-US" dirty="0"/>
              <a:t>are harnessed to produce plants </a:t>
            </a:r>
            <a:r>
              <a:rPr lang="en-US" dirty="0" smtClean="0"/>
              <a:t>to meet human needs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7644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Crop science as an art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Embraces </a:t>
            </a:r>
            <a:r>
              <a:rPr lang="en-US" dirty="0"/>
              <a:t>knowledge of the way to perform the operations of the farm in a skillful </a:t>
            </a:r>
            <a:r>
              <a:rPr lang="en-US" dirty="0" smtClean="0"/>
              <a:t>manner</a:t>
            </a:r>
          </a:p>
          <a:p>
            <a:pPr marL="0" indent="0">
              <a:buNone/>
            </a:pPr>
            <a:r>
              <a:rPr lang="en-US" dirty="0" smtClean="0"/>
              <a:t>Involves physical skill use of hands to nature crops  </a:t>
            </a:r>
          </a:p>
          <a:p>
            <a:pPr marL="0" indent="0">
              <a:buNone/>
            </a:pPr>
            <a:r>
              <a:rPr lang="en-US" dirty="0"/>
              <a:t>M</a:t>
            </a:r>
            <a:r>
              <a:rPr lang="en-US" dirty="0" smtClean="0"/>
              <a:t>ental skill to remember and organize the concepts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443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Crop science as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Use of modern </a:t>
            </a:r>
            <a:r>
              <a:rPr lang="en-US" dirty="0"/>
              <a:t>technologies </a:t>
            </a:r>
            <a:r>
              <a:rPr lang="en-US" dirty="0" smtClean="0"/>
              <a:t>based on </a:t>
            </a:r>
            <a:r>
              <a:rPr lang="en-US" dirty="0"/>
              <a:t>scientific principles such </a:t>
            </a:r>
            <a:r>
              <a:rPr lang="en-US" dirty="0" smtClean="0"/>
              <a:t>as: </a:t>
            </a:r>
          </a:p>
          <a:p>
            <a:pPr marL="0" indent="0">
              <a:buNone/>
            </a:pPr>
            <a:r>
              <a:rPr lang="en-US" dirty="0"/>
              <a:t>C</a:t>
            </a:r>
            <a:r>
              <a:rPr lang="en-US" dirty="0" smtClean="0"/>
              <a:t>rop improvement</a:t>
            </a:r>
          </a:p>
          <a:p>
            <a:pPr marL="0" indent="0">
              <a:buNone/>
            </a:pPr>
            <a:r>
              <a:rPr lang="en-US" dirty="0" smtClean="0"/>
              <a:t>Breeding</a:t>
            </a:r>
          </a:p>
          <a:p>
            <a:pPr marL="0" indent="0">
              <a:buNone/>
            </a:pPr>
            <a:r>
              <a:rPr lang="en-US" dirty="0"/>
              <a:t>C</a:t>
            </a:r>
            <a:r>
              <a:rPr lang="en-US" dirty="0" smtClean="0"/>
              <a:t>rop production and protection</a:t>
            </a:r>
          </a:p>
          <a:p>
            <a:pPr marL="0" indent="0">
              <a:buNone/>
            </a:pPr>
            <a:r>
              <a:rPr lang="en-US" dirty="0" smtClean="0"/>
              <a:t>Hybridization</a:t>
            </a:r>
          </a:p>
          <a:p>
            <a:pPr marL="0" indent="0">
              <a:buNone/>
            </a:pPr>
            <a:r>
              <a:rPr lang="en-US" dirty="0" smtClean="0"/>
              <a:t>Biotechnology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maximize the yield and </a:t>
            </a:r>
            <a:r>
              <a:rPr lang="en-US" dirty="0" smtClean="0"/>
              <a:t>profit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678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Cultivated crops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Economic cultivated plants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Maize</a:t>
            </a:r>
          </a:p>
          <a:p>
            <a:pPr marL="0" indent="0">
              <a:buNone/>
            </a:pPr>
            <a:r>
              <a:rPr lang="en-US" dirty="0" smtClean="0"/>
              <a:t>Cassava</a:t>
            </a:r>
          </a:p>
          <a:p>
            <a:pPr marL="0" indent="0">
              <a:buNone/>
            </a:pPr>
            <a:r>
              <a:rPr lang="en-US" dirty="0" smtClean="0"/>
              <a:t>Rice</a:t>
            </a:r>
          </a:p>
          <a:p>
            <a:pPr marL="0" indent="0">
              <a:buNone/>
            </a:pPr>
            <a:r>
              <a:rPr lang="en-US" dirty="0" smtClean="0"/>
              <a:t>Wheat</a:t>
            </a:r>
          </a:p>
          <a:p>
            <a:pPr marL="0" indent="0">
              <a:buNone/>
            </a:pPr>
            <a:r>
              <a:rPr lang="en-US" dirty="0" smtClean="0"/>
              <a:t>Potato</a:t>
            </a:r>
          </a:p>
          <a:p>
            <a:pPr marL="0" indent="0">
              <a:buNone/>
            </a:pPr>
            <a:r>
              <a:rPr lang="en-US" dirty="0" smtClean="0"/>
              <a:t>Beans, soya beans, Ground nuts, peas, Bambara nuts</a:t>
            </a:r>
          </a:p>
          <a:p>
            <a:pPr marL="0" indent="0">
              <a:buNone/>
            </a:pPr>
            <a:r>
              <a:rPr lang="en-US" dirty="0" smtClean="0"/>
              <a:t>Mangoes, Bananas, Oranges, Lemons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98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001081-5FCE-44C7-A8C3-212F82AB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Crop science over view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7FF2FE-ED2F-4048-B1B7-63C38B846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 smtClean="0">
              <a:solidFill>
                <a:srgbClr val="373A3C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Plants</a:t>
            </a:r>
            <a:r>
              <a:rPr lang="en-US" b="0" i="0" dirty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once domesticated, have been continually improved by selecting those most </a:t>
            </a: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productive. </a:t>
            </a:r>
            <a:endParaRPr lang="en-US" b="0" i="0" dirty="0" smtClean="0">
              <a:solidFill>
                <a:srgbClr val="373A3C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Increased </a:t>
            </a:r>
            <a:r>
              <a:rPr lang="en-US" b="0" i="0" dirty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world food production, </a:t>
            </a:r>
            <a:r>
              <a:rPr lang="en-US" b="0" i="0" dirty="0" err="1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i.e</a:t>
            </a: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feed </a:t>
            </a:r>
            <a:r>
              <a:rPr lang="en-US" b="0" i="0" dirty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animal production </a:t>
            </a:r>
            <a:endParaRPr lang="en-US" b="0" i="0" dirty="0" smtClean="0">
              <a:solidFill>
                <a:srgbClr val="373A3C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food </a:t>
            </a:r>
            <a:r>
              <a:rPr lang="en-US" b="0" i="0" dirty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human </a:t>
            </a: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consumption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 of </a:t>
            </a:r>
            <a:r>
              <a:rPr lang="en-US" b="0" i="0" dirty="0" smtClean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improved </a:t>
            </a:r>
            <a:r>
              <a:rPr lang="en-US" b="0" i="0" dirty="0">
                <a:solidFill>
                  <a:srgbClr val="373A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crop cultivars, technological advances, and management practices. </a:t>
            </a:r>
            <a:endParaRPr lang="en-NZ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NZ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00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BF9085-FD05-415C-8960-AAA21BDA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science benefits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34DA6D7-CF97-4E3A-B28C-761FCE0BC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Crop science provides many benefits to our society and our environment </a:t>
            </a:r>
          </a:p>
          <a:p>
            <a:pPr marL="0" indent="0">
              <a:buNone/>
            </a:pPr>
            <a:r>
              <a:rPr lang="en-US" dirty="0"/>
              <a:t>Produces food we eat and fiber for our clothing</a:t>
            </a:r>
          </a:p>
          <a:p>
            <a:pPr marL="0" indent="0">
              <a:buNone/>
            </a:pPr>
            <a:r>
              <a:rPr lang="en-US" dirty="0"/>
              <a:t>Providing energy to power vehicles and heat our homes</a:t>
            </a:r>
          </a:p>
          <a:p>
            <a:pPr marL="0" indent="0">
              <a:buNone/>
            </a:pPr>
            <a:r>
              <a:rPr lang="en-US" dirty="0"/>
              <a:t>Significant part of our national economy and provides many jobs directly for farmers and for others in the food and service industries </a:t>
            </a:r>
          </a:p>
          <a:p>
            <a:pPr marL="0" indent="0">
              <a:buNone/>
            </a:pPr>
            <a:r>
              <a:rPr lang="en-US" dirty="0" err="1" smtClean="0"/>
              <a:t>e.g</a:t>
            </a:r>
            <a:r>
              <a:rPr lang="en-US" dirty="0" smtClean="0"/>
              <a:t>  </a:t>
            </a:r>
            <a:r>
              <a:rPr lang="en-US" dirty="0"/>
              <a:t>food and fiber production system begins at the farm and proceeds through processors to the consumers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784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DE2303-FB2A-43AC-AB9E-63141116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22855D-9236-47BE-ACDE-475E52524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related jobs are in various areas of production such as chemical fertilizer and pesticide production, crop consultants, seed and equipment dealers, food processing, and food wholesaling</a:t>
            </a:r>
          </a:p>
          <a:p>
            <a:pPr marL="0" indent="0">
              <a:buNone/>
            </a:pPr>
            <a:r>
              <a:rPr lang="en-US" dirty="0"/>
              <a:t>The food and fiber sector is often called agribusiness and includes all firms engaged in producing, processing, transporting, marketing, and distributing products</a:t>
            </a:r>
          </a:p>
          <a:p>
            <a:pPr marL="0" indent="0">
              <a:buNone/>
            </a:pPr>
            <a:r>
              <a:rPr lang="en-US" dirty="0"/>
              <a:t>Farmers or ranchers produce the raw materials that are ultimately transformed into fuel, food, and fibers</a:t>
            </a:r>
          </a:p>
          <a:p>
            <a:pPr marL="0" indent="0">
              <a:buNone/>
            </a:pPr>
            <a:r>
              <a:rPr lang="en-US" dirty="0"/>
              <a:t>Farm input/service suppliers provide seed, fertilizers, pesticides, and equipment necessary to grow a crop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49428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D7E066-0068-410A-8C6D-700C1050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Large scale </a:t>
            </a:r>
            <a:r>
              <a:rPr lang="en-GB" dirty="0" smtClean="0"/>
              <a:t>support </a:t>
            </a:r>
            <a:r>
              <a:rPr lang="en-GB" dirty="0"/>
              <a:t>system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F5D00B4-A52E-49C6-83B6-4A6A3CC9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Ministry of agriculture</a:t>
            </a:r>
          </a:p>
          <a:p>
            <a:pPr marL="0" indent="0">
              <a:buNone/>
            </a:pPr>
            <a:r>
              <a:rPr lang="en-GB" dirty="0"/>
              <a:t>Research centres </a:t>
            </a:r>
          </a:p>
          <a:p>
            <a:pPr marL="0" indent="0">
              <a:buNone/>
            </a:pPr>
            <a:r>
              <a:rPr lang="en-GB" dirty="0"/>
              <a:t>Universities </a:t>
            </a:r>
            <a:endParaRPr lang="en-GB" dirty="0" smtClean="0"/>
          </a:p>
          <a:p>
            <a:pPr marL="0" indent="0">
              <a:buNone/>
            </a:pPr>
            <a:r>
              <a:rPr lang="en-US" dirty="0" smtClean="0"/>
              <a:t>NGOs</a:t>
            </a:r>
          </a:p>
          <a:p>
            <a:pPr marL="0" indent="0">
              <a:buNone/>
            </a:pPr>
            <a:r>
              <a:rPr lang="en-US" dirty="0" smtClean="0"/>
              <a:t>Commercials farmers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7643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212C0C-B501-4C90-9F88-479A1A81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of science in crop production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9AA5063-DDB5-416F-9547-52A591F6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Plant breeding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Fertilizers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Irrigation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Improved  crop management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68451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A89CCE-E395-4A4C-AAE6-8ED6A955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classification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0449DD-AEEE-4491-B86F-E722BB924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Cereal crops are grasses that produce edible grain</a:t>
            </a:r>
          </a:p>
          <a:p>
            <a:pPr marL="0" indent="0">
              <a:buNone/>
            </a:pPr>
            <a:r>
              <a:rPr lang="en-US" dirty="0"/>
              <a:t>Wheat, rice, corn, millet and sorghum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Legumes grown for their </a:t>
            </a:r>
            <a:r>
              <a:rPr lang="en-US" dirty="0" smtClean="0"/>
              <a:t>edible pods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Soybeans, beans, peas, groundnuts, and cow peas</a:t>
            </a:r>
          </a:p>
          <a:p>
            <a:pPr marL="0" indent="0">
              <a:buNone/>
            </a:pPr>
            <a:r>
              <a:rPr lang="en-US" dirty="0"/>
              <a:t>Forages are crops whose vegetative parts like stems, leaves, and sometimes attached seed or grain used for livestock feed</a:t>
            </a:r>
          </a:p>
          <a:p>
            <a:pPr marL="0" indent="0">
              <a:buNone/>
            </a:pPr>
            <a:r>
              <a:rPr lang="en-US" dirty="0"/>
              <a:t>We use fiber from plants for clothing, rope, paper, and baskets</a:t>
            </a:r>
          </a:p>
          <a:p>
            <a:pPr marL="0" indent="0">
              <a:buNone/>
            </a:pPr>
            <a:r>
              <a:rPr lang="en-US" dirty="0"/>
              <a:t>Sisal, cotton, </a:t>
            </a:r>
          </a:p>
          <a:p>
            <a:pPr marL="0" indent="0">
              <a:buNone/>
            </a:pPr>
            <a:r>
              <a:rPr lang="en-US" dirty="0"/>
              <a:t>Root and tubers crops  harvested for their underground storage organs that are rich in starch </a:t>
            </a:r>
          </a:p>
          <a:p>
            <a:pPr marL="0" indent="0">
              <a:buNone/>
            </a:pPr>
            <a:r>
              <a:rPr lang="en-US" dirty="0"/>
              <a:t>potatoes, sweet potatoes, and cassava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271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4347B6-B118-44AF-87CD-EB2D025E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classification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5EE599-B982-4561-97B8-F991D5975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Cover crops to prevent soil erosion due to water or wind during periods when the soil is not protected by growing plant cover </a:t>
            </a:r>
          </a:p>
          <a:p>
            <a:pPr marL="0" indent="0">
              <a:buNone/>
            </a:pPr>
            <a:r>
              <a:rPr lang="en-US" dirty="0"/>
              <a:t>Rye grass and clover</a:t>
            </a:r>
          </a:p>
          <a:p>
            <a:pPr marL="0" indent="0">
              <a:buNone/>
            </a:pPr>
            <a:r>
              <a:rPr lang="en-US" dirty="0"/>
              <a:t>Green manure crops are legumes or grasses that are incorporated into the soil while vegetative with the purpose of adding nutrients to the soil or enhancing soil quality</a:t>
            </a:r>
          </a:p>
          <a:p>
            <a:pPr marL="0" indent="0">
              <a:buNone/>
            </a:pPr>
            <a:r>
              <a:rPr lang="en-US" dirty="0" err="1"/>
              <a:t>Sunhemp</a:t>
            </a:r>
            <a:r>
              <a:rPr lang="en-US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57679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DA917E-B630-4DD9-8973-51EE3934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classifications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D1297C-4768-46EF-8915-5E551B872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Bioenergy crop is a general term that describes production of energy from biological systems </a:t>
            </a:r>
          </a:p>
          <a:p>
            <a:pPr marL="0" indent="0">
              <a:buNone/>
            </a:pPr>
            <a:r>
              <a:rPr lang="en-US" dirty="0"/>
              <a:t>Corn, grain sorghum, and soybean are examples of biofuel crops</a:t>
            </a:r>
          </a:p>
          <a:p>
            <a:pPr marL="0" indent="0">
              <a:buNone/>
            </a:pPr>
            <a:r>
              <a:rPr lang="en-US" dirty="0"/>
              <a:t>Sugarcane the crop from which sugar is obtained</a:t>
            </a:r>
          </a:p>
          <a:p>
            <a:pPr marL="0" indent="0">
              <a:buNone/>
            </a:pPr>
            <a:r>
              <a:rPr lang="en-US" dirty="0"/>
              <a:t>Oil crops produce oils that contain fatty acids that vary in saturation include soybean, sunflowers, groundnuts and cotton</a:t>
            </a:r>
          </a:p>
          <a:p>
            <a:pPr marL="0" indent="0">
              <a:buNone/>
            </a:pPr>
            <a:r>
              <a:rPr lang="en-US" dirty="0"/>
              <a:t>Medicinal crops grown for their unique compounds such as alkaloids and glycosides that have properties for pain relief, disease treatment, or other uses</a:t>
            </a:r>
          </a:p>
          <a:p>
            <a:pPr marL="0" indent="0">
              <a:buNone/>
            </a:pPr>
            <a:r>
              <a:rPr lang="en-US" dirty="0"/>
              <a:t>Ginger, </a:t>
            </a:r>
            <a:r>
              <a:rPr lang="en-US" dirty="0" err="1"/>
              <a:t>chilie</a:t>
            </a:r>
            <a:r>
              <a:rPr lang="en-US" dirty="0"/>
              <a:t>, neem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8841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673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Office Theme</vt:lpstr>
      <vt:lpstr>Lecture 1 </vt:lpstr>
      <vt:lpstr>Introduction to crop science</vt:lpstr>
      <vt:lpstr>Crop Science</vt:lpstr>
      <vt:lpstr>Crop science as an art </vt:lpstr>
      <vt:lpstr>Crop science as science</vt:lpstr>
      <vt:lpstr>Cultivated crops </vt:lpstr>
      <vt:lpstr>Crop science over view </vt:lpstr>
      <vt:lpstr>Crop science benefits </vt:lpstr>
      <vt:lpstr>Benefits </vt:lpstr>
      <vt:lpstr>Large scale support system</vt:lpstr>
      <vt:lpstr>Application of science in crop production</vt:lpstr>
      <vt:lpstr>Crop classification </vt:lpstr>
      <vt:lpstr>Crop classification</vt:lpstr>
      <vt:lpstr>Other classifications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Hopeday Lupumpaula</dc:creator>
  <cp:lastModifiedBy>Microsoft account</cp:lastModifiedBy>
  <cp:revision>19</cp:revision>
  <cp:lastPrinted>2022-03-08T10:29:12Z</cp:lastPrinted>
  <dcterms:created xsi:type="dcterms:W3CDTF">2022-03-01T08:04:14Z</dcterms:created>
  <dcterms:modified xsi:type="dcterms:W3CDTF">2024-04-03T22:30:57Z</dcterms:modified>
</cp:coreProperties>
</file>