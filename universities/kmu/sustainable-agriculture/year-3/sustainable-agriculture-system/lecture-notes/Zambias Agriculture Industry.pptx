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61" r:id="rId4"/>
    <p:sldId id="262" r:id="rId5"/>
    <p:sldId id="263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AD605-D615-485C-A236-86C5EBC6FAB3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3E945-866B-45CA-ABF0-D49E798C2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036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CC9A-46A1-40F5-ACB1-2322C1980D07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02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E3C-68E3-48AA-95A7-E89DB58B38DD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97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25339-976F-46C6-BFC7-035D3950F9D1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0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7591-0D83-4946-A3D4-7F4CB6B6DC93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3EF5-9567-4A33-A9C8-A34142E4D9E1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1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65EEC-9D4B-4B79-8C9B-CF9FDBC3E053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2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B20A7-0415-43B5-9268-A7ABFEC4402B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9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9D243-6D6D-4418-8267-509A25AA2E33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4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4F6A-9487-4053-970D-624790D7B055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9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DC25-BE81-4C4F-8B80-4D040094FD8D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2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51AAC-EACD-4DEA-85CE-C775FCFA7E47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4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6E6C1-09AA-4571-879E-7B34978C7274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C8C63-4FCE-40ED-864D-C0FFDCB5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59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3111" y="790222"/>
            <a:ext cx="10340622" cy="2472267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TRADITIONAL FARMING SYSTEM</a:t>
            </a:r>
            <a:endParaRPr lang="en-US" sz="4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Arial Narrow" panose="020B0606020202030204" pitchFamily="34" charset="0"/>
              </a:rPr>
              <a:t>Mebbah Pojana</a:t>
            </a:r>
          </a:p>
          <a:p>
            <a:r>
              <a:rPr lang="en-US" sz="1600" dirty="0">
                <a:latin typeface="Arial Narrow" panose="020B0606020202030204" pitchFamily="34" charset="0"/>
              </a:rPr>
              <a:t>Lecturer, Researcher</a:t>
            </a:r>
            <a:r>
              <a:rPr lang="en-US" sz="1600">
                <a:latin typeface="Arial Narrow" panose="020B0606020202030204" pitchFamily="34" charset="0"/>
              </a:rPr>
              <a:t>, </a:t>
            </a:r>
            <a:r>
              <a:rPr lang="en-US" sz="1600" smtClean="0">
                <a:latin typeface="Arial Narrow" panose="020B0606020202030204" pitchFamily="34" charset="0"/>
              </a:rPr>
              <a:t>Consultant</a:t>
            </a:r>
            <a:endParaRPr lang="en-US" sz="1600" dirty="0">
              <a:latin typeface="Arial Narrow" panose="020B0606020202030204" pitchFamily="34" charset="0"/>
            </a:endParaRPr>
          </a:p>
          <a:p>
            <a:r>
              <a:rPr lang="en-US" sz="1600" dirty="0">
                <a:latin typeface="Arial Narrow" panose="020B0606020202030204" pitchFamily="34" charset="0"/>
              </a:rPr>
              <a:t>+260977/966 480 814 Email: mebbahpojana@gmail.com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92B4-8EAC-4EF5-9695-897357E32212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1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Agriculture is becoming an increasingly important sector in the Zambian economy since the mineral sector, which was the backbone of the </a:t>
            </a:r>
            <a:r>
              <a:rPr lang="en-US" dirty="0" smtClean="0"/>
              <a:t>economy.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agriculture sector generates about 18% to 20% of the country’s GDP and provides a livelihood for more than 60% of the population.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employs about two-thirds of the labor force.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1991 there was a major shift in the country’s agricultural policy with the liberalization of the marketing of agricultural inputs and produce.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new policy has resulted in low agricultural productivity as subsistence farmers, who make up about 75% of the entire farming community in Zambia, find difficulty in procuring farm necessities such as seeds and fertilizer in terms of accessibility and funds.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E3C-68E3-48AA-95A7-E89DB58B38DD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01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Their difficulties are further compounded by the erratic seasonal rainfall patterns which have been experienced by the country in the last 20 years. </a:t>
            </a:r>
            <a:endParaRPr lang="en-US" dirty="0" smtClean="0"/>
          </a:p>
          <a:p>
            <a:pPr algn="just"/>
            <a:r>
              <a:rPr lang="en-US" dirty="0" smtClean="0"/>
              <a:t>Almost </a:t>
            </a:r>
            <a:r>
              <a:rPr lang="en-US" dirty="0"/>
              <a:t>all subsistence farming in Zambia relies on rainfall. </a:t>
            </a:r>
            <a:endParaRPr lang="en-US" dirty="0" smtClean="0"/>
          </a:p>
          <a:p>
            <a:pPr algn="just"/>
            <a:r>
              <a:rPr lang="en-US" dirty="0" smtClean="0"/>
              <a:t>Over </a:t>
            </a:r>
            <a:r>
              <a:rPr lang="en-US" dirty="0"/>
              <a:t>the last two decades, the frequency of extreme climate events such as high surface temperatures, floods and droughts has increased over the entire globe. </a:t>
            </a:r>
            <a:endParaRPr lang="en-US" dirty="0" smtClean="0"/>
          </a:p>
          <a:p>
            <a:pPr algn="just"/>
            <a:r>
              <a:rPr lang="en-US" dirty="0" smtClean="0"/>
              <a:t>Although </a:t>
            </a:r>
            <a:r>
              <a:rPr lang="en-US" dirty="0"/>
              <a:t>such extreme events are attributed to climate variability, they also signal that the earth is going through </a:t>
            </a:r>
            <a:r>
              <a:rPr lang="en-US" dirty="0" err="1"/>
              <a:t>longterm</a:t>
            </a:r>
            <a:r>
              <a:rPr lang="en-US" dirty="0"/>
              <a:t> climate changes in mean temperature and rainfall norms.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E3C-68E3-48AA-95A7-E89DB58B38DD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47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Zambia has experienced an increase in drought frequency and intensity in the last 20 years.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droughts </a:t>
            </a:r>
            <a:r>
              <a:rPr lang="en-US" dirty="0" smtClean="0"/>
              <a:t>has </a:t>
            </a:r>
            <a:r>
              <a:rPr lang="en-US" dirty="0"/>
              <a:t>worsened the quality of life for vulnerable groups such as subsistence </a:t>
            </a:r>
            <a:r>
              <a:rPr lang="en-US" dirty="0" smtClean="0"/>
              <a:t>farmers.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economic impacts of long-term climate change such as the increase in mean surface temperature and the decrease in mean seasonal rainfall and mean annual runoff on farming activities in </a:t>
            </a:r>
            <a:r>
              <a:rPr lang="en-US" dirty="0" smtClean="0"/>
              <a:t>Zambia have been observed.</a:t>
            </a:r>
          </a:p>
          <a:p>
            <a:pPr algn="just"/>
            <a:r>
              <a:rPr lang="en-US" dirty="0" smtClean="0"/>
              <a:t>There has been </a:t>
            </a:r>
            <a:r>
              <a:rPr lang="en-US" smtClean="0"/>
              <a:t>need for </a:t>
            </a:r>
            <a:r>
              <a:rPr lang="en-US" dirty="0"/>
              <a:t>appropriate adaptation policies at national level so as to minimize the adverse impacts of climate change on agriculture.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E3C-68E3-48AA-95A7-E89DB58B38DD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01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E3C-68E3-48AA-95A7-E89DB58B38DD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02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Traditional farming systems are important to the people of Zambia because they provide a means of livelihood and contribute to the country's agricultural </a:t>
            </a:r>
            <a:r>
              <a:rPr lang="en-US" dirty="0" smtClean="0"/>
              <a:t>output.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These </a:t>
            </a:r>
            <a:r>
              <a:rPr lang="en-US" dirty="0"/>
              <a:t>systems, such as chitemene shifting cultivation, have been practiced </a:t>
            </a:r>
            <a:r>
              <a:rPr lang="en-US" dirty="0" smtClean="0"/>
              <a:t>in </a:t>
            </a:r>
            <a:r>
              <a:rPr lang="en-US" dirty="0"/>
              <a:t>Zambia for </a:t>
            </a:r>
            <a:r>
              <a:rPr lang="en-US" dirty="0" smtClean="0"/>
              <a:t>generations.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They </a:t>
            </a:r>
            <a:r>
              <a:rPr lang="en-US" dirty="0"/>
              <a:t>make use of natural resources and allow for the recycling of nutrients stored in </a:t>
            </a:r>
            <a:r>
              <a:rPr lang="en-US" dirty="0" smtClean="0"/>
              <a:t>vegetation.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Traditional </a:t>
            </a:r>
            <a:r>
              <a:rPr lang="en-US" dirty="0"/>
              <a:t>farming practices also involve multiple cropping systems, which help to diversify the types of crops grown and adapt to local </a:t>
            </a:r>
            <a:r>
              <a:rPr lang="en-US" dirty="0" smtClean="0"/>
              <a:t>conditions. </a:t>
            </a:r>
            <a:endParaRPr lang="en-US" sz="3200" dirty="0"/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726843" y="5666157"/>
            <a:ext cx="2743200" cy="365125"/>
          </a:xfrm>
        </p:spPr>
        <p:txBody>
          <a:bodyPr/>
          <a:lstStyle/>
          <a:p>
            <a:fld id="{975981D5-DFF7-48B0-879F-D0FD3C2850BE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6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Additionally, traditional farming systems are influenced by agro-ecological factors and the availability of water, which can impact the types of crops </a:t>
            </a:r>
            <a:r>
              <a:rPr lang="en-US" dirty="0" smtClean="0"/>
              <a:t>grown.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awareness and attitude of Zambian farmers towards environmental degradation also play a role in the importance of traditional farming systems, as greater awareness leads to greater involvement in land management programs . </a:t>
            </a:r>
            <a:endParaRPr lang="en-US" dirty="0" smtClean="0"/>
          </a:p>
          <a:p>
            <a:pPr algn="just"/>
            <a:r>
              <a:rPr lang="en-US" dirty="0" smtClean="0"/>
              <a:t>Overall</a:t>
            </a:r>
            <a:r>
              <a:rPr lang="en-US" dirty="0"/>
              <a:t>, traditional farming systems in Zambia are a vital part of the rural livelihood system and contribute to sustainable agriculture and food security.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E3C-68E3-48AA-95A7-E89DB58B38DD}" type="datetime2">
              <a:rPr lang="en-US" smtClean="0"/>
              <a:t>Sunday, February 18,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C8C63-4FCE-40ED-864D-C0FFDCB54A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18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485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 Unicode MS</vt:lpstr>
      <vt:lpstr>Arial</vt:lpstr>
      <vt:lpstr>Arial Narrow</vt:lpstr>
      <vt:lpstr>Calibri</vt:lpstr>
      <vt:lpstr>Calibri Light</vt:lpstr>
      <vt:lpstr>Wingdings</vt:lpstr>
      <vt:lpstr>Office Theme</vt:lpstr>
      <vt:lpstr>TRADITIONAL FARMING SYSTEM</vt:lpstr>
      <vt:lpstr>Introduction</vt:lpstr>
      <vt:lpstr>PowerPoint Presentation</vt:lpstr>
      <vt:lpstr>PowerPoint Presentation</vt:lpstr>
      <vt:lpstr>PowerPoint Presentation</vt:lpstr>
      <vt:lpstr>Introduction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Strong Financial Base of the Church Today - A Necessity during Challenging Times Paper Presented During the Capacity Building Seminar of Church Leaders of the United Church of  Zambia, Muchinga Presbytery, Isoka Date: 18th -19th February 2022</dc:title>
  <dc:creator>SUSTAINABLE AGRIC</dc:creator>
  <cp:lastModifiedBy>LENOVO</cp:lastModifiedBy>
  <cp:revision>78</cp:revision>
  <dcterms:created xsi:type="dcterms:W3CDTF">2022-02-16T21:59:15Z</dcterms:created>
  <dcterms:modified xsi:type="dcterms:W3CDTF">2024-02-18T16:55:54Z</dcterms:modified>
</cp:coreProperties>
</file>